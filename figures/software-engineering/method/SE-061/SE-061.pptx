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c9d8826c4b4d96" /><Relationship Type="http://schemas.openxmlformats.org/officeDocument/2006/relationships/extended-properties" Target="/docProps/app.xml" Id="R25ac221171da4e45" /><Relationship Type="http://schemas.openxmlformats.org/officeDocument/2006/relationships/officeDocument" Target="/ppt/presentation.xml" Id="R8e6b0de554cd47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e6f13aa604388"/>
  </p:sldMasterIdLst>
  <p:notesMasterIdLst>
    <p:notesMasterId xmlns:r="http://schemas.openxmlformats.org/officeDocument/2006/relationships" r:id="R41baba7cafa44f9d"/>
  </p:notesMasterIdLst>
  <p:sldIdLst>
    <p:sldId xmlns:r="http://schemas.openxmlformats.org/officeDocument/2006/relationships" id="256" r:id="R4ef7a46ceb274969"/>
  </p:sldIdLst>
  <p:sldSz cx="15087600" cy="4229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6d380919aa451c" /><Relationship Type="http://schemas.openxmlformats.org/officeDocument/2006/relationships/slideMaster" Target="/ppt/slideMasters/slideMaster1.xml" Id="Ref9e6f13aa604388" /><Relationship Type="http://schemas.openxmlformats.org/officeDocument/2006/relationships/notesMaster" Target="/ppt/notesMasters/notesMaster1.xml" Id="R41baba7cafa44f9d" /><Relationship Type="http://schemas.openxmlformats.org/officeDocument/2006/relationships/presProps" Target="/ppt/presProps.xml" Id="Rcae3f837cb324803" /><Relationship Type="http://schemas.openxmlformats.org/officeDocument/2006/relationships/tableStyles" Target="/ppt/tableStyles.xml" Id="Rc984afb2ae3d4099" /><Relationship Type="http://schemas.openxmlformats.org/officeDocument/2006/relationships/slide" Target="/ppt/slides/slide1.xml" Id="R4ef7a46ceb27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cd63939534b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22143b237549bb" /><Relationship Type="http://schemas.openxmlformats.org/officeDocument/2006/relationships/notesMaster" Target="/ppt/notesMasters/notesMaster1.xml" Id="R482db440fa94430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素材ID：SE-061</ns1:t>
            </ns1:r>
          </ns1:p>
          <ns1:p>
            <ns1:r>
              <ns1:t>论文：Bridging Natural Language and Formal Specification - Automated Translation of Software Requirements to LTL via Hierarchical Semantics Decomposition Using LLMs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类型：方法细节</ns1:t>
            </ns1:r>
          </ns1:p>
          <ns1:p>
            <ns1:r>
              <ns1:t>借鉴点：通过红色Scope、橙色Relation与绿色Atomic Proposition追踪同一需求在四个阶段逐层分解，层级缩进与高亮块使形式化转化可视化。</ns1:t>
            </ns1:r>
          </ns1:p>
          <ns1:p>
            <ns1:r>
              <ns1:t>论文URL：https://arxiv.org/pdf/2512.17334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dcac1e49545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70c2d22834a8d" /><Relationship Type="http://schemas.openxmlformats.org/officeDocument/2006/relationships/slideLayout" Target="/ppt/slideLayouts/slideLayout1.xml" Id="Ra317b7c0bf9a49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17b7c0bf9a49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973fff4a243d5" /><Relationship Type="http://schemas.openxmlformats.org/officeDocument/2006/relationships/image" Target="/ppt/media/image.png" Id="Rbf7957c748134ee5" /><Relationship Type="http://schemas.openxmlformats.org/officeDocument/2006/relationships/notesSlide" Target="/ppt/notesSlides/notesSlide1.xml" Id="R0537549a17c442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66611-276E-4710-B4CA-D97D679C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44064"/>
            <a:ext cx="15055191" cy="3515089"/>
          </a:xfrm>
          <a:custGeom xmlns:a="http://schemas.openxmlformats.org/drawingml/2006/main">
            <a:pathLst>
              <a:path w="15055191" h="3515089">
                <a:moveTo>
                  <a:pt x="0" y="0"/>
                </a:moveTo>
                <a:lnTo>
                  <a:pt x="15055191" y="0"/>
                </a:lnTo>
                <a:lnTo>
                  <a:pt x="15055191" y="3515089"/>
                </a:lnTo>
                <a:lnTo>
                  <a:pt x="0" y="35150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1485B-3E76-4171-96B3-54411E19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2" y="86700"/>
            <a:ext cx="11274813" cy="663224"/>
          </a:xfrm>
          <a:custGeom xmlns:a="http://schemas.openxmlformats.org/drawingml/2006/main">
            <a:pathLst>
              <a:path w="11274813" h="663224">
                <a:moveTo>
                  <a:pt x="0" y="0"/>
                </a:moveTo>
                <a:lnTo>
                  <a:pt x="11274813" y="0"/>
                </a:lnTo>
                <a:lnTo>
                  <a:pt x="11274813" y="663224"/>
                </a:lnTo>
                <a:lnTo>
                  <a:pt x="0" y="6632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F258F-4AF1-4825-AD67-9EDF9F78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2" y="86700"/>
            <a:ext cx="11274813" cy="663224"/>
          </a:xfrm>
          <a:custGeom xmlns:a="http://schemas.openxmlformats.org/drawingml/2006/main">
            <a:pathLst>
              <a:path w="11274813" h="663224" fill="none">
                <a:moveTo>
                  <a:pt x="0" y="0"/>
                </a:moveTo>
                <a:lnTo>
                  <a:pt x="11274813" y="0"/>
                </a:lnTo>
                <a:lnTo>
                  <a:pt x="11274813" y="663224"/>
                </a:lnTo>
                <a:lnTo>
                  <a:pt x="0" y="6632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BD0CF-141E-49AD-AAD5-D151CC68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3" y="58276"/>
            <a:ext cx="11274813" cy="663224"/>
          </a:xfrm>
          <a:custGeom xmlns:a="http://schemas.openxmlformats.org/drawingml/2006/main">
            <a:pathLst>
              <a:path w="11274813" h="663224">
                <a:moveTo>
                  <a:pt x="0" y="0"/>
                </a:moveTo>
                <a:lnTo>
                  <a:pt x="11274813" y="0"/>
                </a:lnTo>
                <a:lnTo>
                  <a:pt x="11274813" y="663224"/>
                </a:lnTo>
                <a:lnTo>
                  <a:pt x="0" y="6632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8ADD8-02DF-4B56-9243-915D4DFE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3" y="58276"/>
            <a:ext cx="11274813" cy="663224"/>
          </a:xfrm>
          <a:custGeom xmlns:a="http://schemas.openxmlformats.org/drawingml/2006/main">
            <a:pathLst>
              <a:path w="11274813" h="663224" fill="none">
                <a:moveTo>
                  <a:pt x="0" y="0"/>
                </a:moveTo>
                <a:lnTo>
                  <a:pt x="11274813" y="0"/>
                </a:lnTo>
                <a:lnTo>
                  <a:pt x="11274813" y="663224"/>
                </a:lnTo>
                <a:lnTo>
                  <a:pt x="0" y="6632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6" name="Text Req03:">
            <a:extLst xmlns:a="http://schemas.openxmlformats.org/drawingml/2006/main">
              <a:ext uri="{FF2B5EF4-FFF2-40B4-BE49-F238E27FC236}">
                <a16:creationId xmlns:a16="http://schemas.microsoft.com/office/drawing/2014/main" id="{76A10524-FE23-4E63-8766-270D57DC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3" y="178782"/>
            <a:ext cx="449540" cy="130184"/>
          </a:xfrm>
          <a:custGeom xmlns:a="http://schemas.openxmlformats.org/drawingml/2006/main">
            <a:pathLst>
              <a:path w="449540" h="130184">
                <a:moveTo>
                  <a:pt x="0" y="102148"/>
                </a:moveTo>
                <a:lnTo>
                  <a:pt x="0" y="416"/>
                </a:lnTo>
                <a:lnTo>
                  <a:pt x="43233" y="416"/>
                </a:lnTo>
                <a:cubicBezTo>
                  <a:pt x="54104" y="416"/>
                  <a:pt x="62004" y="1330"/>
                  <a:pt x="66931" y="3157"/>
                </a:cubicBezTo>
                <a:cubicBezTo>
                  <a:pt x="71858" y="4985"/>
                  <a:pt x="75802" y="8235"/>
                  <a:pt x="78763" y="12907"/>
                </a:cubicBezTo>
                <a:cubicBezTo>
                  <a:pt x="81723" y="17580"/>
                  <a:pt x="83204" y="22923"/>
                  <a:pt x="83204" y="28937"/>
                </a:cubicBezTo>
                <a:cubicBezTo>
                  <a:pt x="83204" y="36571"/>
                  <a:pt x="80960" y="42874"/>
                  <a:pt x="76472" y="47847"/>
                </a:cubicBezTo>
                <a:cubicBezTo>
                  <a:pt x="71985" y="52821"/>
                  <a:pt x="65277" y="55955"/>
                  <a:pt x="56348" y="57250"/>
                </a:cubicBezTo>
                <a:cubicBezTo>
                  <a:pt x="60789" y="59841"/>
                  <a:pt x="64456" y="62686"/>
                  <a:pt x="67347" y="65786"/>
                </a:cubicBezTo>
                <a:cubicBezTo>
                  <a:pt x="70239" y="68885"/>
                  <a:pt x="74136" y="74391"/>
                  <a:pt x="79040" y="82302"/>
                </a:cubicBezTo>
                <a:lnTo>
                  <a:pt x="91462" y="102148"/>
                </a:lnTo>
                <a:lnTo>
                  <a:pt x="66896" y="102148"/>
                </a:lnTo>
                <a:lnTo>
                  <a:pt x="52046" y="80005"/>
                </a:lnTo>
                <a:cubicBezTo>
                  <a:pt x="46772" y="72097"/>
                  <a:pt x="43163" y="67114"/>
                  <a:pt x="41220" y="65057"/>
                </a:cubicBezTo>
                <a:cubicBezTo>
                  <a:pt x="39277" y="62998"/>
                  <a:pt x="37218" y="61587"/>
                  <a:pt x="35044" y="60824"/>
                </a:cubicBezTo>
                <a:cubicBezTo>
                  <a:pt x="32870" y="60061"/>
                  <a:pt x="29423" y="59679"/>
                  <a:pt x="24704" y="59679"/>
                </a:cubicBezTo>
                <a:lnTo>
                  <a:pt x="20541" y="59679"/>
                </a:lnTo>
                <a:lnTo>
                  <a:pt x="20541" y="102148"/>
                </a:lnTo>
                <a:lnTo>
                  <a:pt x="0" y="102148"/>
                </a:lnTo>
                <a:moveTo>
                  <a:pt x="20541" y="43441"/>
                </a:moveTo>
                <a:lnTo>
                  <a:pt x="35738" y="43441"/>
                </a:lnTo>
                <a:cubicBezTo>
                  <a:pt x="45592" y="43441"/>
                  <a:pt x="51745" y="43024"/>
                  <a:pt x="54197" y="42192"/>
                </a:cubicBezTo>
                <a:cubicBezTo>
                  <a:pt x="56649" y="41359"/>
                  <a:pt x="58569" y="39925"/>
                  <a:pt x="59957" y="37889"/>
                </a:cubicBezTo>
                <a:cubicBezTo>
                  <a:pt x="61345" y="35854"/>
                  <a:pt x="62038" y="33309"/>
                  <a:pt x="62038" y="30256"/>
                </a:cubicBezTo>
                <a:cubicBezTo>
                  <a:pt x="62038" y="26832"/>
                  <a:pt x="61125" y="24068"/>
                  <a:pt x="59297" y="21963"/>
                </a:cubicBezTo>
                <a:cubicBezTo>
                  <a:pt x="57470" y="19858"/>
                  <a:pt x="54891" y="18528"/>
                  <a:pt x="51560" y="17973"/>
                </a:cubicBezTo>
                <a:cubicBezTo>
                  <a:pt x="49894" y="17742"/>
                  <a:pt x="44898" y="17626"/>
                  <a:pt x="36571" y="17626"/>
                </a:cubicBezTo>
                <a:lnTo>
                  <a:pt x="20541" y="17626"/>
                </a:lnTo>
                <a:lnTo>
                  <a:pt x="20541" y="43441"/>
                </a:lnTo>
                <a:close/>
                <a:moveTo>
                  <a:pt x="145080" y="78693"/>
                </a:moveTo>
                <a:lnTo>
                  <a:pt x="164510" y="82024"/>
                </a:lnTo>
                <a:cubicBezTo>
                  <a:pt x="162012" y="89125"/>
                  <a:pt x="158068" y="94532"/>
                  <a:pt x="152678" y="98245"/>
                </a:cubicBezTo>
                <a:cubicBezTo>
                  <a:pt x="147289" y="101958"/>
                  <a:pt x="140546" y="103814"/>
                  <a:pt x="132450" y="103814"/>
                </a:cubicBezTo>
                <a:cubicBezTo>
                  <a:pt x="119635" y="103814"/>
                  <a:pt x="110151" y="99627"/>
                  <a:pt x="103998" y="91253"/>
                </a:cubicBezTo>
                <a:cubicBezTo>
                  <a:pt x="99141" y="84545"/>
                  <a:pt x="96712" y="76079"/>
                  <a:pt x="96712" y="65855"/>
                </a:cubicBezTo>
                <a:cubicBezTo>
                  <a:pt x="96712" y="53642"/>
                  <a:pt x="99904" y="44077"/>
                  <a:pt x="106288" y="37161"/>
                </a:cubicBezTo>
                <a:cubicBezTo>
                  <a:pt x="112672" y="30244"/>
                  <a:pt x="120745" y="26786"/>
                  <a:pt x="130507" y="26786"/>
                </a:cubicBezTo>
                <a:cubicBezTo>
                  <a:pt x="141471" y="26786"/>
                  <a:pt x="150122" y="30406"/>
                  <a:pt x="156460" y="37646"/>
                </a:cubicBezTo>
                <a:cubicBezTo>
                  <a:pt x="162798" y="44887"/>
                  <a:pt x="165829" y="55978"/>
                  <a:pt x="165551" y="70921"/>
                </a:cubicBezTo>
                <a:lnTo>
                  <a:pt x="116697" y="70921"/>
                </a:lnTo>
                <a:cubicBezTo>
                  <a:pt x="116836" y="76704"/>
                  <a:pt x="118409" y="81203"/>
                  <a:pt x="121416" y="84418"/>
                </a:cubicBezTo>
                <a:cubicBezTo>
                  <a:pt x="124423" y="87633"/>
                  <a:pt x="128171" y="89241"/>
                  <a:pt x="132658" y="89241"/>
                </a:cubicBezTo>
                <a:cubicBezTo>
                  <a:pt x="135711" y="89241"/>
                  <a:pt x="138279" y="88408"/>
                  <a:pt x="140361" y="86743"/>
                </a:cubicBezTo>
                <a:cubicBezTo>
                  <a:pt x="142443" y="85077"/>
                  <a:pt x="144016" y="82394"/>
                  <a:pt x="145080" y="78693"/>
                </a:cubicBezTo>
                <a:moveTo>
                  <a:pt x="146190" y="58985"/>
                </a:moveTo>
                <a:cubicBezTo>
                  <a:pt x="146051" y="53364"/>
                  <a:pt x="144594" y="49091"/>
                  <a:pt x="141818" y="46165"/>
                </a:cubicBezTo>
                <a:cubicBezTo>
                  <a:pt x="139042" y="43238"/>
                  <a:pt x="135665" y="41775"/>
                  <a:pt x="131687" y="41775"/>
                </a:cubicBezTo>
                <a:cubicBezTo>
                  <a:pt x="127430" y="41775"/>
                  <a:pt x="123914" y="43319"/>
                  <a:pt x="121139" y="46405"/>
                </a:cubicBezTo>
                <a:cubicBezTo>
                  <a:pt x="118363" y="49493"/>
                  <a:pt x="116998" y="53687"/>
                  <a:pt x="117044" y="58985"/>
                </a:cubicBezTo>
                <a:lnTo>
                  <a:pt x="146190" y="58985"/>
                </a:lnTo>
                <a:close/>
                <a:moveTo>
                  <a:pt x="229580" y="130184"/>
                </a:moveTo>
                <a:lnTo>
                  <a:pt x="229580" y="93127"/>
                </a:lnTo>
                <a:cubicBezTo>
                  <a:pt x="227036" y="96412"/>
                  <a:pt x="223867" y="99014"/>
                  <a:pt x="220073" y="100934"/>
                </a:cubicBezTo>
                <a:cubicBezTo>
                  <a:pt x="216280" y="102854"/>
                  <a:pt x="212185" y="103814"/>
                  <a:pt x="207790" y="103814"/>
                </a:cubicBezTo>
                <a:cubicBezTo>
                  <a:pt x="199417" y="103814"/>
                  <a:pt x="192524" y="100668"/>
                  <a:pt x="187111" y="94376"/>
                </a:cubicBezTo>
                <a:cubicBezTo>
                  <a:pt x="180727" y="87020"/>
                  <a:pt x="177534" y="77051"/>
                  <a:pt x="177534" y="64467"/>
                </a:cubicBezTo>
                <a:cubicBezTo>
                  <a:pt x="177534" y="52624"/>
                  <a:pt x="180530" y="43383"/>
                  <a:pt x="186521" y="36744"/>
                </a:cubicBezTo>
                <a:cubicBezTo>
                  <a:pt x="192512" y="30106"/>
                  <a:pt x="199949" y="26786"/>
                  <a:pt x="208831" y="26786"/>
                </a:cubicBezTo>
                <a:cubicBezTo>
                  <a:pt x="213735" y="26786"/>
                  <a:pt x="217980" y="27827"/>
                  <a:pt x="221565" y="29909"/>
                </a:cubicBezTo>
                <a:cubicBezTo>
                  <a:pt x="225151" y="31991"/>
                  <a:pt x="228331" y="35137"/>
                  <a:pt x="231107" y="39347"/>
                </a:cubicBezTo>
                <a:lnTo>
                  <a:pt x="231107" y="28452"/>
                </a:lnTo>
                <a:lnTo>
                  <a:pt x="249080" y="28452"/>
                </a:lnTo>
                <a:lnTo>
                  <a:pt x="249080" y="130184"/>
                </a:lnTo>
                <a:lnTo>
                  <a:pt x="229580" y="130184"/>
                </a:lnTo>
                <a:moveTo>
                  <a:pt x="230205" y="64398"/>
                </a:moveTo>
                <a:cubicBezTo>
                  <a:pt x="230205" y="56857"/>
                  <a:pt x="228667" y="51248"/>
                  <a:pt x="225590" y="47570"/>
                </a:cubicBezTo>
                <a:cubicBezTo>
                  <a:pt x="222514" y="43892"/>
                  <a:pt x="218662" y="42053"/>
                  <a:pt x="214036" y="42053"/>
                </a:cubicBezTo>
                <a:cubicBezTo>
                  <a:pt x="209317" y="42053"/>
                  <a:pt x="205373" y="43927"/>
                  <a:pt x="202204" y="47674"/>
                </a:cubicBezTo>
                <a:cubicBezTo>
                  <a:pt x="199035" y="51421"/>
                  <a:pt x="197451" y="57366"/>
                  <a:pt x="197451" y="65508"/>
                </a:cubicBezTo>
                <a:cubicBezTo>
                  <a:pt x="197451" y="73604"/>
                  <a:pt x="198977" y="79445"/>
                  <a:pt x="202031" y="83030"/>
                </a:cubicBezTo>
                <a:cubicBezTo>
                  <a:pt x="205084" y="86616"/>
                  <a:pt x="208854" y="88408"/>
                  <a:pt x="213342" y="88408"/>
                </a:cubicBezTo>
                <a:cubicBezTo>
                  <a:pt x="217829" y="88408"/>
                  <a:pt x="221762" y="86396"/>
                  <a:pt x="225139" y="82371"/>
                </a:cubicBezTo>
                <a:cubicBezTo>
                  <a:pt x="228516" y="78346"/>
                  <a:pt x="230205" y="72355"/>
                  <a:pt x="230205" y="64398"/>
                </a:cubicBezTo>
                <a:close/>
                <a:moveTo>
                  <a:pt x="297054" y="0"/>
                </a:moveTo>
                <a:cubicBezTo>
                  <a:pt x="306908" y="0"/>
                  <a:pt x="314611" y="3518"/>
                  <a:pt x="320162" y="10554"/>
                </a:cubicBezTo>
                <a:cubicBezTo>
                  <a:pt x="326778" y="18888"/>
                  <a:pt x="330086" y="32706"/>
                  <a:pt x="330086" y="52011"/>
                </a:cubicBezTo>
                <a:cubicBezTo>
                  <a:pt x="330086" y="71269"/>
                  <a:pt x="326755" y="85111"/>
                  <a:pt x="320093" y="93537"/>
                </a:cubicBezTo>
                <a:cubicBezTo>
                  <a:pt x="314588" y="100481"/>
                  <a:pt x="306908" y="103953"/>
                  <a:pt x="297054" y="103953"/>
                </a:cubicBezTo>
                <a:cubicBezTo>
                  <a:pt x="287154" y="103953"/>
                  <a:pt x="279174" y="100145"/>
                  <a:pt x="273113" y="92531"/>
                </a:cubicBezTo>
                <a:cubicBezTo>
                  <a:pt x="267053" y="84915"/>
                  <a:pt x="264023" y="71339"/>
                  <a:pt x="264023" y="51803"/>
                </a:cubicBezTo>
                <a:cubicBezTo>
                  <a:pt x="264023" y="32637"/>
                  <a:pt x="267353" y="18841"/>
                  <a:pt x="274015" y="10416"/>
                </a:cubicBezTo>
                <a:cubicBezTo>
                  <a:pt x="279521" y="3472"/>
                  <a:pt x="287200" y="0"/>
                  <a:pt x="297054" y="0"/>
                </a:cubicBezTo>
                <a:moveTo>
                  <a:pt x="297054" y="16238"/>
                </a:moveTo>
                <a:cubicBezTo>
                  <a:pt x="294695" y="16238"/>
                  <a:pt x="292590" y="16989"/>
                  <a:pt x="290739" y="18491"/>
                </a:cubicBezTo>
                <a:cubicBezTo>
                  <a:pt x="288889" y="19994"/>
                  <a:pt x="287455" y="22685"/>
                  <a:pt x="286437" y="26567"/>
                </a:cubicBezTo>
                <a:cubicBezTo>
                  <a:pt x="285095" y="31605"/>
                  <a:pt x="284424" y="40087"/>
                  <a:pt x="284424" y="52011"/>
                </a:cubicBezTo>
                <a:cubicBezTo>
                  <a:pt x="284424" y="63935"/>
                  <a:pt x="285026" y="72127"/>
                  <a:pt x="286229" y="76587"/>
                </a:cubicBezTo>
                <a:cubicBezTo>
                  <a:pt x="287432" y="81047"/>
                  <a:pt x="288947" y="84017"/>
                  <a:pt x="290774" y="85496"/>
                </a:cubicBezTo>
                <a:cubicBezTo>
                  <a:pt x="292601" y="86975"/>
                  <a:pt x="294695" y="87714"/>
                  <a:pt x="297054" y="87714"/>
                </a:cubicBezTo>
                <a:cubicBezTo>
                  <a:pt x="299414" y="87714"/>
                  <a:pt x="301519" y="86963"/>
                  <a:pt x="303369" y="85461"/>
                </a:cubicBezTo>
                <a:cubicBezTo>
                  <a:pt x="305220" y="83959"/>
                  <a:pt x="306654" y="81267"/>
                  <a:pt x="307672" y="77385"/>
                </a:cubicBezTo>
                <a:cubicBezTo>
                  <a:pt x="309013" y="72393"/>
                  <a:pt x="309684" y="63935"/>
                  <a:pt x="309684" y="52011"/>
                </a:cubicBezTo>
                <a:cubicBezTo>
                  <a:pt x="309684" y="40087"/>
                  <a:pt x="309083" y="31895"/>
                  <a:pt x="307880" y="27435"/>
                </a:cubicBezTo>
                <a:cubicBezTo>
                  <a:pt x="306677" y="22975"/>
                  <a:pt x="305162" y="19994"/>
                  <a:pt x="303334" y="18491"/>
                </a:cubicBezTo>
                <a:cubicBezTo>
                  <a:pt x="301507" y="16989"/>
                  <a:pt x="299414" y="16238"/>
                  <a:pt x="297054" y="16238"/>
                </a:cubicBezTo>
                <a:close/>
                <a:moveTo>
                  <a:pt x="342416" y="75154"/>
                </a:moveTo>
                <a:lnTo>
                  <a:pt x="361292" y="72864"/>
                </a:lnTo>
                <a:cubicBezTo>
                  <a:pt x="361893" y="77675"/>
                  <a:pt x="363512" y="81353"/>
                  <a:pt x="366149" y="83898"/>
                </a:cubicBezTo>
                <a:cubicBezTo>
                  <a:pt x="368786" y="86442"/>
                  <a:pt x="371978" y="87714"/>
                  <a:pt x="375726" y="87714"/>
                </a:cubicBezTo>
                <a:cubicBezTo>
                  <a:pt x="379751" y="87714"/>
                  <a:pt x="383139" y="86188"/>
                  <a:pt x="385892" y="83134"/>
                </a:cubicBezTo>
                <a:cubicBezTo>
                  <a:pt x="388645" y="80081"/>
                  <a:pt x="390021" y="75964"/>
                  <a:pt x="390021" y="70782"/>
                </a:cubicBezTo>
                <a:cubicBezTo>
                  <a:pt x="390021" y="65878"/>
                  <a:pt x="388702" y="61992"/>
                  <a:pt x="386065" y="59124"/>
                </a:cubicBezTo>
                <a:cubicBezTo>
                  <a:pt x="383428" y="56256"/>
                  <a:pt x="380213" y="54821"/>
                  <a:pt x="376420" y="54821"/>
                </a:cubicBezTo>
                <a:cubicBezTo>
                  <a:pt x="373921" y="54821"/>
                  <a:pt x="370937" y="55307"/>
                  <a:pt x="367468" y="56279"/>
                </a:cubicBezTo>
                <a:lnTo>
                  <a:pt x="369619" y="40526"/>
                </a:lnTo>
                <a:cubicBezTo>
                  <a:pt x="374893" y="40665"/>
                  <a:pt x="378918" y="39524"/>
                  <a:pt x="381694" y="37102"/>
                </a:cubicBezTo>
                <a:cubicBezTo>
                  <a:pt x="384469" y="34679"/>
                  <a:pt x="385857" y="31461"/>
                  <a:pt x="385857" y="27448"/>
                </a:cubicBezTo>
                <a:cubicBezTo>
                  <a:pt x="385857" y="24034"/>
                  <a:pt x="384839" y="21313"/>
                  <a:pt x="382804" y="19283"/>
                </a:cubicBezTo>
                <a:cubicBezTo>
                  <a:pt x="380768" y="17253"/>
                  <a:pt x="378062" y="16238"/>
                  <a:pt x="374685" y="16238"/>
                </a:cubicBezTo>
                <a:cubicBezTo>
                  <a:pt x="371354" y="16238"/>
                  <a:pt x="368509" y="17395"/>
                  <a:pt x="366149" y="19708"/>
                </a:cubicBezTo>
                <a:cubicBezTo>
                  <a:pt x="363790" y="22021"/>
                  <a:pt x="362356" y="25398"/>
                  <a:pt x="361847" y="29840"/>
                </a:cubicBezTo>
                <a:lnTo>
                  <a:pt x="343874" y="26786"/>
                </a:lnTo>
                <a:cubicBezTo>
                  <a:pt x="345123" y="20586"/>
                  <a:pt x="347008" y="15632"/>
                  <a:pt x="349529" y="11925"/>
                </a:cubicBezTo>
                <a:cubicBezTo>
                  <a:pt x="352051" y="8218"/>
                  <a:pt x="355567" y="5304"/>
                  <a:pt x="360077" y="3183"/>
                </a:cubicBezTo>
                <a:cubicBezTo>
                  <a:pt x="364588" y="1061"/>
                  <a:pt x="369642" y="0"/>
                  <a:pt x="375240" y="0"/>
                </a:cubicBezTo>
                <a:cubicBezTo>
                  <a:pt x="384816" y="0"/>
                  <a:pt x="392496" y="3058"/>
                  <a:pt x="398279" y="9173"/>
                </a:cubicBezTo>
                <a:cubicBezTo>
                  <a:pt x="403044" y="14178"/>
                  <a:pt x="405426" y="19831"/>
                  <a:pt x="405426" y="26131"/>
                </a:cubicBezTo>
                <a:cubicBezTo>
                  <a:pt x="405426" y="35073"/>
                  <a:pt x="400546" y="42208"/>
                  <a:pt x="390784" y="47537"/>
                </a:cubicBezTo>
                <a:cubicBezTo>
                  <a:pt x="396613" y="48786"/>
                  <a:pt x="401274" y="51585"/>
                  <a:pt x="404767" y="55934"/>
                </a:cubicBezTo>
                <a:cubicBezTo>
                  <a:pt x="408260" y="60283"/>
                  <a:pt x="410006" y="65534"/>
                  <a:pt x="410006" y="71686"/>
                </a:cubicBezTo>
                <a:cubicBezTo>
                  <a:pt x="410006" y="80614"/>
                  <a:pt x="406745" y="88223"/>
                  <a:pt x="400222" y="94515"/>
                </a:cubicBezTo>
                <a:cubicBezTo>
                  <a:pt x="393699" y="100807"/>
                  <a:pt x="385580" y="103953"/>
                  <a:pt x="375864" y="103953"/>
                </a:cubicBezTo>
                <a:cubicBezTo>
                  <a:pt x="366658" y="103953"/>
                  <a:pt x="359025" y="101298"/>
                  <a:pt x="352964" y="95987"/>
                </a:cubicBezTo>
                <a:cubicBezTo>
                  <a:pt x="346904" y="90677"/>
                  <a:pt x="343388" y="83733"/>
                  <a:pt x="342416" y="75154"/>
                </a:cubicBezTo>
                <a:close/>
                <a:moveTo>
                  <a:pt x="430040" y="48021"/>
                </a:moveTo>
                <a:lnTo>
                  <a:pt x="430040" y="28452"/>
                </a:lnTo>
                <a:lnTo>
                  <a:pt x="449540" y="28452"/>
                </a:lnTo>
                <a:lnTo>
                  <a:pt x="449540" y="48021"/>
                </a:lnTo>
                <a:lnTo>
                  <a:pt x="430040" y="48021"/>
                </a:lnTo>
                <a:moveTo>
                  <a:pt x="430040" y="102148"/>
                </a:moveTo>
                <a:lnTo>
                  <a:pt x="430040" y="82579"/>
                </a:lnTo>
                <a:lnTo>
                  <a:pt x="449540" y="82579"/>
                </a:lnTo>
                <a:lnTo>
                  <a:pt x="449540" y="102148"/>
                </a:lnTo>
                <a:lnTo>
                  <a:pt x="430040" y="102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Ifthesystemisinthedualinertialnavigationcalculationangleworkingmode,thenglobally,theinputangleisequalto0.5timestheproductofthesumoftheanglesin">
            <a:extLst xmlns:a="http://schemas.openxmlformats.org/drawingml/2006/main">
              <a:ext uri="{FF2B5EF4-FFF2-40B4-BE49-F238E27FC236}">
                <a16:creationId xmlns:a16="http://schemas.microsoft.com/office/drawing/2014/main" id="{0E7A6EFA-672C-4950-9045-B314EEE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28" y="348076"/>
            <a:ext cx="10426140" cy="133376"/>
          </a:xfrm>
          <a:custGeom xmlns:a="http://schemas.openxmlformats.org/drawingml/2006/main">
            <a:pathLst>
              <a:path w="10426140" h="133376">
                <a:moveTo>
                  <a:pt x="0" y="103397"/>
                </a:moveTo>
                <a:lnTo>
                  <a:pt x="0" y="1665"/>
                </a:lnTo>
                <a:lnTo>
                  <a:pt x="13462" y="1665"/>
                </a:lnTo>
                <a:lnTo>
                  <a:pt x="13462" y="103397"/>
                </a:lnTo>
                <a:lnTo>
                  <a:pt x="0" y="103397"/>
                </a:lnTo>
                <a:close/>
                <a:moveTo>
                  <a:pt x="38607" y="103397"/>
                </a:moveTo>
                <a:lnTo>
                  <a:pt x="38607" y="39416"/>
                </a:lnTo>
                <a:lnTo>
                  <a:pt x="27573" y="39416"/>
                </a:lnTo>
                <a:lnTo>
                  <a:pt x="27573" y="29701"/>
                </a:lnTo>
                <a:lnTo>
                  <a:pt x="38607" y="29701"/>
                </a:lnTo>
                <a:lnTo>
                  <a:pt x="38607" y="21877"/>
                </a:lnTo>
                <a:cubicBezTo>
                  <a:pt x="38607" y="16938"/>
                  <a:pt x="39047" y="13269"/>
                  <a:pt x="39926" y="10869"/>
                </a:cubicBezTo>
                <a:cubicBezTo>
                  <a:pt x="41128" y="7639"/>
                  <a:pt x="43245" y="5020"/>
                  <a:pt x="46275" y="3012"/>
                </a:cubicBezTo>
                <a:cubicBezTo>
                  <a:pt x="49305" y="1004"/>
                  <a:pt x="53550" y="0"/>
                  <a:pt x="59009" y="0"/>
                </a:cubicBezTo>
                <a:cubicBezTo>
                  <a:pt x="62525" y="0"/>
                  <a:pt x="66411" y="416"/>
                  <a:pt x="70667" y="1249"/>
                </a:cubicBezTo>
                <a:lnTo>
                  <a:pt x="68794" y="12144"/>
                </a:lnTo>
                <a:cubicBezTo>
                  <a:pt x="66203" y="11681"/>
                  <a:pt x="63751" y="11450"/>
                  <a:pt x="61438" y="11450"/>
                </a:cubicBezTo>
                <a:cubicBezTo>
                  <a:pt x="57644" y="11450"/>
                  <a:pt x="54961" y="12257"/>
                  <a:pt x="53388" y="13870"/>
                </a:cubicBezTo>
                <a:cubicBezTo>
                  <a:pt x="51815" y="15484"/>
                  <a:pt x="51029" y="18502"/>
                  <a:pt x="51029" y="22926"/>
                </a:cubicBezTo>
                <a:lnTo>
                  <a:pt x="51029" y="29701"/>
                </a:lnTo>
                <a:lnTo>
                  <a:pt x="65393" y="29701"/>
                </a:lnTo>
                <a:lnTo>
                  <a:pt x="65393" y="39416"/>
                </a:lnTo>
                <a:lnTo>
                  <a:pt x="51029" y="39416"/>
                </a:lnTo>
                <a:lnTo>
                  <a:pt x="51029" y="103397"/>
                </a:lnTo>
                <a:lnTo>
                  <a:pt x="38607" y="103397"/>
                </a:lnTo>
                <a:close/>
                <a:moveTo>
                  <a:pt x="141913" y="92364"/>
                </a:moveTo>
                <a:lnTo>
                  <a:pt x="143718" y="103397"/>
                </a:lnTo>
                <a:cubicBezTo>
                  <a:pt x="140202" y="104045"/>
                  <a:pt x="137056" y="104369"/>
                  <a:pt x="134280" y="104369"/>
                </a:cubicBezTo>
                <a:cubicBezTo>
                  <a:pt x="129746" y="104369"/>
                  <a:pt x="126230" y="103652"/>
                  <a:pt x="123732" y="102218"/>
                </a:cubicBezTo>
                <a:cubicBezTo>
                  <a:pt x="121234" y="100784"/>
                  <a:pt x="119476" y="98898"/>
                  <a:pt x="118458" y="96562"/>
                </a:cubicBezTo>
                <a:cubicBezTo>
                  <a:pt x="117440" y="94226"/>
                  <a:pt x="116931" y="89310"/>
                  <a:pt x="116931" y="81816"/>
                </a:cubicBezTo>
                <a:lnTo>
                  <a:pt x="116931" y="39416"/>
                </a:lnTo>
                <a:lnTo>
                  <a:pt x="107771" y="39416"/>
                </a:lnTo>
                <a:lnTo>
                  <a:pt x="107771" y="29701"/>
                </a:lnTo>
                <a:lnTo>
                  <a:pt x="116931" y="29701"/>
                </a:lnTo>
                <a:lnTo>
                  <a:pt x="116931" y="11400"/>
                </a:lnTo>
                <a:lnTo>
                  <a:pt x="129353" y="3886"/>
                </a:lnTo>
                <a:lnTo>
                  <a:pt x="129353" y="29701"/>
                </a:lnTo>
                <a:lnTo>
                  <a:pt x="141913" y="29701"/>
                </a:lnTo>
                <a:lnTo>
                  <a:pt x="141913" y="39416"/>
                </a:lnTo>
                <a:lnTo>
                  <a:pt x="129353" y="39416"/>
                </a:lnTo>
                <a:lnTo>
                  <a:pt x="129353" y="82510"/>
                </a:lnTo>
                <a:cubicBezTo>
                  <a:pt x="129353" y="86072"/>
                  <a:pt x="129573" y="88362"/>
                  <a:pt x="130012" y="89380"/>
                </a:cubicBezTo>
                <a:cubicBezTo>
                  <a:pt x="130452" y="90398"/>
                  <a:pt x="131169" y="91207"/>
                  <a:pt x="132164" y="91809"/>
                </a:cubicBezTo>
                <a:cubicBezTo>
                  <a:pt x="133158" y="92410"/>
                  <a:pt x="134581" y="92711"/>
                  <a:pt x="136431" y="92711"/>
                </a:cubicBezTo>
                <a:cubicBezTo>
                  <a:pt x="137819" y="92711"/>
                  <a:pt x="139647" y="92595"/>
                  <a:pt x="141913" y="92364"/>
                </a:cubicBezTo>
                <a:close/>
                <a:moveTo>
                  <a:pt x="154151" y="103397"/>
                </a:moveTo>
                <a:lnTo>
                  <a:pt x="154151" y="1665"/>
                </a:lnTo>
                <a:lnTo>
                  <a:pt x="166642" y="1665"/>
                </a:lnTo>
                <a:lnTo>
                  <a:pt x="166642" y="38167"/>
                </a:lnTo>
                <a:cubicBezTo>
                  <a:pt x="172471" y="31412"/>
                  <a:pt x="179827" y="28035"/>
                  <a:pt x="188709" y="28035"/>
                </a:cubicBezTo>
                <a:cubicBezTo>
                  <a:pt x="194168" y="28035"/>
                  <a:pt x="198910" y="29111"/>
                  <a:pt x="202935" y="31262"/>
                </a:cubicBezTo>
                <a:cubicBezTo>
                  <a:pt x="206960" y="33413"/>
                  <a:pt x="209840" y="36386"/>
                  <a:pt x="211574" y="40179"/>
                </a:cubicBezTo>
                <a:cubicBezTo>
                  <a:pt x="213309" y="43973"/>
                  <a:pt x="214177" y="49478"/>
                  <a:pt x="214177" y="56695"/>
                </a:cubicBezTo>
                <a:lnTo>
                  <a:pt x="214177" y="103397"/>
                </a:lnTo>
                <a:lnTo>
                  <a:pt x="201686" y="103397"/>
                </a:lnTo>
                <a:lnTo>
                  <a:pt x="201686" y="56695"/>
                </a:lnTo>
                <a:cubicBezTo>
                  <a:pt x="201686" y="50450"/>
                  <a:pt x="200333" y="45904"/>
                  <a:pt x="197626" y="43059"/>
                </a:cubicBezTo>
                <a:cubicBezTo>
                  <a:pt x="194920" y="40214"/>
                  <a:pt x="191092" y="38791"/>
                  <a:pt x="186141" y="38791"/>
                </a:cubicBezTo>
                <a:cubicBezTo>
                  <a:pt x="182440" y="38791"/>
                  <a:pt x="178959" y="39751"/>
                  <a:pt x="175698" y="41671"/>
                </a:cubicBezTo>
                <a:cubicBezTo>
                  <a:pt x="172436" y="43591"/>
                  <a:pt x="170111" y="46193"/>
                  <a:pt x="168723" y="49478"/>
                </a:cubicBezTo>
                <a:cubicBezTo>
                  <a:pt x="167336" y="52763"/>
                  <a:pt x="166642" y="57297"/>
                  <a:pt x="166642" y="63079"/>
                </a:cubicBezTo>
                <a:lnTo>
                  <a:pt x="166642" y="103397"/>
                </a:lnTo>
                <a:lnTo>
                  <a:pt x="154151" y="103397"/>
                </a:lnTo>
                <a:close/>
                <a:moveTo>
                  <a:pt x="283619" y="79665"/>
                </a:moveTo>
                <a:lnTo>
                  <a:pt x="296526" y="81261"/>
                </a:lnTo>
                <a:cubicBezTo>
                  <a:pt x="294491" y="88802"/>
                  <a:pt x="290720" y="94654"/>
                  <a:pt x="285215" y="98817"/>
                </a:cubicBezTo>
                <a:cubicBezTo>
                  <a:pt x="279710" y="102981"/>
                  <a:pt x="272678" y="105063"/>
                  <a:pt x="264119" y="105063"/>
                </a:cubicBezTo>
                <a:cubicBezTo>
                  <a:pt x="253340" y="105063"/>
                  <a:pt x="244793" y="101744"/>
                  <a:pt x="238478" y="95105"/>
                </a:cubicBezTo>
                <a:cubicBezTo>
                  <a:pt x="232163" y="88466"/>
                  <a:pt x="229005" y="79156"/>
                  <a:pt x="229005" y="67174"/>
                </a:cubicBezTo>
                <a:cubicBezTo>
                  <a:pt x="229005" y="54775"/>
                  <a:pt x="232198" y="45153"/>
                  <a:pt x="238582" y="38306"/>
                </a:cubicBezTo>
                <a:cubicBezTo>
                  <a:pt x="244966" y="31459"/>
                  <a:pt x="253247" y="28035"/>
                  <a:pt x="263425" y="28035"/>
                </a:cubicBezTo>
                <a:cubicBezTo>
                  <a:pt x="273279" y="28035"/>
                  <a:pt x="281329" y="31384"/>
                  <a:pt x="287574" y="38082"/>
                </a:cubicBezTo>
                <a:cubicBezTo>
                  <a:pt x="293820" y="44779"/>
                  <a:pt x="296942" y="54201"/>
                  <a:pt x="296942" y="66347"/>
                </a:cubicBezTo>
                <a:cubicBezTo>
                  <a:pt x="296942" y="67086"/>
                  <a:pt x="296919" y="68194"/>
                  <a:pt x="296873" y="69672"/>
                </a:cubicBezTo>
                <a:lnTo>
                  <a:pt x="241913" y="69672"/>
                </a:lnTo>
                <a:cubicBezTo>
                  <a:pt x="242375" y="77745"/>
                  <a:pt x="244665" y="83927"/>
                  <a:pt x="248783" y="88217"/>
                </a:cubicBezTo>
                <a:cubicBezTo>
                  <a:pt x="252900" y="92508"/>
                  <a:pt x="258035" y="94654"/>
                  <a:pt x="264188" y="94654"/>
                </a:cubicBezTo>
                <a:cubicBezTo>
                  <a:pt x="268768" y="94654"/>
                  <a:pt x="272678" y="93463"/>
                  <a:pt x="275916" y="91080"/>
                </a:cubicBezTo>
                <a:cubicBezTo>
                  <a:pt x="279154" y="88696"/>
                  <a:pt x="281722" y="84891"/>
                  <a:pt x="283619" y="79665"/>
                </a:cubicBezTo>
                <a:moveTo>
                  <a:pt x="242607" y="59263"/>
                </a:moveTo>
                <a:lnTo>
                  <a:pt x="283758" y="59263"/>
                </a:lnTo>
                <a:cubicBezTo>
                  <a:pt x="283202" y="53165"/>
                  <a:pt x="281629" y="48591"/>
                  <a:pt x="279039" y="45542"/>
                </a:cubicBezTo>
                <a:cubicBezTo>
                  <a:pt x="275060" y="40810"/>
                  <a:pt x="269902" y="38444"/>
                  <a:pt x="263564" y="38444"/>
                </a:cubicBezTo>
                <a:cubicBezTo>
                  <a:pt x="257827" y="38444"/>
                  <a:pt x="253004" y="40333"/>
                  <a:pt x="249095" y="44111"/>
                </a:cubicBezTo>
                <a:cubicBezTo>
                  <a:pt x="245186" y="47887"/>
                  <a:pt x="243023" y="52938"/>
                  <a:pt x="242607" y="59263"/>
                </a:cubicBezTo>
                <a:close/>
                <a:moveTo>
                  <a:pt x="346700" y="81330"/>
                </a:moveTo>
                <a:lnTo>
                  <a:pt x="359053" y="79387"/>
                </a:lnTo>
                <a:cubicBezTo>
                  <a:pt x="359747" y="84316"/>
                  <a:pt x="361678" y="88092"/>
                  <a:pt x="364847" y="90718"/>
                </a:cubicBezTo>
                <a:cubicBezTo>
                  <a:pt x="368016" y="93342"/>
                  <a:pt x="372446" y="94654"/>
                  <a:pt x="378136" y="94654"/>
                </a:cubicBezTo>
                <a:cubicBezTo>
                  <a:pt x="383873" y="94654"/>
                  <a:pt x="388129" y="93495"/>
                  <a:pt x="390905" y="91178"/>
                </a:cubicBezTo>
                <a:cubicBezTo>
                  <a:pt x="393680" y="88859"/>
                  <a:pt x="395068" y="86139"/>
                  <a:pt x="395068" y="83019"/>
                </a:cubicBezTo>
                <a:cubicBezTo>
                  <a:pt x="395068" y="80219"/>
                  <a:pt x="393842" y="78016"/>
                  <a:pt x="391390" y="76410"/>
                </a:cubicBezTo>
                <a:cubicBezTo>
                  <a:pt x="389679" y="75308"/>
                  <a:pt x="385422" y="73908"/>
                  <a:pt x="378622" y="72209"/>
                </a:cubicBezTo>
                <a:cubicBezTo>
                  <a:pt x="369462" y="69895"/>
                  <a:pt x="363112" y="67892"/>
                  <a:pt x="359573" y="66202"/>
                </a:cubicBezTo>
                <a:cubicBezTo>
                  <a:pt x="356034" y="64512"/>
                  <a:pt x="353351" y="62174"/>
                  <a:pt x="351523" y="59187"/>
                </a:cubicBezTo>
                <a:cubicBezTo>
                  <a:pt x="349696" y="56200"/>
                  <a:pt x="348782" y="52901"/>
                  <a:pt x="348782" y="49289"/>
                </a:cubicBezTo>
                <a:cubicBezTo>
                  <a:pt x="348782" y="46002"/>
                  <a:pt x="349534" y="42957"/>
                  <a:pt x="351038" y="40155"/>
                </a:cubicBezTo>
                <a:cubicBezTo>
                  <a:pt x="352541" y="37354"/>
                  <a:pt x="354588" y="35027"/>
                  <a:pt x="357179" y="33175"/>
                </a:cubicBezTo>
                <a:cubicBezTo>
                  <a:pt x="359122" y="31739"/>
                  <a:pt x="361771" y="30524"/>
                  <a:pt x="365125" y="29529"/>
                </a:cubicBezTo>
                <a:cubicBezTo>
                  <a:pt x="368479" y="28533"/>
                  <a:pt x="372076" y="28035"/>
                  <a:pt x="375915" y="28035"/>
                </a:cubicBezTo>
                <a:cubicBezTo>
                  <a:pt x="381698" y="28035"/>
                  <a:pt x="386776" y="28874"/>
                  <a:pt x="391147" y="30551"/>
                </a:cubicBezTo>
                <a:cubicBezTo>
                  <a:pt x="395519" y="32226"/>
                  <a:pt x="398746" y="34497"/>
                  <a:pt x="400828" y="37362"/>
                </a:cubicBezTo>
                <a:cubicBezTo>
                  <a:pt x="402910" y="40226"/>
                  <a:pt x="404344" y="44057"/>
                  <a:pt x="405130" y="48854"/>
                </a:cubicBezTo>
                <a:lnTo>
                  <a:pt x="392917" y="50519"/>
                </a:lnTo>
                <a:cubicBezTo>
                  <a:pt x="392362" y="46725"/>
                  <a:pt x="390754" y="43765"/>
                  <a:pt x="388094" y="41637"/>
                </a:cubicBezTo>
                <a:cubicBezTo>
                  <a:pt x="385434" y="39508"/>
                  <a:pt x="381675" y="38444"/>
                  <a:pt x="376818" y="38444"/>
                </a:cubicBezTo>
                <a:cubicBezTo>
                  <a:pt x="371081" y="38444"/>
                  <a:pt x="366987" y="39388"/>
                  <a:pt x="364535" y="41277"/>
                </a:cubicBezTo>
                <a:cubicBezTo>
                  <a:pt x="362083" y="43163"/>
                  <a:pt x="360857" y="45373"/>
                  <a:pt x="360857" y="47906"/>
                </a:cubicBezTo>
                <a:cubicBezTo>
                  <a:pt x="360857" y="49516"/>
                  <a:pt x="361366" y="50966"/>
                  <a:pt x="362384" y="52256"/>
                </a:cubicBezTo>
                <a:cubicBezTo>
                  <a:pt x="363401" y="53590"/>
                  <a:pt x="364997" y="54695"/>
                  <a:pt x="367172" y="55570"/>
                </a:cubicBezTo>
                <a:cubicBezTo>
                  <a:pt x="368421" y="56031"/>
                  <a:pt x="372099" y="57090"/>
                  <a:pt x="378205" y="58747"/>
                </a:cubicBezTo>
                <a:cubicBezTo>
                  <a:pt x="387042" y="61105"/>
                  <a:pt x="393206" y="63035"/>
                  <a:pt x="396699" y="64537"/>
                </a:cubicBezTo>
                <a:cubicBezTo>
                  <a:pt x="400192" y="66039"/>
                  <a:pt x="402933" y="68223"/>
                  <a:pt x="404922" y="71090"/>
                </a:cubicBezTo>
                <a:cubicBezTo>
                  <a:pt x="406912" y="73956"/>
                  <a:pt x="407906" y="77514"/>
                  <a:pt x="407906" y="81766"/>
                </a:cubicBezTo>
                <a:cubicBezTo>
                  <a:pt x="407906" y="85927"/>
                  <a:pt x="406692" y="89845"/>
                  <a:pt x="404263" y="93520"/>
                </a:cubicBezTo>
                <a:cubicBezTo>
                  <a:pt x="401834" y="97193"/>
                  <a:pt x="398330" y="100035"/>
                  <a:pt x="393750" y="102046"/>
                </a:cubicBezTo>
                <a:cubicBezTo>
                  <a:pt x="389170" y="104057"/>
                  <a:pt x="383988" y="105063"/>
                  <a:pt x="378205" y="105063"/>
                </a:cubicBezTo>
                <a:cubicBezTo>
                  <a:pt x="368629" y="105063"/>
                  <a:pt x="361331" y="103068"/>
                  <a:pt x="356312" y="99078"/>
                </a:cubicBezTo>
                <a:cubicBezTo>
                  <a:pt x="351292" y="95088"/>
                  <a:pt x="348088" y="89172"/>
                  <a:pt x="346700" y="81330"/>
                </a:cubicBezTo>
                <a:close/>
                <a:moveTo>
                  <a:pt x="422201" y="131849"/>
                </a:moveTo>
                <a:lnTo>
                  <a:pt x="420814" y="120122"/>
                </a:lnTo>
                <a:cubicBezTo>
                  <a:pt x="423543" y="120862"/>
                  <a:pt x="425926" y="121232"/>
                  <a:pt x="427961" y="121232"/>
                </a:cubicBezTo>
                <a:cubicBezTo>
                  <a:pt x="430737" y="121232"/>
                  <a:pt x="432958" y="120763"/>
                  <a:pt x="434623" y="119827"/>
                </a:cubicBezTo>
                <a:cubicBezTo>
                  <a:pt x="436288" y="118891"/>
                  <a:pt x="437653" y="117581"/>
                  <a:pt x="438717" y="115895"/>
                </a:cubicBezTo>
                <a:cubicBezTo>
                  <a:pt x="439504" y="114631"/>
                  <a:pt x="440776" y="111496"/>
                  <a:pt x="442534" y="106488"/>
                </a:cubicBezTo>
                <a:cubicBezTo>
                  <a:pt x="442765" y="105785"/>
                  <a:pt x="443135" y="104755"/>
                  <a:pt x="443644" y="103397"/>
                </a:cubicBezTo>
                <a:lnTo>
                  <a:pt x="415678" y="29701"/>
                </a:lnTo>
                <a:lnTo>
                  <a:pt x="429141" y="29701"/>
                </a:lnTo>
                <a:lnTo>
                  <a:pt x="444477" y="72278"/>
                </a:lnTo>
                <a:cubicBezTo>
                  <a:pt x="446466" y="77680"/>
                  <a:pt x="448247" y="83357"/>
                  <a:pt x="449820" y="89310"/>
                </a:cubicBezTo>
                <a:cubicBezTo>
                  <a:pt x="451254" y="83587"/>
                  <a:pt x="452966" y="78002"/>
                  <a:pt x="454956" y="72556"/>
                </a:cubicBezTo>
                <a:lnTo>
                  <a:pt x="470708" y="29701"/>
                </a:lnTo>
                <a:lnTo>
                  <a:pt x="483199" y="29701"/>
                </a:lnTo>
                <a:lnTo>
                  <a:pt x="455164" y="104696"/>
                </a:lnTo>
                <a:cubicBezTo>
                  <a:pt x="452157" y="112798"/>
                  <a:pt x="449820" y="118377"/>
                  <a:pt x="448155" y="121431"/>
                </a:cubicBezTo>
                <a:cubicBezTo>
                  <a:pt x="445934" y="125552"/>
                  <a:pt x="443390" y="128572"/>
                  <a:pt x="440521" y="130494"/>
                </a:cubicBezTo>
                <a:cubicBezTo>
                  <a:pt x="437653" y="132415"/>
                  <a:pt x="434230" y="133376"/>
                  <a:pt x="430251" y="133376"/>
                </a:cubicBezTo>
                <a:cubicBezTo>
                  <a:pt x="427845" y="133376"/>
                  <a:pt x="425162" y="132867"/>
                  <a:pt x="422201" y="131849"/>
                </a:cubicBezTo>
                <a:close/>
                <a:moveTo>
                  <a:pt x="488820" y="81330"/>
                </a:moveTo>
                <a:lnTo>
                  <a:pt x="501172" y="79387"/>
                </a:lnTo>
                <a:cubicBezTo>
                  <a:pt x="501866" y="84316"/>
                  <a:pt x="503798" y="88092"/>
                  <a:pt x="506967" y="90718"/>
                </a:cubicBezTo>
                <a:cubicBezTo>
                  <a:pt x="510136" y="93342"/>
                  <a:pt x="514565" y="94654"/>
                  <a:pt x="520256" y="94654"/>
                </a:cubicBezTo>
                <a:cubicBezTo>
                  <a:pt x="525992" y="94654"/>
                  <a:pt x="530248" y="93495"/>
                  <a:pt x="533024" y="91178"/>
                </a:cubicBezTo>
                <a:cubicBezTo>
                  <a:pt x="535800" y="88859"/>
                  <a:pt x="537188" y="86139"/>
                  <a:pt x="537188" y="83019"/>
                </a:cubicBezTo>
                <a:cubicBezTo>
                  <a:pt x="537188" y="80219"/>
                  <a:pt x="535962" y="78016"/>
                  <a:pt x="533510" y="76410"/>
                </a:cubicBezTo>
                <a:cubicBezTo>
                  <a:pt x="531798" y="75308"/>
                  <a:pt x="527542" y="73908"/>
                  <a:pt x="520741" y="72209"/>
                </a:cubicBezTo>
                <a:cubicBezTo>
                  <a:pt x="511581" y="69895"/>
                  <a:pt x="505232" y="67892"/>
                  <a:pt x="501693" y="66202"/>
                </a:cubicBezTo>
                <a:cubicBezTo>
                  <a:pt x="498153" y="64512"/>
                  <a:pt x="495470" y="62174"/>
                  <a:pt x="493643" y="59187"/>
                </a:cubicBezTo>
                <a:cubicBezTo>
                  <a:pt x="491815" y="56200"/>
                  <a:pt x="490902" y="52901"/>
                  <a:pt x="490902" y="49289"/>
                </a:cubicBezTo>
                <a:cubicBezTo>
                  <a:pt x="490902" y="46002"/>
                  <a:pt x="491654" y="42957"/>
                  <a:pt x="493157" y="40155"/>
                </a:cubicBezTo>
                <a:cubicBezTo>
                  <a:pt x="494661" y="37354"/>
                  <a:pt x="496708" y="35027"/>
                  <a:pt x="499298" y="33175"/>
                </a:cubicBezTo>
                <a:cubicBezTo>
                  <a:pt x="501241" y="31739"/>
                  <a:pt x="503890" y="30524"/>
                  <a:pt x="507244" y="29529"/>
                </a:cubicBezTo>
                <a:cubicBezTo>
                  <a:pt x="510598" y="28533"/>
                  <a:pt x="514195" y="28035"/>
                  <a:pt x="518035" y="28035"/>
                </a:cubicBezTo>
                <a:cubicBezTo>
                  <a:pt x="523818" y="28035"/>
                  <a:pt x="528895" y="28874"/>
                  <a:pt x="533267" y="30551"/>
                </a:cubicBezTo>
                <a:cubicBezTo>
                  <a:pt x="537639" y="32226"/>
                  <a:pt x="540866" y="34497"/>
                  <a:pt x="542947" y="37362"/>
                </a:cubicBezTo>
                <a:cubicBezTo>
                  <a:pt x="545029" y="40226"/>
                  <a:pt x="546463" y="44057"/>
                  <a:pt x="547250" y="48854"/>
                </a:cubicBezTo>
                <a:lnTo>
                  <a:pt x="535037" y="50519"/>
                </a:lnTo>
                <a:cubicBezTo>
                  <a:pt x="534481" y="46725"/>
                  <a:pt x="532874" y="43765"/>
                  <a:pt x="530214" y="41637"/>
                </a:cubicBezTo>
                <a:cubicBezTo>
                  <a:pt x="527553" y="39508"/>
                  <a:pt x="523795" y="38444"/>
                  <a:pt x="518937" y="38444"/>
                </a:cubicBezTo>
                <a:cubicBezTo>
                  <a:pt x="513200" y="38444"/>
                  <a:pt x="509106" y="39388"/>
                  <a:pt x="506654" y="41277"/>
                </a:cubicBezTo>
                <a:cubicBezTo>
                  <a:pt x="504202" y="43163"/>
                  <a:pt x="502976" y="45373"/>
                  <a:pt x="502976" y="47906"/>
                </a:cubicBezTo>
                <a:cubicBezTo>
                  <a:pt x="502976" y="49516"/>
                  <a:pt x="503485" y="50966"/>
                  <a:pt x="504503" y="52256"/>
                </a:cubicBezTo>
                <a:cubicBezTo>
                  <a:pt x="505521" y="53590"/>
                  <a:pt x="507117" y="54695"/>
                  <a:pt x="509291" y="55570"/>
                </a:cubicBezTo>
                <a:cubicBezTo>
                  <a:pt x="510540" y="56031"/>
                  <a:pt x="514218" y="57090"/>
                  <a:pt x="520325" y="58747"/>
                </a:cubicBezTo>
                <a:cubicBezTo>
                  <a:pt x="529161" y="61105"/>
                  <a:pt x="535326" y="63035"/>
                  <a:pt x="538818" y="64537"/>
                </a:cubicBezTo>
                <a:cubicBezTo>
                  <a:pt x="542311" y="66039"/>
                  <a:pt x="545052" y="68223"/>
                  <a:pt x="547042" y="71090"/>
                </a:cubicBezTo>
                <a:cubicBezTo>
                  <a:pt x="549031" y="73956"/>
                  <a:pt x="550026" y="77514"/>
                  <a:pt x="550026" y="81766"/>
                </a:cubicBezTo>
                <a:cubicBezTo>
                  <a:pt x="550026" y="85927"/>
                  <a:pt x="548811" y="89845"/>
                  <a:pt x="546382" y="93520"/>
                </a:cubicBezTo>
                <a:cubicBezTo>
                  <a:pt x="543954" y="97193"/>
                  <a:pt x="540449" y="100035"/>
                  <a:pt x="535869" y="102046"/>
                </a:cubicBezTo>
                <a:cubicBezTo>
                  <a:pt x="531289" y="104057"/>
                  <a:pt x="526108" y="105063"/>
                  <a:pt x="520325" y="105063"/>
                </a:cubicBezTo>
                <a:cubicBezTo>
                  <a:pt x="510749" y="105063"/>
                  <a:pt x="503451" y="103068"/>
                  <a:pt x="498431" y="99078"/>
                </a:cubicBezTo>
                <a:cubicBezTo>
                  <a:pt x="493411" y="95088"/>
                  <a:pt x="490208" y="89172"/>
                  <a:pt x="488820" y="81330"/>
                </a:cubicBezTo>
                <a:close/>
                <a:moveTo>
                  <a:pt x="592148" y="92364"/>
                </a:moveTo>
                <a:lnTo>
                  <a:pt x="593952" y="103397"/>
                </a:lnTo>
                <a:cubicBezTo>
                  <a:pt x="590436" y="104045"/>
                  <a:pt x="587290" y="104369"/>
                  <a:pt x="584515" y="104369"/>
                </a:cubicBezTo>
                <a:cubicBezTo>
                  <a:pt x="579981" y="104369"/>
                  <a:pt x="576465" y="103652"/>
                  <a:pt x="573967" y="102218"/>
                </a:cubicBezTo>
                <a:cubicBezTo>
                  <a:pt x="571468" y="100784"/>
                  <a:pt x="569711" y="98898"/>
                  <a:pt x="568693" y="96562"/>
                </a:cubicBezTo>
                <a:cubicBezTo>
                  <a:pt x="567675" y="94226"/>
                  <a:pt x="567166" y="89310"/>
                  <a:pt x="567166" y="81816"/>
                </a:cubicBezTo>
                <a:lnTo>
                  <a:pt x="567166" y="39416"/>
                </a:lnTo>
                <a:lnTo>
                  <a:pt x="558006" y="39416"/>
                </a:lnTo>
                <a:lnTo>
                  <a:pt x="558006" y="29701"/>
                </a:lnTo>
                <a:lnTo>
                  <a:pt x="567166" y="29701"/>
                </a:lnTo>
                <a:lnTo>
                  <a:pt x="567166" y="11400"/>
                </a:lnTo>
                <a:lnTo>
                  <a:pt x="579588" y="3886"/>
                </a:lnTo>
                <a:lnTo>
                  <a:pt x="579588" y="29701"/>
                </a:lnTo>
                <a:lnTo>
                  <a:pt x="592148" y="29701"/>
                </a:lnTo>
                <a:lnTo>
                  <a:pt x="592148" y="39416"/>
                </a:lnTo>
                <a:lnTo>
                  <a:pt x="579588" y="39416"/>
                </a:lnTo>
                <a:lnTo>
                  <a:pt x="579588" y="82510"/>
                </a:lnTo>
                <a:cubicBezTo>
                  <a:pt x="579588" y="86072"/>
                  <a:pt x="579807" y="88362"/>
                  <a:pt x="580247" y="89380"/>
                </a:cubicBezTo>
                <a:cubicBezTo>
                  <a:pt x="580686" y="90398"/>
                  <a:pt x="581403" y="91207"/>
                  <a:pt x="582398" y="91809"/>
                </a:cubicBezTo>
                <a:cubicBezTo>
                  <a:pt x="583393" y="92410"/>
                  <a:pt x="584815" y="92711"/>
                  <a:pt x="586666" y="92711"/>
                </a:cubicBezTo>
                <a:cubicBezTo>
                  <a:pt x="588054" y="92711"/>
                  <a:pt x="589881" y="92595"/>
                  <a:pt x="592148" y="92364"/>
                </a:cubicBezTo>
                <a:close/>
                <a:moveTo>
                  <a:pt x="654835" y="79665"/>
                </a:moveTo>
                <a:lnTo>
                  <a:pt x="667742" y="81261"/>
                </a:lnTo>
                <a:cubicBezTo>
                  <a:pt x="665707" y="88802"/>
                  <a:pt x="661936" y="94654"/>
                  <a:pt x="656431" y="98817"/>
                </a:cubicBezTo>
                <a:cubicBezTo>
                  <a:pt x="650926" y="102981"/>
                  <a:pt x="643894" y="105063"/>
                  <a:pt x="635335" y="105063"/>
                </a:cubicBezTo>
                <a:cubicBezTo>
                  <a:pt x="624556" y="105063"/>
                  <a:pt x="616009" y="101744"/>
                  <a:pt x="609694" y="95105"/>
                </a:cubicBezTo>
                <a:cubicBezTo>
                  <a:pt x="603379" y="88466"/>
                  <a:pt x="600222" y="79156"/>
                  <a:pt x="600222" y="67174"/>
                </a:cubicBezTo>
                <a:cubicBezTo>
                  <a:pt x="600222" y="54775"/>
                  <a:pt x="603414" y="45153"/>
                  <a:pt x="609798" y="38306"/>
                </a:cubicBezTo>
                <a:cubicBezTo>
                  <a:pt x="616182" y="31459"/>
                  <a:pt x="624463" y="28035"/>
                  <a:pt x="634641" y="28035"/>
                </a:cubicBezTo>
                <a:cubicBezTo>
                  <a:pt x="644495" y="28035"/>
                  <a:pt x="652545" y="31384"/>
                  <a:pt x="658790" y="38082"/>
                </a:cubicBezTo>
                <a:cubicBezTo>
                  <a:pt x="665036" y="44779"/>
                  <a:pt x="668159" y="54201"/>
                  <a:pt x="668159" y="66347"/>
                </a:cubicBezTo>
                <a:cubicBezTo>
                  <a:pt x="668159" y="67086"/>
                  <a:pt x="668135" y="68194"/>
                  <a:pt x="668089" y="69672"/>
                </a:cubicBezTo>
                <a:lnTo>
                  <a:pt x="613129" y="69672"/>
                </a:lnTo>
                <a:cubicBezTo>
                  <a:pt x="613592" y="77745"/>
                  <a:pt x="615882" y="83927"/>
                  <a:pt x="619999" y="88217"/>
                </a:cubicBezTo>
                <a:cubicBezTo>
                  <a:pt x="624116" y="92508"/>
                  <a:pt x="629252" y="94654"/>
                  <a:pt x="635405" y="94654"/>
                </a:cubicBezTo>
                <a:cubicBezTo>
                  <a:pt x="639985" y="94654"/>
                  <a:pt x="643894" y="93463"/>
                  <a:pt x="647132" y="91080"/>
                </a:cubicBezTo>
                <a:cubicBezTo>
                  <a:pt x="650371" y="88696"/>
                  <a:pt x="652938" y="84891"/>
                  <a:pt x="654835" y="79665"/>
                </a:cubicBezTo>
                <a:moveTo>
                  <a:pt x="613823" y="59263"/>
                </a:moveTo>
                <a:lnTo>
                  <a:pt x="654974" y="59263"/>
                </a:lnTo>
                <a:cubicBezTo>
                  <a:pt x="654419" y="53165"/>
                  <a:pt x="652846" y="48591"/>
                  <a:pt x="650255" y="45542"/>
                </a:cubicBezTo>
                <a:cubicBezTo>
                  <a:pt x="646276" y="40810"/>
                  <a:pt x="641118" y="38444"/>
                  <a:pt x="634780" y="38444"/>
                </a:cubicBezTo>
                <a:cubicBezTo>
                  <a:pt x="629043" y="38444"/>
                  <a:pt x="624220" y="40333"/>
                  <a:pt x="620311" y="44111"/>
                </a:cubicBezTo>
                <a:cubicBezTo>
                  <a:pt x="616402" y="47887"/>
                  <a:pt x="614239" y="52938"/>
                  <a:pt x="613823" y="59263"/>
                </a:cubicBezTo>
                <a:close/>
                <a:moveTo>
                  <a:pt x="683404" y="103397"/>
                </a:moveTo>
                <a:lnTo>
                  <a:pt x="683404" y="29701"/>
                </a:lnTo>
                <a:lnTo>
                  <a:pt x="694576" y="29701"/>
                </a:lnTo>
                <a:lnTo>
                  <a:pt x="694576" y="39971"/>
                </a:lnTo>
                <a:cubicBezTo>
                  <a:pt x="696889" y="36383"/>
                  <a:pt x="699966" y="33496"/>
                  <a:pt x="703806" y="31312"/>
                </a:cubicBezTo>
                <a:cubicBezTo>
                  <a:pt x="707645" y="29128"/>
                  <a:pt x="712017" y="28035"/>
                  <a:pt x="716921" y="28035"/>
                </a:cubicBezTo>
                <a:cubicBezTo>
                  <a:pt x="722380" y="28035"/>
                  <a:pt x="726856" y="29163"/>
                  <a:pt x="730349" y="31418"/>
                </a:cubicBezTo>
                <a:cubicBezTo>
                  <a:pt x="733842" y="33672"/>
                  <a:pt x="736305" y="36824"/>
                  <a:pt x="737739" y="40873"/>
                </a:cubicBezTo>
                <a:cubicBezTo>
                  <a:pt x="743568" y="32315"/>
                  <a:pt x="751156" y="28035"/>
                  <a:pt x="760501" y="28035"/>
                </a:cubicBezTo>
                <a:cubicBezTo>
                  <a:pt x="767810" y="28035"/>
                  <a:pt x="773431" y="30059"/>
                  <a:pt x="777364" y="34107"/>
                </a:cubicBezTo>
                <a:cubicBezTo>
                  <a:pt x="781296" y="38155"/>
                  <a:pt x="783262" y="44389"/>
                  <a:pt x="783262" y="52809"/>
                </a:cubicBezTo>
                <a:lnTo>
                  <a:pt x="783262" y="103397"/>
                </a:lnTo>
                <a:lnTo>
                  <a:pt x="770840" y="103397"/>
                </a:lnTo>
                <a:lnTo>
                  <a:pt x="770840" y="56923"/>
                </a:lnTo>
                <a:cubicBezTo>
                  <a:pt x="770840" y="51921"/>
                  <a:pt x="770436" y="48320"/>
                  <a:pt x="769626" y="46121"/>
                </a:cubicBezTo>
                <a:cubicBezTo>
                  <a:pt x="768816" y="43921"/>
                  <a:pt x="767348" y="42149"/>
                  <a:pt x="765220" y="40806"/>
                </a:cubicBezTo>
                <a:cubicBezTo>
                  <a:pt x="763091" y="39463"/>
                  <a:pt x="760593" y="38791"/>
                  <a:pt x="757725" y="38791"/>
                </a:cubicBezTo>
                <a:cubicBezTo>
                  <a:pt x="752543" y="38791"/>
                  <a:pt x="748241" y="40517"/>
                  <a:pt x="744818" y="43968"/>
                </a:cubicBezTo>
                <a:cubicBezTo>
                  <a:pt x="741394" y="47417"/>
                  <a:pt x="739682" y="52940"/>
                  <a:pt x="739682" y="60536"/>
                </a:cubicBezTo>
                <a:lnTo>
                  <a:pt x="739682" y="103397"/>
                </a:lnTo>
                <a:lnTo>
                  <a:pt x="727191" y="103397"/>
                </a:lnTo>
                <a:lnTo>
                  <a:pt x="727191" y="55463"/>
                </a:lnTo>
                <a:cubicBezTo>
                  <a:pt x="727191" y="49906"/>
                  <a:pt x="726174" y="45738"/>
                  <a:pt x="724138" y="42959"/>
                </a:cubicBezTo>
                <a:cubicBezTo>
                  <a:pt x="722103" y="40181"/>
                  <a:pt x="718772" y="38791"/>
                  <a:pt x="714145" y="38791"/>
                </a:cubicBezTo>
                <a:cubicBezTo>
                  <a:pt x="710629" y="38791"/>
                  <a:pt x="707379" y="39718"/>
                  <a:pt x="704395" y="41572"/>
                </a:cubicBezTo>
                <a:cubicBezTo>
                  <a:pt x="701411" y="43423"/>
                  <a:pt x="699249" y="46133"/>
                  <a:pt x="697907" y="49699"/>
                </a:cubicBezTo>
                <a:cubicBezTo>
                  <a:pt x="696565" y="53264"/>
                  <a:pt x="695895" y="58405"/>
                  <a:pt x="695895" y="65120"/>
                </a:cubicBezTo>
                <a:lnTo>
                  <a:pt x="695895" y="103397"/>
                </a:lnTo>
                <a:lnTo>
                  <a:pt x="683404" y="103397"/>
                </a:lnTo>
                <a:close/>
                <a:moveTo>
                  <a:pt x="841368" y="16099"/>
                </a:moveTo>
                <a:lnTo>
                  <a:pt x="841368" y="1665"/>
                </a:lnTo>
                <a:lnTo>
                  <a:pt x="853859" y="1665"/>
                </a:lnTo>
                <a:lnTo>
                  <a:pt x="853859" y="16099"/>
                </a:lnTo>
                <a:lnTo>
                  <a:pt x="841368" y="16099"/>
                </a:lnTo>
                <a:moveTo>
                  <a:pt x="841368" y="103397"/>
                </a:moveTo>
                <a:lnTo>
                  <a:pt x="841368" y="29701"/>
                </a:lnTo>
                <a:lnTo>
                  <a:pt x="853859" y="29701"/>
                </a:lnTo>
                <a:lnTo>
                  <a:pt x="853859" y="103397"/>
                </a:lnTo>
                <a:lnTo>
                  <a:pt x="841368" y="103397"/>
                </a:lnTo>
                <a:close/>
                <a:moveTo>
                  <a:pt x="867853" y="81330"/>
                </a:moveTo>
                <a:lnTo>
                  <a:pt x="880205" y="79387"/>
                </a:lnTo>
                <a:cubicBezTo>
                  <a:pt x="880899" y="84316"/>
                  <a:pt x="882830" y="88092"/>
                  <a:pt x="885999" y="90718"/>
                </a:cubicBezTo>
                <a:cubicBezTo>
                  <a:pt x="889168" y="93342"/>
                  <a:pt x="893598" y="94654"/>
                  <a:pt x="899288" y="94654"/>
                </a:cubicBezTo>
                <a:cubicBezTo>
                  <a:pt x="905025" y="94654"/>
                  <a:pt x="909281" y="93495"/>
                  <a:pt x="912057" y="91178"/>
                </a:cubicBezTo>
                <a:cubicBezTo>
                  <a:pt x="914832" y="88859"/>
                  <a:pt x="916220" y="86139"/>
                  <a:pt x="916220" y="83019"/>
                </a:cubicBezTo>
                <a:cubicBezTo>
                  <a:pt x="916220" y="80219"/>
                  <a:pt x="914994" y="78016"/>
                  <a:pt x="912542" y="76410"/>
                </a:cubicBezTo>
                <a:cubicBezTo>
                  <a:pt x="910831" y="75308"/>
                  <a:pt x="906575" y="73908"/>
                  <a:pt x="899774" y="72209"/>
                </a:cubicBezTo>
                <a:cubicBezTo>
                  <a:pt x="890614" y="69895"/>
                  <a:pt x="884264" y="67892"/>
                  <a:pt x="880725" y="66202"/>
                </a:cubicBezTo>
                <a:cubicBezTo>
                  <a:pt x="877186" y="64512"/>
                  <a:pt x="874503" y="62174"/>
                  <a:pt x="872675" y="59187"/>
                </a:cubicBezTo>
                <a:cubicBezTo>
                  <a:pt x="870848" y="56200"/>
                  <a:pt x="869934" y="52901"/>
                  <a:pt x="869934" y="49289"/>
                </a:cubicBezTo>
                <a:cubicBezTo>
                  <a:pt x="869934" y="46002"/>
                  <a:pt x="870686" y="42957"/>
                  <a:pt x="872190" y="40155"/>
                </a:cubicBezTo>
                <a:cubicBezTo>
                  <a:pt x="873693" y="37354"/>
                  <a:pt x="875740" y="35027"/>
                  <a:pt x="878331" y="33175"/>
                </a:cubicBezTo>
                <a:cubicBezTo>
                  <a:pt x="880274" y="31739"/>
                  <a:pt x="882923" y="30524"/>
                  <a:pt x="886277" y="29529"/>
                </a:cubicBezTo>
                <a:cubicBezTo>
                  <a:pt x="889631" y="28533"/>
                  <a:pt x="893228" y="28035"/>
                  <a:pt x="897068" y="28035"/>
                </a:cubicBezTo>
                <a:cubicBezTo>
                  <a:pt x="902850" y="28035"/>
                  <a:pt x="907928" y="28874"/>
                  <a:pt x="912300" y="30551"/>
                </a:cubicBezTo>
                <a:cubicBezTo>
                  <a:pt x="916671" y="32226"/>
                  <a:pt x="919898" y="34497"/>
                  <a:pt x="921980" y="37362"/>
                </a:cubicBezTo>
                <a:cubicBezTo>
                  <a:pt x="924062" y="40226"/>
                  <a:pt x="925496" y="44057"/>
                  <a:pt x="926283" y="48854"/>
                </a:cubicBezTo>
                <a:lnTo>
                  <a:pt x="914069" y="50519"/>
                </a:lnTo>
                <a:cubicBezTo>
                  <a:pt x="913514" y="46725"/>
                  <a:pt x="911906" y="43765"/>
                  <a:pt x="909246" y="41637"/>
                </a:cubicBezTo>
                <a:cubicBezTo>
                  <a:pt x="906586" y="39508"/>
                  <a:pt x="902827" y="38444"/>
                  <a:pt x="897970" y="38444"/>
                </a:cubicBezTo>
                <a:cubicBezTo>
                  <a:pt x="892233" y="38444"/>
                  <a:pt x="888139" y="39388"/>
                  <a:pt x="885687" y="41277"/>
                </a:cubicBezTo>
                <a:cubicBezTo>
                  <a:pt x="883235" y="43163"/>
                  <a:pt x="882009" y="45373"/>
                  <a:pt x="882009" y="47906"/>
                </a:cubicBezTo>
                <a:cubicBezTo>
                  <a:pt x="882009" y="49516"/>
                  <a:pt x="882518" y="50966"/>
                  <a:pt x="883536" y="52256"/>
                </a:cubicBezTo>
                <a:cubicBezTo>
                  <a:pt x="884553" y="53590"/>
                  <a:pt x="886150" y="54695"/>
                  <a:pt x="888324" y="55570"/>
                </a:cubicBezTo>
                <a:cubicBezTo>
                  <a:pt x="889573" y="56031"/>
                  <a:pt x="893251" y="57090"/>
                  <a:pt x="899358" y="58747"/>
                </a:cubicBezTo>
                <a:cubicBezTo>
                  <a:pt x="908194" y="61105"/>
                  <a:pt x="914358" y="63035"/>
                  <a:pt x="917851" y="64537"/>
                </a:cubicBezTo>
                <a:cubicBezTo>
                  <a:pt x="921344" y="66039"/>
                  <a:pt x="924085" y="68223"/>
                  <a:pt x="926074" y="71090"/>
                </a:cubicBezTo>
                <a:cubicBezTo>
                  <a:pt x="928064" y="73956"/>
                  <a:pt x="929058" y="77514"/>
                  <a:pt x="929058" y="81766"/>
                </a:cubicBezTo>
                <a:cubicBezTo>
                  <a:pt x="929058" y="85927"/>
                  <a:pt x="927844" y="89845"/>
                  <a:pt x="925415" y="93520"/>
                </a:cubicBezTo>
                <a:cubicBezTo>
                  <a:pt x="922986" y="97193"/>
                  <a:pt x="919482" y="100035"/>
                  <a:pt x="914902" y="102046"/>
                </a:cubicBezTo>
                <a:cubicBezTo>
                  <a:pt x="910322" y="104057"/>
                  <a:pt x="905140" y="105063"/>
                  <a:pt x="899358" y="105063"/>
                </a:cubicBezTo>
                <a:cubicBezTo>
                  <a:pt x="889781" y="105063"/>
                  <a:pt x="882483" y="103068"/>
                  <a:pt x="877464" y="99078"/>
                </a:cubicBezTo>
                <a:cubicBezTo>
                  <a:pt x="872444" y="95088"/>
                  <a:pt x="869240" y="89172"/>
                  <a:pt x="867853" y="81330"/>
                </a:cubicBezTo>
                <a:close/>
                <a:moveTo>
                  <a:pt x="983487" y="16099"/>
                </a:moveTo>
                <a:lnTo>
                  <a:pt x="983487" y="1665"/>
                </a:lnTo>
                <a:lnTo>
                  <a:pt x="995978" y="1665"/>
                </a:lnTo>
                <a:lnTo>
                  <a:pt x="995978" y="16099"/>
                </a:lnTo>
                <a:lnTo>
                  <a:pt x="983487" y="16099"/>
                </a:lnTo>
                <a:moveTo>
                  <a:pt x="983487" y="103397"/>
                </a:moveTo>
                <a:lnTo>
                  <a:pt x="983487" y="29701"/>
                </a:lnTo>
                <a:lnTo>
                  <a:pt x="995978" y="29701"/>
                </a:lnTo>
                <a:lnTo>
                  <a:pt x="995978" y="103397"/>
                </a:lnTo>
                <a:lnTo>
                  <a:pt x="983487" y="103397"/>
                </a:lnTo>
                <a:close/>
                <a:moveTo>
                  <a:pt x="1014968" y="103397"/>
                </a:moveTo>
                <a:lnTo>
                  <a:pt x="1014968" y="29701"/>
                </a:lnTo>
                <a:lnTo>
                  <a:pt x="1026210" y="29701"/>
                </a:lnTo>
                <a:lnTo>
                  <a:pt x="1026210" y="40110"/>
                </a:lnTo>
                <a:cubicBezTo>
                  <a:pt x="1031623" y="32060"/>
                  <a:pt x="1039442" y="28035"/>
                  <a:pt x="1049666" y="28035"/>
                </a:cubicBezTo>
                <a:cubicBezTo>
                  <a:pt x="1054107" y="28035"/>
                  <a:pt x="1058190" y="28833"/>
                  <a:pt x="1061914" y="30429"/>
                </a:cubicBezTo>
                <a:cubicBezTo>
                  <a:pt x="1065638" y="32025"/>
                  <a:pt x="1068425" y="34119"/>
                  <a:pt x="1070276" y="36710"/>
                </a:cubicBezTo>
                <a:cubicBezTo>
                  <a:pt x="1072126" y="39300"/>
                  <a:pt x="1073422" y="42377"/>
                  <a:pt x="1074162" y="45939"/>
                </a:cubicBezTo>
                <a:cubicBezTo>
                  <a:pt x="1074624" y="48252"/>
                  <a:pt x="1074856" y="52300"/>
                  <a:pt x="1074856" y="58083"/>
                </a:cubicBezTo>
                <a:lnTo>
                  <a:pt x="1074856" y="103397"/>
                </a:lnTo>
                <a:lnTo>
                  <a:pt x="1062365" y="103397"/>
                </a:lnTo>
                <a:lnTo>
                  <a:pt x="1062365" y="58521"/>
                </a:lnTo>
                <a:cubicBezTo>
                  <a:pt x="1062365" y="53426"/>
                  <a:pt x="1061879" y="49617"/>
                  <a:pt x="1060907" y="47093"/>
                </a:cubicBezTo>
                <a:cubicBezTo>
                  <a:pt x="1059936" y="44568"/>
                  <a:pt x="1058213" y="42554"/>
                  <a:pt x="1055738" y="41049"/>
                </a:cubicBezTo>
                <a:cubicBezTo>
                  <a:pt x="1053263" y="39544"/>
                  <a:pt x="1050360" y="38791"/>
                  <a:pt x="1047029" y="38791"/>
                </a:cubicBezTo>
                <a:cubicBezTo>
                  <a:pt x="1041708" y="38791"/>
                  <a:pt x="1037117" y="40482"/>
                  <a:pt x="1033254" y="43864"/>
                </a:cubicBezTo>
                <a:cubicBezTo>
                  <a:pt x="1029391" y="47244"/>
                  <a:pt x="1027459" y="53658"/>
                  <a:pt x="1027459" y="63105"/>
                </a:cubicBezTo>
                <a:lnTo>
                  <a:pt x="1027459" y="103397"/>
                </a:lnTo>
                <a:lnTo>
                  <a:pt x="1014968" y="103397"/>
                </a:lnTo>
                <a:close/>
                <a:moveTo>
                  <a:pt x="1160768" y="92364"/>
                </a:moveTo>
                <a:lnTo>
                  <a:pt x="1162572" y="103397"/>
                </a:lnTo>
                <a:cubicBezTo>
                  <a:pt x="1159056" y="104045"/>
                  <a:pt x="1155910" y="104369"/>
                  <a:pt x="1153135" y="104369"/>
                </a:cubicBezTo>
                <a:cubicBezTo>
                  <a:pt x="1148601" y="104369"/>
                  <a:pt x="1145085" y="103652"/>
                  <a:pt x="1142587" y="102218"/>
                </a:cubicBezTo>
                <a:cubicBezTo>
                  <a:pt x="1140088" y="100784"/>
                  <a:pt x="1138330" y="98898"/>
                  <a:pt x="1137313" y="96562"/>
                </a:cubicBezTo>
                <a:cubicBezTo>
                  <a:pt x="1136295" y="94226"/>
                  <a:pt x="1135786" y="89310"/>
                  <a:pt x="1135786" y="81816"/>
                </a:cubicBezTo>
                <a:lnTo>
                  <a:pt x="1135786" y="39416"/>
                </a:lnTo>
                <a:lnTo>
                  <a:pt x="1126626" y="39416"/>
                </a:lnTo>
                <a:lnTo>
                  <a:pt x="1126626" y="29701"/>
                </a:lnTo>
                <a:lnTo>
                  <a:pt x="1135786" y="29701"/>
                </a:lnTo>
                <a:lnTo>
                  <a:pt x="1135786" y="11400"/>
                </a:lnTo>
                <a:lnTo>
                  <a:pt x="1148208" y="3886"/>
                </a:lnTo>
                <a:lnTo>
                  <a:pt x="1148208" y="29701"/>
                </a:lnTo>
                <a:lnTo>
                  <a:pt x="1160768" y="29701"/>
                </a:lnTo>
                <a:lnTo>
                  <a:pt x="1160768" y="39416"/>
                </a:lnTo>
                <a:lnTo>
                  <a:pt x="1148208" y="39416"/>
                </a:lnTo>
                <a:lnTo>
                  <a:pt x="1148208" y="82510"/>
                </a:lnTo>
                <a:cubicBezTo>
                  <a:pt x="1148208" y="86072"/>
                  <a:pt x="1148427" y="88362"/>
                  <a:pt x="1148867" y="89380"/>
                </a:cubicBezTo>
                <a:cubicBezTo>
                  <a:pt x="1149306" y="90398"/>
                  <a:pt x="1150023" y="91207"/>
                  <a:pt x="1151018" y="91809"/>
                </a:cubicBezTo>
                <a:cubicBezTo>
                  <a:pt x="1152013" y="92410"/>
                  <a:pt x="1153435" y="92711"/>
                  <a:pt x="1155286" y="92711"/>
                </a:cubicBezTo>
                <a:cubicBezTo>
                  <a:pt x="1156674" y="92711"/>
                  <a:pt x="1158501" y="92595"/>
                  <a:pt x="1160768" y="92364"/>
                </a:cubicBezTo>
                <a:close/>
                <a:moveTo>
                  <a:pt x="1173005" y="103397"/>
                </a:moveTo>
                <a:lnTo>
                  <a:pt x="1173005" y="1665"/>
                </a:lnTo>
                <a:lnTo>
                  <a:pt x="1185496" y="1665"/>
                </a:lnTo>
                <a:lnTo>
                  <a:pt x="1185496" y="38167"/>
                </a:lnTo>
                <a:cubicBezTo>
                  <a:pt x="1191325" y="31412"/>
                  <a:pt x="1198681" y="28035"/>
                  <a:pt x="1207564" y="28035"/>
                </a:cubicBezTo>
                <a:cubicBezTo>
                  <a:pt x="1213023" y="28035"/>
                  <a:pt x="1217764" y="29111"/>
                  <a:pt x="1221789" y="31262"/>
                </a:cubicBezTo>
                <a:cubicBezTo>
                  <a:pt x="1225814" y="33413"/>
                  <a:pt x="1228694" y="36386"/>
                  <a:pt x="1230429" y="40179"/>
                </a:cubicBezTo>
                <a:cubicBezTo>
                  <a:pt x="1232164" y="43973"/>
                  <a:pt x="1233031" y="49478"/>
                  <a:pt x="1233031" y="56695"/>
                </a:cubicBezTo>
                <a:lnTo>
                  <a:pt x="1233031" y="103397"/>
                </a:lnTo>
                <a:lnTo>
                  <a:pt x="1220540" y="103397"/>
                </a:lnTo>
                <a:lnTo>
                  <a:pt x="1220540" y="56695"/>
                </a:lnTo>
                <a:cubicBezTo>
                  <a:pt x="1220540" y="50450"/>
                  <a:pt x="1219187" y="45904"/>
                  <a:pt x="1216481" y="43059"/>
                </a:cubicBezTo>
                <a:cubicBezTo>
                  <a:pt x="1213774" y="40214"/>
                  <a:pt x="1209946" y="38791"/>
                  <a:pt x="1204996" y="38791"/>
                </a:cubicBezTo>
                <a:cubicBezTo>
                  <a:pt x="1201295" y="38791"/>
                  <a:pt x="1197814" y="39751"/>
                  <a:pt x="1194552" y="41671"/>
                </a:cubicBezTo>
                <a:cubicBezTo>
                  <a:pt x="1191291" y="43591"/>
                  <a:pt x="1188966" y="46193"/>
                  <a:pt x="1187578" y="49478"/>
                </a:cubicBezTo>
                <a:cubicBezTo>
                  <a:pt x="1186190" y="52763"/>
                  <a:pt x="1185496" y="57297"/>
                  <a:pt x="1185496" y="63079"/>
                </a:cubicBezTo>
                <a:lnTo>
                  <a:pt x="1185496" y="103397"/>
                </a:lnTo>
                <a:lnTo>
                  <a:pt x="1173005" y="103397"/>
                </a:lnTo>
                <a:close/>
                <a:moveTo>
                  <a:pt x="1302473" y="79665"/>
                </a:moveTo>
                <a:lnTo>
                  <a:pt x="1315381" y="81261"/>
                </a:lnTo>
                <a:cubicBezTo>
                  <a:pt x="1313345" y="88802"/>
                  <a:pt x="1309575" y="94654"/>
                  <a:pt x="1304069" y="98817"/>
                </a:cubicBezTo>
                <a:cubicBezTo>
                  <a:pt x="1298564" y="102981"/>
                  <a:pt x="1291532" y="105063"/>
                  <a:pt x="1282973" y="105063"/>
                </a:cubicBezTo>
                <a:cubicBezTo>
                  <a:pt x="1272194" y="105063"/>
                  <a:pt x="1263647" y="101744"/>
                  <a:pt x="1257332" y="95105"/>
                </a:cubicBezTo>
                <a:cubicBezTo>
                  <a:pt x="1251017" y="88466"/>
                  <a:pt x="1247860" y="79156"/>
                  <a:pt x="1247860" y="67174"/>
                </a:cubicBezTo>
                <a:cubicBezTo>
                  <a:pt x="1247860" y="54775"/>
                  <a:pt x="1251052" y="45153"/>
                  <a:pt x="1257436" y="38306"/>
                </a:cubicBezTo>
                <a:cubicBezTo>
                  <a:pt x="1263821" y="31459"/>
                  <a:pt x="1272102" y="28035"/>
                  <a:pt x="1282280" y="28035"/>
                </a:cubicBezTo>
                <a:cubicBezTo>
                  <a:pt x="1292134" y="28035"/>
                  <a:pt x="1300183" y="31384"/>
                  <a:pt x="1306429" y="38082"/>
                </a:cubicBezTo>
                <a:cubicBezTo>
                  <a:pt x="1312674" y="44779"/>
                  <a:pt x="1315797" y="54201"/>
                  <a:pt x="1315797" y="66347"/>
                </a:cubicBezTo>
                <a:cubicBezTo>
                  <a:pt x="1315797" y="67086"/>
                  <a:pt x="1315774" y="68194"/>
                  <a:pt x="1315728" y="69672"/>
                </a:cubicBezTo>
                <a:lnTo>
                  <a:pt x="1260767" y="69672"/>
                </a:lnTo>
                <a:cubicBezTo>
                  <a:pt x="1261230" y="77745"/>
                  <a:pt x="1263520" y="83927"/>
                  <a:pt x="1267637" y="88217"/>
                </a:cubicBezTo>
                <a:cubicBezTo>
                  <a:pt x="1271755" y="92508"/>
                  <a:pt x="1276890" y="94654"/>
                  <a:pt x="1283043" y="94654"/>
                </a:cubicBezTo>
                <a:cubicBezTo>
                  <a:pt x="1287623" y="94654"/>
                  <a:pt x="1291532" y="93463"/>
                  <a:pt x="1294771" y="91080"/>
                </a:cubicBezTo>
                <a:cubicBezTo>
                  <a:pt x="1298009" y="88696"/>
                  <a:pt x="1300577" y="84891"/>
                  <a:pt x="1302473" y="79665"/>
                </a:cubicBezTo>
                <a:moveTo>
                  <a:pt x="1261461" y="59263"/>
                </a:moveTo>
                <a:lnTo>
                  <a:pt x="1302612" y="59263"/>
                </a:lnTo>
                <a:cubicBezTo>
                  <a:pt x="1302057" y="53165"/>
                  <a:pt x="1300484" y="48591"/>
                  <a:pt x="1297893" y="45542"/>
                </a:cubicBezTo>
                <a:cubicBezTo>
                  <a:pt x="1293915" y="40810"/>
                  <a:pt x="1288756" y="38444"/>
                  <a:pt x="1282418" y="38444"/>
                </a:cubicBezTo>
                <a:cubicBezTo>
                  <a:pt x="1276682" y="38444"/>
                  <a:pt x="1271859" y="40333"/>
                  <a:pt x="1267950" y="44111"/>
                </a:cubicBezTo>
                <a:cubicBezTo>
                  <a:pt x="1264040" y="47887"/>
                  <a:pt x="1261878" y="52938"/>
                  <a:pt x="1261461" y="59263"/>
                </a:cubicBezTo>
                <a:close/>
                <a:moveTo>
                  <a:pt x="1418364" y="103397"/>
                </a:moveTo>
                <a:lnTo>
                  <a:pt x="1418364" y="94099"/>
                </a:lnTo>
                <a:cubicBezTo>
                  <a:pt x="1413691" y="101408"/>
                  <a:pt x="1406821" y="105063"/>
                  <a:pt x="1397754" y="105063"/>
                </a:cubicBezTo>
                <a:cubicBezTo>
                  <a:pt x="1391878" y="105063"/>
                  <a:pt x="1386477" y="103444"/>
                  <a:pt x="1381550" y="100205"/>
                </a:cubicBezTo>
                <a:cubicBezTo>
                  <a:pt x="1376623" y="96967"/>
                  <a:pt x="1372807" y="92445"/>
                  <a:pt x="1370100" y="86639"/>
                </a:cubicBezTo>
                <a:cubicBezTo>
                  <a:pt x="1367394" y="80833"/>
                  <a:pt x="1366041" y="74159"/>
                  <a:pt x="1366041" y="66619"/>
                </a:cubicBezTo>
                <a:cubicBezTo>
                  <a:pt x="1366041" y="59263"/>
                  <a:pt x="1367267" y="52589"/>
                  <a:pt x="1369719" y="46598"/>
                </a:cubicBezTo>
                <a:cubicBezTo>
                  <a:pt x="1372171" y="40607"/>
                  <a:pt x="1375848" y="36016"/>
                  <a:pt x="1380752" y="32823"/>
                </a:cubicBezTo>
                <a:cubicBezTo>
                  <a:pt x="1385656" y="29631"/>
                  <a:pt x="1391138" y="28035"/>
                  <a:pt x="1397199" y="28035"/>
                </a:cubicBezTo>
                <a:cubicBezTo>
                  <a:pt x="1401640" y="28035"/>
                  <a:pt x="1405595" y="28972"/>
                  <a:pt x="1409065" y="30846"/>
                </a:cubicBezTo>
                <a:cubicBezTo>
                  <a:pt x="1412535" y="32719"/>
                  <a:pt x="1415357" y="35160"/>
                  <a:pt x="1417531" y="38167"/>
                </a:cubicBezTo>
                <a:lnTo>
                  <a:pt x="1417531" y="1665"/>
                </a:lnTo>
                <a:lnTo>
                  <a:pt x="1429953" y="1665"/>
                </a:lnTo>
                <a:lnTo>
                  <a:pt x="1429953" y="103397"/>
                </a:lnTo>
                <a:lnTo>
                  <a:pt x="1418364" y="103397"/>
                </a:lnTo>
                <a:moveTo>
                  <a:pt x="1378879" y="66584"/>
                </a:moveTo>
                <a:cubicBezTo>
                  <a:pt x="1378879" y="75987"/>
                  <a:pt x="1380868" y="83016"/>
                  <a:pt x="1384847" y="87671"/>
                </a:cubicBezTo>
                <a:cubicBezTo>
                  <a:pt x="1388825" y="92326"/>
                  <a:pt x="1393521" y="94654"/>
                  <a:pt x="1398934" y="94654"/>
                </a:cubicBezTo>
                <a:cubicBezTo>
                  <a:pt x="1404393" y="94654"/>
                  <a:pt x="1409030" y="92430"/>
                  <a:pt x="1412847" y="87983"/>
                </a:cubicBezTo>
                <a:cubicBezTo>
                  <a:pt x="1416664" y="83535"/>
                  <a:pt x="1418572" y="76747"/>
                  <a:pt x="1418572" y="67620"/>
                </a:cubicBezTo>
                <a:cubicBezTo>
                  <a:pt x="1418572" y="57573"/>
                  <a:pt x="1416629" y="50198"/>
                  <a:pt x="1412743" y="45497"/>
                </a:cubicBezTo>
                <a:cubicBezTo>
                  <a:pt x="1408857" y="40795"/>
                  <a:pt x="1404069" y="38444"/>
                  <a:pt x="1398378" y="38444"/>
                </a:cubicBezTo>
                <a:cubicBezTo>
                  <a:pt x="1392827" y="38444"/>
                  <a:pt x="1388189" y="40703"/>
                  <a:pt x="1384465" y="45221"/>
                </a:cubicBezTo>
                <a:cubicBezTo>
                  <a:pt x="1380741" y="49738"/>
                  <a:pt x="1378879" y="56858"/>
                  <a:pt x="1378879" y="66584"/>
                </a:cubicBezTo>
                <a:close/>
                <a:moveTo>
                  <a:pt x="1497868" y="103397"/>
                </a:moveTo>
                <a:lnTo>
                  <a:pt x="1497868" y="92572"/>
                </a:lnTo>
                <a:cubicBezTo>
                  <a:pt x="1492131" y="100899"/>
                  <a:pt x="1484336" y="105063"/>
                  <a:pt x="1474482" y="105063"/>
                </a:cubicBezTo>
                <a:cubicBezTo>
                  <a:pt x="1470133" y="105063"/>
                  <a:pt x="1466074" y="104230"/>
                  <a:pt x="1462303" y="102565"/>
                </a:cubicBezTo>
                <a:cubicBezTo>
                  <a:pt x="1458533" y="100899"/>
                  <a:pt x="1455734" y="98806"/>
                  <a:pt x="1453907" y="96285"/>
                </a:cubicBezTo>
                <a:cubicBezTo>
                  <a:pt x="1452079" y="93763"/>
                  <a:pt x="1450795" y="90675"/>
                  <a:pt x="1450055" y="87020"/>
                </a:cubicBezTo>
                <a:cubicBezTo>
                  <a:pt x="1449546" y="84569"/>
                  <a:pt x="1449292" y="80682"/>
                  <a:pt x="1449292" y="75362"/>
                </a:cubicBezTo>
                <a:lnTo>
                  <a:pt x="1449292" y="29701"/>
                </a:lnTo>
                <a:lnTo>
                  <a:pt x="1461783" y="29701"/>
                </a:lnTo>
                <a:lnTo>
                  <a:pt x="1461783" y="70574"/>
                </a:lnTo>
                <a:cubicBezTo>
                  <a:pt x="1461783" y="77097"/>
                  <a:pt x="1462037" y="81492"/>
                  <a:pt x="1462546" y="83759"/>
                </a:cubicBezTo>
                <a:cubicBezTo>
                  <a:pt x="1463333" y="87044"/>
                  <a:pt x="1464998" y="89623"/>
                  <a:pt x="1467543" y="91496"/>
                </a:cubicBezTo>
                <a:cubicBezTo>
                  <a:pt x="1470087" y="93370"/>
                  <a:pt x="1473233" y="94307"/>
                  <a:pt x="1476980" y="94307"/>
                </a:cubicBezTo>
                <a:cubicBezTo>
                  <a:pt x="1480727" y="94307"/>
                  <a:pt x="1484243" y="93347"/>
                  <a:pt x="1487528" y="91427"/>
                </a:cubicBezTo>
                <a:cubicBezTo>
                  <a:pt x="1490813" y="89507"/>
                  <a:pt x="1493138" y="86893"/>
                  <a:pt x="1494502" y="83585"/>
                </a:cubicBezTo>
                <a:cubicBezTo>
                  <a:pt x="1495867" y="80278"/>
                  <a:pt x="1496549" y="75478"/>
                  <a:pt x="1496549" y="69186"/>
                </a:cubicBezTo>
                <a:lnTo>
                  <a:pt x="1496549" y="29701"/>
                </a:lnTo>
                <a:lnTo>
                  <a:pt x="1509040" y="29701"/>
                </a:lnTo>
                <a:lnTo>
                  <a:pt x="1509040" y="103397"/>
                </a:lnTo>
                <a:lnTo>
                  <a:pt x="1497868" y="103397"/>
                </a:lnTo>
                <a:close/>
                <a:moveTo>
                  <a:pt x="1576678" y="94298"/>
                </a:moveTo>
                <a:cubicBezTo>
                  <a:pt x="1572052" y="98233"/>
                  <a:pt x="1567599" y="101011"/>
                  <a:pt x="1563320" y="102632"/>
                </a:cubicBezTo>
                <a:cubicBezTo>
                  <a:pt x="1559041" y="104253"/>
                  <a:pt x="1554449" y="105063"/>
                  <a:pt x="1549545" y="105063"/>
                </a:cubicBezTo>
                <a:cubicBezTo>
                  <a:pt x="1541449" y="105063"/>
                  <a:pt x="1535227" y="103084"/>
                  <a:pt x="1530878" y="99125"/>
                </a:cubicBezTo>
                <a:cubicBezTo>
                  <a:pt x="1526529" y="95167"/>
                  <a:pt x="1524355" y="90109"/>
                  <a:pt x="1524355" y="83952"/>
                </a:cubicBezTo>
                <a:cubicBezTo>
                  <a:pt x="1524355" y="80342"/>
                  <a:pt x="1525176" y="77044"/>
                  <a:pt x="1526819" y="74059"/>
                </a:cubicBezTo>
                <a:cubicBezTo>
                  <a:pt x="1528461" y="71072"/>
                  <a:pt x="1530612" y="68676"/>
                  <a:pt x="1533272" y="66870"/>
                </a:cubicBezTo>
                <a:cubicBezTo>
                  <a:pt x="1535932" y="65064"/>
                  <a:pt x="1538928" y="63699"/>
                  <a:pt x="1542259" y="62774"/>
                </a:cubicBezTo>
                <a:cubicBezTo>
                  <a:pt x="1544711" y="62125"/>
                  <a:pt x="1548412" y="61499"/>
                  <a:pt x="1553362" y="60898"/>
                </a:cubicBezTo>
                <a:cubicBezTo>
                  <a:pt x="1563447" y="59704"/>
                  <a:pt x="1570872" y="58280"/>
                  <a:pt x="1575637" y="56626"/>
                </a:cubicBezTo>
                <a:cubicBezTo>
                  <a:pt x="1575684" y="54921"/>
                  <a:pt x="1575707" y="53838"/>
                  <a:pt x="1575707" y="53377"/>
                </a:cubicBezTo>
                <a:cubicBezTo>
                  <a:pt x="1575707" y="48307"/>
                  <a:pt x="1574527" y="44735"/>
                  <a:pt x="1572168" y="42662"/>
                </a:cubicBezTo>
                <a:cubicBezTo>
                  <a:pt x="1568976" y="39850"/>
                  <a:pt x="1564234" y="38444"/>
                  <a:pt x="1557942" y="38444"/>
                </a:cubicBezTo>
                <a:cubicBezTo>
                  <a:pt x="1552067" y="38444"/>
                  <a:pt x="1547729" y="39474"/>
                  <a:pt x="1544931" y="41532"/>
                </a:cubicBezTo>
                <a:cubicBezTo>
                  <a:pt x="1542132" y="43591"/>
                  <a:pt x="1540061" y="47234"/>
                  <a:pt x="1538720" y="52462"/>
                </a:cubicBezTo>
                <a:lnTo>
                  <a:pt x="1526506" y="50797"/>
                </a:lnTo>
                <a:cubicBezTo>
                  <a:pt x="1527617" y="45553"/>
                  <a:pt x="1529444" y="41319"/>
                  <a:pt x="1531988" y="38093"/>
                </a:cubicBezTo>
                <a:cubicBezTo>
                  <a:pt x="1534533" y="34868"/>
                  <a:pt x="1538211" y="32385"/>
                  <a:pt x="1543022" y="30646"/>
                </a:cubicBezTo>
                <a:cubicBezTo>
                  <a:pt x="1547834" y="28906"/>
                  <a:pt x="1553408" y="28035"/>
                  <a:pt x="1559746" y="28035"/>
                </a:cubicBezTo>
                <a:cubicBezTo>
                  <a:pt x="1566038" y="28035"/>
                  <a:pt x="1571150" y="28776"/>
                  <a:pt x="1575082" y="30256"/>
                </a:cubicBezTo>
                <a:cubicBezTo>
                  <a:pt x="1579015" y="31736"/>
                  <a:pt x="1581906" y="33598"/>
                  <a:pt x="1583757" y="35842"/>
                </a:cubicBezTo>
                <a:cubicBezTo>
                  <a:pt x="1585607" y="38086"/>
                  <a:pt x="1586902" y="40919"/>
                  <a:pt x="1587643" y="44343"/>
                </a:cubicBezTo>
                <a:cubicBezTo>
                  <a:pt x="1588059" y="46471"/>
                  <a:pt x="1588267" y="50311"/>
                  <a:pt x="1588267" y="55862"/>
                </a:cubicBezTo>
                <a:lnTo>
                  <a:pt x="1588267" y="72517"/>
                </a:lnTo>
                <a:cubicBezTo>
                  <a:pt x="1588267" y="84129"/>
                  <a:pt x="1588533" y="91473"/>
                  <a:pt x="1589065" y="94550"/>
                </a:cubicBezTo>
                <a:cubicBezTo>
                  <a:pt x="1589597" y="97626"/>
                  <a:pt x="1590650" y="100575"/>
                  <a:pt x="1592223" y="103397"/>
                </a:cubicBezTo>
                <a:lnTo>
                  <a:pt x="1579177" y="103397"/>
                </a:lnTo>
                <a:cubicBezTo>
                  <a:pt x="1577881" y="100804"/>
                  <a:pt x="1577049" y="97771"/>
                  <a:pt x="1576678" y="94298"/>
                </a:cubicBezTo>
                <a:moveTo>
                  <a:pt x="1575637" y="66341"/>
                </a:moveTo>
                <a:cubicBezTo>
                  <a:pt x="1571104" y="68207"/>
                  <a:pt x="1564303" y="69793"/>
                  <a:pt x="1555236" y="71099"/>
                </a:cubicBezTo>
                <a:cubicBezTo>
                  <a:pt x="1550100" y="71842"/>
                  <a:pt x="1546469" y="72678"/>
                  <a:pt x="1544341" y="73608"/>
                </a:cubicBezTo>
                <a:cubicBezTo>
                  <a:pt x="1542213" y="74536"/>
                  <a:pt x="1540570" y="75895"/>
                  <a:pt x="1539414" y="77685"/>
                </a:cubicBezTo>
                <a:cubicBezTo>
                  <a:pt x="1538257" y="79473"/>
                  <a:pt x="1537679" y="81459"/>
                  <a:pt x="1537679" y="83642"/>
                </a:cubicBezTo>
                <a:cubicBezTo>
                  <a:pt x="1537679" y="86986"/>
                  <a:pt x="1538939" y="89773"/>
                  <a:pt x="1541461" y="92004"/>
                </a:cubicBezTo>
                <a:cubicBezTo>
                  <a:pt x="1543982" y="94233"/>
                  <a:pt x="1547672" y="95348"/>
                  <a:pt x="1552529" y="95348"/>
                </a:cubicBezTo>
                <a:cubicBezTo>
                  <a:pt x="1557341" y="95348"/>
                  <a:pt x="1561620" y="94290"/>
                  <a:pt x="1565367" y="92175"/>
                </a:cubicBezTo>
                <a:cubicBezTo>
                  <a:pt x="1569114" y="90060"/>
                  <a:pt x="1571867" y="87166"/>
                  <a:pt x="1573625" y="83494"/>
                </a:cubicBezTo>
                <a:cubicBezTo>
                  <a:pt x="1574967" y="80658"/>
                  <a:pt x="1575637" y="76474"/>
                  <a:pt x="1575637" y="70943"/>
                </a:cubicBezTo>
                <a:lnTo>
                  <a:pt x="1575637" y="66341"/>
                </a:lnTo>
                <a:close/>
                <a:moveTo>
                  <a:pt x="1607329" y="103397"/>
                </a:moveTo>
                <a:lnTo>
                  <a:pt x="1607329" y="1665"/>
                </a:lnTo>
                <a:lnTo>
                  <a:pt x="1619820" y="1665"/>
                </a:lnTo>
                <a:lnTo>
                  <a:pt x="1619820" y="103397"/>
                </a:lnTo>
                <a:lnTo>
                  <a:pt x="1607329" y="103397"/>
                </a:lnTo>
                <a:close/>
                <a:moveTo>
                  <a:pt x="1678735" y="16099"/>
                </a:moveTo>
                <a:lnTo>
                  <a:pt x="1678735" y="1665"/>
                </a:lnTo>
                <a:lnTo>
                  <a:pt x="1691226" y="1665"/>
                </a:lnTo>
                <a:lnTo>
                  <a:pt x="1691226" y="16099"/>
                </a:lnTo>
                <a:lnTo>
                  <a:pt x="1678735" y="16099"/>
                </a:lnTo>
                <a:moveTo>
                  <a:pt x="1678735" y="103397"/>
                </a:moveTo>
                <a:lnTo>
                  <a:pt x="1678735" y="29701"/>
                </a:lnTo>
                <a:lnTo>
                  <a:pt x="1691226" y="29701"/>
                </a:lnTo>
                <a:lnTo>
                  <a:pt x="1691226" y="103397"/>
                </a:lnTo>
                <a:lnTo>
                  <a:pt x="1678735" y="103397"/>
                </a:lnTo>
                <a:close/>
                <a:moveTo>
                  <a:pt x="1710217" y="103397"/>
                </a:moveTo>
                <a:lnTo>
                  <a:pt x="1710217" y="29701"/>
                </a:lnTo>
                <a:lnTo>
                  <a:pt x="1721458" y="29701"/>
                </a:lnTo>
                <a:lnTo>
                  <a:pt x="1721458" y="40110"/>
                </a:lnTo>
                <a:cubicBezTo>
                  <a:pt x="1726871" y="32060"/>
                  <a:pt x="1734690" y="28035"/>
                  <a:pt x="1744914" y="28035"/>
                </a:cubicBezTo>
                <a:cubicBezTo>
                  <a:pt x="1749355" y="28035"/>
                  <a:pt x="1753438" y="28833"/>
                  <a:pt x="1757162" y="30429"/>
                </a:cubicBezTo>
                <a:cubicBezTo>
                  <a:pt x="1760886" y="32025"/>
                  <a:pt x="1763673" y="34119"/>
                  <a:pt x="1765524" y="36710"/>
                </a:cubicBezTo>
                <a:cubicBezTo>
                  <a:pt x="1767374" y="39300"/>
                  <a:pt x="1768670" y="42377"/>
                  <a:pt x="1769410" y="45939"/>
                </a:cubicBezTo>
                <a:cubicBezTo>
                  <a:pt x="1769873" y="48252"/>
                  <a:pt x="1770104" y="52300"/>
                  <a:pt x="1770104" y="58083"/>
                </a:cubicBezTo>
                <a:lnTo>
                  <a:pt x="1770104" y="103397"/>
                </a:lnTo>
                <a:lnTo>
                  <a:pt x="1757613" y="103397"/>
                </a:lnTo>
                <a:lnTo>
                  <a:pt x="1757613" y="58521"/>
                </a:lnTo>
                <a:cubicBezTo>
                  <a:pt x="1757613" y="53426"/>
                  <a:pt x="1757127" y="49617"/>
                  <a:pt x="1756156" y="47093"/>
                </a:cubicBezTo>
                <a:cubicBezTo>
                  <a:pt x="1755184" y="44568"/>
                  <a:pt x="1753461" y="42554"/>
                  <a:pt x="1750986" y="41049"/>
                </a:cubicBezTo>
                <a:cubicBezTo>
                  <a:pt x="1748511" y="39544"/>
                  <a:pt x="1745608" y="38791"/>
                  <a:pt x="1742277" y="38791"/>
                </a:cubicBezTo>
                <a:cubicBezTo>
                  <a:pt x="1736957" y="38791"/>
                  <a:pt x="1732365" y="40482"/>
                  <a:pt x="1728502" y="43864"/>
                </a:cubicBezTo>
                <a:cubicBezTo>
                  <a:pt x="1724639" y="47244"/>
                  <a:pt x="1722708" y="53658"/>
                  <a:pt x="1722708" y="63105"/>
                </a:cubicBezTo>
                <a:lnTo>
                  <a:pt x="1722708" y="103397"/>
                </a:lnTo>
                <a:lnTo>
                  <a:pt x="1710217" y="103397"/>
                </a:lnTo>
                <a:close/>
                <a:moveTo>
                  <a:pt x="1839685" y="79665"/>
                </a:moveTo>
                <a:lnTo>
                  <a:pt x="1852592" y="81261"/>
                </a:lnTo>
                <a:cubicBezTo>
                  <a:pt x="1850556" y="88802"/>
                  <a:pt x="1846786" y="94654"/>
                  <a:pt x="1841281" y="98817"/>
                </a:cubicBezTo>
                <a:cubicBezTo>
                  <a:pt x="1835775" y="102981"/>
                  <a:pt x="1828744" y="105063"/>
                  <a:pt x="1820185" y="105063"/>
                </a:cubicBezTo>
                <a:cubicBezTo>
                  <a:pt x="1809406" y="105063"/>
                  <a:pt x="1800859" y="101744"/>
                  <a:pt x="1794544" y="95105"/>
                </a:cubicBezTo>
                <a:cubicBezTo>
                  <a:pt x="1788229" y="88466"/>
                  <a:pt x="1785071" y="79156"/>
                  <a:pt x="1785071" y="67174"/>
                </a:cubicBezTo>
                <a:cubicBezTo>
                  <a:pt x="1785071" y="54775"/>
                  <a:pt x="1788264" y="45153"/>
                  <a:pt x="1794648" y="38306"/>
                </a:cubicBezTo>
                <a:cubicBezTo>
                  <a:pt x="1801032" y="31459"/>
                  <a:pt x="1809313" y="28035"/>
                  <a:pt x="1819491" y="28035"/>
                </a:cubicBezTo>
                <a:cubicBezTo>
                  <a:pt x="1829345" y="28035"/>
                  <a:pt x="1837395" y="31384"/>
                  <a:pt x="1843640" y="38082"/>
                </a:cubicBezTo>
                <a:cubicBezTo>
                  <a:pt x="1849886" y="44779"/>
                  <a:pt x="1853008" y="54201"/>
                  <a:pt x="1853008" y="66347"/>
                </a:cubicBezTo>
                <a:cubicBezTo>
                  <a:pt x="1853008" y="67086"/>
                  <a:pt x="1852985" y="68194"/>
                  <a:pt x="1852939" y="69672"/>
                </a:cubicBezTo>
                <a:lnTo>
                  <a:pt x="1797979" y="69672"/>
                </a:lnTo>
                <a:cubicBezTo>
                  <a:pt x="1798441" y="77745"/>
                  <a:pt x="1800731" y="83927"/>
                  <a:pt x="1804849" y="88217"/>
                </a:cubicBezTo>
                <a:cubicBezTo>
                  <a:pt x="1808966" y="92508"/>
                  <a:pt x="1814101" y="94654"/>
                  <a:pt x="1820254" y="94654"/>
                </a:cubicBezTo>
                <a:cubicBezTo>
                  <a:pt x="1824834" y="94654"/>
                  <a:pt x="1828744" y="93463"/>
                  <a:pt x="1831982" y="91080"/>
                </a:cubicBezTo>
                <a:cubicBezTo>
                  <a:pt x="1835220" y="88696"/>
                  <a:pt x="1837788" y="84891"/>
                  <a:pt x="1839685" y="79665"/>
                </a:cubicBezTo>
                <a:moveTo>
                  <a:pt x="1798673" y="59263"/>
                </a:moveTo>
                <a:lnTo>
                  <a:pt x="1839823" y="59263"/>
                </a:lnTo>
                <a:cubicBezTo>
                  <a:pt x="1839268" y="53165"/>
                  <a:pt x="1837695" y="48591"/>
                  <a:pt x="1835105" y="45542"/>
                </a:cubicBezTo>
                <a:cubicBezTo>
                  <a:pt x="1831126" y="40810"/>
                  <a:pt x="1825968" y="38444"/>
                  <a:pt x="1819630" y="38444"/>
                </a:cubicBezTo>
                <a:cubicBezTo>
                  <a:pt x="1813893" y="38444"/>
                  <a:pt x="1809070" y="40333"/>
                  <a:pt x="1805161" y="44111"/>
                </a:cubicBezTo>
                <a:cubicBezTo>
                  <a:pt x="1801252" y="47887"/>
                  <a:pt x="1799089" y="52938"/>
                  <a:pt x="1798673" y="59263"/>
                </a:cubicBezTo>
                <a:close/>
                <a:moveTo>
                  <a:pt x="1868115" y="103397"/>
                </a:moveTo>
                <a:lnTo>
                  <a:pt x="1868115" y="29701"/>
                </a:lnTo>
                <a:lnTo>
                  <a:pt x="1879357" y="29701"/>
                </a:lnTo>
                <a:lnTo>
                  <a:pt x="1879357" y="40804"/>
                </a:lnTo>
                <a:cubicBezTo>
                  <a:pt x="1882225" y="35605"/>
                  <a:pt x="1884874" y="32177"/>
                  <a:pt x="1887302" y="30520"/>
                </a:cubicBezTo>
                <a:cubicBezTo>
                  <a:pt x="1889731" y="28864"/>
                  <a:pt x="1892403" y="28035"/>
                  <a:pt x="1895318" y="28035"/>
                </a:cubicBezTo>
                <a:cubicBezTo>
                  <a:pt x="1899527" y="28035"/>
                  <a:pt x="1903807" y="29371"/>
                  <a:pt x="1908155" y="32043"/>
                </a:cubicBezTo>
                <a:lnTo>
                  <a:pt x="1903853" y="43580"/>
                </a:lnTo>
                <a:cubicBezTo>
                  <a:pt x="1900800" y="41775"/>
                  <a:pt x="1897746" y="40873"/>
                  <a:pt x="1894693" y="40873"/>
                </a:cubicBezTo>
                <a:cubicBezTo>
                  <a:pt x="1891963" y="40873"/>
                  <a:pt x="1889512" y="41696"/>
                  <a:pt x="1887337" y="43341"/>
                </a:cubicBezTo>
                <a:cubicBezTo>
                  <a:pt x="1885163" y="44985"/>
                  <a:pt x="1883613" y="47265"/>
                  <a:pt x="1882688" y="50183"/>
                </a:cubicBezTo>
                <a:cubicBezTo>
                  <a:pt x="1881300" y="54628"/>
                  <a:pt x="1880606" y="59491"/>
                  <a:pt x="1880606" y="64771"/>
                </a:cubicBezTo>
                <a:lnTo>
                  <a:pt x="1880606" y="103397"/>
                </a:lnTo>
                <a:lnTo>
                  <a:pt x="1868115" y="103397"/>
                </a:lnTo>
                <a:close/>
                <a:moveTo>
                  <a:pt x="1942851" y="92364"/>
                </a:moveTo>
                <a:lnTo>
                  <a:pt x="1944656" y="103397"/>
                </a:lnTo>
                <a:cubicBezTo>
                  <a:pt x="1941140" y="104045"/>
                  <a:pt x="1937994" y="104369"/>
                  <a:pt x="1935218" y="104369"/>
                </a:cubicBezTo>
                <a:cubicBezTo>
                  <a:pt x="1930684" y="104369"/>
                  <a:pt x="1927168" y="103652"/>
                  <a:pt x="1924670" y="102218"/>
                </a:cubicBezTo>
                <a:cubicBezTo>
                  <a:pt x="1922172" y="100784"/>
                  <a:pt x="1920414" y="98898"/>
                  <a:pt x="1919396" y="96562"/>
                </a:cubicBezTo>
                <a:cubicBezTo>
                  <a:pt x="1918378" y="94226"/>
                  <a:pt x="1917869" y="89310"/>
                  <a:pt x="1917869" y="81816"/>
                </a:cubicBezTo>
                <a:lnTo>
                  <a:pt x="1917869" y="39416"/>
                </a:lnTo>
                <a:lnTo>
                  <a:pt x="1908709" y="39416"/>
                </a:lnTo>
                <a:lnTo>
                  <a:pt x="1908709" y="29701"/>
                </a:lnTo>
                <a:lnTo>
                  <a:pt x="1917869" y="29701"/>
                </a:lnTo>
                <a:lnTo>
                  <a:pt x="1917869" y="11400"/>
                </a:lnTo>
                <a:lnTo>
                  <a:pt x="1930291" y="3886"/>
                </a:lnTo>
                <a:lnTo>
                  <a:pt x="1930291" y="29701"/>
                </a:lnTo>
                <a:lnTo>
                  <a:pt x="1942851" y="29701"/>
                </a:lnTo>
                <a:lnTo>
                  <a:pt x="1942851" y="39416"/>
                </a:lnTo>
                <a:lnTo>
                  <a:pt x="1930291" y="39416"/>
                </a:lnTo>
                <a:lnTo>
                  <a:pt x="1930291" y="82510"/>
                </a:lnTo>
                <a:cubicBezTo>
                  <a:pt x="1930291" y="86072"/>
                  <a:pt x="1930511" y="88362"/>
                  <a:pt x="1930950" y="89380"/>
                </a:cubicBezTo>
                <a:cubicBezTo>
                  <a:pt x="1931390" y="90398"/>
                  <a:pt x="1932107" y="91207"/>
                  <a:pt x="1933101" y="91809"/>
                </a:cubicBezTo>
                <a:cubicBezTo>
                  <a:pt x="1934096" y="92410"/>
                  <a:pt x="1935519" y="92711"/>
                  <a:pt x="1937369" y="92711"/>
                </a:cubicBezTo>
                <a:cubicBezTo>
                  <a:pt x="1938757" y="92711"/>
                  <a:pt x="1940584" y="92595"/>
                  <a:pt x="1942851" y="92364"/>
                </a:cubicBezTo>
                <a:close/>
                <a:moveTo>
                  <a:pt x="1955158" y="16099"/>
                </a:moveTo>
                <a:lnTo>
                  <a:pt x="1955158" y="1665"/>
                </a:lnTo>
                <a:lnTo>
                  <a:pt x="1967649" y="1665"/>
                </a:lnTo>
                <a:lnTo>
                  <a:pt x="1967649" y="16099"/>
                </a:lnTo>
                <a:lnTo>
                  <a:pt x="1955158" y="16099"/>
                </a:lnTo>
                <a:moveTo>
                  <a:pt x="1955158" y="103397"/>
                </a:moveTo>
                <a:lnTo>
                  <a:pt x="1955158" y="29701"/>
                </a:lnTo>
                <a:lnTo>
                  <a:pt x="1967649" y="29701"/>
                </a:lnTo>
                <a:lnTo>
                  <a:pt x="1967649" y="103397"/>
                </a:lnTo>
                <a:lnTo>
                  <a:pt x="1955158" y="103397"/>
                </a:lnTo>
                <a:close/>
                <a:moveTo>
                  <a:pt x="2034729" y="94298"/>
                </a:moveTo>
                <a:cubicBezTo>
                  <a:pt x="2030103" y="98233"/>
                  <a:pt x="2025650" y="101011"/>
                  <a:pt x="2021371" y="102632"/>
                </a:cubicBezTo>
                <a:cubicBezTo>
                  <a:pt x="2017092" y="104253"/>
                  <a:pt x="2012500" y="105063"/>
                  <a:pt x="2007596" y="105063"/>
                </a:cubicBezTo>
                <a:cubicBezTo>
                  <a:pt x="1999500" y="105063"/>
                  <a:pt x="1993278" y="103084"/>
                  <a:pt x="1988929" y="99125"/>
                </a:cubicBezTo>
                <a:cubicBezTo>
                  <a:pt x="1984580" y="95167"/>
                  <a:pt x="1982406" y="90109"/>
                  <a:pt x="1982406" y="83952"/>
                </a:cubicBezTo>
                <a:cubicBezTo>
                  <a:pt x="1982406" y="80342"/>
                  <a:pt x="1983227" y="77044"/>
                  <a:pt x="1984870" y="74059"/>
                </a:cubicBezTo>
                <a:cubicBezTo>
                  <a:pt x="1986512" y="71072"/>
                  <a:pt x="1988663" y="68676"/>
                  <a:pt x="1991323" y="66870"/>
                </a:cubicBezTo>
                <a:cubicBezTo>
                  <a:pt x="1993983" y="65064"/>
                  <a:pt x="1996979" y="63699"/>
                  <a:pt x="2000310" y="62774"/>
                </a:cubicBezTo>
                <a:cubicBezTo>
                  <a:pt x="2002762" y="62125"/>
                  <a:pt x="2006463" y="61499"/>
                  <a:pt x="2011413" y="60898"/>
                </a:cubicBezTo>
                <a:cubicBezTo>
                  <a:pt x="2021498" y="59704"/>
                  <a:pt x="2028923" y="58280"/>
                  <a:pt x="2033688" y="56626"/>
                </a:cubicBezTo>
                <a:cubicBezTo>
                  <a:pt x="2033735" y="54921"/>
                  <a:pt x="2033758" y="53838"/>
                  <a:pt x="2033758" y="53377"/>
                </a:cubicBezTo>
                <a:cubicBezTo>
                  <a:pt x="2033758" y="48307"/>
                  <a:pt x="2032578" y="44735"/>
                  <a:pt x="2030219" y="42662"/>
                </a:cubicBezTo>
                <a:cubicBezTo>
                  <a:pt x="2027027" y="39850"/>
                  <a:pt x="2022285" y="38444"/>
                  <a:pt x="2015993" y="38444"/>
                </a:cubicBezTo>
                <a:cubicBezTo>
                  <a:pt x="2010118" y="38444"/>
                  <a:pt x="2005780" y="39474"/>
                  <a:pt x="2002982" y="41532"/>
                </a:cubicBezTo>
                <a:cubicBezTo>
                  <a:pt x="2000183" y="43591"/>
                  <a:pt x="1998112" y="47234"/>
                  <a:pt x="1996771" y="52462"/>
                </a:cubicBezTo>
                <a:lnTo>
                  <a:pt x="1984557" y="50797"/>
                </a:lnTo>
                <a:cubicBezTo>
                  <a:pt x="1985668" y="45553"/>
                  <a:pt x="1987495" y="41319"/>
                  <a:pt x="1990039" y="38093"/>
                </a:cubicBezTo>
                <a:cubicBezTo>
                  <a:pt x="1992584" y="34868"/>
                  <a:pt x="1996262" y="32385"/>
                  <a:pt x="2001073" y="30646"/>
                </a:cubicBezTo>
                <a:cubicBezTo>
                  <a:pt x="2005885" y="28906"/>
                  <a:pt x="2011459" y="28035"/>
                  <a:pt x="2017797" y="28035"/>
                </a:cubicBezTo>
                <a:cubicBezTo>
                  <a:pt x="2024089" y="28035"/>
                  <a:pt x="2029201" y="28776"/>
                  <a:pt x="2033133" y="30256"/>
                </a:cubicBezTo>
                <a:cubicBezTo>
                  <a:pt x="2037066" y="31736"/>
                  <a:pt x="2039957" y="33598"/>
                  <a:pt x="2041808" y="35842"/>
                </a:cubicBezTo>
                <a:cubicBezTo>
                  <a:pt x="2043658" y="38086"/>
                  <a:pt x="2044953" y="40919"/>
                  <a:pt x="2045694" y="44343"/>
                </a:cubicBezTo>
                <a:cubicBezTo>
                  <a:pt x="2046110" y="46471"/>
                  <a:pt x="2046318" y="50311"/>
                  <a:pt x="2046318" y="55862"/>
                </a:cubicBezTo>
                <a:lnTo>
                  <a:pt x="2046318" y="72517"/>
                </a:lnTo>
                <a:cubicBezTo>
                  <a:pt x="2046318" y="84129"/>
                  <a:pt x="2046584" y="91473"/>
                  <a:pt x="2047116" y="94550"/>
                </a:cubicBezTo>
                <a:cubicBezTo>
                  <a:pt x="2047648" y="97626"/>
                  <a:pt x="2048701" y="100575"/>
                  <a:pt x="2050274" y="103397"/>
                </a:cubicBezTo>
                <a:lnTo>
                  <a:pt x="2037228" y="103397"/>
                </a:lnTo>
                <a:cubicBezTo>
                  <a:pt x="2035932" y="100804"/>
                  <a:pt x="2035100" y="97771"/>
                  <a:pt x="2034729" y="94298"/>
                </a:cubicBezTo>
                <a:moveTo>
                  <a:pt x="2033688" y="66341"/>
                </a:moveTo>
                <a:cubicBezTo>
                  <a:pt x="2029155" y="68207"/>
                  <a:pt x="2022354" y="69793"/>
                  <a:pt x="2013287" y="71099"/>
                </a:cubicBezTo>
                <a:cubicBezTo>
                  <a:pt x="2008151" y="71842"/>
                  <a:pt x="2004520" y="72678"/>
                  <a:pt x="2002392" y="73608"/>
                </a:cubicBezTo>
                <a:cubicBezTo>
                  <a:pt x="2000264" y="74536"/>
                  <a:pt x="1998621" y="75895"/>
                  <a:pt x="1997465" y="77685"/>
                </a:cubicBezTo>
                <a:cubicBezTo>
                  <a:pt x="1996308" y="79473"/>
                  <a:pt x="1995730" y="81459"/>
                  <a:pt x="1995730" y="83642"/>
                </a:cubicBezTo>
                <a:cubicBezTo>
                  <a:pt x="1995730" y="86986"/>
                  <a:pt x="1996990" y="89773"/>
                  <a:pt x="1999512" y="92004"/>
                </a:cubicBezTo>
                <a:cubicBezTo>
                  <a:pt x="2002033" y="94233"/>
                  <a:pt x="2005723" y="95348"/>
                  <a:pt x="2010580" y="95348"/>
                </a:cubicBezTo>
                <a:cubicBezTo>
                  <a:pt x="2015392" y="95348"/>
                  <a:pt x="2019671" y="94290"/>
                  <a:pt x="2023418" y="92175"/>
                </a:cubicBezTo>
                <a:cubicBezTo>
                  <a:pt x="2027165" y="90060"/>
                  <a:pt x="2029918" y="87166"/>
                  <a:pt x="2031676" y="83494"/>
                </a:cubicBezTo>
                <a:cubicBezTo>
                  <a:pt x="2033018" y="80658"/>
                  <a:pt x="2033688" y="76474"/>
                  <a:pt x="2033688" y="70943"/>
                </a:cubicBezTo>
                <a:lnTo>
                  <a:pt x="2033688" y="66341"/>
                </a:lnTo>
                <a:close/>
                <a:moveTo>
                  <a:pt x="2065380" y="103397"/>
                </a:moveTo>
                <a:lnTo>
                  <a:pt x="2065380" y="1665"/>
                </a:lnTo>
                <a:lnTo>
                  <a:pt x="2077871" y="1665"/>
                </a:lnTo>
                <a:lnTo>
                  <a:pt x="2077871" y="103397"/>
                </a:lnTo>
                <a:lnTo>
                  <a:pt x="2065380" y="103397"/>
                </a:lnTo>
                <a:close/>
                <a:moveTo>
                  <a:pt x="2136717" y="103397"/>
                </a:moveTo>
                <a:lnTo>
                  <a:pt x="2136717" y="29701"/>
                </a:lnTo>
                <a:lnTo>
                  <a:pt x="2147959" y="29701"/>
                </a:lnTo>
                <a:lnTo>
                  <a:pt x="2147959" y="40110"/>
                </a:lnTo>
                <a:cubicBezTo>
                  <a:pt x="2153372" y="32060"/>
                  <a:pt x="2161190" y="28035"/>
                  <a:pt x="2171414" y="28035"/>
                </a:cubicBezTo>
                <a:cubicBezTo>
                  <a:pt x="2175856" y="28035"/>
                  <a:pt x="2179938" y="28833"/>
                  <a:pt x="2183663" y="30429"/>
                </a:cubicBezTo>
                <a:cubicBezTo>
                  <a:pt x="2187387" y="32025"/>
                  <a:pt x="2190174" y="34119"/>
                  <a:pt x="2192025" y="36710"/>
                </a:cubicBezTo>
                <a:cubicBezTo>
                  <a:pt x="2193875" y="39300"/>
                  <a:pt x="2195170" y="42377"/>
                  <a:pt x="2195911" y="45939"/>
                </a:cubicBezTo>
                <a:cubicBezTo>
                  <a:pt x="2196373" y="48252"/>
                  <a:pt x="2196605" y="52300"/>
                  <a:pt x="2196605" y="58083"/>
                </a:cubicBezTo>
                <a:lnTo>
                  <a:pt x="2196605" y="103397"/>
                </a:lnTo>
                <a:lnTo>
                  <a:pt x="2184114" y="103397"/>
                </a:lnTo>
                <a:lnTo>
                  <a:pt x="2184114" y="58521"/>
                </a:lnTo>
                <a:cubicBezTo>
                  <a:pt x="2184114" y="53426"/>
                  <a:pt x="2183628" y="49617"/>
                  <a:pt x="2182656" y="47093"/>
                </a:cubicBezTo>
                <a:cubicBezTo>
                  <a:pt x="2181685" y="44568"/>
                  <a:pt x="2179962" y="42554"/>
                  <a:pt x="2177486" y="41049"/>
                </a:cubicBezTo>
                <a:cubicBezTo>
                  <a:pt x="2175011" y="39544"/>
                  <a:pt x="2172108" y="38791"/>
                  <a:pt x="2168777" y="38791"/>
                </a:cubicBezTo>
                <a:cubicBezTo>
                  <a:pt x="2163457" y="38791"/>
                  <a:pt x="2158866" y="40482"/>
                  <a:pt x="2155003" y="43864"/>
                </a:cubicBezTo>
                <a:cubicBezTo>
                  <a:pt x="2151140" y="47244"/>
                  <a:pt x="2149208" y="53658"/>
                  <a:pt x="2149208" y="63105"/>
                </a:cubicBezTo>
                <a:lnTo>
                  <a:pt x="2149208" y="103397"/>
                </a:lnTo>
                <a:lnTo>
                  <a:pt x="2136717" y="103397"/>
                </a:lnTo>
                <a:close/>
                <a:moveTo>
                  <a:pt x="2263826" y="94298"/>
                </a:moveTo>
                <a:cubicBezTo>
                  <a:pt x="2259200" y="98233"/>
                  <a:pt x="2254747" y="101011"/>
                  <a:pt x="2250468" y="102632"/>
                </a:cubicBezTo>
                <a:cubicBezTo>
                  <a:pt x="2246188" y="104253"/>
                  <a:pt x="2241597" y="105063"/>
                  <a:pt x="2236693" y="105063"/>
                </a:cubicBezTo>
                <a:cubicBezTo>
                  <a:pt x="2228597" y="105063"/>
                  <a:pt x="2222375" y="103084"/>
                  <a:pt x="2218026" y="99125"/>
                </a:cubicBezTo>
                <a:cubicBezTo>
                  <a:pt x="2213677" y="95167"/>
                  <a:pt x="2211503" y="90109"/>
                  <a:pt x="2211503" y="83952"/>
                </a:cubicBezTo>
                <a:cubicBezTo>
                  <a:pt x="2211503" y="80342"/>
                  <a:pt x="2212324" y="77044"/>
                  <a:pt x="2213966" y="74059"/>
                </a:cubicBezTo>
                <a:cubicBezTo>
                  <a:pt x="2215609" y="71072"/>
                  <a:pt x="2217760" y="68676"/>
                  <a:pt x="2220420" y="66870"/>
                </a:cubicBezTo>
                <a:cubicBezTo>
                  <a:pt x="2223080" y="65064"/>
                  <a:pt x="2226076" y="63699"/>
                  <a:pt x="2229406" y="62774"/>
                </a:cubicBezTo>
                <a:cubicBezTo>
                  <a:pt x="2231858" y="62125"/>
                  <a:pt x="2235559" y="61499"/>
                  <a:pt x="2240510" y="60898"/>
                </a:cubicBezTo>
                <a:cubicBezTo>
                  <a:pt x="2250595" y="59704"/>
                  <a:pt x="2258020" y="58280"/>
                  <a:pt x="2262785" y="56626"/>
                </a:cubicBezTo>
                <a:cubicBezTo>
                  <a:pt x="2262831" y="54921"/>
                  <a:pt x="2262855" y="53838"/>
                  <a:pt x="2262855" y="53377"/>
                </a:cubicBezTo>
                <a:cubicBezTo>
                  <a:pt x="2262855" y="48307"/>
                  <a:pt x="2261675" y="44735"/>
                  <a:pt x="2259315" y="42662"/>
                </a:cubicBezTo>
                <a:cubicBezTo>
                  <a:pt x="2256123" y="39850"/>
                  <a:pt x="2251381" y="38444"/>
                  <a:pt x="2245090" y="38444"/>
                </a:cubicBezTo>
                <a:cubicBezTo>
                  <a:pt x="2239214" y="38444"/>
                  <a:pt x="2234877" y="39474"/>
                  <a:pt x="2232078" y="41532"/>
                </a:cubicBezTo>
                <a:cubicBezTo>
                  <a:pt x="2229279" y="43591"/>
                  <a:pt x="2227209" y="47234"/>
                  <a:pt x="2225867" y="52462"/>
                </a:cubicBezTo>
                <a:lnTo>
                  <a:pt x="2213654" y="50797"/>
                </a:lnTo>
                <a:cubicBezTo>
                  <a:pt x="2214764" y="45553"/>
                  <a:pt x="2216592" y="41319"/>
                  <a:pt x="2219136" y="38093"/>
                </a:cubicBezTo>
                <a:cubicBezTo>
                  <a:pt x="2221681" y="34868"/>
                  <a:pt x="2225358" y="32385"/>
                  <a:pt x="2230170" y="30646"/>
                </a:cubicBezTo>
                <a:cubicBezTo>
                  <a:pt x="2234981" y="28906"/>
                  <a:pt x="2240556" y="28035"/>
                  <a:pt x="2246894" y="28035"/>
                </a:cubicBezTo>
                <a:cubicBezTo>
                  <a:pt x="2253186" y="28035"/>
                  <a:pt x="2258298" y="28776"/>
                  <a:pt x="2262230" y="30256"/>
                </a:cubicBezTo>
                <a:cubicBezTo>
                  <a:pt x="2266162" y="31736"/>
                  <a:pt x="2269054" y="33598"/>
                  <a:pt x="2270904" y="35842"/>
                </a:cubicBezTo>
                <a:cubicBezTo>
                  <a:pt x="2272755" y="38086"/>
                  <a:pt x="2274050" y="40919"/>
                  <a:pt x="2274790" y="44343"/>
                </a:cubicBezTo>
                <a:cubicBezTo>
                  <a:pt x="2275207" y="46471"/>
                  <a:pt x="2275415" y="50311"/>
                  <a:pt x="2275415" y="55862"/>
                </a:cubicBezTo>
                <a:lnTo>
                  <a:pt x="2275415" y="72517"/>
                </a:lnTo>
                <a:cubicBezTo>
                  <a:pt x="2275415" y="84129"/>
                  <a:pt x="2275681" y="91473"/>
                  <a:pt x="2276213" y="94550"/>
                </a:cubicBezTo>
                <a:cubicBezTo>
                  <a:pt x="2276745" y="97626"/>
                  <a:pt x="2277797" y="100575"/>
                  <a:pt x="2279370" y="103397"/>
                </a:cubicBezTo>
                <a:lnTo>
                  <a:pt x="2266324" y="103397"/>
                </a:lnTo>
                <a:cubicBezTo>
                  <a:pt x="2265029" y="100804"/>
                  <a:pt x="2264196" y="97771"/>
                  <a:pt x="2263826" y="94298"/>
                </a:cubicBezTo>
                <a:moveTo>
                  <a:pt x="2262785" y="66341"/>
                </a:moveTo>
                <a:cubicBezTo>
                  <a:pt x="2258251" y="68207"/>
                  <a:pt x="2251451" y="69793"/>
                  <a:pt x="2242383" y="71099"/>
                </a:cubicBezTo>
                <a:cubicBezTo>
                  <a:pt x="2237248" y="71842"/>
                  <a:pt x="2233616" y="72678"/>
                  <a:pt x="2231488" y="73608"/>
                </a:cubicBezTo>
                <a:cubicBezTo>
                  <a:pt x="2229360" y="74536"/>
                  <a:pt x="2227718" y="75895"/>
                  <a:pt x="2226561" y="77685"/>
                </a:cubicBezTo>
                <a:cubicBezTo>
                  <a:pt x="2225405" y="79473"/>
                  <a:pt x="2224826" y="81459"/>
                  <a:pt x="2224826" y="83642"/>
                </a:cubicBezTo>
                <a:cubicBezTo>
                  <a:pt x="2224826" y="86986"/>
                  <a:pt x="2226087" y="89773"/>
                  <a:pt x="2228608" y="92004"/>
                </a:cubicBezTo>
                <a:cubicBezTo>
                  <a:pt x="2231130" y="94233"/>
                  <a:pt x="2234819" y="95348"/>
                  <a:pt x="2239677" y="95348"/>
                </a:cubicBezTo>
                <a:cubicBezTo>
                  <a:pt x="2244488" y="95348"/>
                  <a:pt x="2248767" y="94290"/>
                  <a:pt x="2252515" y="92175"/>
                </a:cubicBezTo>
                <a:cubicBezTo>
                  <a:pt x="2256262" y="90060"/>
                  <a:pt x="2259015" y="87166"/>
                  <a:pt x="2260773" y="83494"/>
                </a:cubicBezTo>
                <a:cubicBezTo>
                  <a:pt x="2262114" y="80658"/>
                  <a:pt x="2262785" y="76474"/>
                  <a:pt x="2262785" y="70943"/>
                </a:cubicBezTo>
                <a:lnTo>
                  <a:pt x="2262785" y="66341"/>
                </a:lnTo>
                <a:close/>
                <a:moveTo>
                  <a:pt x="2315225" y="103397"/>
                </a:moveTo>
                <a:lnTo>
                  <a:pt x="2287190" y="29701"/>
                </a:lnTo>
                <a:lnTo>
                  <a:pt x="2300375" y="29701"/>
                </a:lnTo>
                <a:lnTo>
                  <a:pt x="2316197" y="73836"/>
                </a:lnTo>
                <a:cubicBezTo>
                  <a:pt x="2317909" y="78601"/>
                  <a:pt x="2319481" y="83551"/>
                  <a:pt x="2320916" y="88686"/>
                </a:cubicBezTo>
                <a:cubicBezTo>
                  <a:pt x="2322026" y="84800"/>
                  <a:pt x="2323576" y="80127"/>
                  <a:pt x="2325565" y="74668"/>
                </a:cubicBezTo>
                <a:lnTo>
                  <a:pt x="2341942" y="29701"/>
                </a:lnTo>
                <a:lnTo>
                  <a:pt x="2354780" y="29701"/>
                </a:lnTo>
                <a:lnTo>
                  <a:pt x="2326884" y="103397"/>
                </a:lnTo>
                <a:lnTo>
                  <a:pt x="2315225" y="103397"/>
                </a:lnTo>
                <a:close/>
                <a:moveTo>
                  <a:pt x="2365883" y="16099"/>
                </a:moveTo>
                <a:lnTo>
                  <a:pt x="2365883" y="1665"/>
                </a:lnTo>
                <a:lnTo>
                  <a:pt x="2378374" y="1665"/>
                </a:lnTo>
                <a:lnTo>
                  <a:pt x="2378374" y="16099"/>
                </a:lnTo>
                <a:lnTo>
                  <a:pt x="2365883" y="16099"/>
                </a:lnTo>
                <a:moveTo>
                  <a:pt x="2365883" y="103397"/>
                </a:moveTo>
                <a:lnTo>
                  <a:pt x="2365883" y="29701"/>
                </a:lnTo>
                <a:lnTo>
                  <a:pt x="2378374" y="29701"/>
                </a:lnTo>
                <a:lnTo>
                  <a:pt x="2378374" y="103397"/>
                </a:lnTo>
                <a:lnTo>
                  <a:pt x="2365883" y="103397"/>
                </a:lnTo>
                <a:close/>
                <a:moveTo>
                  <a:pt x="2395074" y="109504"/>
                </a:moveTo>
                <a:lnTo>
                  <a:pt x="2407218" y="111308"/>
                </a:lnTo>
                <a:cubicBezTo>
                  <a:pt x="2407727" y="115056"/>
                  <a:pt x="2409138" y="117785"/>
                  <a:pt x="2411451" y="119497"/>
                </a:cubicBezTo>
                <a:cubicBezTo>
                  <a:pt x="2414551" y="121810"/>
                  <a:pt x="2418784" y="122967"/>
                  <a:pt x="2424150" y="122967"/>
                </a:cubicBezTo>
                <a:cubicBezTo>
                  <a:pt x="2429933" y="122967"/>
                  <a:pt x="2434398" y="121807"/>
                  <a:pt x="2437543" y="119488"/>
                </a:cubicBezTo>
                <a:cubicBezTo>
                  <a:pt x="2440689" y="117171"/>
                  <a:pt x="2442817" y="113925"/>
                  <a:pt x="2443928" y="109751"/>
                </a:cubicBezTo>
                <a:cubicBezTo>
                  <a:pt x="2444575" y="107203"/>
                  <a:pt x="2444876" y="101848"/>
                  <a:pt x="2444830" y="93687"/>
                </a:cubicBezTo>
                <a:cubicBezTo>
                  <a:pt x="2439371" y="100161"/>
                  <a:pt x="2432570" y="103397"/>
                  <a:pt x="2424428" y="103397"/>
                </a:cubicBezTo>
                <a:cubicBezTo>
                  <a:pt x="2414296" y="103397"/>
                  <a:pt x="2406455" y="99743"/>
                  <a:pt x="2400903" y="92433"/>
                </a:cubicBezTo>
                <a:cubicBezTo>
                  <a:pt x="2395352" y="85124"/>
                  <a:pt x="2392576" y="76357"/>
                  <a:pt x="2392576" y="66133"/>
                </a:cubicBezTo>
                <a:cubicBezTo>
                  <a:pt x="2392576" y="59101"/>
                  <a:pt x="2393848" y="52612"/>
                  <a:pt x="2396393" y="46668"/>
                </a:cubicBezTo>
                <a:cubicBezTo>
                  <a:pt x="2398937" y="40723"/>
                  <a:pt x="2402627" y="36131"/>
                  <a:pt x="2407461" y="32893"/>
                </a:cubicBezTo>
                <a:cubicBezTo>
                  <a:pt x="2412296" y="29654"/>
                  <a:pt x="2417974" y="28035"/>
                  <a:pt x="2424497" y="28035"/>
                </a:cubicBezTo>
                <a:cubicBezTo>
                  <a:pt x="2433195" y="28035"/>
                  <a:pt x="2440366" y="31574"/>
                  <a:pt x="2446010" y="38653"/>
                </a:cubicBezTo>
                <a:lnTo>
                  <a:pt x="2446010" y="29701"/>
                </a:lnTo>
                <a:lnTo>
                  <a:pt x="2457529" y="29701"/>
                </a:lnTo>
                <a:lnTo>
                  <a:pt x="2457529" y="93448"/>
                </a:lnTo>
                <a:cubicBezTo>
                  <a:pt x="2457529" y="104928"/>
                  <a:pt x="2456361" y="113064"/>
                  <a:pt x="2454025" y="117855"/>
                </a:cubicBezTo>
                <a:cubicBezTo>
                  <a:pt x="2451688" y="122646"/>
                  <a:pt x="2447987" y="126431"/>
                  <a:pt x="2442922" y="129208"/>
                </a:cubicBezTo>
                <a:cubicBezTo>
                  <a:pt x="2437856" y="131986"/>
                  <a:pt x="2431622" y="133376"/>
                  <a:pt x="2424220" y="133376"/>
                </a:cubicBezTo>
                <a:cubicBezTo>
                  <a:pt x="2415430" y="133376"/>
                  <a:pt x="2408329" y="131392"/>
                  <a:pt x="2402916" y="127425"/>
                </a:cubicBezTo>
                <a:cubicBezTo>
                  <a:pt x="2397503" y="123458"/>
                  <a:pt x="2394889" y="117485"/>
                  <a:pt x="2395074" y="109504"/>
                </a:cubicBezTo>
                <a:moveTo>
                  <a:pt x="2405414" y="65233"/>
                </a:moveTo>
                <a:cubicBezTo>
                  <a:pt x="2405414" y="74877"/>
                  <a:pt x="2407334" y="81914"/>
                  <a:pt x="2411174" y="86344"/>
                </a:cubicBezTo>
                <a:cubicBezTo>
                  <a:pt x="2415013" y="90774"/>
                  <a:pt x="2419825" y="92988"/>
                  <a:pt x="2425608" y="92988"/>
                </a:cubicBezTo>
                <a:cubicBezTo>
                  <a:pt x="2431344" y="92988"/>
                  <a:pt x="2436156" y="90785"/>
                  <a:pt x="2440042" y="86379"/>
                </a:cubicBezTo>
                <a:cubicBezTo>
                  <a:pt x="2443928" y="81972"/>
                  <a:pt x="2445871" y="75061"/>
                  <a:pt x="2445871" y="65647"/>
                </a:cubicBezTo>
                <a:cubicBezTo>
                  <a:pt x="2445871" y="56649"/>
                  <a:pt x="2443870" y="49866"/>
                  <a:pt x="2439868" y="45297"/>
                </a:cubicBezTo>
                <a:cubicBezTo>
                  <a:pt x="2435866" y="40729"/>
                  <a:pt x="2431044" y="38444"/>
                  <a:pt x="2425400" y="38444"/>
                </a:cubicBezTo>
                <a:cubicBezTo>
                  <a:pt x="2419848" y="38444"/>
                  <a:pt x="2415129" y="40694"/>
                  <a:pt x="2411243" y="45193"/>
                </a:cubicBezTo>
                <a:cubicBezTo>
                  <a:pt x="2407357" y="49692"/>
                  <a:pt x="2405414" y="56372"/>
                  <a:pt x="2405414" y="65233"/>
                </a:cubicBezTo>
                <a:close/>
                <a:moveTo>
                  <a:pt x="2524473" y="94298"/>
                </a:moveTo>
                <a:cubicBezTo>
                  <a:pt x="2519846" y="98233"/>
                  <a:pt x="2515394" y="101011"/>
                  <a:pt x="2511114" y="102632"/>
                </a:cubicBezTo>
                <a:cubicBezTo>
                  <a:pt x="2506835" y="104253"/>
                  <a:pt x="2502243" y="105063"/>
                  <a:pt x="2497339" y="105063"/>
                </a:cubicBezTo>
                <a:cubicBezTo>
                  <a:pt x="2489243" y="105063"/>
                  <a:pt x="2483021" y="103084"/>
                  <a:pt x="2478672" y="99125"/>
                </a:cubicBezTo>
                <a:cubicBezTo>
                  <a:pt x="2474324" y="95167"/>
                  <a:pt x="2472149" y="90109"/>
                  <a:pt x="2472149" y="83952"/>
                </a:cubicBezTo>
                <a:cubicBezTo>
                  <a:pt x="2472149" y="80342"/>
                  <a:pt x="2472970" y="77044"/>
                  <a:pt x="2474613" y="74059"/>
                </a:cubicBezTo>
                <a:cubicBezTo>
                  <a:pt x="2476255" y="71072"/>
                  <a:pt x="2478406" y="68676"/>
                  <a:pt x="2481066" y="66870"/>
                </a:cubicBezTo>
                <a:cubicBezTo>
                  <a:pt x="2483727" y="65064"/>
                  <a:pt x="2486722" y="63699"/>
                  <a:pt x="2490053" y="62774"/>
                </a:cubicBezTo>
                <a:cubicBezTo>
                  <a:pt x="2492505" y="62125"/>
                  <a:pt x="2496206" y="61499"/>
                  <a:pt x="2501156" y="60898"/>
                </a:cubicBezTo>
                <a:cubicBezTo>
                  <a:pt x="2511241" y="59704"/>
                  <a:pt x="2518667" y="58280"/>
                  <a:pt x="2523432" y="56626"/>
                </a:cubicBezTo>
                <a:cubicBezTo>
                  <a:pt x="2523478" y="54921"/>
                  <a:pt x="2523501" y="53838"/>
                  <a:pt x="2523501" y="53377"/>
                </a:cubicBezTo>
                <a:cubicBezTo>
                  <a:pt x="2523501" y="48307"/>
                  <a:pt x="2522321" y="44735"/>
                  <a:pt x="2519962" y="42662"/>
                </a:cubicBezTo>
                <a:cubicBezTo>
                  <a:pt x="2516770" y="39850"/>
                  <a:pt x="2512028" y="38444"/>
                  <a:pt x="2505736" y="38444"/>
                </a:cubicBezTo>
                <a:cubicBezTo>
                  <a:pt x="2499861" y="38444"/>
                  <a:pt x="2495524" y="39474"/>
                  <a:pt x="2492725" y="41532"/>
                </a:cubicBezTo>
                <a:cubicBezTo>
                  <a:pt x="2489926" y="43591"/>
                  <a:pt x="2487856" y="47234"/>
                  <a:pt x="2486514" y="52462"/>
                </a:cubicBezTo>
                <a:lnTo>
                  <a:pt x="2474301" y="50797"/>
                </a:lnTo>
                <a:cubicBezTo>
                  <a:pt x="2475411" y="45553"/>
                  <a:pt x="2477238" y="41319"/>
                  <a:pt x="2479783" y="38093"/>
                </a:cubicBezTo>
                <a:cubicBezTo>
                  <a:pt x="2482327" y="34868"/>
                  <a:pt x="2486005" y="32385"/>
                  <a:pt x="2490816" y="30646"/>
                </a:cubicBezTo>
                <a:cubicBezTo>
                  <a:pt x="2495628" y="28906"/>
                  <a:pt x="2501202" y="28035"/>
                  <a:pt x="2507540" y="28035"/>
                </a:cubicBezTo>
                <a:cubicBezTo>
                  <a:pt x="2513832" y="28035"/>
                  <a:pt x="2518944" y="28776"/>
                  <a:pt x="2522877" y="30256"/>
                </a:cubicBezTo>
                <a:cubicBezTo>
                  <a:pt x="2526809" y="31736"/>
                  <a:pt x="2529700" y="33598"/>
                  <a:pt x="2531551" y="35842"/>
                </a:cubicBezTo>
                <a:cubicBezTo>
                  <a:pt x="2533401" y="38086"/>
                  <a:pt x="2534697" y="40919"/>
                  <a:pt x="2535437" y="44343"/>
                </a:cubicBezTo>
                <a:cubicBezTo>
                  <a:pt x="2535853" y="46471"/>
                  <a:pt x="2536061" y="50311"/>
                  <a:pt x="2536061" y="55862"/>
                </a:cubicBezTo>
                <a:lnTo>
                  <a:pt x="2536061" y="72517"/>
                </a:lnTo>
                <a:cubicBezTo>
                  <a:pt x="2536061" y="84129"/>
                  <a:pt x="2536327" y="91473"/>
                  <a:pt x="2536859" y="94550"/>
                </a:cubicBezTo>
                <a:cubicBezTo>
                  <a:pt x="2537392" y="97626"/>
                  <a:pt x="2538444" y="100575"/>
                  <a:pt x="2540017" y="103397"/>
                </a:cubicBezTo>
                <a:lnTo>
                  <a:pt x="2526971" y="103397"/>
                </a:lnTo>
                <a:cubicBezTo>
                  <a:pt x="2525675" y="100804"/>
                  <a:pt x="2524843" y="97771"/>
                  <a:pt x="2524473" y="94298"/>
                </a:cubicBezTo>
                <a:moveTo>
                  <a:pt x="2523432" y="66341"/>
                </a:moveTo>
                <a:cubicBezTo>
                  <a:pt x="2518898" y="68207"/>
                  <a:pt x="2512097" y="69793"/>
                  <a:pt x="2503030" y="71099"/>
                </a:cubicBezTo>
                <a:cubicBezTo>
                  <a:pt x="2497895" y="71842"/>
                  <a:pt x="2494263" y="72678"/>
                  <a:pt x="2492135" y="73608"/>
                </a:cubicBezTo>
                <a:cubicBezTo>
                  <a:pt x="2490007" y="74536"/>
                  <a:pt x="2488364" y="75895"/>
                  <a:pt x="2487208" y="77685"/>
                </a:cubicBezTo>
                <a:cubicBezTo>
                  <a:pt x="2486051" y="79473"/>
                  <a:pt x="2485473" y="81459"/>
                  <a:pt x="2485473" y="83642"/>
                </a:cubicBezTo>
                <a:cubicBezTo>
                  <a:pt x="2485473" y="86986"/>
                  <a:pt x="2486734" y="89773"/>
                  <a:pt x="2489255" y="92004"/>
                </a:cubicBezTo>
                <a:cubicBezTo>
                  <a:pt x="2491776" y="94233"/>
                  <a:pt x="2495466" y="95348"/>
                  <a:pt x="2500323" y="95348"/>
                </a:cubicBezTo>
                <a:cubicBezTo>
                  <a:pt x="2505135" y="95348"/>
                  <a:pt x="2509414" y="94290"/>
                  <a:pt x="2513161" y="92175"/>
                </a:cubicBezTo>
                <a:cubicBezTo>
                  <a:pt x="2516909" y="90060"/>
                  <a:pt x="2519661" y="87166"/>
                  <a:pt x="2521419" y="83494"/>
                </a:cubicBezTo>
                <a:cubicBezTo>
                  <a:pt x="2522761" y="80658"/>
                  <a:pt x="2523432" y="76474"/>
                  <a:pt x="2523432" y="70943"/>
                </a:cubicBezTo>
                <a:lnTo>
                  <a:pt x="2523432" y="66341"/>
                </a:lnTo>
                <a:close/>
                <a:moveTo>
                  <a:pt x="2582673" y="92364"/>
                </a:moveTo>
                <a:lnTo>
                  <a:pt x="2584477" y="103397"/>
                </a:lnTo>
                <a:cubicBezTo>
                  <a:pt x="2580961" y="104045"/>
                  <a:pt x="2577815" y="104369"/>
                  <a:pt x="2575040" y="104369"/>
                </a:cubicBezTo>
                <a:cubicBezTo>
                  <a:pt x="2570506" y="104369"/>
                  <a:pt x="2566990" y="103652"/>
                  <a:pt x="2564492" y="102218"/>
                </a:cubicBezTo>
                <a:cubicBezTo>
                  <a:pt x="2561994" y="100784"/>
                  <a:pt x="2560236" y="98898"/>
                  <a:pt x="2559218" y="96562"/>
                </a:cubicBezTo>
                <a:cubicBezTo>
                  <a:pt x="2558200" y="94226"/>
                  <a:pt x="2557691" y="89310"/>
                  <a:pt x="2557691" y="81816"/>
                </a:cubicBezTo>
                <a:lnTo>
                  <a:pt x="2557691" y="39416"/>
                </a:lnTo>
                <a:lnTo>
                  <a:pt x="2548531" y="39416"/>
                </a:lnTo>
                <a:lnTo>
                  <a:pt x="2548531" y="29701"/>
                </a:lnTo>
                <a:lnTo>
                  <a:pt x="2557691" y="29701"/>
                </a:lnTo>
                <a:lnTo>
                  <a:pt x="2557691" y="11400"/>
                </a:lnTo>
                <a:lnTo>
                  <a:pt x="2570113" y="3886"/>
                </a:lnTo>
                <a:lnTo>
                  <a:pt x="2570113" y="29701"/>
                </a:lnTo>
                <a:lnTo>
                  <a:pt x="2582673" y="29701"/>
                </a:lnTo>
                <a:lnTo>
                  <a:pt x="2582673" y="39416"/>
                </a:lnTo>
                <a:lnTo>
                  <a:pt x="2570113" y="39416"/>
                </a:lnTo>
                <a:lnTo>
                  <a:pt x="2570113" y="82510"/>
                </a:lnTo>
                <a:cubicBezTo>
                  <a:pt x="2570113" y="86072"/>
                  <a:pt x="2570332" y="88362"/>
                  <a:pt x="2570772" y="89380"/>
                </a:cubicBezTo>
                <a:cubicBezTo>
                  <a:pt x="2571211" y="90398"/>
                  <a:pt x="2571928" y="91207"/>
                  <a:pt x="2572923" y="91809"/>
                </a:cubicBezTo>
                <a:cubicBezTo>
                  <a:pt x="2573918" y="92410"/>
                  <a:pt x="2575340" y="92711"/>
                  <a:pt x="2577191" y="92711"/>
                </a:cubicBezTo>
                <a:cubicBezTo>
                  <a:pt x="2578579" y="92711"/>
                  <a:pt x="2580406" y="92595"/>
                  <a:pt x="2582673" y="92364"/>
                </a:cubicBezTo>
                <a:close/>
                <a:moveTo>
                  <a:pt x="2594980" y="16099"/>
                </a:moveTo>
                <a:lnTo>
                  <a:pt x="2594980" y="1665"/>
                </a:lnTo>
                <a:lnTo>
                  <a:pt x="2607471" y="1665"/>
                </a:lnTo>
                <a:lnTo>
                  <a:pt x="2607471" y="16099"/>
                </a:lnTo>
                <a:lnTo>
                  <a:pt x="2594980" y="16099"/>
                </a:lnTo>
                <a:moveTo>
                  <a:pt x="2594980" y="103397"/>
                </a:moveTo>
                <a:lnTo>
                  <a:pt x="2594980" y="29701"/>
                </a:lnTo>
                <a:lnTo>
                  <a:pt x="2607471" y="29701"/>
                </a:lnTo>
                <a:lnTo>
                  <a:pt x="2607471" y="103397"/>
                </a:lnTo>
                <a:lnTo>
                  <a:pt x="2594980" y="103397"/>
                </a:lnTo>
                <a:close/>
                <a:moveTo>
                  <a:pt x="2621811" y="66549"/>
                </a:moveTo>
                <a:cubicBezTo>
                  <a:pt x="2621811" y="52902"/>
                  <a:pt x="2625605" y="42793"/>
                  <a:pt x="2633192" y="36224"/>
                </a:cubicBezTo>
                <a:cubicBezTo>
                  <a:pt x="2639530" y="30765"/>
                  <a:pt x="2647256" y="28035"/>
                  <a:pt x="2656370" y="28035"/>
                </a:cubicBezTo>
                <a:cubicBezTo>
                  <a:pt x="2666501" y="28035"/>
                  <a:pt x="2674782" y="31355"/>
                  <a:pt x="2681213" y="37993"/>
                </a:cubicBezTo>
                <a:cubicBezTo>
                  <a:pt x="2687643" y="44632"/>
                  <a:pt x="2690859" y="53804"/>
                  <a:pt x="2690859" y="65508"/>
                </a:cubicBezTo>
                <a:cubicBezTo>
                  <a:pt x="2690859" y="74992"/>
                  <a:pt x="2689436" y="82452"/>
                  <a:pt x="2686591" y="87888"/>
                </a:cubicBezTo>
                <a:cubicBezTo>
                  <a:pt x="2683746" y="93324"/>
                  <a:pt x="2679605" y="97545"/>
                  <a:pt x="2674169" y="100552"/>
                </a:cubicBezTo>
                <a:cubicBezTo>
                  <a:pt x="2668734" y="103559"/>
                  <a:pt x="2662800" y="105063"/>
                  <a:pt x="2656370" y="105063"/>
                </a:cubicBezTo>
                <a:cubicBezTo>
                  <a:pt x="2646053" y="105063"/>
                  <a:pt x="2637714" y="101755"/>
                  <a:pt x="2631353" y="95140"/>
                </a:cubicBezTo>
                <a:cubicBezTo>
                  <a:pt x="2624992" y="88524"/>
                  <a:pt x="2621811" y="78994"/>
                  <a:pt x="2621811" y="66549"/>
                </a:cubicBezTo>
                <a:moveTo>
                  <a:pt x="2634649" y="66514"/>
                </a:moveTo>
                <a:cubicBezTo>
                  <a:pt x="2634649" y="75917"/>
                  <a:pt x="2636708" y="82958"/>
                  <a:pt x="2640825" y="87636"/>
                </a:cubicBezTo>
                <a:cubicBezTo>
                  <a:pt x="2644943" y="92315"/>
                  <a:pt x="2650124" y="94654"/>
                  <a:pt x="2656370" y="94654"/>
                </a:cubicBezTo>
                <a:cubicBezTo>
                  <a:pt x="2662569" y="94654"/>
                  <a:pt x="2667727" y="92303"/>
                  <a:pt x="2671845" y="87602"/>
                </a:cubicBezTo>
                <a:cubicBezTo>
                  <a:pt x="2675962" y="82900"/>
                  <a:pt x="2678021" y="75733"/>
                  <a:pt x="2678021" y="66100"/>
                </a:cubicBezTo>
                <a:cubicBezTo>
                  <a:pt x="2678021" y="57020"/>
                  <a:pt x="2675951" y="50140"/>
                  <a:pt x="2671810" y="45462"/>
                </a:cubicBezTo>
                <a:cubicBezTo>
                  <a:pt x="2667669" y="40784"/>
                  <a:pt x="2662523" y="38444"/>
                  <a:pt x="2656370" y="38444"/>
                </a:cubicBezTo>
                <a:cubicBezTo>
                  <a:pt x="2650124" y="38444"/>
                  <a:pt x="2644943" y="40772"/>
                  <a:pt x="2640825" y="45427"/>
                </a:cubicBezTo>
                <a:cubicBezTo>
                  <a:pt x="2636708" y="50082"/>
                  <a:pt x="2634649" y="57111"/>
                  <a:pt x="2634649" y="66514"/>
                </a:cubicBezTo>
                <a:close/>
                <a:moveTo>
                  <a:pt x="2705479" y="103397"/>
                </a:moveTo>
                <a:lnTo>
                  <a:pt x="2705479" y="29701"/>
                </a:lnTo>
                <a:lnTo>
                  <a:pt x="2716721" y="29701"/>
                </a:lnTo>
                <a:lnTo>
                  <a:pt x="2716721" y="40110"/>
                </a:lnTo>
                <a:cubicBezTo>
                  <a:pt x="2722134" y="32060"/>
                  <a:pt x="2729952" y="28035"/>
                  <a:pt x="2740176" y="28035"/>
                </a:cubicBezTo>
                <a:cubicBezTo>
                  <a:pt x="2744617" y="28035"/>
                  <a:pt x="2748700" y="28833"/>
                  <a:pt x="2752424" y="30429"/>
                </a:cubicBezTo>
                <a:cubicBezTo>
                  <a:pt x="2756148" y="32025"/>
                  <a:pt x="2758936" y="34119"/>
                  <a:pt x="2760786" y="36710"/>
                </a:cubicBezTo>
                <a:cubicBezTo>
                  <a:pt x="2762637" y="39300"/>
                  <a:pt x="2763932" y="42377"/>
                  <a:pt x="2764672" y="45939"/>
                </a:cubicBezTo>
                <a:cubicBezTo>
                  <a:pt x="2765135" y="48252"/>
                  <a:pt x="2765366" y="52300"/>
                  <a:pt x="2765366" y="58083"/>
                </a:cubicBezTo>
                <a:lnTo>
                  <a:pt x="2765366" y="103397"/>
                </a:lnTo>
                <a:lnTo>
                  <a:pt x="2752875" y="103397"/>
                </a:lnTo>
                <a:lnTo>
                  <a:pt x="2752875" y="58521"/>
                </a:lnTo>
                <a:cubicBezTo>
                  <a:pt x="2752875" y="53426"/>
                  <a:pt x="2752390" y="49617"/>
                  <a:pt x="2751418" y="47093"/>
                </a:cubicBezTo>
                <a:cubicBezTo>
                  <a:pt x="2750447" y="44568"/>
                  <a:pt x="2748723" y="42554"/>
                  <a:pt x="2746248" y="41049"/>
                </a:cubicBezTo>
                <a:cubicBezTo>
                  <a:pt x="2743773" y="39544"/>
                  <a:pt x="2740870" y="38791"/>
                  <a:pt x="2737539" y="38791"/>
                </a:cubicBezTo>
                <a:cubicBezTo>
                  <a:pt x="2732219" y="38791"/>
                  <a:pt x="2727627" y="40482"/>
                  <a:pt x="2723764" y="43864"/>
                </a:cubicBezTo>
                <a:cubicBezTo>
                  <a:pt x="2719901" y="47244"/>
                  <a:pt x="2717970" y="53658"/>
                  <a:pt x="2717970" y="63105"/>
                </a:cubicBezTo>
                <a:lnTo>
                  <a:pt x="2717970" y="103397"/>
                </a:lnTo>
                <a:lnTo>
                  <a:pt x="2705479" y="103397"/>
                </a:lnTo>
                <a:close/>
                <a:moveTo>
                  <a:pt x="2872097" y="76334"/>
                </a:moveTo>
                <a:lnTo>
                  <a:pt x="2884380" y="77930"/>
                </a:lnTo>
                <a:cubicBezTo>
                  <a:pt x="2883038" y="86418"/>
                  <a:pt x="2879603" y="93062"/>
                  <a:pt x="2874075" y="97863"/>
                </a:cubicBezTo>
                <a:cubicBezTo>
                  <a:pt x="2868546" y="102663"/>
                  <a:pt x="2861757" y="105063"/>
                  <a:pt x="2853707" y="105063"/>
                </a:cubicBezTo>
                <a:cubicBezTo>
                  <a:pt x="2843622" y="105063"/>
                  <a:pt x="2835515" y="101767"/>
                  <a:pt x="2829385" y="95174"/>
                </a:cubicBezTo>
                <a:cubicBezTo>
                  <a:pt x="2823255" y="88582"/>
                  <a:pt x="2820190" y="79133"/>
                  <a:pt x="2820190" y="66827"/>
                </a:cubicBezTo>
                <a:cubicBezTo>
                  <a:pt x="2820190" y="58869"/>
                  <a:pt x="2821508" y="51907"/>
                  <a:pt x="2824145" y="45939"/>
                </a:cubicBezTo>
                <a:cubicBezTo>
                  <a:pt x="2826782" y="39971"/>
                  <a:pt x="2830796" y="35495"/>
                  <a:pt x="2836185" y="32511"/>
                </a:cubicBezTo>
                <a:cubicBezTo>
                  <a:pt x="2841575" y="29527"/>
                  <a:pt x="2847439" y="28035"/>
                  <a:pt x="2853777" y="28035"/>
                </a:cubicBezTo>
                <a:cubicBezTo>
                  <a:pt x="2861780" y="28035"/>
                  <a:pt x="2868326" y="30066"/>
                  <a:pt x="2873415" y="34127"/>
                </a:cubicBezTo>
                <a:cubicBezTo>
                  <a:pt x="2878504" y="38186"/>
                  <a:pt x="2881766" y="43951"/>
                  <a:pt x="2883200" y="51421"/>
                </a:cubicBezTo>
                <a:lnTo>
                  <a:pt x="2871056" y="53295"/>
                </a:lnTo>
                <a:cubicBezTo>
                  <a:pt x="2869899" y="48368"/>
                  <a:pt x="2867852" y="44661"/>
                  <a:pt x="2864915" y="42174"/>
                </a:cubicBezTo>
                <a:cubicBezTo>
                  <a:pt x="2861977" y="39688"/>
                  <a:pt x="2858426" y="38444"/>
                  <a:pt x="2854263" y="38444"/>
                </a:cubicBezTo>
                <a:cubicBezTo>
                  <a:pt x="2847971" y="38444"/>
                  <a:pt x="2842859" y="40689"/>
                  <a:pt x="2838926" y="45178"/>
                </a:cubicBezTo>
                <a:cubicBezTo>
                  <a:pt x="2834994" y="49665"/>
                  <a:pt x="2833028" y="56766"/>
                  <a:pt x="2833028" y="66480"/>
                </a:cubicBezTo>
                <a:cubicBezTo>
                  <a:pt x="2833028" y="76332"/>
                  <a:pt x="2834925" y="83491"/>
                  <a:pt x="2838718" y="87957"/>
                </a:cubicBezTo>
                <a:cubicBezTo>
                  <a:pt x="2842512" y="92422"/>
                  <a:pt x="2847462" y="94654"/>
                  <a:pt x="2853569" y="94654"/>
                </a:cubicBezTo>
                <a:cubicBezTo>
                  <a:pt x="2858473" y="94654"/>
                  <a:pt x="2862567" y="93156"/>
                  <a:pt x="2865851" y="90161"/>
                </a:cubicBezTo>
                <a:cubicBezTo>
                  <a:pt x="2869136" y="87165"/>
                  <a:pt x="2871218" y="82556"/>
                  <a:pt x="2872097" y="76334"/>
                </a:cubicBezTo>
                <a:close/>
                <a:moveTo>
                  <a:pt x="2943157" y="94298"/>
                </a:moveTo>
                <a:cubicBezTo>
                  <a:pt x="2938531" y="98233"/>
                  <a:pt x="2934078" y="101011"/>
                  <a:pt x="2929799" y="102632"/>
                </a:cubicBezTo>
                <a:cubicBezTo>
                  <a:pt x="2925519" y="104253"/>
                  <a:pt x="2920928" y="105063"/>
                  <a:pt x="2916024" y="105063"/>
                </a:cubicBezTo>
                <a:cubicBezTo>
                  <a:pt x="2907928" y="105063"/>
                  <a:pt x="2901705" y="103084"/>
                  <a:pt x="2897357" y="99125"/>
                </a:cubicBezTo>
                <a:cubicBezTo>
                  <a:pt x="2893008" y="95167"/>
                  <a:pt x="2890834" y="90109"/>
                  <a:pt x="2890834" y="83952"/>
                </a:cubicBezTo>
                <a:cubicBezTo>
                  <a:pt x="2890834" y="80342"/>
                  <a:pt x="2891655" y="77044"/>
                  <a:pt x="2893297" y="74059"/>
                </a:cubicBezTo>
                <a:cubicBezTo>
                  <a:pt x="2894939" y="71072"/>
                  <a:pt x="2897091" y="68676"/>
                  <a:pt x="2899751" y="66870"/>
                </a:cubicBezTo>
                <a:cubicBezTo>
                  <a:pt x="2902411" y="65064"/>
                  <a:pt x="2905406" y="63699"/>
                  <a:pt x="2908737" y="62774"/>
                </a:cubicBezTo>
                <a:cubicBezTo>
                  <a:pt x="2911189" y="62125"/>
                  <a:pt x="2914890" y="61499"/>
                  <a:pt x="2919840" y="60898"/>
                </a:cubicBezTo>
                <a:cubicBezTo>
                  <a:pt x="2929926" y="59704"/>
                  <a:pt x="2937351" y="58280"/>
                  <a:pt x="2942116" y="56626"/>
                </a:cubicBezTo>
                <a:cubicBezTo>
                  <a:pt x="2942162" y="54921"/>
                  <a:pt x="2942185" y="53838"/>
                  <a:pt x="2942185" y="53377"/>
                </a:cubicBezTo>
                <a:cubicBezTo>
                  <a:pt x="2942185" y="48307"/>
                  <a:pt x="2941006" y="44735"/>
                  <a:pt x="2938646" y="42662"/>
                </a:cubicBezTo>
                <a:cubicBezTo>
                  <a:pt x="2935454" y="39850"/>
                  <a:pt x="2930712" y="38444"/>
                  <a:pt x="2924420" y="38444"/>
                </a:cubicBezTo>
                <a:cubicBezTo>
                  <a:pt x="2918545" y="38444"/>
                  <a:pt x="2914208" y="39474"/>
                  <a:pt x="2911409" y="41532"/>
                </a:cubicBezTo>
                <a:cubicBezTo>
                  <a:pt x="2908610" y="43591"/>
                  <a:pt x="2906540" y="47234"/>
                  <a:pt x="2905198" y="52462"/>
                </a:cubicBezTo>
                <a:lnTo>
                  <a:pt x="2892985" y="50797"/>
                </a:lnTo>
                <a:cubicBezTo>
                  <a:pt x="2894095" y="45553"/>
                  <a:pt x="2895923" y="41319"/>
                  <a:pt x="2898467" y="38093"/>
                </a:cubicBezTo>
                <a:cubicBezTo>
                  <a:pt x="2901011" y="34868"/>
                  <a:pt x="2904689" y="32385"/>
                  <a:pt x="2909501" y="30646"/>
                </a:cubicBezTo>
                <a:cubicBezTo>
                  <a:pt x="2914312" y="28906"/>
                  <a:pt x="2919887" y="28035"/>
                  <a:pt x="2926225" y="28035"/>
                </a:cubicBezTo>
                <a:cubicBezTo>
                  <a:pt x="2932516" y="28035"/>
                  <a:pt x="2937628" y="28776"/>
                  <a:pt x="2941561" y="30256"/>
                </a:cubicBezTo>
                <a:cubicBezTo>
                  <a:pt x="2945493" y="31736"/>
                  <a:pt x="2948385" y="33598"/>
                  <a:pt x="2950235" y="35842"/>
                </a:cubicBezTo>
                <a:cubicBezTo>
                  <a:pt x="2952086" y="38086"/>
                  <a:pt x="2953381" y="40919"/>
                  <a:pt x="2954121" y="44343"/>
                </a:cubicBezTo>
                <a:cubicBezTo>
                  <a:pt x="2954538" y="46471"/>
                  <a:pt x="2954746" y="50311"/>
                  <a:pt x="2954746" y="55862"/>
                </a:cubicBezTo>
                <a:lnTo>
                  <a:pt x="2954746" y="72517"/>
                </a:lnTo>
                <a:cubicBezTo>
                  <a:pt x="2954746" y="84129"/>
                  <a:pt x="2955012" y="91473"/>
                  <a:pt x="2955544" y="94550"/>
                </a:cubicBezTo>
                <a:cubicBezTo>
                  <a:pt x="2956076" y="97626"/>
                  <a:pt x="2957128" y="100575"/>
                  <a:pt x="2958701" y="103397"/>
                </a:cubicBezTo>
                <a:lnTo>
                  <a:pt x="2945655" y="103397"/>
                </a:lnTo>
                <a:cubicBezTo>
                  <a:pt x="2944360" y="100804"/>
                  <a:pt x="2943527" y="97771"/>
                  <a:pt x="2943157" y="94298"/>
                </a:cubicBezTo>
                <a:moveTo>
                  <a:pt x="2942116" y="66341"/>
                </a:moveTo>
                <a:cubicBezTo>
                  <a:pt x="2937582" y="68207"/>
                  <a:pt x="2930782" y="69793"/>
                  <a:pt x="2921714" y="71099"/>
                </a:cubicBezTo>
                <a:cubicBezTo>
                  <a:pt x="2916579" y="71842"/>
                  <a:pt x="2912947" y="72678"/>
                  <a:pt x="2910819" y="73608"/>
                </a:cubicBezTo>
                <a:cubicBezTo>
                  <a:pt x="2908691" y="74536"/>
                  <a:pt x="2907049" y="75895"/>
                  <a:pt x="2905892" y="77685"/>
                </a:cubicBezTo>
                <a:cubicBezTo>
                  <a:pt x="2904736" y="79473"/>
                  <a:pt x="2904157" y="81459"/>
                  <a:pt x="2904157" y="83642"/>
                </a:cubicBezTo>
                <a:cubicBezTo>
                  <a:pt x="2904157" y="86986"/>
                  <a:pt x="2905418" y="89773"/>
                  <a:pt x="2907939" y="92004"/>
                </a:cubicBezTo>
                <a:cubicBezTo>
                  <a:pt x="2910461" y="94233"/>
                  <a:pt x="2914150" y="95348"/>
                  <a:pt x="2919008" y="95348"/>
                </a:cubicBezTo>
                <a:cubicBezTo>
                  <a:pt x="2923819" y="95348"/>
                  <a:pt x="2928098" y="94290"/>
                  <a:pt x="2931846" y="92175"/>
                </a:cubicBezTo>
                <a:cubicBezTo>
                  <a:pt x="2935593" y="90060"/>
                  <a:pt x="2938346" y="87166"/>
                  <a:pt x="2940104" y="83494"/>
                </a:cubicBezTo>
                <a:cubicBezTo>
                  <a:pt x="2941445" y="80658"/>
                  <a:pt x="2942116" y="76474"/>
                  <a:pt x="2942116" y="70943"/>
                </a:cubicBezTo>
                <a:lnTo>
                  <a:pt x="2942116" y="66341"/>
                </a:lnTo>
                <a:close/>
                <a:moveTo>
                  <a:pt x="2973808" y="103397"/>
                </a:moveTo>
                <a:lnTo>
                  <a:pt x="2973808" y="1665"/>
                </a:lnTo>
                <a:lnTo>
                  <a:pt x="2986299" y="1665"/>
                </a:lnTo>
                <a:lnTo>
                  <a:pt x="2986299" y="103397"/>
                </a:lnTo>
                <a:lnTo>
                  <a:pt x="2973808" y="103397"/>
                </a:lnTo>
                <a:close/>
                <a:moveTo>
                  <a:pt x="3053726" y="76334"/>
                </a:moveTo>
                <a:lnTo>
                  <a:pt x="3066009" y="77930"/>
                </a:lnTo>
                <a:cubicBezTo>
                  <a:pt x="3064667" y="86418"/>
                  <a:pt x="3061232" y="93062"/>
                  <a:pt x="3055704" y="97863"/>
                </a:cubicBezTo>
                <a:cubicBezTo>
                  <a:pt x="3050175" y="102663"/>
                  <a:pt x="3043386" y="105063"/>
                  <a:pt x="3035336" y="105063"/>
                </a:cubicBezTo>
                <a:cubicBezTo>
                  <a:pt x="3025251" y="105063"/>
                  <a:pt x="3017144" y="101767"/>
                  <a:pt x="3011014" y="95174"/>
                </a:cubicBezTo>
                <a:cubicBezTo>
                  <a:pt x="3004884" y="88582"/>
                  <a:pt x="3001819" y="79133"/>
                  <a:pt x="3001819" y="66827"/>
                </a:cubicBezTo>
                <a:cubicBezTo>
                  <a:pt x="3001819" y="58869"/>
                  <a:pt x="3003137" y="51907"/>
                  <a:pt x="3005774" y="45939"/>
                </a:cubicBezTo>
                <a:cubicBezTo>
                  <a:pt x="3008411" y="39971"/>
                  <a:pt x="3012425" y="35495"/>
                  <a:pt x="3017814" y="32511"/>
                </a:cubicBezTo>
                <a:cubicBezTo>
                  <a:pt x="3023204" y="29527"/>
                  <a:pt x="3029068" y="28035"/>
                  <a:pt x="3035406" y="28035"/>
                </a:cubicBezTo>
                <a:cubicBezTo>
                  <a:pt x="3043409" y="28035"/>
                  <a:pt x="3049955" y="30066"/>
                  <a:pt x="3055044" y="34127"/>
                </a:cubicBezTo>
                <a:cubicBezTo>
                  <a:pt x="3060133" y="38186"/>
                  <a:pt x="3063395" y="43951"/>
                  <a:pt x="3064829" y="51421"/>
                </a:cubicBezTo>
                <a:lnTo>
                  <a:pt x="3052685" y="53295"/>
                </a:lnTo>
                <a:cubicBezTo>
                  <a:pt x="3051528" y="48368"/>
                  <a:pt x="3049481" y="44661"/>
                  <a:pt x="3046544" y="42174"/>
                </a:cubicBezTo>
                <a:cubicBezTo>
                  <a:pt x="3043606" y="39688"/>
                  <a:pt x="3040055" y="38444"/>
                  <a:pt x="3035892" y="38444"/>
                </a:cubicBezTo>
                <a:cubicBezTo>
                  <a:pt x="3029600" y="38444"/>
                  <a:pt x="3024488" y="40689"/>
                  <a:pt x="3020555" y="45178"/>
                </a:cubicBezTo>
                <a:cubicBezTo>
                  <a:pt x="3016623" y="49665"/>
                  <a:pt x="3014657" y="56766"/>
                  <a:pt x="3014657" y="66480"/>
                </a:cubicBezTo>
                <a:cubicBezTo>
                  <a:pt x="3014657" y="76332"/>
                  <a:pt x="3016554" y="83491"/>
                  <a:pt x="3020347" y="87957"/>
                </a:cubicBezTo>
                <a:cubicBezTo>
                  <a:pt x="3024141" y="92422"/>
                  <a:pt x="3029091" y="94654"/>
                  <a:pt x="3035198" y="94654"/>
                </a:cubicBezTo>
                <a:cubicBezTo>
                  <a:pt x="3040101" y="94654"/>
                  <a:pt x="3044196" y="93156"/>
                  <a:pt x="3047480" y="90161"/>
                </a:cubicBezTo>
                <a:cubicBezTo>
                  <a:pt x="3050765" y="87165"/>
                  <a:pt x="3052847" y="82556"/>
                  <a:pt x="3053726" y="76334"/>
                </a:cubicBezTo>
                <a:close/>
                <a:moveTo>
                  <a:pt x="3124994" y="103397"/>
                </a:moveTo>
                <a:lnTo>
                  <a:pt x="3124994" y="92572"/>
                </a:lnTo>
                <a:cubicBezTo>
                  <a:pt x="3119257" y="100899"/>
                  <a:pt x="3111462" y="105063"/>
                  <a:pt x="3101608" y="105063"/>
                </a:cubicBezTo>
                <a:cubicBezTo>
                  <a:pt x="3097259" y="105063"/>
                  <a:pt x="3093199" y="104230"/>
                  <a:pt x="3089429" y="102565"/>
                </a:cubicBezTo>
                <a:cubicBezTo>
                  <a:pt x="3085659" y="100899"/>
                  <a:pt x="3082860" y="98806"/>
                  <a:pt x="3081032" y="96285"/>
                </a:cubicBezTo>
                <a:cubicBezTo>
                  <a:pt x="3079205" y="93763"/>
                  <a:pt x="3077921" y="90675"/>
                  <a:pt x="3077181" y="87020"/>
                </a:cubicBezTo>
                <a:cubicBezTo>
                  <a:pt x="3076672" y="84569"/>
                  <a:pt x="3076418" y="80682"/>
                  <a:pt x="3076418" y="75362"/>
                </a:cubicBezTo>
                <a:lnTo>
                  <a:pt x="3076418" y="29701"/>
                </a:lnTo>
                <a:lnTo>
                  <a:pt x="3088909" y="29701"/>
                </a:lnTo>
                <a:lnTo>
                  <a:pt x="3088909" y="70574"/>
                </a:lnTo>
                <a:cubicBezTo>
                  <a:pt x="3088909" y="77097"/>
                  <a:pt x="3089163" y="81492"/>
                  <a:pt x="3089672" y="83759"/>
                </a:cubicBezTo>
                <a:cubicBezTo>
                  <a:pt x="3090458" y="87044"/>
                  <a:pt x="3092124" y="89623"/>
                  <a:pt x="3094668" y="91496"/>
                </a:cubicBezTo>
                <a:cubicBezTo>
                  <a:pt x="3097213" y="93370"/>
                  <a:pt x="3100359" y="94307"/>
                  <a:pt x="3104106" y="94307"/>
                </a:cubicBezTo>
                <a:cubicBezTo>
                  <a:pt x="3107853" y="94307"/>
                  <a:pt x="3111369" y="93347"/>
                  <a:pt x="3114654" y="91427"/>
                </a:cubicBezTo>
                <a:cubicBezTo>
                  <a:pt x="3117938" y="89507"/>
                  <a:pt x="3120263" y="86893"/>
                  <a:pt x="3121628" y="83585"/>
                </a:cubicBezTo>
                <a:cubicBezTo>
                  <a:pt x="3122993" y="80278"/>
                  <a:pt x="3123675" y="75478"/>
                  <a:pt x="3123675" y="69186"/>
                </a:cubicBezTo>
                <a:lnTo>
                  <a:pt x="3123675" y="29701"/>
                </a:lnTo>
                <a:lnTo>
                  <a:pt x="3136166" y="29701"/>
                </a:lnTo>
                <a:lnTo>
                  <a:pt x="3136166" y="103397"/>
                </a:lnTo>
                <a:lnTo>
                  <a:pt x="3124994" y="103397"/>
                </a:lnTo>
                <a:close/>
                <a:moveTo>
                  <a:pt x="3155436" y="103397"/>
                </a:moveTo>
                <a:lnTo>
                  <a:pt x="3155436" y="1665"/>
                </a:lnTo>
                <a:lnTo>
                  <a:pt x="3167927" y="1665"/>
                </a:lnTo>
                <a:lnTo>
                  <a:pt x="3167927" y="103397"/>
                </a:lnTo>
                <a:lnTo>
                  <a:pt x="3155436" y="103397"/>
                </a:lnTo>
                <a:close/>
                <a:moveTo>
                  <a:pt x="3235354" y="94298"/>
                </a:moveTo>
                <a:cubicBezTo>
                  <a:pt x="3230728" y="98233"/>
                  <a:pt x="3226275" y="101011"/>
                  <a:pt x="3221996" y="102632"/>
                </a:cubicBezTo>
                <a:cubicBezTo>
                  <a:pt x="3217717" y="104253"/>
                  <a:pt x="3213125" y="105063"/>
                  <a:pt x="3208221" y="105063"/>
                </a:cubicBezTo>
                <a:cubicBezTo>
                  <a:pt x="3200125" y="105063"/>
                  <a:pt x="3193903" y="103084"/>
                  <a:pt x="3189554" y="99125"/>
                </a:cubicBezTo>
                <a:cubicBezTo>
                  <a:pt x="3185205" y="95167"/>
                  <a:pt x="3183031" y="90109"/>
                  <a:pt x="3183031" y="83952"/>
                </a:cubicBezTo>
                <a:cubicBezTo>
                  <a:pt x="3183031" y="80342"/>
                  <a:pt x="3183852" y="77044"/>
                  <a:pt x="3185495" y="74059"/>
                </a:cubicBezTo>
                <a:cubicBezTo>
                  <a:pt x="3187137" y="71072"/>
                  <a:pt x="3189288" y="68676"/>
                  <a:pt x="3191948" y="66870"/>
                </a:cubicBezTo>
                <a:cubicBezTo>
                  <a:pt x="3194608" y="65064"/>
                  <a:pt x="3197604" y="63699"/>
                  <a:pt x="3200935" y="62774"/>
                </a:cubicBezTo>
                <a:cubicBezTo>
                  <a:pt x="3203387" y="62125"/>
                  <a:pt x="3207088" y="61499"/>
                  <a:pt x="3212038" y="60898"/>
                </a:cubicBezTo>
                <a:cubicBezTo>
                  <a:pt x="3222123" y="59704"/>
                  <a:pt x="3229548" y="58280"/>
                  <a:pt x="3234313" y="56626"/>
                </a:cubicBezTo>
                <a:cubicBezTo>
                  <a:pt x="3234360" y="54921"/>
                  <a:pt x="3234383" y="53838"/>
                  <a:pt x="3234383" y="53377"/>
                </a:cubicBezTo>
                <a:cubicBezTo>
                  <a:pt x="3234383" y="48307"/>
                  <a:pt x="3233203" y="44735"/>
                  <a:pt x="3230844" y="42662"/>
                </a:cubicBezTo>
                <a:cubicBezTo>
                  <a:pt x="3227652" y="39850"/>
                  <a:pt x="3222910" y="38444"/>
                  <a:pt x="3216618" y="38444"/>
                </a:cubicBezTo>
                <a:cubicBezTo>
                  <a:pt x="3210742" y="38444"/>
                  <a:pt x="3206405" y="39474"/>
                  <a:pt x="3203606" y="41532"/>
                </a:cubicBezTo>
                <a:cubicBezTo>
                  <a:pt x="3200808" y="43591"/>
                  <a:pt x="3198737" y="47234"/>
                  <a:pt x="3197396" y="52462"/>
                </a:cubicBezTo>
                <a:lnTo>
                  <a:pt x="3185182" y="50797"/>
                </a:lnTo>
                <a:cubicBezTo>
                  <a:pt x="3186293" y="45553"/>
                  <a:pt x="3188120" y="41319"/>
                  <a:pt x="3190664" y="38093"/>
                </a:cubicBezTo>
                <a:cubicBezTo>
                  <a:pt x="3193209" y="34868"/>
                  <a:pt x="3196887" y="32385"/>
                  <a:pt x="3201698" y="30646"/>
                </a:cubicBezTo>
                <a:cubicBezTo>
                  <a:pt x="3206509" y="28906"/>
                  <a:pt x="3212084" y="28035"/>
                  <a:pt x="3218422" y="28035"/>
                </a:cubicBezTo>
                <a:cubicBezTo>
                  <a:pt x="3224714" y="28035"/>
                  <a:pt x="3229826" y="28776"/>
                  <a:pt x="3233758" y="30256"/>
                </a:cubicBezTo>
                <a:cubicBezTo>
                  <a:pt x="3237691" y="31736"/>
                  <a:pt x="3240582" y="33598"/>
                  <a:pt x="3242433" y="35842"/>
                </a:cubicBezTo>
                <a:cubicBezTo>
                  <a:pt x="3244283" y="38086"/>
                  <a:pt x="3245578" y="40919"/>
                  <a:pt x="3246319" y="44343"/>
                </a:cubicBezTo>
                <a:cubicBezTo>
                  <a:pt x="3246735" y="46471"/>
                  <a:pt x="3246943" y="50311"/>
                  <a:pt x="3246943" y="55862"/>
                </a:cubicBezTo>
                <a:lnTo>
                  <a:pt x="3246943" y="72517"/>
                </a:lnTo>
                <a:cubicBezTo>
                  <a:pt x="3246943" y="84129"/>
                  <a:pt x="3247209" y="91473"/>
                  <a:pt x="3247741" y="94550"/>
                </a:cubicBezTo>
                <a:cubicBezTo>
                  <a:pt x="3248273" y="97626"/>
                  <a:pt x="3249326" y="100575"/>
                  <a:pt x="3250899" y="103397"/>
                </a:cubicBezTo>
                <a:lnTo>
                  <a:pt x="3237853" y="103397"/>
                </a:lnTo>
                <a:cubicBezTo>
                  <a:pt x="3236557" y="100804"/>
                  <a:pt x="3235724" y="97771"/>
                  <a:pt x="3235354" y="94298"/>
                </a:cubicBezTo>
                <a:moveTo>
                  <a:pt x="3234313" y="66341"/>
                </a:moveTo>
                <a:cubicBezTo>
                  <a:pt x="3229780" y="68207"/>
                  <a:pt x="3222979" y="69793"/>
                  <a:pt x="3213911" y="71099"/>
                </a:cubicBezTo>
                <a:cubicBezTo>
                  <a:pt x="3208776" y="71842"/>
                  <a:pt x="3205145" y="72678"/>
                  <a:pt x="3203017" y="73608"/>
                </a:cubicBezTo>
                <a:cubicBezTo>
                  <a:pt x="3200888" y="74536"/>
                  <a:pt x="3199246" y="75895"/>
                  <a:pt x="3198090" y="77685"/>
                </a:cubicBezTo>
                <a:cubicBezTo>
                  <a:pt x="3196933" y="79473"/>
                  <a:pt x="3196355" y="81459"/>
                  <a:pt x="3196355" y="83642"/>
                </a:cubicBezTo>
                <a:cubicBezTo>
                  <a:pt x="3196355" y="86986"/>
                  <a:pt x="3197615" y="89773"/>
                  <a:pt x="3200137" y="92004"/>
                </a:cubicBezTo>
                <a:cubicBezTo>
                  <a:pt x="3202658" y="94233"/>
                  <a:pt x="3206348" y="95348"/>
                  <a:pt x="3211205" y="95348"/>
                </a:cubicBezTo>
                <a:cubicBezTo>
                  <a:pt x="3216016" y="95348"/>
                  <a:pt x="3220296" y="94290"/>
                  <a:pt x="3224043" y="92175"/>
                </a:cubicBezTo>
                <a:cubicBezTo>
                  <a:pt x="3227790" y="90060"/>
                  <a:pt x="3230543" y="87166"/>
                  <a:pt x="3232301" y="83494"/>
                </a:cubicBezTo>
                <a:cubicBezTo>
                  <a:pt x="3233643" y="80658"/>
                  <a:pt x="3234313" y="76474"/>
                  <a:pt x="3234313" y="70943"/>
                </a:cubicBezTo>
                <a:lnTo>
                  <a:pt x="3234313" y="66341"/>
                </a:lnTo>
                <a:close/>
                <a:moveTo>
                  <a:pt x="3293554" y="92364"/>
                </a:moveTo>
                <a:lnTo>
                  <a:pt x="3295359" y="103397"/>
                </a:lnTo>
                <a:cubicBezTo>
                  <a:pt x="3291843" y="104045"/>
                  <a:pt x="3288697" y="104369"/>
                  <a:pt x="3285921" y="104369"/>
                </a:cubicBezTo>
                <a:cubicBezTo>
                  <a:pt x="3281387" y="104369"/>
                  <a:pt x="3277871" y="103652"/>
                  <a:pt x="3275373" y="102218"/>
                </a:cubicBezTo>
                <a:cubicBezTo>
                  <a:pt x="3272875" y="100784"/>
                  <a:pt x="3271117" y="98898"/>
                  <a:pt x="3270099" y="96562"/>
                </a:cubicBezTo>
                <a:cubicBezTo>
                  <a:pt x="3269081" y="94226"/>
                  <a:pt x="3268573" y="89310"/>
                  <a:pt x="3268573" y="81816"/>
                </a:cubicBezTo>
                <a:lnTo>
                  <a:pt x="3268573" y="39416"/>
                </a:lnTo>
                <a:lnTo>
                  <a:pt x="3259412" y="39416"/>
                </a:lnTo>
                <a:lnTo>
                  <a:pt x="3259412" y="29701"/>
                </a:lnTo>
                <a:lnTo>
                  <a:pt x="3268573" y="29701"/>
                </a:lnTo>
                <a:lnTo>
                  <a:pt x="3268573" y="11400"/>
                </a:lnTo>
                <a:lnTo>
                  <a:pt x="3280994" y="3886"/>
                </a:lnTo>
                <a:lnTo>
                  <a:pt x="3280994" y="29701"/>
                </a:lnTo>
                <a:lnTo>
                  <a:pt x="3293554" y="29701"/>
                </a:lnTo>
                <a:lnTo>
                  <a:pt x="3293554" y="39416"/>
                </a:lnTo>
                <a:lnTo>
                  <a:pt x="3280994" y="39416"/>
                </a:lnTo>
                <a:lnTo>
                  <a:pt x="3280994" y="82510"/>
                </a:lnTo>
                <a:cubicBezTo>
                  <a:pt x="3280994" y="86072"/>
                  <a:pt x="3281214" y="88362"/>
                  <a:pt x="3281653" y="89380"/>
                </a:cubicBezTo>
                <a:cubicBezTo>
                  <a:pt x="3282093" y="90398"/>
                  <a:pt x="3282810" y="91207"/>
                  <a:pt x="3283805" y="91809"/>
                </a:cubicBezTo>
                <a:cubicBezTo>
                  <a:pt x="3284799" y="92410"/>
                  <a:pt x="3286222" y="92711"/>
                  <a:pt x="3288072" y="92711"/>
                </a:cubicBezTo>
                <a:cubicBezTo>
                  <a:pt x="3289460" y="92711"/>
                  <a:pt x="3291288" y="92595"/>
                  <a:pt x="3293554" y="92364"/>
                </a:cubicBezTo>
                <a:close/>
                <a:moveTo>
                  <a:pt x="3305861" y="16099"/>
                </a:moveTo>
                <a:lnTo>
                  <a:pt x="3305861" y="1665"/>
                </a:lnTo>
                <a:lnTo>
                  <a:pt x="3318352" y="1665"/>
                </a:lnTo>
                <a:lnTo>
                  <a:pt x="3318352" y="16099"/>
                </a:lnTo>
                <a:lnTo>
                  <a:pt x="3305861" y="16099"/>
                </a:lnTo>
                <a:moveTo>
                  <a:pt x="3305861" y="103397"/>
                </a:moveTo>
                <a:lnTo>
                  <a:pt x="3305861" y="29701"/>
                </a:lnTo>
                <a:lnTo>
                  <a:pt x="3318352" y="29701"/>
                </a:lnTo>
                <a:lnTo>
                  <a:pt x="3318352" y="103397"/>
                </a:lnTo>
                <a:lnTo>
                  <a:pt x="3305861" y="103397"/>
                </a:lnTo>
                <a:close/>
                <a:moveTo>
                  <a:pt x="3332693" y="66549"/>
                </a:moveTo>
                <a:cubicBezTo>
                  <a:pt x="3332693" y="52902"/>
                  <a:pt x="3336486" y="42793"/>
                  <a:pt x="3344074" y="36224"/>
                </a:cubicBezTo>
                <a:cubicBezTo>
                  <a:pt x="3350412" y="30765"/>
                  <a:pt x="3358137" y="28035"/>
                  <a:pt x="3367251" y="28035"/>
                </a:cubicBezTo>
                <a:cubicBezTo>
                  <a:pt x="3377383" y="28035"/>
                  <a:pt x="3385664" y="31355"/>
                  <a:pt x="3392094" y="37993"/>
                </a:cubicBezTo>
                <a:cubicBezTo>
                  <a:pt x="3398525" y="44632"/>
                  <a:pt x="3401740" y="53804"/>
                  <a:pt x="3401740" y="65508"/>
                </a:cubicBezTo>
                <a:cubicBezTo>
                  <a:pt x="3401740" y="74992"/>
                  <a:pt x="3400318" y="82452"/>
                  <a:pt x="3397472" y="87888"/>
                </a:cubicBezTo>
                <a:cubicBezTo>
                  <a:pt x="3394627" y="93324"/>
                  <a:pt x="3390487" y="97545"/>
                  <a:pt x="3385051" y="100552"/>
                </a:cubicBezTo>
                <a:cubicBezTo>
                  <a:pt x="3379615" y="103559"/>
                  <a:pt x="3373682" y="105063"/>
                  <a:pt x="3367251" y="105063"/>
                </a:cubicBezTo>
                <a:cubicBezTo>
                  <a:pt x="3356935" y="105063"/>
                  <a:pt x="3348596" y="101755"/>
                  <a:pt x="3342235" y="95140"/>
                </a:cubicBezTo>
                <a:cubicBezTo>
                  <a:pt x="3335873" y="88524"/>
                  <a:pt x="3332693" y="78994"/>
                  <a:pt x="3332693" y="66549"/>
                </a:cubicBezTo>
                <a:moveTo>
                  <a:pt x="3345531" y="66514"/>
                </a:moveTo>
                <a:cubicBezTo>
                  <a:pt x="3345531" y="75917"/>
                  <a:pt x="3347589" y="82958"/>
                  <a:pt x="3351707" y="87636"/>
                </a:cubicBezTo>
                <a:cubicBezTo>
                  <a:pt x="3355824" y="92315"/>
                  <a:pt x="3361006" y="94654"/>
                  <a:pt x="3367251" y="94654"/>
                </a:cubicBezTo>
                <a:cubicBezTo>
                  <a:pt x="3373450" y="94654"/>
                  <a:pt x="3378609" y="92303"/>
                  <a:pt x="3382726" y="87602"/>
                </a:cubicBezTo>
                <a:cubicBezTo>
                  <a:pt x="3386844" y="82900"/>
                  <a:pt x="3388902" y="75733"/>
                  <a:pt x="3388902" y="66100"/>
                </a:cubicBezTo>
                <a:cubicBezTo>
                  <a:pt x="3388902" y="57020"/>
                  <a:pt x="3386832" y="50140"/>
                  <a:pt x="3382691" y="45462"/>
                </a:cubicBezTo>
                <a:cubicBezTo>
                  <a:pt x="3378551" y="40784"/>
                  <a:pt x="3373404" y="38444"/>
                  <a:pt x="3367251" y="38444"/>
                </a:cubicBezTo>
                <a:cubicBezTo>
                  <a:pt x="3361006" y="38444"/>
                  <a:pt x="3355824" y="40772"/>
                  <a:pt x="3351707" y="45427"/>
                </a:cubicBezTo>
                <a:cubicBezTo>
                  <a:pt x="3347589" y="50082"/>
                  <a:pt x="3345531" y="57111"/>
                  <a:pt x="3345531" y="66514"/>
                </a:cubicBezTo>
                <a:close/>
                <a:moveTo>
                  <a:pt x="3416361" y="103397"/>
                </a:moveTo>
                <a:lnTo>
                  <a:pt x="3416361" y="29701"/>
                </a:lnTo>
                <a:lnTo>
                  <a:pt x="3427603" y="29701"/>
                </a:lnTo>
                <a:lnTo>
                  <a:pt x="3427603" y="40110"/>
                </a:lnTo>
                <a:cubicBezTo>
                  <a:pt x="3433015" y="32060"/>
                  <a:pt x="3440834" y="28035"/>
                  <a:pt x="3451058" y="28035"/>
                </a:cubicBezTo>
                <a:cubicBezTo>
                  <a:pt x="3455499" y="28035"/>
                  <a:pt x="3459582" y="28833"/>
                  <a:pt x="3463306" y="30429"/>
                </a:cubicBezTo>
                <a:cubicBezTo>
                  <a:pt x="3467030" y="32025"/>
                  <a:pt x="3469817" y="34119"/>
                  <a:pt x="3471668" y="36710"/>
                </a:cubicBezTo>
                <a:cubicBezTo>
                  <a:pt x="3473518" y="39300"/>
                  <a:pt x="3474814" y="42377"/>
                  <a:pt x="3475554" y="45939"/>
                </a:cubicBezTo>
                <a:cubicBezTo>
                  <a:pt x="3476017" y="48252"/>
                  <a:pt x="3476248" y="52300"/>
                  <a:pt x="3476248" y="58083"/>
                </a:cubicBezTo>
                <a:lnTo>
                  <a:pt x="3476248" y="103397"/>
                </a:lnTo>
                <a:lnTo>
                  <a:pt x="3463757" y="103397"/>
                </a:lnTo>
                <a:lnTo>
                  <a:pt x="3463757" y="58521"/>
                </a:lnTo>
                <a:cubicBezTo>
                  <a:pt x="3463757" y="53426"/>
                  <a:pt x="3463271" y="49617"/>
                  <a:pt x="3462300" y="47093"/>
                </a:cubicBezTo>
                <a:cubicBezTo>
                  <a:pt x="3461328" y="44568"/>
                  <a:pt x="3459605" y="42554"/>
                  <a:pt x="3457130" y="41049"/>
                </a:cubicBezTo>
                <a:cubicBezTo>
                  <a:pt x="3454655" y="39544"/>
                  <a:pt x="3451752" y="38791"/>
                  <a:pt x="3448421" y="38791"/>
                </a:cubicBezTo>
                <a:cubicBezTo>
                  <a:pt x="3443101" y="38791"/>
                  <a:pt x="3438509" y="40482"/>
                  <a:pt x="3434646" y="43864"/>
                </a:cubicBezTo>
                <a:cubicBezTo>
                  <a:pt x="3430783" y="47244"/>
                  <a:pt x="3428852" y="53658"/>
                  <a:pt x="3428852" y="63105"/>
                </a:cubicBezTo>
                <a:lnTo>
                  <a:pt x="3428852" y="103397"/>
                </a:lnTo>
                <a:lnTo>
                  <a:pt x="3416361" y="103397"/>
                </a:lnTo>
                <a:close/>
                <a:moveTo>
                  <a:pt x="3582978" y="94298"/>
                </a:moveTo>
                <a:cubicBezTo>
                  <a:pt x="3578352" y="98233"/>
                  <a:pt x="3573899" y="101011"/>
                  <a:pt x="3569620" y="102632"/>
                </a:cubicBezTo>
                <a:cubicBezTo>
                  <a:pt x="3565341" y="104253"/>
                  <a:pt x="3560749" y="105063"/>
                  <a:pt x="3555845" y="105063"/>
                </a:cubicBezTo>
                <a:cubicBezTo>
                  <a:pt x="3547749" y="105063"/>
                  <a:pt x="3541527" y="103084"/>
                  <a:pt x="3537178" y="99125"/>
                </a:cubicBezTo>
                <a:cubicBezTo>
                  <a:pt x="3532829" y="95167"/>
                  <a:pt x="3530655" y="90109"/>
                  <a:pt x="3530655" y="83952"/>
                </a:cubicBezTo>
                <a:cubicBezTo>
                  <a:pt x="3530655" y="80342"/>
                  <a:pt x="3531476" y="77044"/>
                  <a:pt x="3533119" y="74059"/>
                </a:cubicBezTo>
                <a:cubicBezTo>
                  <a:pt x="3534761" y="71072"/>
                  <a:pt x="3536912" y="68676"/>
                  <a:pt x="3539572" y="66870"/>
                </a:cubicBezTo>
                <a:cubicBezTo>
                  <a:pt x="3542232" y="65064"/>
                  <a:pt x="3545228" y="63699"/>
                  <a:pt x="3548559" y="62774"/>
                </a:cubicBezTo>
                <a:cubicBezTo>
                  <a:pt x="3551011" y="62125"/>
                  <a:pt x="3554712" y="61499"/>
                  <a:pt x="3559662" y="60898"/>
                </a:cubicBezTo>
                <a:cubicBezTo>
                  <a:pt x="3569747" y="59704"/>
                  <a:pt x="3577172" y="58280"/>
                  <a:pt x="3581937" y="56626"/>
                </a:cubicBezTo>
                <a:cubicBezTo>
                  <a:pt x="3581984" y="54921"/>
                  <a:pt x="3582007" y="53838"/>
                  <a:pt x="3582007" y="53377"/>
                </a:cubicBezTo>
                <a:cubicBezTo>
                  <a:pt x="3582007" y="48307"/>
                  <a:pt x="3580827" y="44735"/>
                  <a:pt x="3578468" y="42662"/>
                </a:cubicBezTo>
                <a:cubicBezTo>
                  <a:pt x="3575276" y="39850"/>
                  <a:pt x="3570534" y="38444"/>
                  <a:pt x="3564242" y="38444"/>
                </a:cubicBezTo>
                <a:cubicBezTo>
                  <a:pt x="3558366" y="38444"/>
                  <a:pt x="3554029" y="39474"/>
                  <a:pt x="3551230" y="41532"/>
                </a:cubicBezTo>
                <a:cubicBezTo>
                  <a:pt x="3548432" y="43591"/>
                  <a:pt x="3546361" y="47234"/>
                  <a:pt x="3545020" y="52462"/>
                </a:cubicBezTo>
                <a:lnTo>
                  <a:pt x="3532806" y="50797"/>
                </a:lnTo>
                <a:cubicBezTo>
                  <a:pt x="3533917" y="45553"/>
                  <a:pt x="3535744" y="41319"/>
                  <a:pt x="3538288" y="38093"/>
                </a:cubicBezTo>
                <a:cubicBezTo>
                  <a:pt x="3540833" y="34868"/>
                  <a:pt x="3544511" y="32385"/>
                  <a:pt x="3549322" y="30646"/>
                </a:cubicBezTo>
                <a:cubicBezTo>
                  <a:pt x="3554133" y="28906"/>
                  <a:pt x="3559708" y="28035"/>
                  <a:pt x="3566046" y="28035"/>
                </a:cubicBezTo>
                <a:cubicBezTo>
                  <a:pt x="3572338" y="28035"/>
                  <a:pt x="3577450" y="28776"/>
                  <a:pt x="3581382" y="30256"/>
                </a:cubicBezTo>
                <a:cubicBezTo>
                  <a:pt x="3585315" y="31736"/>
                  <a:pt x="3588206" y="33598"/>
                  <a:pt x="3590057" y="35842"/>
                </a:cubicBezTo>
                <a:cubicBezTo>
                  <a:pt x="3591907" y="38086"/>
                  <a:pt x="3593202" y="40919"/>
                  <a:pt x="3593943" y="44343"/>
                </a:cubicBezTo>
                <a:cubicBezTo>
                  <a:pt x="3594359" y="46471"/>
                  <a:pt x="3594567" y="50311"/>
                  <a:pt x="3594567" y="55862"/>
                </a:cubicBezTo>
                <a:lnTo>
                  <a:pt x="3594567" y="72517"/>
                </a:lnTo>
                <a:cubicBezTo>
                  <a:pt x="3594567" y="84129"/>
                  <a:pt x="3594833" y="91473"/>
                  <a:pt x="3595365" y="94550"/>
                </a:cubicBezTo>
                <a:cubicBezTo>
                  <a:pt x="3595897" y="97626"/>
                  <a:pt x="3596950" y="100575"/>
                  <a:pt x="3598523" y="103397"/>
                </a:cubicBezTo>
                <a:lnTo>
                  <a:pt x="3585477" y="103397"/>
                </a:lnTo>
                <a:cubicBezTo>
                  <a:pt x="3584181" y="100804"/>
                  <a:pt x="3583348" y="97771"/>
                  <a:pt x="3582978" y="94298"/>
                </a:cubicBezTo>
                <a:moveTo>
                  <a:pt x="3581937" y="66341"/>
                </a:moveTo>
                <a:cubicBezTo>
                  <a:pt x="3577404" y="68207"/>
                  <a:pt x="3570603" y="69793"/>
                  <a:pt x="3561536" y="71099"/>
                </a:cubicBezTo>
                <a:cubicBezTo>
                  <a:pt x="3556400" y="71842"/>
                  <a:pt x="3552769" y="72678"/>
                  <a:pt x="3550641" y="73608"/>
                </a:cubicBezTo>
                <a:cubicBezTo>
                  <a:pt x="3548513" y="74536"/>
                  <a:pt x="3546870" y="75895"/>
                  <a:pt x="3545714" y="77685"/>
                </a:cubicBezTo>
                <a:cubicBezTo>
                  <a:pt x="3544557" y="79473"/>
                  <a:pt x="3543979" y="81459"/>
                  <a:pt x="3543979" y="83642"/>
                </a:cubicBezTo>
                <a:cubicBezTo>
                  <a:pt x="3543979" y="86986"/>
                  <a:pt x="3545239" y="89773"/>
                  <a:pt x="3547761" y="92004"/>
                </a:cubicBezTo>
                <a:cubicBezTo>
                  <a:pt x="3550282" y="94233"/>
                  <a:pt x="3553972" y="95348"/>
                  <a:pt x="3558829" y="95348"/>
                </a:cubicBezTo>
                <a:cubicBezTo>
                  <a:pt x="3563640" y="95348"/>
                  <a:pt x="3567920" y="94290"/>
                  <a:pt x="3571667" y="92175"/>
                </a:cubicBezTo>
                <a:cubicBezTo>
                  <a:pt x="3575414" y="90060"/>
                  <a:pt x="3578167" y="87166"/>
                  <a:pt x="3579925" y="83494"/>
                </a:cubicBezTo>
                <a:cubicBezTo>
                  <a:pt x="3581267" y="80658"/>
                  <a:pt x="3581937" y="76474"/>
                  <a:pt x="3581937" y="70943"/>
                </a:cubicBezTo>
                <a:lnTo>
                  <a:pt x="3581937" y="66341"/>
                </a:lnTo>
                <a:close/>
                <a:moveTo>
                  <a:pt x="3613907" y="103397"/>
                </a:moveTo>
                <a:lnTo>
                  <a:pt x="3613907" y="29701"/>
                </a:lnTo>
                <a:lnTo>
                  <a:pt x="3625149" y="29701"/>
                </a:lnTo>
                <a:lnTo>
                  <a:pt x="3625149" y="40110"/>
                </a:lnTo>
                <a:cubicBezTo>
                  <a:pt x="3630561" y="32060"/>
                  <a:pt x="3638380" y="28035"/>
                  <a:pt x="3648604" y="28035"/>
                </a:cubicBezTo>
                <a:cubicBezTo>
                  <a:pt x="3653045" y="28035"/>
                  <a:pt x="3657128" y="28833"/>
                  <a:pt x="3660852" y="30429"/>
                </a:cubicBezTo>
                <a:cubicBezTo>
                  <a:pt x="3664576" y="32025"/>
                  <a:pt x="3667364" y="34119"/>
                  <a:pt x="3669214" y="36710"/>
                </a:cubicBezTo>
                <a:cubicBezTo>
                  <a:pt x="3671065" y="39300"/>
                  <a:pt x="3672360" y="42377"/>
                  <a:pt x="3673100" y="45939"/>
                </a:cubicBezTo>
                <a:cubicBezTo>
                  <a:pt x="3673563" y="48252"/>
                  <a:pt x="3673794" y="52300"/>
                  <a:pt x="3673794" y="58083"/>
                </a:cubicBezTo>
                <a:lnTo>
                  <a:pt x="3673794" y="103397"/>
                </a:lnTo>
                <a:lnTo>
                  <a:pt x="3661303" y="103397"/>
                </a:lnTo>
                <a:lnTo>
                  <a:pt x="3661303" y="58521"/>
                </a:lnTo>
                <a:cubicBezTo>
                  <a:pt x="3661303" y="53426"/>
                  <a:pt x="3660817" y="49617"/>
                  <a:pt x="3659846" y="47093"/>
                </a:cubicBezTo>
                <a:cubicBezTo>
                  <a:pt x="3658874" y="44568"/>
                  <a:pt x="3657151" y="42554"/>
                  <a:pt x="3654676" y="41049"/>
                </a:cubicBezTo>
                <a:cubicBezTo>
                  <a:pt x="3652201" y="39544"/>
                  <a:pt x="3649298" y="38791"/>
                  <a:pt x="3645967" y="38791"/>
                </a:cubicBezTo>
                <a:cubicBezTo>
                  <a:pt x="3640647" y="38791"/>
                  <a:pt x="3636055" y="40482"/>
                  <a:pt x="3632192" y="43864"/>
                </a:cubicBezTo>
                <a:cubicBezTo>
                  <a:pt x="3628329" y="47244"/>
                  <a:pt x="3626398" y="53658"/>
                  <a:pt x="3626398" y="63105"/>
                </a:cubicBezTo>
                <a:lnTo>
                  <a:pt x="3626398" y="103397"/>
                </a:lnTo>
                <a:lnTo>
                  <a:pt x="3613907" y="103397"/>
                </a:lnTo>
                <a:close/>
                <a:moveTo>
                  <a:pt x="3690635" y="109504"/>
                </a:moveTo>
                <a:lnTo>
                  <a:pt x="3702779" y="111308"/>
                </a:lnTo>
                <a:cubicBezTo>
                  <a:pt x="3703288" y="115056"/>
                  <a:pt x="3704699" y="117785"/>
                  <a:pt x="3707012" y="119497"/>
                </a:cubicBezTo>
                <a:cubicBezTo>
                  <a:pt x="3710112" y="121810"/>
                  <a:pt x="3714345" y="122967"/>
                  <a:pt x="3719711" y="122967"/>
                </a:cubicBezTo>
                <a:cubicBezTo>
                  <a:pt x="3725494" y="122967"/>
                  <a:pt x="3729958" y="121807"/>
                  <a:pt x="3733104" y="119488"/>
                </a:cubicBezTo>
                <a:cubicBezTo>
                  <a:pt x="3736250" y="117171"/>
                  <a:pt x="3738378" y="113925"/>
                  <a:pt x="3739489" y="109751"/>
                </a:cubicBezTo>
                <a:cubicBezTo>
                  <a:pt x="3740136" y="107203"/>
                  <a:pt x="3740437" y="101848"/>
                  <a:pt x="3740391" y="93687"/>
                </a:cubicBezTo>
                <a:cubicBezTo>
                  <a:pt x="3734932" y="100161"/>
                  <a:pt x="3728131" y="103397"/>
                  <a:pt x="3719989" y="103397"/>
                </a:cubicBezTo>
                <a:cubicBezTo>
                  <a:pt x="3709857" y="103397"/>
                  <a:pt x="3702016" y="99743"/>
                  <a:pt x="3696464" y="92433"/>
                </a:cubicBezTo>
                <a:cubicBezTo>
                  <a:pt x="3690913" y="85124"/>
                  <a:pt x="3688137" y="76357"/>
                  <a:pt x="3688137" y="66133"/>
                </a:cubicBezTo>
                <a:cubicBezTo>
                  <a:pt x="3688137" y="59101"/>
                  <a:pt x="3689409" y="52612"/>
                  <a:pt x="3691953" y="46668"/>
                </a:cubicBezTo>
                <a:cubicBezTo>
                  <a:pt x="3694498" y="40723"/>
                  <a:pt x="3698187" y="36131"/>
                  <a:pt x="3703022" y="32893"/>
                </a:cubicBezTo>
                <a:cubicBezTo>
                  <a:pt x="3707856" y="29654"/>
                  <a:pt x="3713535" y="28035"/>
                  <a:pt x="3720058" y="28035"/>
                </a:cubicBezTo>
                <a:cubicBezTo>
                  <a:pt x="3728756" y="28035"/>
                  <a:pt x="3735926" y="31574"/>
                  <a:pt x="3741570" y="38653"/>
                </a:cubicBezTo>
                <a:lnTo>
                  <a:pt x="3741570" y="29701"/>
                </a:lnTo>
                <a:lnTo>
                  <a:pt x="3753090" y="29701"/>
                </a:lnTo>
                <a:lnTo>
                  <a:pt x="3753090" y="93448"/>
                </a:lnTo>
                <a:cubicBezTo>
                  <a:pt x="3753090" y="104928"/>
                  <a:pt x="3751922" y="113064"/>
                  <a:pt x="3749585" y="117855"/>
                </a:cubicBezTo>
                <a:cubicBezTo>
                  <a:pt x="3747249" y="122646"/>
                  <a:pt x="3743548" y="126431"/>
                  <a:pt x="3738482" y="129208"/>
                </a:cubicBezTo>
                <a:cubicBezTo>
                  <a:pt x="3733417" y="131986"/>
                  <a:pt x="3727183" y="133376"/>
                  <a:pt x="3719781" y="133376"/>
                </a:cubicBezTo>
                <a:cubicBezTo>
                  <a:pt x="3710991" y="133376"/>
                  <a:pt x="3703889" y="131392"/>
                  <a:pt x="3698477" y="127425"/>
                </a:cubicBezTo>
                <a:cubicBezTo>
                  <a:pt x="3693064" y="123458"/>
                  <a:pt x="3690450" y="117485"/>
                  <a:pt x="3690635" y="109504"/>
                </a:cubicBezTo>
                <a:moveTo>
                  <a:pt x="3700975" y="65233"/>
                </a:moveTo>
                <a:cubicBezTo>
                  <a:pt x="3700975" y="74877"/>
                  <a:pt x="3702895" y="81914"/>
                  <a:pt x="3706734" y="86344"/>
                </a:cubicBezTo>
                <a:cubicBezTo>
                  <a:pt x="3710574" y="90774"/>
                  <a:pt x="3715386" y="92988"/>
                  <a:pt x="3721168" y="92988"/>
                </a:cubicBezTo>
                <a:cubicBezTo>
                  <a:pt x="3726905" y="92988"/>
                  <a:pt x="3731716" y="90785"/>
                  <a:pt x="3735602" y="86379"/>
                </a:cubicBezTo>
                <a:cubicBezTo>
                  <a:pt x="3739489" y="81972"/>
                  <a:pt x="3741432" y="75061"/>
                  <a:pt x="3741432" y="65647"/>
                </a:cubicBezTo>
                <a:cubicBezTo>
                  <a:pt x="3741432" y="56649"/>
                  <a:pt x="3739431" y="49866"/>
                  <a:pt x="3735429" y="45297"/>
                </a:cubicBezTo>
                <a:cubicBezTo>
                  <a:pt x="3731427" y="40729"/>
                  <a:pt x="3726604" y="38444"/>
                  <a:pt x="3720960" y="38444"/>
                </a:cubicBezTo>
                <a:cubicBezTo>
                  <a:pt x="3715409" y="38444"/>
                  <a:pt x="3710690" y="40694"/>
                  <a:pt x="3706804" y="45193"/>
                </a:cubicBezTo>
                <a:cubicBezTo>
                  <a:pt x="3702918" y="49692"/>
                  <a:pt x="3700975" y="56372"/>
                  <a:pt x="3700975" y="65233"/>
                </a:cubicBezTo>
                <a:close/>
                <a:moveTo>
                  <a:pt x="3771666" y="103397"/>
                </a:moveTo>
                <a:lnTo>
                  <a:pt x="3771666" y="1665"/>
                </a:lnTo>
                <a:lnTo>
                  <a:pt x="3784157" y="1665"/>
                </a:lnTo>
                <a:lnTo>
                  <a:pt x="3784157" y="103397"/>
                </a:lnTo>
                <a:lnTo>
                  <a:pt x="3771666" y="103397"/>
                </a:lnTo>
                <a:close/>
                <a:moveTo>
                  <a:pt x="3853944" y="79665"/>
                </a:moveTo>
                <a:lnTo>
                  <a:pt x="3866851" y="81261"/>
                </a:lnTo>
                <a:cubicBezTo>
                  <a:pt x="3864815" y="88802"/>
                  <a:pt x="3861045" y="94654"/>
                  <a:pt x="3855540" y="98817"/>
                </a:cubicBezTo>
                <a:cubicBezTo>
                  <a:pt x="3850034" y="102981"/>
                  <a:pt x="3843002" y="105063"/>
                  <a:pt x="3834444" y="105063"/>
                </a:cubicBezTo>
                <a:cubicBezTo>
                  <a:pt x="3823665" y="105063"/>
                  <a:pt x="3815117" y="101744"/>
                  <a:pt x="3808803" y="95105"/>
                </a:cubicBezTo>
                <a:cubicBezTo>
                  <a:pt x="3802488" y="88466"/>
                  <a:pt x="3799330" y="79156"/>
                  <a:pt x="3799330" y="67174"/>
                </a:cubicBezTo>
                <a:cubicBezTo>
                  <a:pt x="3799330" y="54775"/>
                  <a:pt x="3802522" y="45153"/>
                  <a:pt x="3808907" y="38306"/>
                </a:cubicBezTo>
                <a:cubicBezTo>
                  <a:pt x="3815291" y="31459"/>
                  <a:pt x="3823572" y="28035"/>
                  <a:pt x="3833750" y="28035"/>
                </a:cubicBezTo>
                <a:cubicBezTo>
                  <a:pt x="3843604" y="28035"/>
                  <a:pt x="3851654" y="31384"/>
                  <a:pt x="3857899" y="38082"/>
                </a:cubicBezTo>
                <a:cubicBezTo>
                  <a:pt x="3864145" y="44779"/>
                  <a:pt x="3867267" y="54201"/>
                  <a:pt x="3867267" y="66347"/>
                </a:cubicBezTo>
                <a:cubicBezTo>
                  <a:pt x="3867267" y="67086"/>
                  <a:pt x="3867244" y="68194"/>
                  <a:pt x="3867198" y="69672"/>
                </a:cubicBezTo>
                <a:lnTo>
                  <a:pt x="3812238" y="69672"/>
                </a:lnTo>
                <a:cubicBezTo>
                  <a:pt x="3812700" y="77745"/>
                  <a:pt x="3814990" y="83927"/>
                  <a:pt x="3819108" y="88217"/>
                </a:cubicBezTo>
                <a:cubicBezTo>
                  <a:pt x="3823225" y="92508"/>
                  <a:pt x="3828360" y="94654"/>
                  <a:pt x="3834513" y="94654"/>
                </a:cubicBezTo>
                <a:cubicBezTo>
                  <a:pt x="3839093" y="94654"/>
                  <a:pt x="3843002" y="93463"/>
                  <a:pt x="3846241" y="91080"/>
                </a:cubicBezTo>
                <a:cubicBezTo>
                  <a:pt x="3849479" y="88696"/>
                  <a:pt x="3852047" y="84891"/>
                  <a:pt x="3853944" y="79665"/>
                </a:cubicBezTo>
                <a:moveTo>
                  <a:pt x="3812932" y="59263"/>
                </a:moveTo>
                <a:lnTo>
                  <a:pt x="3854082" y="59263"/>
                </a:lnTo>
                <a:cubicBezTo>
                  <a:pt x="3853527" y="53165"/>
                  <a:pt x="3851954" y="48591"/>
                  <a:pt x="3849364" y="45542"/>
                </a:cubicBezTo>
                <a:cubicBezTo>
                  <a:pt x="3845385" y="40810"/>
                  <a:pt x="3840227" y="38444"/>
                  <a:pt x="3833889" y="38444"/>
                </a:cubicBezTo>
                <a:cubicBezTo>
                  <a:pt x="3828152" y="38444"/>
                  <a:pt x="3823329" y="40333"/>
                  <a:pt x="3819420" y="44111"/>
                </a:cubicBezTo>
                <a:cubicBezTo>
                  <a:pt x="3815511" y="47887"/>
                  <a:pt x="3813348" y="52938"/>
                  <a:pt x="3812932" y="59263"/>
                </a:cubicBezTo>
                <a:close/>
                <a:moveTo>
                  <a:pt x="3935623" y="103397"/>
                </a:moveTo>
                <a:lnTo>
                  <a:pt x="3913070" y="29701"/>
                </a:lnTo>
                <a:lnTo>
                  <a:pt x="3925977" y="29701"/>
                </a:lnTo>
                <a:lnTo>
                  <a:pt x="3937705" y="72233"/>
                </a:lnTo>
                <a:lnTo>
                  <a:pt x="3942077" y="88061"/>
                </a:lnTo>
                <a:cubicBezTo>
                  <a:pt x="3942262" y="87276"/>
                  <a:pt x="3943534" y="82216"/>
                  <a:pt x="3945893" y="72879"/>
                </a:cubicBezTo>
                <a:lnTo>
                  <a:pt x="3957621" y="29701"/>
                </a:lnTo>
                <a:lnTo>
                  <a:pt x="3970459" y="29701"/>
                </a:lnTo>
                <a:lnTo>
                  <a:pt x="3981493" y="72439"/>
                </a:lnTo>
                <a:lnTo>
                  <a:pt x="3985170" y="86535"/>
                </a:lnTo>
                <a:lnTo>
                  <a:pt x="3989403" y="72307"/>
                </a:lnTo>
                <a:lnTo>
                  <a:pt x="4002033" y="29701"/>
                </a:lnTo>
                <a:lnTo>
                  <a:pt x="4014177" y="29701"/>
                </a:lnTo>
                <a:lnTo>
                  <a:pt x="3991138" y="103397"/>
                </a:lnTo>
                <a:lnTo>
                  <a:pt x="3978162" y="103397"/>
                </a:lnTo>
                <a:lnTo>
                  <a:pt x="3966434" y="59239"/>
                </a:lnTo>
                <a:lnTo>
                  <a:pt x="3963589" y="46702"/>
                </a:lnTo>
                <a:lnTo>
                  <a:pt x="3948669" y="103397"/>
                </a:lnTo>
                <a:lnTo>
                  <a:pt x="3935623" y="103397"/>
                </a:lnTo>
                <a:close/>
                <a:moveTo>
                  <a:pt x="4019982" y="66549"/>
                </a:moveTo>
                <a:cubicBezTo>
                  <a:pt x="4019982" y="52902"/>
                  <a:pt x="4023776" y="42793"/>
                  <a:pt x="4031363" y="36224"/>
                </a:cubicBezTo>
                <a:cubicBezTo>
                  <a:pt x="4037701" y="30765"/>
                  <a:pt x="4045427" y="28035"/>
                  <a:pt x="4054541" y="28035"/>
                </a:cubicBezTo>
                <a:cubicBezTo>
                  <a:pt x="4064672" y="28035"/>
                  <a:pt x="4072953" y="31355"/>
                  <a:pt x="4079384" y="37993"/>
                </a:cubicBezTo>
                <a:cubicBezTo>
                  <a:pt x="4085815" y="44632"/>
                  <a:pt x="4089030" y="53804"/>
                  <a:pt x="4089030" y="65508"/>
                </a:cubicBezTo>
                <a:cubicBezTo>
                  <a:pt x="4089030" y="74992"/>
                  <a:pt x="4087607" y="82452"/>
                  <a:pt x="4084762" y="87888"/>
                </a:cubicBezTo>
                <a:cubicBezTo>
                  <a:pt x="4081917" y="93324"/>
                  <a:pt x="4077776" y="97545"/>
                  <a:pt x="4072340" y="100552"/>
                </a:cubicBezTo>
                <a:cubicBezTo>
                  <a:pt x="4066905" y="103559"/>
                  <a:pt x="4060971" y="105063"/>
                  <a:pt x="4054541" y="105063"/>
                </a:cubicBezTo>
                <a:cubicBezTo>
                  <a:pt x="4044224" y="105063"/>
                  <a:pt x="4035885" y="101755"/>
                  <a:pt x="4029524" y="95140"/>
                </a:cubicBezTo>
                <a:cubicBezTo>
                  <a:pt x="4023163" y="88524"/>
                  <a:pt x="4019982" y="78994"/>
                  <a:pt x="4019982" y="66549"/>
                </a:cubicBezTo>
                <a:moveTo>
                  <a:pt x="4032820" y="66514"/>
                </a:moveTo>
                <a:cubicBezTo>
                  <a:pt x="4032820" y="75917"/>
                  <a:pt x="4034879" y="82958"/>
                  <a:pt x="4038996" y="87636"/>
                </a:cubicBezTo>
                <a:cubicBezTo>
                  <a:pt x="4043114" y="92315"/>
                  <a:pt x="4048295" y="94654"/>
                  <a:pt x="4054541" y="94654"/>
                </a:cubicBezTo>
                <a:cubicBezTo>
                  <a:pt x="4060740" y="94654"/>
                  <a:pt x="4065898" y="92303"/>
                  <a:pt x="4070016" y="87602"/>
                </a:cubicBezTo>
                <a:cubicBezTo>
                  <a:pt x="4074133" y="82900"/>
                  <a:pt x="4076192" y="75733"/>
                  <a:pt x="4076192" y="66100"/>
                </a:cubicBezTo>
                <a:cubicBezTo>
                  <a:pt x="4076192" y="57020"/>
                  <a:pt x="4074122" y="50140"/>
                  <a:pt x="4069981" y="45462"/>
                </a:cubicBezTo>
                <a:cubicBezTo>
                  <a:pt x="4065841" y="40784"/>
                  <a:pt x="4060694" y="38444"/>
                  <a:pt x="4054541" y="38444"/>
                </a:cubicBezTo>
                <a:cubicBezTo>
                  <a:pt x="4048295" y="38444"/>
                  <a:pt x="4043114" y="40772"/>
                  <a:pt x="4038996" y="45427"/>
                </a:cubicBezTo>
                <a:cubicBezTo>
                  <a:pt x="4034879" y="50082"/>
                  <a:pt x="4032820" y="57111"/>
                  <a:pt x="4032820" y="66514"/>
                </a:cubicBezTo>
                <a:close/>
                <a:moveTo>
                  <a:pt x="4103511" y="103397"/>
                </a:moveTo>
                <a:lnTo>
                  <a:pt x="4103511" y="29701"/>
                </a:lnTo>
                <a:lnTo>
                  <a:pt x="4114753" y="29701"/>
                </a:lnTo>
                <a:lnTo>
                  <a:pt x="4114753" y="40804"/>
                </a:lnTo>
                <a:cubicBezTo>
                  <a:pt x="4117621" y="35605"/>
                  <a:pt x="4120270" y="32177"/>
                  <a:pt x="4122699" y="30520"/>
                </a:cubicBezTo>
                <a:cubicBezTo>
                  <a:pt x="4125128" y="28864"/>
                  <a:pt x="4127799" y="28035"/>
                  <a:pt x="4130714" y="28035"/>
                </a:cubicBezTo>
                <a:cubicBezTo>
                  <a:pt x="4134924" y="28035"/>
                  <a:pt x="4139203" y="29371"/>
                  <a:pt x="4143552" y="32043"/>
                </a:cubicBezTo>
                <a:lnTo>
                  <a:pt x="4139249" y="43580"/>
                </a:lnTo>
                <a:cubicBezTo>
                  <a:pt x="4136196" y="41775"/>
                  <a:pt x="4133143" y="40873"/>
                  <a:pt x="4130089" y="40873"/>
                </a:cubicBezTo>
                <a:cubicBezTo>
                  <a:pt x="4127360" y="40873"/>
                  <a:pt x="4124908" y="41696"/>
                  <a:pt x="4122733" y="43341"/>
                </a:cubicBezTo>
                <a:cubicBezTo>
                  <a:pt x="4120559" y="44985"/>
                  <a:pt x="4119009" y="47265"/>
                  <a:pt x="4118084" y="50183"/>
                </a:cubicBezTo>
                <a:cubicBezTo>
                  <a:pt x="4116696" y="54628"/>
                  <a:pt x="4116002" y="59491"/>
                  <a:pt x="4116002" y="64771"/>
                </a:cubicBezTo>
                <a:lnTo>
                  <a:pt x="4116002" y="103397"/>
                </a:lnTo>
                <a:lnTo>
                  <a:pt x="4103511" y="103397"/>
                </a:lnTo>
                <a:close/>
                <a:moveTo>
                  <a:pt x="4151046" y="103397"/>
                </a:moveTo>
                <a:lnTo>
                  <a:pt x="4151046" y="1665"/>
                </a:lnTo>
                <a:lnTo>
                  <a:pt x="4163537" y="1665"/>
                </a:lnTo>
                <a:lnTo>
                  <a:pt x="4163537" y="59679"/>
                </a:lnTo>
                <a:lnTo>
                  <a:pt x="4193099" y="29701"/>
                </a:lnTo>
                <a:lnTo>
                  <a:pt x="4209267" y="29701"/>
                </a:lnTo>
                <a:lnTo>
                  <a:pt x="4181093" y="57042"/>
                </a:lnTo>
                <a:lnTo>
                  <a:pt x="4212113" y="103397"/>
                </a:lnTo>
                <a:lnTo>
                  <a:pt x="4196707" y="103397"/>
                </a:lnTo>
                <a:lnTo>
                  <a:pt x="4172350" y="65716"/>
                </a:lnTo>
                <a:lnTo>
                  <a:pt x="4163537" y="74182"/>
                </a:lnTo>
                <a:lnTo>
                  <a:pt x="4163537" y="103397"/>
                </a:lnTo>
                <a:lnTo>
                  <a:pt x="4151046" y="103397"/>
                </a:lnTo>
                <a:close/>
                <a:moveTo>
                  <a:pt x="4222105" y="16099"/>
                </a:moveTo>
                <a:lnTo>
                  <a:pt x="4222105" y="1665"/>
                </a:lnTo>
                <a:lnTo>
                  <a:pt x="4234596" y="1665"/>
                </a:lnTo>
                <a:lnTo>
                  <a:pt x="4234596" y="16099"/>
                </a:lnTo>
                <a:lnTo>
                  <a:pt x="4222105" y="16099"/>
                </a:lnTo>
                <a:moveTo>
                  <a:pt x="4222105" y="103397"/>
                </a:moveTo>
                <a:lnTo>
                  <a:pt x="4222105" y="29701"/>
                </a:lnTo>
                <a:lnTo>
                  <a:pt x="4234596" y="29701"/>
                </a:lnTo>
                <a:lnTo>
                  <a:pt x="4234596" y="103397"/>
                </a:lnTo>
                <a:lnTo>
                  <a:pt x="4222105" y="103397"/>
                </a:lnTo>
                <a:close/>
                <a:moveTo>
                  <a:pt x="4253586" y="103397"/>
                </a:moveTo>
                <a:lnTo>
                  <a:pt x="4253586" y="29701"/>
                </a:lnTo>
                <a:lnTo>
                  <a:pt x="4264828" y="29701"/>
                </a:lnTo>
                <a:lnTo>
                  <a:pt x="4264828" y="40110"/>
                </a:lnTo>
                <a:cubicBezTo>
                  <a:pt x="4270241" y="32060"/>
                  <a:pt x="4278059" y="28035"/>
                  <a:pt x="4288283" y="28035"/>
                </a:cubicBezTo>
                <a:cubicBezTo>
                  <a:pt x="4292724" y="28035"/>
                  <a:pt x="4296807" y="28833"/>
                  <a:pt x="4300531" y="30429"/>
                </a:cubicBezTo>
                <a:cubicBezTo>
                  <a:pt x="4304255" y="32025"/>
                  <a:pt x="4307043" y="34119"/>
                  <a:pt x="4308893" y="36710"/>
                </a:cubicBezTo>
                <a:cubicBezTo>
                  <a:pt x="4310744" y="39300"/>
                  <a:pt x="4312039" y="42377"/>
                  <a:pt x="4312779" y="45939"/>
                </a:cubicBezTo>
                <a:cubicBezTo>
                  <a:pt x="4313242" y="48252"/>
                  <a:pt x="4313473" y="52300"/>
                  <a:pt x="4313473" y="58083"/>
                </a:cubicBezTo>
                <a:lnTo>
                  <a:pt x="4313473" y="103397"/>
                </a:lnTo>
                <a:lnTo>
                  <a:pt x="4300982" y="103397"/>
                </a:lnTo>
                <a:lnTo>
                  <a:pt x="4300982" y="58521"/>
                </a:lnTo>
                <a:cubicBezTo>
                  <a:pt x="4300982" y="53426"/>
                  <a:pt x="4300496" y="49617"/>
                  <a:pt x="4299525" y="47093"/>
                </a:cubicBezTo>
                <a:cubicBezTo>
                  <a:pt x="4298553" y="44568"/>
                  <a:pt x="4296830" y="42554"/>
                  <a:pt x="4294355" y="41049"/>
                </a:cubicBezTo>
                <a:cubicBezTo>
                  <a:pt x="4291880" y="39544"/>
                  <a:pt x="4288977" y="38791"/>
                  <a:pt x="4285646" y="38791"/>
                </a:cubicBezTo>
                <a:cubicBezTo>
                  <a:pt x="4280326" y="38791"/>
                  <a:pt x="4275734" y="40482"/>
                  <a:pt x="4271871" y="43864"/>
                </a:cubicBezTo>
                <a:cubicBezTo>
                  <a:pt x="4268008" y="47244"/>
                  <a:pt x="4266077" y="53658"/>
                  <a:pt x="4266077" y="63105"/>
                </a:cubicBezTo>
                <a:lnTo>
                  <a:pt x="4266077" y="103397"/>
                </a:lnTo>
                <a:lnTo>
                  <a:pt x="4253586" y="103397"/>
                </a:lnTo>
                <a:close/>
                <a:moveTo>
                  <a:pt x="4330315" y="109504"/>
                </a:moveTo>
                <a:lnTo>
                  <a:pt x="4342459" y="111308"/>
                </a:lnTo>
                <a:cubicBezTo>
                  <a:pt x="4342968" y="115056"/>
                  <a:pt x="4344379" y="117785"/>
                  <a:pt x="4346692" y="119497"/>
                </a:cubicBezTo>
                <a:cubicBezTo>
                  <a:pt x="4349791" y="121810"/>
                  <a:pt x="4354024" y="122967"/>
                  <a:pt x="4359391" y="122967"/>
                </a:cubicBezTo>
                <a:cubicBezTo>
                  <a:pt x="4365174" y="122967"/>
                  <a:pt x="4369638" y="121807"/>
                  <a:pt x="4372784" y="119488"/>
                </a:cubicBezTo>
                <a:cubicBezTo>
                  <a:pt x="4375930" y="117171"/>
                  <a:pt x="4378058" y="113925"/>
                  <a:pt x="4379168" y="109751"/>
                </a:cubicBezTo>
                <a:cubicBezTo>
                  <a:pt x="4379816" y="107203"/>
                  <a:pt x="4380117" y="101848"/>
                  <a:pt x="4380070" y="93687"/>
                </a:cubicBezTo>
                <a:cubicBezTo>
                  <a:pt x="4374611" y="100161"/>
                  <a:pt x="4367811" y="103397"/>
                  <a:pt x="4359668" y="103397"/>
                </a:cubicBezTo>
                <a:cubicBezTo>
                  <a:pt x="4349537" y="103397"/>
                  <a:pt x="4341695" y="99743"/>
                  <a:pt x="4336144" y="92433"/>
                </a:cubicBezTo>
                <a:cubicBezTo>
                  <a:pt x="4330592" y="85124"/>
                  <a:pt x="4327816" y="76357"/>
                  <a:pt x="4327816" y="66133"/>
                </a:cubicBezTo>
                <a:cubicBezTo>
                  <a:pt x="4327816" y="59101"/>
                  <a:pt x="4329089" y="52612"/>
                  <a:pt x="4331633" y="46668"/>
                </a:cubicBezTo>
                <a:cubicBezTo>
                  <a:pt x="4334178" y="40723"/>
                  <a:pt x="4337867" y="36131"/>
                  <a:pt x="4342702" y="32893"/>
                </a:cubicBezTo>
                <a:cubicBezTo>
                  <a:pt x="4347536" y="29654"/>
                  <a:pt x="4353215" y="28035"/>
                  <a:pt x="4359738" y="28035"/>
                </a:cubicBezTo>
                <a:cubicBezTo>
                  <a:pt x="4368435" y="28035"/>
                  <a:pt x="4375606" y="31574"/>
                  <a:pt x="4381250" y="38653"/>
                </a:cubicBezTo>
                <a:lnTo>
                  <a:pt x="4381250" y="29701"/>
                </a:lnTo>
                <a:lnTo>
                  <a:pt x="4392769" y="29701"/>
                </a:lnTo>
                <a:lnTo>
                  <a:pt x="4392769" y="93448"/>
                </a:lnTo>
                <a:cubicBezTo>
                  <a:pt x="4392769" y="104928"/>
                  <a:pt x="4391601" y="113064"/>
                  <a:pt x="4389265" y="117855"/>
                </a:cubicBezTo>
                <a:cubicBezTo>
                  <a:pt x="4386929" y="122646"/>
                  <a:pt x="4383228" y="126431"/>
                  <a:pt x="4378162" y="129208"/>
                </a:cubicBezTo>
                <a:cubicBezTo>
                  <a:pt x="4373096" y="131986"/>
                  <a:pt x="4366862" y="133376"/>
                  <a:pt x="4359460" y="133376"/>
                </a:cubicBezTo>
                <a:cubicBezTo>
                  <a:pt x="4350670" y="133376"/>
                  <a:pt x="4343569" y="131392"/>
                  <a:pt x="4338156" y="127425"/>
                </a:cubicBezTo>
                <a:cubicBezTo>
                  <a:pt x="4332743" y="123458"/>
                  <a:pt x="4330130" y="117485"/>
                  <a:pt x="4330315" y="109504"/>
                </a:cubicBezTo>
                <a:moveTo>
                  <a:pt x="4340654" y="65233"/>
                </a:moveTo>
                <a:cubicBezTo>
                  <a:pt x="4340654" y="74877"/>
                  <a:pt x="4342574" y="81914"/>
                  <a:pt x="4346414" y="86344"/>
                </a:cubicBezTo>
                <a:cubicBezTo>
                  <a:pt x="4350254" y="90774"/>
                  <a:pt x="4355065" y="92988"/>
                  <a:pt x="4360848" y="92988"/>
                </a:cubicBezTo>
                <a:cubicBezTo>
                  <a:pt x="4366585" y="92988"/>
                  <a:pt x="4371396" y="90785"/>
                  <a:pt x="4375282" y="86379"/>
                </a:cubicBezTo>
                <a:cubicBezTo>
                  <a:pt x="4379168" y="81972"/>
                  <a:pt x="4381111" y="75061"/>
                  <a:pt x="4381111" y="65647"/>
                </a:cubicBezTo>
                <a:cubicBezTo>
                  <a:pt x="4381111" y="56649"/>
                  <a:pt x="4379110" y="49866"/>
                  <a:pt x="4375109" y="45297"/>
                </a:cubicBezTo>
                <a:cubicBezTo>
                  <a:pt x="4371107" y="40729"/>
                  <a:pt x="4366284" y="38444"/>
                  <a:pt x="4360640" y="38444"/>
                </a:cubicBezTo>
                <a:cubicBezTo>
                  <a:pt x="4355088" y="38444"/>
                  <a:pt x="4350370" y="40694"/>
                  <a:pt x="4346484" y="45193"/>
                </a:cubicBezTo>
                <a:cubicBezTo>
                  <a:pt x="4342597" y="49692"/>
                  <a:pt x="4340654" y="56372"/>
                  <a:pt x="4340654" y="65233"/>
                </a:cubicBezTo>
                <a:close/>
                <a:moveTo>
                  <a:pt x="4451133" y="103397"/>
                </a:moveTo>
                <a:lnTo>
                  <a:pt x="4451133" y="29701"/>
                </a:lnTo>
                <a:lnTo>
                  <a:pt x="4462305" y="29701"/>
                </a:lnTo>
                <a:lnTo>
                  <a:pt x="4462305" y="39971"/>
                </a:lnTo>
                <a:cubicBezTo>
                  <a:pt x="4464618" y="36383"/>
                  <a:pt x="4467695" y="33496"/>
                  <a:pt x="4471535" y="31312"/>
                </a:cubicBezTo>
                <a:cubicBezTo>
                  <a:pt x="4475374" y="29128"/>
                  <a:pt x="4479746" y="28035"/>
                  <a:pt x="4484650" y="28035"/>
                </a:cubicBezTo>
                <a:cubicBezTo>
                  <a:pt x="4490109" y="28035"/>
                  <a:pt x="4494585" y="29163"/>
                  <a:pt x="4498078" y="31418"/>
                </a:cubicBezTo>
                <a:cubicBezTo>
                  <a:pt x="4501571" y="33672"/>
                  <a:pt x="4504034" y="36824"/>
                  <a:pt x="4505468" y="40873"/>
                </a:cubicBezTo>
                <a:cubicBezTo>
                  <a:pt x="4511297" y="32315"/>
                  <a:pt x="4518885" y="28035"/>
                  <a:pt x="4528230" y="28035"/>
                </a:cubicBezTo>
                <a:cubicBezTo>
                  <a:pt x="4535539" y="28035"/>
                  <a:pt x="4541160" y="30059"/>
                  <a:pt x="4545092" y="34107"/>
                </a:cubicBezTo>
                <a:cubicBezTo>
                  <a:pt x="4549025" y="38155"/>
                  <a:pt x="4550991" y="44389"/>
                  <a:pt x="4550991" y="52809"/>
                </a:cubicBezTo>
                <a:lnTo>
                  <a:pt x="4550991" y="103397"/>
                </a:lnTo>
                <a:lnTo>
                  <a:pt x="4538569" y="103397"/>
                </a:lnTo>
                <a:lnTo>
                  <a:pt x="4538569" y="56923"/>
                </a:lnTo>
                <a:cubicBezTo>
                  <a:pt x="4538569" y="51921"/>
                  <a:pt x="4538165" y="48320"/>
                  <a:pt x="4537355" y="46121"/>
                </a:cubicBezTo>
                <a:cubicBezTo>
                  <a:pt x="4536545" y="43921"/>
                  <a:pt x="4535077" y="42149"/>
                  <a:pt x="4532948" y="40806"/>
                </a:cubicBezTo>
                <a:cubicBezTo>
                  <a:pt x="4530820" y="39463"/>
                  <a:pt x="4528322" y="38791"/>
                  <a:pt x="4525454" y="38791"/>
                </a:cubicBezTo>
                <a:cubicBezTo>
                  <a:pt x="4520272" y="38791"/>
                  <a:pt x="4515970" y="40517"/>
                  <a:pt x="4512547" y="43968"/>
                </a:cubicBezTo>
                <a:cubicBezTo>
                  <a:pt x="4509123" y="47417"/>
                  <a:pt x="4507411" y="52940"/>
                  <a:pt x="4507411" y="60536"/>
                </a:cubicBezTo>
                <a:lnTo>
                  <a:pt x="4507411" y="103397"/>
                </a:lnTo>
                <a:lnTo>
                  <a:pt x="4494920" y="103397"/>
                </a:lnTo>
                <a:lnTo>
                  <a:pt x="4494920" y="55463"/>
                </a:lnTo>
                <a:cubicBezTo>
                  <a:pt x="4494920" y="49906"/>
                  <a:pt x="4493903" y="45738"/>
                  <a:pt x="4491867" y="42959"/>
                </a:cubicBezTo>
                <a:cubicBezTo>
                  <a:pt x="4489831" y="40181"/>
                  <a:pt x="4486501" y="38791"/>
                  <a:pt x="4481874" y="38791"/>
                </a:cubicBezTo>
                <a:cubicBezTo>
                  <a:pt x="4478358" y="38791"/>
                  <a:pt x="4475108" y="39718"/>
                  <a:pt x="4472124" y="41572"/>
                </a:cubicBezTo>
                <a:cubicBezTo>
                  <a:pt x="4469140" y="43423"/>
                  <a:pt x="4466978" y="46133"/>
                  <a:pt x="4465636" y="49699"/>
                </a:cubicBezTo>
                <a:cubicBezTo>
                  <a:pt x="4464294" y="53264"/>
                  <a:pt x="4463624" y="58405"/>
                  <a:pt x="4463624" y="65120"/>
                </a:cubicBezTo>
                <a:lnTo>
                  <a:pt x="4463624" y="103397"/>
                </a:lnTo>
                <a:lnTo>
                  <a:pt x="4451133" y="103397"/>
                </a:lnTo>
                <a:close/>
                <a:moveTo>
                  <a:pt x="4564869" y="66549"/>
                </a:moveTo>
                <a:cubicBezTo>
                  <a:pt x="4564869" y="52902"/>
                  <a:pt x="4568662" y="42793"/>
                  <a:pt x="4576250" y="36224"/>
                </a:cubicBezTo>
                <a:cubicBezTo>
                  <a:pt x="4582588" y="30765"/>
                  <a:pt x="4590313" y="28035"/>
                  <a:pt x="4599427" y="28035"/>
                </a:cubicBezTo>
                <a:cubicBezTo>
                  <a:pt x="4609559" y="28035"/>
                  <a:pt x="4617840" y="31355"/>
                  <a:pt x="4624270" y="37993"/>
                </a:cubicBezTo>
                <a:cubicBezTo>
                  <a:pt x="4630701" y="44632"/>
                  <a:pt x="4633916" y="53804"/>
                  <a:pt x="4633916" y="65508"/>
                </a:cubicBezTo>
                <a:cubicBezTo>
                  <a:pt x="4633916" y="74992"/>
                  <a:pt x="4632494" y="82452"/>
                  <a:pt x="4629648" y="87888"/>
                </a:cubicBezTo>
                <a:cubicBezTo>
                  <a:pt x="4626803" y="93324"/>
                  <a:pt x="4622663" y="97545"/>
                  <a:pt x="4617227" y="100552"/>
                </a:cubicBezTo>
                <a:cubicBezTo>
                  <a:pt x="4611791" y="103559"/>
                  <a:pt x="4605858" y="105063"/>
                  <a:pt x="4599427" y="105063"/>
                </a:cubicBezTo>
                <a:cubicBezTo>
                  <a:pt x="4589111" y="105063"/>
                  <a:pt x="4580772" y="101755"/>
                  <a:pt x="4574411" y="95140"/>
                </a:cubicBezTo>
                <a:cubicBezTo>
                  <a:pt x="4568049" y="88524"/>
                  <a:pt x="4564869" y="78994"/>
                  <a:pt x="4564869" y="66549"/>
                </a:cubicBezTo>
                <a:moveTo>
                  <a:pt x="4577707" y="66514"/>
                </a:moveTo>
                <a:cubicBezTo>
                  <a:pt x="4577707" y="75917"/>
                  <a:pt x="4579765" y="82958"/>
                  <a:pt x="4583883" y="87636"/>
                </a:cubicBezTo>
                <a:cubicBezTo>
                  <a:pt x="4588000" y="92315"/>
                  <a:pt x="4593182" y="94654"/>
                  <a:pt x="4599427" y="94654"/>
                </a:cubicBezTo>
                <a:cubicBezTo>
                  <a:pt x="4605626" y="94654"/>
                  <a:pt x="4610785" y="92303"/>
                  <a:pt x="4614902" y="87602"/>
                </a:cubicBezTo>
                <a:cubicBezTo>
                  <a:pt x="4619020" y="82900"/>
                  <a:pt x="4621078" y="75733"/>
                  <a:pt x="4621078" y="66100"/>
                </a:cubicBezTo>
                <a:cubicBezTo>
                  <a:pt x="4621078" y="57020"/>
                  <a:pt x="4619008" y="50140"/>
                  <a:pt x="4614867" y="45462"/>
                </a:cubicBezTo>
                <a:cubicBezTo>
                  <a:pt x="4610727" y="40784"/>
                  <a:pt x="4605580" y="38444"/>
                  <a:pt x="4599427" y="38444"/>
                </a:cubicBezTo>
                <a:cubicBezTo>
                  <a:pt x="4593182" y="38444"/>
                  <a:pt x="4588000" y="40772"/>
                  <a:pt x="4583883" y="45427"/>
                </a:cubicBezTo>
                <a:cubicBezTo>
                  <a:pt x="4579765" y="50082"/>
                  <a:pt x="4577707" y="57111"/>
                  <a:pt x="4577707" y="66514"/>
                </a:cubicBezTo>
                <a:close/>
                <a:moveTo>
                  <a:pt x="4696349" y="103397"/>
                </a:moveTo>
                <a:lnTo>
                  <a:pt x="4696349" y="94099"/>
                </a:lnTo>
                <a:cubicBezTo>
                  <a:pt x="4691677" y="101408"/>
                  <a:pt x="4684807" y="105063"/>
                  <a:pt x="4675739" y="105063"/>
                </a:cubicBezTo>
                <a:cubicBezTo>
                  <a:pt x="4669864" y="105063"/>
                  <a:pt x="4664463" y="103444"/>
                  <a:pt x="4659536" y="100205"/>
                </a:cubicBezTo>
                <a:cubicBezTo>
                  <a:pt x="4654609" y="96967"/>
                  <a:pt x="4650792" y="92445"/>
                  <a:pt x="4648086" y="86639"/>
                </a:cubicBezTo>
                <a:cubicBezTo>
                  <a:pt x="4645379" y="80833"/>
                  <a:pt x="4644026" y="74159"/>
                  <a:pt x="4644026" y="66619"/>
                </a:cubicBezTo>
                <a:cubicBezTo>
                  <a:pt x="4644026" y="59263"/>
                  <a:pt x="4645252" y="52589"/>
                  <a:pt x="4647704" y="46598"/>
                </a:cubicBezTo>
                <a:cubicBezTo>
                  <a:pt x="4650156" y="40607"/>
                  <a:pt x="4653834" y="36016"/>
                  <a:pt x="4658738" y="32823"/>
                </a:cubicBezTo>
                <a:cubicBezTo>
                  <a:pt x="4663642" y="29631"/>
                  <a:pt x="4669124" y="28035"/>
                  <a:pt x="4675184" y="28035"/>
                </a:cubicBezTo>
                <a:cubicBezTo>
                  <a:pt x="4679625" y="28035"/>
                  <a:pt x="4683581" y="28972"/>
                  <a:pt x="4687051" y="30846"/>
                </a:cubicBezTo>
                <a:cubicBezTo>
                  <a:pt x="4690520" y="32719"/>
                  <a:pt x="4693342" y="35160"/>
                  <a:pt x="4695517" y="38167"/>
                </a:cubicBezTo>
                <a:lnTo>
                  <a:pt x="4695517" y="1665"/>
                </a:lnTo>
                <a:lnTo>
                  <a:pt x="4707938" y="1665"/>
                </a:lnTo>
                <a:lnTo>
                  <a:pt x="4707938" y="103397"/>
                </a:lnTo>
                <a:lnTo>
                  <a:pt x="4696349" y="103397"/>
                </a:lnTo>
                <a:moveTo>
                  <a:pt x="4656864" y="66584"/>
                </a:moveTo>
                <a:cubicBezTo>
                  <a:pt x="4656864" y="75987"/>
                  <a:pt x="4658853" y="83016"/>
                  <a:pt x="4662832" y="87671"/>
                </a:cubicBezTo>
                <a:cubicBezTo>
                  <a:pt x="4666811" y="92326"/>
                  <a:pt x="4671506" y="94654"/>
                  <a:pt x="4676919" y="94654"/>
                </a:cubicBezTo>
                <a:cubicBezTo>
                  <a:pt x="4682378" y="94654"/>
                  <a:pt x="4687016" y="92430"/>
                  <a:pt x="4690833" y="87983"/>
                </a:cubicBezTo>
                <a:cubicBezTo>
                  <a:pt x="4694649" y="83535"/>
                  <a:pt x="4696558" y="76747"/>
                  <a:pt x="4696558" y="67620"/>
                </a:cubicBezTo>
                <a:cubicBezTo>
                  <a:pt x="4696558" y="57573"/>
                  <a:pt x="4694615" y="50198"/>
                  <a:pt x="4690728" y="45497"/>
                </a:cubicBezTo>
                <a:cubicBezTo>
                  <a:pt x="4686842" y="40795"/>
                  <a:pt x="4682054" y="38444"/>
                  <a:pt x="4676364" y="38444"/>
                </a:cubicBezTo>
                <a:cubicBezTo>
                  <a:pt x="4670812" y="38444"/>
                  <a:pt x="4666174" y="40703"/>
                  <a:pt x="4662450" y="45221"/>
                </a:cubicBezTo>
                <a:cubicBezTo>
                  <a:pt x="4658726" y="49738"/>
                  <a:pt x="4656864" y="56858"/>
                  <a:pt x="4656864" y="66584"/>
                </a:cubicBezTo>
                <a:close/>
                <a:moveTo>
                  <a:pt x="4778005" y="79665"/>
                </a:moveTo>
                <a:lnTo>
                  <a:pt x="4790912" y="81261"/>
                </a:lnTo>
                <a:cubicBezTo>
                  <a:pt x="4788877" y="88802"/>
                  <a:pt x="4785106" y="94654"/>
                  <a:pt x="4779601" y="98817"/>
                </a:cubicBezTo>
                <a:cubicBezTo>
                  <a:pt x="4774096" y="102981"/>
                  <a:pt x="4767064" y="105063"/>
                  <a:pt x="4758505" y="105063"/>
                </a:cubicBezTo>
                <a:cubicBezTo>
                  <a:pt x="4747726" y="105063"/>
                  <a:pt x="4739179" y="101744"/>
                  <a:pt x="4732864" y="95105"/>
                </a:cubicBezTo>
                <a:cubicBezTo>
                  <a:pt x="4726549" y="88466"/>
                  <a:pt x="4723392" y="79156"/>
                  <a:pt x="4723392" y="67174"/>
                </a:cubicBezTo>
                <a:cubicBezTo>
                  <a:pt x="4723392" y="54775"/>
                  <a:pt x="4726584" y="45153"/>
                  <a:pt x="4732968" y="38306"/>
                </a:cubicBezTo>
                <a:cubicBezTo>
                  <a:pt x="4739352" y="31459"/>
                  <a:pt x="4747634" y="28035"/>
                  <a:pt x="4757811" y="28035"/>
                </a:cubicBezTo>
                <a:cubicBezTo>
                  <a:pt x="4767665" y="28035"/>
                  <a:pt x="4775715" y="31384"/>
                  <a:pt x="4781961" y="38082"/>
                </a:cubicBezTo>
                <a:cubicBezTo>
                  <a:pt x="4788206" y="44779"/>
                  <a:pt x="4791329" y="54201"/>
                  <a:pt x="4791329" y="66347"/>
                </a:cubicBezTo>
                <a:cubicBezTo>
                  <a:pt x="4791329" y="67086"/>
                  <a:pt x="4791306" y="68194"/>
                  <a:pt x="4791259" y="69672"/>
                </a:cubicBezTo>
                <a:lnTo>
                  <a:pt x="4736299" y="69672"/>
                </a:lnTo>
                <a:cubicBezTo>
                  <a:pt x="4736762" y="77745"/>
                  <a:pt x="4739052" y="83927"/>
                  <a:pt x="4743169" y="88217"/>
                </a:cubicBezTo>
                <a:cubicBezTo>
                  <a:pt x="4747287" y="92508"/>
                  <a:pt x="4752422" y="94654"/>
                  <a:pt x="4758575" y="94654"/>
                </a:cubicBezTo>
                <a:cubicBezTo>
                  <a:pt x="4763155" y="94654"/>
                  <a:pt x="4767064" y="93463"/>
                  <a:pt x="4770302" y="91080"/>
                </a:cubicBezTo>
                <a:cubicBezTo>
                  <a:pt x="4773541" y="88696"/>
                  <a:pt x="4776108" y="84891"/>
                  <a:pt x="4778005" y="79665"/>
                </a:cubicBezTo>
                <a:moveTo>
                  <a:pt x="4736993" y="59263"/>
                </a:moveTo>
                <a:lnTo>
                  <a:pt x="4778144" y="59263"/>
                </a:lnTo>
                <a:cubicBezTo>
                  <a:pt x="4777589" y="53165"/>
                  <a:pt x="4776016" y="48591"/>
                  <a:pt x="4773425" y="45542"/>
                </a:cubicBezTo>
                <a:cubicBezTo>
                  <a:pt x="4769446" y="40810"/>
                  <a:pt x="4764288" y="38444"/>
                  <a:pt x="4757950" y="38444"/>
                </a:cubicBezTo>
                <a:cubicBezTo>
                  <a:pt x="4752214" y="38444"/>
                  <a:pt x="4747391" y="40333"/>
                  <a:pt x="4743481" y="44111"/>
                </a:cubicBezTo>
                <a:cubicBezTo>
                  <a:pt x="4739572" y="47887"/>
                  <a:pt x="4737409" y="52938"/>
                  <a:pt x="4736993" y="59263"/>
                </a:cubicBezTo>
                <a:close/>
                <a:moveTo>
                  <a:pt x="4809835" y="103397"/>
                </a:moveTo>
                <a:lnTo>
                  <a:pt x="4809835" y="89102"/>
                </a:lnTo>
                <a:lnTo>
                  <a:pt x="4824061" y="89102"/>
                </a:lnTo>
                <a:lnTo>
                  <a:pt x="4824061" y="103356"/>
                </a:lnTo>
                <a:cubicBezTo>
                  <a:pt x="4824061" y="108596"/>
                  <a:pt x="4823136" y="112826"/>
                  <a:pt x="4821285" y="116047"/>
                </a:cubicBezTo>
                <a:cubicBezTo>
                  <a:pt x="4819435" y="119269"/>
                  <a:pt x="4816497" y="121761"/>
                  <a:pt x="4812472" y="123522"/>
                </a:cubicBezTo>
                <a:lnTo>
                  <a:pt x="4809003" y="118109"/>
                </a:lnTo>
                <a:cubicBezTo>
                  <a:pt x="4811640" y="116958"/>
                  <a:pt x="4813583" y="115266"/>
                  <a:pt x="4814832" y="113032"/>
                </a:cubicBezTo>
                <a:cubicBezTo>
                  <a:pt x="4816081" y="110799"/>
                  <a:pt x="4816775" y="107587"/>
                  <a:pt x="4816914" y="103397"/>
                </a:cubicBezTo>
                <a:lnTo>
                  <a:pt x="4809835" y="103397"/>
                </a:lnTo>
                <a:close/>
                <a:moveTo>
                  <a:pt x="4912864" y="92364"/>
                </a:moveTo>
                <a:lnTo>
                  <a:pt x="4914668" y="103397"/>
                </a:lnTo>
                <a:cubicBezTo>
                  <a:pt x="4911152" y="104045"/>
                  <a:pt x="4908006" y="104369"/>
                  <a:pt x="4905231" y="104369"/>
                </a:cubicBezTo>
                <a:cubicBezTo>
                  <a:pt x="4900697" y="104369"/>
                  <a:pt x="4897181" y="103652"/>
                  <a:pt x="4894683" y="102218"/>
                </a:cubicBezTo>
                <a:cubicBezTo>
                  <a:pt x="4892185" y="100784"/>
                  <a:pt x="4890427" y="98898"/>
                  <a:pt x="4889409" y="96562"/>
                </a:cubicBezTo>
                <a:cubicBezTo>
                  <a:pt x="4888391" y="94226"/>
                  <a:pt x="4887882" y="89310"/>
                  <a:pt x="4887882" y="81816"/>
                </a:cubicBezTo>
                <a:lnTo>
                  <a:pt x="4887882" y="39416"/>
                </a:lnTo>
                <a:lnTo>
                  <a:pt x="4878722" y="39416"/>
                </a:lnTo>
                <a:lnTo>
                  <a:pt x="4878722" y="29701"/>
                </a:lnTo>
                <a:lnTo>
                  <a:pt x="4887882" y="29701"/>
                </a:lnTo>
                <a:lnTo>
                  <a:pt x="4887882" y="11400"/>
                </a:lnTo>
                <a:lnTo>
                  <a:pt x="4900304" y="3886"/>
                </a:lnTo>
                <a:lnTo>
                  <a:pt x="4900304" y="29701"/>
                </a:lnTo>
                <a:lnTo>
                  <a:pt x="4912864" y="29701"/>
                </a:lnTo>
                <a:lnTo>
                  <a:pt x="4912864" y="39416"/>
                </a:lnTo>
                <a:lnTo>
                  <a:pt x="4900304" y="39416"/>
                </a:lnTo>
                <a:lnTo>
                  <a:pt x="4900304" y="82510"/>
                </a:lnTo>
                <a:cubicBezTo>
                  <a:pt x="4900304" y="86072"/>
                  <a:pt x="4900523" y="88362"/>
                  <a:pt x="4900963" y="89380"/>
                </a:cubicBezTo>
                <a:cubicBezTo>
                  <a:pt x="4901402" y="90398"/>
                  <a:pt x="4902119" y="91207"/>
                  <a:pt x="4903114" y="91809"/>
                </a:cubicBezTo>
                <a:cubicBezTo>
                  <a:pt x="4904109" y="92410"/>
                  <a:pt x="4905531" y="92711"/>
                  <a:pt x="4907382" y="92711"/>
                </a:cubicBezTo>
                <a:cubicBezTo>
                  <a:pt x="4908770" y="92711"/>
                  <a:pt x="4910597" y="92595"/>
                  <a:pt x="4912864" y="92364"/>
                </a:cubicBezTo>
                <a:close/>
                <a:moveTo>
                  <a:pt x="4925101" y="103397"/>
                </a:moveTo>
                <a:lnTo>
                  <a:pt x="4925101" y="1665"/>
                </a:lnTo>
                <a:lnTo>
                  <a:pt x="4937592" y="1665"/>
                </a:lnTo>
                <a:lnTo>
                  <a:pt x="4937592" y="38167"/>
                </a:lnTo>
                <a:cubicBezTo>
                  <a:pt x="4943421" y="31412"/>
                  <a:pt x="4950777" y="28035"/>
                  <a:pt x="4959660" y="28035"/>
                </a:cubicBezTo>
                <a:cubicBezTo>
                  <a:pt x="4965119" y="28035"/>
                  <a:pt x="4969861" y="29111"/>
                  <a:pt x="4973885" y="31262"/>
                </a:cubicBezTo>
                <a:cubicBezTo>
                  <a:pt x="4977910" y="33413"/>
                  <a:pt x="4980790" y="36386"/>
                  <a:pt x="4982525" y="40179"/>
                </a:cubicBezTo>
                <a:cubicBezTo>
                  <a:pt x="4984260" y="43973"/>
                  <a:pt x="4985127" y="49478"/>
                  <a:pt x="4985127" y="56695"/>
                </a:cubicBezTo>
                <a:lnTo>
                  <a:pt x="4985127" y="103397"/>
                </a:lnTo>
                <a:lnTo>
                  <a:pt x="4972636" y="103397"/>
                </a:lnTo>
                <a:lnTo>
                  <a:pt x="4972636" y="56695"/>
                </a:lnTo>
                <a:cubicBezTo>
                  <a:pt x="4972636" y="50450"/>
                  <a:pt x="4971283" y="45904"/>
                  <a:pt x="4968577" y="43059"/>
                </a:cubicBezTo>
                <a:cubicBezTo>
                  <a:pt x="4965870" y="40214"/>
                  <a:pt x="4962042" y="38791"/>
                  <a:pt x="4957092" y="38791"/>
                </a:cubicBezTo>
                <a:cubicBezTo>
                  <a:pt x="4953391" y="38791"/>
                  <a:pt x="4949910" y="39751"/>
                  <a:pt x="4946648" y="41671"/>
                </a:cubicBezTo>
                <a:cubicBezTo>
                  <a:pt x="4943387" y="43591"/>
                  <a:pt x="4941062" y="46193"/>
                  <a:pt x="4939674" y="49478"/>
                </a:cubicBezTo>
                <a:cubicBezTo>
                  <a:pt x="4938286" y="52763"/>
                  <a:pt x="4937592" y="57297"/>
                  <a:pt x="4937592" y="63079"/>
                </a:cubicBezTo>
                <a:lnTo>
                  <a:pt x="4937592" y="103397"/>
                </a:lnTo>
                <a:lnTo>
                  <a:pt x="4925101" y="103397"/>
                </a:lnTo>
                <a:close/>
                <a:moveTo>
                  <a:pt x="5054570" y="79665"/>
                </a:moveTo>
                <a:lnTo>
                  <a:pt x="5067477" y="81261"/>
                </a:lnTo>
                <a:cubicBezTo>
                  <a:pt x="5065442" y="88802"/>
                  <a:pt x="5061671" y="94654"/>
                  <a:pt x="5056166" y="98817"/>
                </a:cubicBezTo>
                <a:cubicBezTo>
                  <a:pt x="5050661" y="102981"/>
                  <a:pt x="5043629" y="105063"/>
                  <a:pt x="5035070" y="105063"/>
                </a:cubicBezTo>
                <a:cubicBezTo>
                  <a:pt x="5024291" y="105063"/>
                  <a:pt x="5015744" y="101744"/>
                  <a:pt x="5009429" y="95105"/>
                </a:cubicBezTo>
                <a:cubicBezTo>
                  <a:pt x="5003114" y="88466"/>
                  <a:pt x="4999957" y="79156"/>
                  <a:pt x="4999957" y="67174"/>
                </a:cubicBezTo>
                <a:cubicBezTo>
                  <a:pt x="4999957" y="54775"/>
                  <a:pt x="5003149" y="45153"/>
                  <a:pt x="5009533" y="38306"/>
                </a:cubicBezTo>
                <a:cubicBezTo>
                  <a:pt x="5015917" y="31459"/>
                  <a:pt x="5024198" y="28035"/>
                  <a:pt x="5034376" y="28035"/>
                </a:cubicBezTo>
                <a:cubicBezTo>
                  <a:pt x="5044230" y="28035"/>
                  <a:pt x="5052280" y="31384"/>
                  <a:pt x="5058525" y="38082"/>
                </a:cubicBezTo>
                <a:cubicBezTo>
                  <a:pt x="5064771" y="44779"/>
                  <a:pt x="5067894" y="54201"/>
                  <a:pt x="5067894" y="66347"/>
                </a:cubicBezTo>
                <a:cubicBezTo>
                  <a:pt x="5067894" y="67086"/>
                  <a:pt x="5067871" y="68194"/>
                  <a:pt x="5067824" y="69672"/>
                </a:cubicBezTo>
                <a:lnTo>
                  <a:pt x="5012864" y="69672"/>
                </a:lnTo>
                <a:cubicBezTo>
                  <a:pt x="5013327" y="77745"/>
                  <a:pt x="5015617" y="83927"/>
                  <a:pt x="5019734" y="88217"/>
                </a:cubicBezTo>
                <a:cubicBezTo>
                  <a:pt x="5023851" y="92508"/>
                  <a:pt x="5028987" y="94654"/>
                  <a:pt x="5035140" y="94654"/>
                </a:cubicBezTo>
                <a:cubicBezTo>
                  <a:pt x="5039720" y="94654"/>
                  <a:pt x="5043629" y="93463"/>
                  <a:pt x="5046867" y="91080"/>
                </a:cubicBezTo>
                <a:cubicBezTo>
                  <a:pt x="5050106" y="88696"/>
                  <a:pt x="5052673" y="84891"/>
                  <a:pt x="5054570" y="79665"/>
                </a:cubicBezTo>
                <a:moveTo>
                  <a:pt x="5013558" y="59263"/>
                </a:moveTo>
                <a:lnTo>
                  <a:pt x="5054709" y="59263"/>
                </a:lnTo>
                <a:cubicBezTo>
                  <a:pt x="5054154" y="53165"/>
                  <a:pt x="5052581" y="48591"/>
                  <a:pt x="5049990" y="45542"/>
                </a:cubicBezTo>
                <a:cubicBezTo>
                  <a:pt x="5046011" y="40810"/>
                  <a:pt x="5040853" y="38444"/>
                  <a:pt x="5034515" y="38444"/>
                </a:cubicBezTo>
                <a:cubicBezTo>
                  <a:pt x="5028778" y="38444"/>
                  <a:pt x="5023955" y="40333"/>
                  <a:pt x="5020046" y="44111"/>
                </a:cubicBezTo>
                <a:cubicBezTo>
                  <a:pt x="5016137" y="47887"/>
                  <a:pt x="5013974" y="52938"/>
                  <a:pt x="5013558" y="59263"/>
                </a:cubicBezTo>
                <a:close/>
                <a:moveTo>
                  <a:pt x="5083139" y="103397"/>
                </a:moveTo>
                <a:lnTo>
                  <a:pt x="5083139" y="29701"/>
                </a:lnTo>
                <a:lnTo>
                  <a:pt x="5094381" y="29701"/>
                </a:lnTo>
                <a:lnTo>
                  <a:pt x="5094381" y="40110"/>
                </a:lnTo>
                <a:cubicBezTo>
                  <a:pt x="5099793" y="32060"/>
                  <a:pt x="5107612" y="28035"/>
                  <a:pt x="5117836" y="28035"/>
                </a:cubicBezTo>
                <a:cubicBezTo>
                  <a:pt x="5122277" y="28035"/>
                  <a:pt x="5126360" y="28833"/>
                  <a:pt x="5130084" y="30429"/>
                </a:cubicBezTo>
                <a:cubicBezTo>
                  <a:pt x="5133808" y="32025"/>
                  <a:pt x="5136595" y="34119"/>
                  <a:pt x="5138446" y="36710"/>
                </a:cubicBezTo>
                <a:cubicBezTo>
                  <a:pt x="5140297" y="39300"/>
                  <a:pt x="5141592" y="42377"/>
                  <a:pt x="5142332" y="45939"/>
                </a:cubicBezTo>
                <a:cubicBezTo>
                  <a:pt x="5142795" y="48252"/>
                  <a:pt x="5143026" y="52300"/>
                  <a:pt x="5143026" y="58083"/>
                </a:cubicBezTo>
                <a:lnTo>
                  <a:pt x="5143026" y="103397"/>
                </a:lnTo>
                <a:lnTo>
                  <a:pt x="5130535" y="103397"/>
                </a:lnTo>
                <a:lnTo>
                  <a:pt x="5130535" y="58521"/>
                </a:lnTo>
                <a:cubicBezTo>
                  <a:pt x="5130535" y="53426"/>
                  <a:pt x="5130049" y="49617"/>
                  <a:pt x="5129078" y="47093"/>
                </a:cubicBezTo>
                <a:cubicBezTo>
                  <a:pt x="5128106" y="44568"/>
                  <a:pt x="5126383" y="42554"/>
                  <a:pt x="5123908" y="41049"/>
                </a:cubicBezTo>
                <a:cubicBezTo>
                  <a:pt x="5121433" y="39544"/>
                  <a:pt x="5118530" y="38791"/>
                  <a:pt x="5115199" y="38791"/>
                </a:cubicBezTo>
                <a:cubicBezTo>
                  <a:pt x="5109879" y="38791"/>
                  <a:pt x="5105287" y="40482"/>
                  <a:pt x="5101424" y="43864"/>
                </a:cubicBezTo>
                <a:cubicBezTo>
                  <a:pt x="5097561" y="47244"/>
                  <a:pt x="5095630" y="53658"/>
                  <a:pt x="5095630" y="63105"/>
                </a:cubicBezTo>
                <a:lnTo>
                  <a:pt x="5095630" y="103397"/>
                </a:lnTo>
                <a:lnTo>
                  <a:pt x="5083139" y="103397"/>
                </a:lnTo>
                <a:close/>
                <a:moveTo>
                  <a:pt x="5199376" y="109504"/>
                </a:moveTo>
                <a:lnTo>
                  <a:pt x="5211520" y="111308"/>
                </a:lnTo>
                <a:cubicBezTo>
                  <a:pt x="5212029" y="115056"/>
                  <a:pt x="5213440" y="117785"/>
                  <a:pt x="5215753" y="119497"/>
                </a:cubicBezTo>
                <a:cubicBezTo>
                  <a:pt x="5218853" y="121810"/>
                  <a:pt x="5223086" y="122967"/>
                  <a:pt x="5228453" y="122967"/>
                </a:cubicBezTo>
                <a:cubicBezTo>
                  <a:pt x="5234235" y="122967"/>
                  <a:pt x="5238700" y="121807"/>
                  <a:pt x="5241846" y="119488"/>
                </a:cubicBezTo>
                <a:cubicBezTo>
                  <a:pt x="5244992" y="117171"/>
                  <a:pt x="5247120" y="113925"/>
                  <a:pt x="5248230" y="109751"/>
                </a:cubicBezTo>
                <a:cubicBezTo>
                  <a:pt x="5248878" y="107203"/>
                  <a:pt x="5249178" y="101848"/>
                  <a:pt x="5249132" y="93687"/>
                </a:cubicBezTo>
                <a:cubicBezTo>
                  <a:pt x="5243673" y="100161"/>
                  <a:pt x="5236872" y="103397"/>
                  <a:pt x="5228730" y="103397"/>
                </a:cubicBezTo>
                <a:cubicBezTo>
                  <a:pt x="5218599" y="103397"/>
                  <a:pt x="5210757" y="99743"/>
                  <a:pt x="5205206" y="92433"/>
                </a:cubicBezTo>
                <a:cubicBezTo>
                  <a:pt x="5199654" y="85124"/>
                  <a:pt x="5196878" y="76357"/>
                  <a:pt x="5196878" y="66133"/>
                </a:cubicBezTo>
                <a:cubicBezTo>
                  <a:pt x="5196878" y="59101"/>
                  <a:pt x="5198150" y="52612"/>
                  <a:pt x="5200695" y="46668"/>
                </a:cubicBezTo>
                <a:cubicBezTo>
                  <a:pt x="5203239" y="40723"/>
                  <a:pt x="5206929" y="36131"/>
                  <a:pt x="5211763" y="32893"/>
                </a:cubicBezTo>
                <a:cubicBezTo>
                  <a:pt x="5216598" y="29654"/>
                  <a:pt x="5222277" y="28035"/>
                  <a:pt x="5228800" y="28035"/>
                </a:cubicBezTo>
                <a:cubicBezTo>
                  <a:pt x="5237497" y="28035"/>
                  <a:pt x="5244668" y="31574"/>
                  <a:pt x="5250312" y="38653"/>
                </a:cubicBezTo>
                <a:lnTo>
                  <a:pt x="5250312" y="29701"/>
                </a:lnTo>
                <a:lnTo>
                  <a:pt x="5261831" y="29701"/>
                </a:lnTo>
                <a:lnTo>
                  <a:pt x="5261831" y="93448"/>
                </a:lnTo>
                <a:cubicBezTo>
                  <a:pt x="5261831" y="104928"/>
                  <a:pt x="5260663" y="113064"/>
                  <a:pt x="5258327" y="117855"/>
                </a:cubicBezTo>
                <a:cubicBezTo>
                  <a:pt x="5255991" y="122646"/>
                  <a:pt x="5252290" y="126431"/>
                  <a:pt x="5247224" y="129208"/>
                </a:cubicBezTo>
                <a:cubicBezTo>
                  <a:pt x="5242158" y="131986"/>
                  <a:pt x="5235924" y="133376"/>
                  <a:pt x="5228522" y="133376"/>
                </a:cubicBezTo>
                <a:cubicBezTo>
                  <a:pt x="5219732" y="133376"/>
                  <a:pt x="5212631" y="131392"/>
                  <a:pt x="5207218" y="127425"/>
                </a:cubicBezTo>
                <a:cubicBezTo>
                  <a:pt x="5201805" y="123458"/>
                  <a:pt x="5199191" y="117485"/>
                  <a:pt x="5199376" y="109504"/>
                </a:cubicBezTo>
                <a:moveTo>
                  <a:pt x="5209716" y="65233"/>
                </a:moveTo>
                <a:cubicBezTo>
                  <a:pt x="5209716" y="74877"/>
                  <a:pt x="5211636" y="81914"/>
                  <a:pt x="5215476" y="86344"/>
                </a:cubicBezTo>
                <a:cubicBezTo>
                  <a:pt x="5219316" y="90774"/>
                  <a:pt x="5224127" y="92988"/>
                  <a:pt x="5229910" y="92988"/>
                </a:cubicBezTo>
                <a:cubicBezTo>
                  <a:pt x="5235646" y="92988"/>
                  <a:pt x="5240458" y="90785"/>
                  <a:pt x="5244344" y="86379"/>
                </a:cubicBezTo>
                <a:cubicBezTo>
                  <a:pt x="5248230" y="81972"/>
                  <a:pt x="5250173" y="75061"/>
                  <a:pt x="5250173" y="65647"/>
                </a:cubicBezTo>
                <a:cubicBezTo>
                  <a:pt x="5250173" y="56649"/>
                  <a:pt x="5248172" y="49866"/>
                  <a:pt x="5244170" y="45297"/>
                </a:cubicBezTo>
                <a:cubicBezTo>
                  <a:pt x="5240169" y="40729"/>
                  <a:pt x="5235346" y="38444"/>
                  <a:pt x="5229702" y="38444"/>
                </a:cubicBezTo>
                <a:cubicBezTo>
                  <a:pt x="5224150" y="38444"/>
                  <a:pt x="5219431" y="40694"/>
                  <a:pt x="5215545" y="45193"/>
                </a:cubicBezTo>
                <a:cubicBezTo>
                  <a:pt x="5211659" y="49692"/>
                  <a:pt x="5209716" y="56372"/>
                  <a:pt x="5209716" y="65233"/>
                </a:cubicBezTo>
                <a:close/>
                <a:moveTo>
                  <a:pt x="5280407" y="103397"/>
                </a:moveTo>
                <a:lnTo>
                  <a:pt x="5280407" y="1665"/>
                </a:lnTo>
                <a:lnTo>
                  <a:pt x="5292898" y="1665"/>
                </a:lnTo>
                <a:lnTo>
                  <a:pt x="5292898" y="103397"/>
                </a:lnTo>
                <a:lnTo>
                  <a:pt x="5280407" y="103397"/>
                </a:lnTo>
                <a:close/>
                <a:moveTo>
                  <a:pt x="5307587" y="66549"/>
                </a:moveTo>
                <a:cubicBezTo>
                  <a:pt x="5307587" y="52902"/>
                  <a:pt x="5311380" y="42793"/>
                  <a:pt x="5318967" y="36224"/>
                </a:cubicBezTo>
                <a:cubicBezTo>
                  <a:pt x="5325305" y="30765"/>
                  <a:pt x="5333031" y="28035"/>
                  <a:pt x="5342145" y="28035"/>
                </a:cubicBezTo>
                <a:cubicBezTo>
                  <a:pt x="5352276" y="28035"/>
                  <a:pt x="5360558" y="31355"/>
                  <a:pt x="5366988" y="37993"/>
                </a:cubicBezTo>
                <a:cubicBezTo>
                  <a:pt x="5373419" y="44632"/>
                  <a:pt x="5376634" y="53804"/>
                  <a:pt x="5376634" y="65508"/>
                </a:cubicBezTo>
                <a:cubicBezTo>
                  <a:pt x="5376634" y="74992"/>
                  <a:pt x="5375211" y="82452"/>
                  <a:pt x="5372366" y="87888"/>
                </a:cubicBezTo>
                <a:cubicBezTo>
                  <a:pt x="5369521" y="93324"/>
                  <a:pt x="5365380" y="97545"/>
                  <a:pt x="5359945" y="100552"/>
                </a:cubicBezTo>
                <a:cubicBezTo>
                  <a:pt x="5354509" y="103559"/>
                  <a:pt x="5348575" y="105063"/>
                  <a:pt x="5342145" y="105063"/>
                </a:cubicBezTo>
                <a:cubicBezTo>
                  <a:pt x="5331828" y="105063"/>
                  <a:pt x="5323489" y="101755"/>
                  <a:pt x="5317128" y="95140"/>
                </a:cubicBezTo>
                <a:cubicBezTo>
                  <a:pt x="5310767" y="88524"/>
                  <a:pt x="5307587" y="78994"/>
                  <a:pt x="5307587" y="66549"/>
                </a:cubicBezTo>
                <a:moveTo>
                  <a:pt x="5320424" y="66514"/>
                </a:moveTo>
                <a:cubicBezTo>
                  <a:pt x="5320424" y="75917"/>
                  <a:pt x="5322483" y="82958"/>
                  <a:pt x="5326601" y="87636"/>
                </a:cubicBezTo>
                <a:cubicBezTo>
                  <a:pt x="5330718" y="92315"/>
                  <a:pt x="5335899" y="94654"/>
                  <a:pt x="5342145" y="94654"/>
                </a:cubicBezTo>
                <a:cubicBezTo>
                  <a:pt x="5348344" y="94654"/>
                  <a:pt x="5353502" y="92303"/>
                  <a:pt x="5357620" y="87602"/>
                </a:cubicBezTo>
                <a:cubicBezTo>
                  <a:pt x="5361737" y="82900"/>
                  <a:pt x="5363796" y="75733"/>
                  <a:pt x="5363796" y="66100"/>
                </a:cubicBezTo>
                <a:cubicBezTo>
                  <a:pt x="5363796" y="57020"/>
                  <a:pt x="5361726" y="50140"/>
                  <a:pt x="5357585" y="45462"/>
                </a:cubicBezTo>
                <a:cubicBezTo>
                  <a:pt x="5353445" y="40784"/>
                  <a:pt x="5348298" y="38444"/>
                  <a:pt x="5342145" y="38444"/>
                </a:cubicBezTo>
                <a:cubicBezTo>
                  <a:pt x="5335899" y="38444"/>
                  <a:pt x="5330718" y="40772"/>
                  <a:pt x="5326601" y="45427"/>
                </a:cubicBezTo>
                <a:cubicBezTo>
                  <a:pt x="5322483" y="50082"/>
                  <a:pt x="5320424" y="57111"/>
                  <a:pt x="5320424" y="66514"/>
                </a:cubicBezTo>
                <a:close/>
                <a:moveTo>
                  <a:pt x="5402774" y="103397"/>
                </a:moveTo>
                <a:lnTo>
                  <a:pt x="5391185" y="103397"/>
                </a:lnTo>
                <a:lnTo>
                  <a:pt x="5391185" y="1665"/>
                </a:lnTo>
                <a:lnTo>
                  <a:pt x="5403676" y="1665"/>
                </a:lnTo>
                <a:lnTo>
                  <a:pt x="5403676" y="38093"/>
                </a:lnTo>
                <a:cubicBezTo>
                  <a:pt x="5408950" y="31388"/>
                  <a:pt x="5415681" y="28035"/>
                  <a:pt x="5423870" y="28035"/>
                </a:cubicBezTo>
                <a:cubicBezTo>
                  <a:pt x="5428403" y="28035"/>
                  <a:pt x="5432694" y="28949"/>
                  <a:pt x="5436742" y="30776"/>
                </a:cubicBezTo>
                <a:cubicBezTo>
                  <a:pt x="5440790" y="32604"/>
                  <a:pt x="5444121" y="35171"/>
                  <a:pt x="5446735" y="38479"/>
                </a:cubicBezTo>
                <a:cubicBezTo>
                  <a:pt x="5449349" y="41787"/>
                  <a:pt x="5451396" y="45777"/>
                  <a:pt x="5452877" y="50450"/>
                </a:cubicBezTo>
                <a:cubicBezTo>
                  <a:pt x="5454357" y="55122"/>
                  <a:pt x="5455097" y="60119"/>
                  <a:pt x="5455097" y="65439"/>
                </a:cubicBezTo>
                <a:cubicBezTo>
                  <a:pt x="5455097" y="78069"/>
                  <a:pt x="5451974" y="87830"/>
                  <a:pt x="5445729" y="94723"/>
                </a:cubicBezTo>
                <a:cubicBezTo>
                  <a:pt x="5439483" y="101616"/>
                  <a:pt x="5431989" y="105063"/>
                  <a:pt x="5423245" y="105063"/>
                </a:cubicBezTo>
                <a:cubicBezTo>
                  <a:pt x="5414548" y="105063"/>
                  <a:pt x="5407724" y="101385"/>
                  <a:pt x="5402774" y="94029"/>
                </a:cubicBezTo>
                <a:lnTo>
                  <a:pt x="5402774" y="103397"/>
                </a:lnTo>
                <a:moveTo>
                  <a:pt x="5402635" y="65996"/>
                </a:moveTo>
                <a:cubicBezTo>
                  <a:pt x="5402635" y="74789"/>
                  <a:pt x="5403838" y="81142"/>
                  <a:pt x="5406244" y="85056"/>
                </a:cubicBezTo>
                <a:cubicBezTo>
                  <a:pt x="5410176" y="91454"/>
                  <a:pt x="5415496" y="94654"/>
                  <a:pt x="5422204" y="94654"/>
                </a:cubicBezTo>
                <a:cubicBezTo>
                  <a:pt x="5427663" y="94654"/>
                  <a:pt x="5432382" y="92294"/>
                  <a:pt x="5436361" y="87576"/>
                </a:cubicBezTo>
                <a:cubicBezTo>
                  <a:pt x="5440339" y="82857"/>
                  <a:pt x="5442329" y="75825"/>
                  <a:pt x="5442329" y="66480"/>
                </a:cubicBezTo>
                <a:cubicBezTo>
                  <a:pt x="5442329" y="56905"/>
                  <a:pt x="5440420" y="49839"/>
                  <a:pt x="5436604" y="45282"/>
                </a:cubicBezTo>
                <a:cubicBezTo>
                  <a:pt x="5432787" y="40724"/>
                  <a:pt x="5428172" y="38444"/>
                  <a:pt x="5422759" y="38444"/>
                </a:cubicBezTo>
                <a:cubicBezTo>
                  <a:pt x="5417300" y="38444"/>
                  <a:pt x="5412582" y="40804"/>
                  <a:pt x="5408603" y="45523"/>
                </a:cubicBezTo>
                <a:cubicBezTo>
                  <a:pt x="5404624" y="50241"/>
                  <a:pt x="5402635" y="57066"/>
                  <a:pt x="5402635" y="65996"/>
                </a:cubicBezTo>
                <a:close/>
                <a:moveTo>
                  <a:pt x="5518363" y="94298"/>
                </a:moveTo>
                <a:cubicBezTo>
                  <a:pt x="5513737" y="98233"/>
                  <a:pt x="5509284" y="101011"/>
                  <a:pt x="5505005" y="102632"/>
                </a:cubicBezTo>
                <a:cubicBezTo>
                  <a:pt x="5500725" y="104253"/>
                  <a:pt x="5496134" y="105063"/>
                  <a:pt x="5491230" y="105063"/>
                </a:cubicBezTo>
                <a:cubicBezTo>
                  <a:pt x="5483134" y="105063"/>
                  <a:pt x="5476912" y="103084"/>
                  <a:pt x="5472563" y="99125"/>
                </a:cubicBezTo>
                <a:cubicBezTo>
                  <a:pt x="5468214" y="95167"/>
                  <a:pt x="5466040" y="90109"/>
                  <a:pt x="5466040" y="83952"/>
                </a:cubicBezTo>
                <a:cubicBezTo>
                  <a:pt x="5466040" y="80342"/>
                  <a:pt x="5466861" y="77044"/>
                  <a:pt x="5468503" y="74059"/>
                </a:cubicBezTo>
                <a:cubicBezTo>
                  <a:pt x="5470146" y="71072"/>
                  <a:pt x="5472297" y="68676"/>
                  <a:pt x="5474957" y="66870"/>
                </a:cubicBezTo>
                <a:cubicBezTo>
                  <a:pt x="5477617" y="65064"/>
                  <a:pt x="5480613" y="63699"/>
                  <a:pt x="5483944" y="62774"/>
                </a:cubicBezTo>
                <a:cubicBezTo>
                  <a:pt x="5486395" y="62125"/>
                  <a:pt x="5490096" y="61499"/>
                  <a:pt x="5495047" y="60898"/>
                </a:cubicBezTo>
                <a:cubicBezTo>
                  <a:pt x="5505132" y="59704"/>
                  <a:pt x="5512557" y="58280"/>
                  <a:pt x="5517322" y="56626"/>
                </a:cubicBezTo>
                <a:cubicBezTo>
                  <a:pt x="5517368" y="54921"/>
                  <a:pt x="5517392" y="53838"/>
                  <a:pt x="5517392" y="53377"/>
                </a:cubicBezTo>
                <a:cubicBezTo>
                  <a:pt x="5517392" y="48307"/>
                  <a:pt x="5516212" y="44735"/>
                  <a:pt x="5513852" y="42662"/>
                </a:cubicBezTo>
                <a:cubicBezTo>
                  <a:pt x="5510660" y="39850"/>
                  <a:pt x="5505918" y="38444"/>
                  <a:pt x="5499627" y="38444"/>
                </a:cubicBezTo>
                <a:cubicBezTo>
                  <a:pt x="5493751" y="38444"/>
                  <a:pt x="5489414" y="39474"/>
                  <a:pt x="5486615" y="41532"/>
                </a:cubicBezTo>
                <a:cubicBezTo>
                  <a:pt x="5483816" y="43591"/>
                  <a:pt x="5481746" y="47234"/>
                  <a:pt x="5480404" y="52462"/>
                </a:cubicBezTo>
                <a:lnTo>
                  <a:pt x="5468191" y="50797"/>
                </a:lnTo>
                <a:cubicBezTo>
                  <a:pt x="5469301" y="45553"/>
                  <a:pt x="5471129" y="41319"/>
                  <a:pt x="5473673" y="38093"/>
                </a:cubicBezTo>
                <a:cubicBezTo>
                  <a:pt x="5476218" y="34868"/>
                  <a:pt x="5479896" y="32385"/>
                  <a:pt x="5484707" y="30646"/>
                </a:cubicBezTo>
                <a:cubicBezTo>
                  <a:pt x="5489518" y="28906"/>
                  <a:pt x="5495093" y="28035"/>
                  <a:pt x="5501431" y="28035"/>
                </a:cubicBezTo>
                <a:cubicBezTo>
                  <a:pt x="5507723" y="28035"/>
                  <a:pt x="5512835" y="28776"/>
                  <a:pt x="5516767" y="30256"/>
                </a:cubicBezTo>
                <a:cubicBezTo>
                  <a:pt x="5520699" y="31736"/>
                  <a:pt x="5523591" y="33598"/>
                  <a:pt x="5525441" y="35842"/>
                </a:cubicBezTo>
                <a:cubicBezTo>
                  <a:pt x="5527292" y="38086"/>
                  <a:pt x="5528587" y="40919"/>
                  <a:pt x="5529327" y="44343"/>
                </a:cubicBezTo>
                <a:cubicBezTo>
                  <a:pt x="5529744" y="46471"/>
                  <a:pt x="5529952" y="50311"/>
                  <a:pt x="5529952" y="55862"/>
                </a:cubicBezTo>
                <a:lnTo>
                  <a:pt x="5529952" y="72517"/>
                </a:lnTo>
                <a:cubicBezTo>
                  <a:pt x="5529952" y="84129"/>
                  <a:pt x="5530218" y="91473"/>
                  <a:pt x="5530750" y="94550"/>
                </a:cubicBezTo>
                <a:cubicBezTo>
                  <a:pt x="5531282" y="97626"/>
                  <a:pt x="5532334" y="100575"/>
                  <a:pt x="5533907" y="103397"/>
                </a:cubicBezTo>
                <a:lnTo>
                  <a:pt x="5520861" y="103397"/>
                </a:lnTo>
                <a:cubicBezTo>
                  <a:pt x="5519566" y="100804"/>
                  <a:pt x="5518733" y="97771"/>
                  <a:pt x="5518363" y="94298"/>
                </a:cubicBezTo>
                <a:moveTo>
                  <a:pt x="5517322" y="66341"/>
                </a:moveTo>
                <a:cubicBezTo>
                  <a:pt x="5512788" y="68207"/>
                  <a:pt x="5505988" y="69793"/>
                  <a:pt x="5496920" y="71099"/>
                </a:cubicBezTo>
                <a:cubicBezTo>
                  <a:pt x="5491785" y="71842"/>
                  <a:pt x="5488153" y="72678"/>
                  <a:pt x="5486025" y="73608"/>
                </a:cubicBezTo>
                <a:cubicBezTo>
                  <a:pt x="5483897" y="74536"/>
                  <a:pt x="5482255" y="75895"/>
                  <a:pt x="5481098" y="77685"/>
                </a:cubicBezTo>
                <a:cubicBezTo>
                  <a:pt x="5479942" y="79473"/>
                  <a:pt x="5479363" y="81459"/>
                  <a:pt x="5479363" y="83642"/>
                </a:cubicBezTo>
                <a:cubicBezTo>
                  <a:pt x="5479363" y="86986"/>
                  <a:pt x="5480624" y="89773"/>
                  <a:pt x="5483145" y="92004"/>
                </a:cubicBezTo>
                <a:cubicBezTo>
                  <a:pt x="5485667" y="94233"/>
                  <a:pt x="5489356" y="95348"/>
                  <a:pt x="5494214" y="95348"/>
                </a:cubicBezTo>
                <a:cubicBezTo>
                  <a:pt x="5499025" y="95348"/>
                  <a:pt x="5503305" y="94290"/>
                  <a:pt x="5507052" y="92175"/>
                </a:cubicBezTo>
                <a:cubicBezTo>
                  <a:pt x="5510799" y="90060"/>
                  <a:pt x="5513552" y="87166"/>
                  <a:pt x="5515310" y="83494"/>
                </a:cubicBezTo>
                <a:cubicBezTo>
                  <a:pt x="5516651" y="80658"/>
                  <a:pt x="5517322" y="76474"/>
                  <a:pt x="5517322" y="70943"/>
                </a:cubicBezTo>
                <a:lnTo>
                  <a:pt x="5517322" y="66341"/>
                </a:lnTo>
                <a:close/>
                <a:moveTo>
                  <a:pt x="5549014" y="103397"/>
                </a:moveTo>
                <a:lnTo>
                  <a:pt x="5549014" y="1665"/>
                </a:lnTo>
                <a:lnTo>
                  <a:pt x="5561505" y="1665"/>
                </a:lnTo>
                <a:lnTo>
                  <a:pt x="5561505" y="103397"/>
                </a:lnTo>
                <a:lnTo>
                  <a:pt x="5549014" y="103397"/>
                </a:lnTo>
                <a:close/>
                <a:moveTo>
                  <a:pt x="5580565" y="103397"/>
                </a:moveTo>
                <a:lnTo>
                  <a:pt x="5580565" y="1665"/>
                </a:lnTo>
                <a:lnTo>
                  <a:pt x="5593056" y="1665"/>
                </a:lnTo>
                <a:lnTo>
                  <a:pt x="5593056" y="103397"/>
                </a:lnTo>
                <a:lnTo>
                  <a:pt x="5580565" y="103397"/>
                </a:lnTo>
                <a:close/>
                <a:moveTo>
                  <a:pt x="5611838" y="131849"/>
                </a:moveTo>
                <a:lnTo>
                  <a:pt x="5610450" y="120122"/>
                </a:lnTo>
                <a:cubicBezTo>
                  <a:pt x="5613180" y="120862"/>
                  <a:pt x="5615562" y="121232"/>
                  <a:pt x="5617598" y="121232"/>
                </a:cubicBezTo>
                <a:cubicBezTo>
                  <a:pt x="5620374" y="121232"/>
                  <a:pt x="5622594" y="120763"/>
                  <a:pt x="5624260" y="119827"/>
                </a:cubicBezTo>
                <a:cubicBezTo>
                  <a:pt x="5625925" y="118891"/>
                  <a:pt x="5627290" y="117581"/>
                  <a:pt x="5628354" y="115895"/>
                </a:cubicBezTo>
                <a:cubicBezTo>
                  <a:pt x="5629140" y="114631"/>
                  <a:pt x="5630413" y="111496"/>
                  <a:pt x="5632171" y="106488"/>
                </a:cubicBezTo>
                <a:cubicBezTo>
                  <a:pt x="5632402" y="105785"/>
                  <a:pt x="5632772" y="104755"/>
                  <a:pt x="5633281" y="103397"/>
                </a:cubicBezTo>
                <a:lnTo>
                  <a:pt x="5605315" y="29701"/>
                </a:lnTo>
                <a:lnTo>
                  <a:pt x="5618777" y="29701"/>
                </a:lnTo>
                <a:lnTo>
                  <a:pt x="5634114" y="72278"/>
                </a:lnTo>
                <a:cubicBezTo>
                  <a:pt x="5636103" y="77680"/>
                  <a:pt x="5637884" y="83357"/>
                  <a:pt x="5639457" y="89310"/>
                </a:cubicBezTo>
                <a:cubicBezTo>
                  <a:pt x="5640891" y="83587"/>
                  <a:pt x="5642603" y="78002"/>
                  <a:pt x="5644592" y="72556"/>
                </a:cubicBezTo>
                <a:lnTo>
                  <a:pt x="5660345" y="29701"/>
                </a:lnTo>
                <a:lnTo>
                  <a:pt x="5672836" y="29701"/>
                </a:lnTo>
                <a:lnTo>
                  <a:pt x="5644800" y="104696"/>
                </a:lnTo>
                <a:cubicBezTo>
                  <a:pt x="5641793" y="112798"/>
                  <a:pt x="5639457" y="118377"/>
                  <a:pt x="5637791" y="121431"/>
                </a:cubicBezTo>
                <a:cubicBezTo>
                  <a:pt x="5635571" y="125552"/>
                  <a:pt x="5633026" y="128572"/>
                  <a:pt x="5630158" y="130494"/>
                </a:cubicBezTo>
                <a:cubicBezTo>
                  <a:pt x="5627290" y="132415"/>
                  <a:pt x="5623866" y="133376"/>
                  <a:pt x="5619888" y="133376"/>
                </a:cubicBezTo>
                <a:cubicBezTo>
                  <a:pt x="5617482" y="133376"/>
                  <a:pt x="5614799" y="132867"/>
                  <a:pt x="5611838" y="131849"/>
                </a:cubicBezTo>
                <a:close/>
                <a:moveTo>
                  <a:pt x="5676868" y="103397"/>
                </a:moveTo>
                <a:lnTo>
                  <a:pt x="5676868" y="89102"/>
                </a:lnTo>
                <a:lnTo>
                  <a:pt x="5691094" y="89102"/>
                </a:lnTo>
                <a:lnTo>
                  <a:pt x="5691094" y="103356"/>
                </a:lnTo>
                <a:cubicBezTo>
                  <a:pt x="5691094" y="108596"/>
                  <a:pt x="5690169" y="112826"/>
                  <a:pt x="5688318" y="116047"/>
                </a:cubicBezTo>
                <a:cubicBezTo>
                  <a:pt x="5686468" y="119269"/>
                  <a:pt x="5683530" y="121761"/>
                  <a:pt x="5679505" y="123522"/>
                </a:cubicBezTo>
                <a:lnTo>
                  <a:pt x="5676036" y="118109"/>
                </a:lnTo>
                <a:cubicBezTo>
                  <a:pt x="5678673" y="116958"/>
                  <a:pt x="5680616" y="115266"/>
                  <a:pt x="5681865" y="113032"/>
                </a:cubicBezTo>
                <a:cubicBezTo>
                  <a:pt x="5683114" y="110799"/>
                  <a:pt x="5683808" y="107587"/>
                  <a:pt x="5683947" y="103397"/>
                </a:cubicBezTo>
                <a:lnTo>
                  <a:pt x="5676868" y="103397"/>
                </a:lnTo>
                <a:close/>
                <a:moveTo>
                  <a:pt x="5779897" y="92364"/>
                </a:moveTo>
                <a:lnTo>
                  <a:pt x="5781701" y="103397"/>
                </a:lnTo>
                <a:cubicBezTo>
                  <a:pt x="5778185" y="104045"/>
                  <a:pt x="5775039" y="104369"/>
                  <a:pt x="5772264" y="104369"/>
                </a:cubicBezTo>
                <a:cubicBezTo>
                  <a:pt x="5767730" y="104369"/>
                  <a:pt x="5764214" y="103652"/>
                  <a:pt x="5761716" y="102218"/>
                </a:cubicBezTo>
                <a:cubicBezTo>
                  <a:pt x="5759217" y="100784"/>
                  <a:pt x="5757459" y="98898"/>
                  <a:pt x="5756442" y="96562"/>
                </a:cubicBezTo>
                <a:cubicBezTo>
                  <a:pt x="5755424" y="94226"/>
                  <a:pt x="5754915" y="89310"/>
                  <a:pt x="5754915" y="81816"/>
                </a:cubicBezTo>
                <a:lnTo>
                  <a:pt x="5754915" y="39416"/>
                </a:lnTo>
                <a:lnTo>
                  <a:pt x="5745755" y="39416"/>
                </a:lnTo>
                <a:lnTo>
                  <a:pt x="5745755" y="29701"/>
                </a:lnTo>
                <a:lnTo>
                  <a:pt x="5754915" y="29701"/>
                </a:lnTo>
                <a:lnTo>
                  <a:pt x="5754915" y="11400"/>
                </a:lnTo>
                <a:lnTo>
                  <a:pt x="5767337" y="3886"/>
                </a:lnTo>
                <a:lnTo>
                  <a:pt x="5767337" y="29701"/>
                </a:lnTo>
                <a:lnTo>
                  <a:pt x="5779897" y="29701"/>
                </a:lnTo>
                <a:lnTo>
                  <a:pt x="5779897" y="39416"/>
                </a:lnTo>
                <a:lnTo>
                  <a:pt x="5767337" y="39416"/>
                </a:lnTo>
                <a:lnTo>
                  <a:pt x="5767337" y="82510"/>
                </a:lnTo>
                <a:cubicBezTo>
                  <a:pt x="5767337" y="86072"/>
                  <a:pt x="5767556" y="88362"/>
                  <a:pt x="5767996" y="89380"/>
                </a:cubicBezTo>
                <a:cubicBezTo>
                  <a:pt x="5768435" y="90398"/>
                  <a:pt x="5769152" y="91207"/>
                  <a:pt x="5770147" y="91809"/>
                </a:cubicBezTo>
                <a:cubicBezTo>
                  <a:pt x="5771142" y="92410"/>
                  <a:pt x="5772564" y="92711"/>
                  <a:pt x="5774415" y="92711"/>
                </a:cubicBezTo>
                <a:cubicBezTo>
                  <a:pt x="5775803" y="92711"/>
                  <a:pt x="5777630" y="92595"/>
                  <a:pt x="5779897" y="92364"/>
                </a:cubicBezTo>
                <a:close/>
                <a:moveTo>
                  <a:pt x="5792134" y="103397"/>
                </a:moveTo>
                <a:lnTo>
                  <a:pt x="5792134" y="1665"/>
                </a:lnTo>
                <a:lnTo>
                  <a:pt x="5804625" y="1665"/>
                </a:lnTo>
                <a:lnTo>
                  <a:pt x="5804625" y="38167"/>
                </a:lnTo>
                <a:cubicBezTo>
                  <a:pt x="5810454" y="31412"/>
                  <a:pt x="5817810" y="28035"/>
                  <a:pt x="5826693" y="28035"/>
                </a:cubicBezTo>
                <a:cubicBezTo>
                  <a:pt x="5832152" y="28035"/>
                  <a:pt x="5836894" y="29111"/>
                  <a:pt x="5840918" y="31262"/>
                </a:cubicBezTo>
                <a:cubicBezTo>
                  <a:pt x="5844943" y="33413"/>
                  <a:pt x="5847823" y="36386"/>
                  <a:pt x="5849558" y="40179"/>
                </a:cubicBezTo>
                <a:cubicBezTo>
                  <a:pt x="5851293" y="43973"/>
                  <a:pt x="5852160" y="49478"/>
                  <a:pt x="5852160" y="56695"/>
                </a:cubicBezTo>
                <a:lnTo>
                  <a:pt x="5852160" y="103397"/>
                </a:lnTo>
                <a:lnTo>
                  <a:pt x="5839669" y="103397"/>
                </a:lnTo>
                <a:lnTo>
                  <a:pt x="5839669" y="56695"/>
                </a:lnTo>
                <a:cubicBezTo>
                  <a:pt x="5839669" y="50450"/>
                  <a:pt x="5838316" y="45904"/>
                  <a:pt x="5835610" y="43059"/>
                </a:cubicBezTo>
                <a:cubicBezTo>
                  <a:pt x="5832903" y="40214"/>
                  <a:pt x="5829075" y="38791"/>
                  <a:pt x="5824125" y="38791"/>
                </a:cubicBezTo>
                <a:cubicBezTo>
                  <a:pt x="5820424" y="38791"/>
                  <a:pt x="5816943" y="39751"/>
                  <a:pt x="5813681" y="41671"/>
                </a:cubicBezTo>
                <a:cubicBezTo>
                  <a:pt x="5810420" y="43591"/>
                  <a:pt x="5808095" y="46193"/>
                  <a:pt x="5806707" y="49478"/>
                </a:cubicBezTo>
                <a:cubicBezTo>
                  <a:pt x="5805319" y="52763"/>
                  <a:pt x="5804625" y="57297"/>
                  <a:pt x="5804625" y="63079"/>
                </a:cubicBezTo>
                <a:lnTo>
                  <a:pt x="5804625" y="103397"/>
                </a:lnTo>
                <a:lnTo>
                  <a:pt x="5792134" y="103397"/>
                </a:lnTo>
                <a:close/>
                <a:moveTo>
                  <a:pt x="5921602" y="79665"/>
                </a:moveTo>
                <a:lnTo>
                  <a:pt x="5934510" y="81261"/>
                </a:lnTo>
                <a:cubicBezTo>
                  <a:pt x="5932474" y="88802"/>
                  <a:pt x="5928704" y="94654"/>
                  <a:pt x="5923198" y="98817"/>
                </a:cubicBezTo>
                <a:cubicBezTo>
                  <a:pt x="5917693" y="102981"/>
                  <a:pt x="5910661" y="105063"/>
                  <a:pt x="5902103" y="105063"/>
                </a:cubicBezTo>
                <a:cubicBezTo>
                  <a:pt x="5891323" y="105063"/>
                  <a:pt x="5882776" y="101744"/>
                  <a:pt x="5876461" y="95105"/>
                </a:cubicBezTo>
                <a:cubicBezTo>
                  <a:pt x="5870146" y="88466"/>
                  <a:pt x="5866989" y="79156"/>
                  <a:pt x="5866989" y="67174"/>
                </a:cubicBezTo>
                <a:cubicBezTo>
                  <a:pt x="5866989" y="54775"/>
                  <a:pt x="5870181" y="45153"/>
                  <a:pt x="5876565" y="38306"/>
                </a:cubicBezTo>
                <a:cubicBezTo>
                  <a:pt x="5882950" y="31459"/>
                  <a:pt x="5891231" y="28035"/>
                  <a:pt x="5901409" y="28035"/>
                </a:cubicBezTo>
                <a:cubicBezTo>
                  <a:pt x="5911263" y="28035"/>
                  <a:pt x="5919312" y="31384"/>
                  <a:pt x="5925558" y="38082"/>
                </a:cubicBezTo>
                <a:cubicBezTo>
                  <a:pt x="5931803" y="44779"/>
                  <a:pt x="5934926" y="54201"/>
                  <a:pt x="5934926" y="66347"/>
                </a:cubicBezTo>
                <a:cubicBezTo>
                  <a:pt x="5934926" y="67086"/>
                  <a:pt x="5934903" y="68194"/>
                  <a:pt x="5934857" y="69672"/>
                </a:cubicBezTo>
                <a:lnTo>
                  <a:pt x="5879896" y="69672"/>
                </a:lnTo>
                <a:cubicBezTo>
                  <a:pt x="5880359" y="77745"/>
                  <a:pt x="5882649" y="83927"/>
                  <a:pt x="5886766" y="88217"/>
                </a:cubicBezTo>
                <a:cubicBezTo>
                  <a:pt x="5890884" y="92508"/>
                  <a:pt x="5896019" y="94654"/>
                  <a:pt x="5902172" y="94654"/>
                </a:cubicBezTo>
                <a:cubicBezTo>
                  <a:pt x="5906752" y="94654"/>
                  <a:pt x="5910661" y="93463"/>
                  <a:pt x="5913900" y="91080"/>
                </a:cubicBezTo>
                <a:cubicBezTo>
                  <a:pt x="5917138" y="88696"/>
                  <a:pt x="5919706" y="84891"/>
                  <a:pt x="5921602" y="79665"/>
                </a:cubicBezTo>
                <a:moveTo>
                  <a:pt x="5880590" y="59263"/>
                </a:moveTo>
                <a:lnTo>
                  <a:pt x="5921741" y="59263"/>
                </a:lnTo>
                <a:cubicBezTo>
                  <a:pt x="5921186" y="53165"/>
                  <a:pt x="5919613" y="48591"/>
                  <a:pt x="5917022" y="45542"/>
                </a:cubicBezTo>
                <a:cubicBezTo>
                  <a:pt x="5913044" y="40810"/>
                  <a:pt x="5907885" y="38444"/>
                  <a:pt x="5901547" y="38444"/>
                </a:cubicBezTo>
                <a:cubicBezTo>
                  <a:pt x="5895811" y="38444"/>
                  <a:pt x="5890988" y="40333"/>
                  <a:pt x="5887079" y="44111"/>
                </a:cubicBezTo>
                <a:cubicBezTo>
                  <a:pt x="5883169" y="47887"/>
                  <a:pt x="5881007" y="52938"/>
                  <a:pt x="5880590" y="59263"/>
                </a:cubicBezTo>
                <a:close/>
                <a:moveTo>
                  <a:pt x="5989750" y="16099"/>
                </a:moveTo>
                <a:lnTo>
                  <a:pt x="5989750" y="1665"/>
                </a:lnTo>
                <a:lnTo>
                  <a:pt x="6002241" y="1665"/>
                </a:lnTo>
                <a:lnTo>
                  <a:pt x="6002241" y="16099"/>
                </a:lnTo>
                <a:lnTo>
                  <a:pt x="5989750" y="16099"/>
                </a:lnTo>
                <a:moveTo>
                  <a:pt x="5989750" y="103397"/>
                </a:moveTo>
                <a:lnTo>
                  <a:pt x="5989750" y="29701"/>
                </a:lnTo>
                <a:lnTo>
                  <a:pt x="6002241" y="29701"/>
                </a:lnTo>
                <a:lnTo>
                  <a:pt x="6002241" y="103397"/>
                </a:lnTo>
                <a:lnTo>
                  <a:pt x="5989750" y="103397"/>
                </a:lnTo>
                <a:close/>
                <a:moveTo>
                  <a:pt x="6021231" y="103397"/>
                </a:moveTo>
                <a:lnTo>
                  <a:pt x="6021231" y="29701"/>
                </a:lnTo>
                <a:lnTo>
                  <a:pt x="6032473" y="29701"/>
                </a:lnTo>
                <a:lnTo>
                  <a:pt x="6032473" y="40110"/>
                </a:lnTo>
                <a:cubicBezTo>
                  <a:pt x="6037886" y="32060"/>
                  <a:pt x="6045704" y="28035"/>
                  <a:pt x="6055928" y="28035"/>
                </a:cubicBezTo>
                <a:cubicBezTo>
                  <a:pt x="6060370" y="28035"/>
                  <a:pt x="6064452" y="28833"/>
                  <a:pt x="6068176" y="30429"/>
                </a:cubicBezTo>
                <a:cubicBezTo>
                  <a:pt x="6071901" y="32025"/>
                  <a:pt x="6074688" y="34119"/>
                  <a:pt x="6076538" y="36710"/>
                </a:cubicBezTo>
                <a:cubicBezTo>
                  <a:pt x="6078389" y="39300"/>
                  <a:pt x="6079684" y="42377"/>
                  <a:pt x="6080424" y="45939"/>
                </a:cubicBezTo>
                <a:cubicBezTo>
                  <a:pt x="6080887" y="48252"/>
                  <a:pt x="6081118" y="52300"/>
                  <a:pt x="6081118" y="58083"/>
                </a:cubicBezTo>
                <a:lnTo>
                  <a:pt x="6081118" y="103397"/>
                </a:lnTo>
                <a:lnTo>
                  <a:pt x="6068627" y="103397"/>
                </a:lnTo>
                <a:lnTo>
                  <a:pt x="6068627" y="58521"/>
                </a:lnTo>
                <a:cubicBezTo>
                  <a:pt x="6068627" y="53426"/>
                  <a:pt x="6068142" y="49617"/>
                  <a:pt x="6067170" y="47093"/>
                </a:cubicBezTo>
                <a:cubicBezTo>
                  <a:pt x="6066199" y="44568"/>
                  <a:pt x="6064475" y="42554"/>
                  <a:pt x="6062000" y="41049"/>
                </a:cubicBezTo>
                <a:cubicBezTo>
                  <a:pt x="6059525" y="39544"/>
                  <a:pt x="6056622" y="38791"/>
                  <a:pt x="6053291" y="38791"/>
                </a:cubicBezTo>
                <a:cubicBezTo>
                  <a:pt x="6047971" y="38791"/>
                  <a:pt x="6043379" y="40482"/>
                  <a:pt x="6039517" y="43864"/>
                </a:cubicBezTo>
                <a:cubicBezTo>
                  <a:pt x="6035654" y="47244"/>
                  <a:pt x="6033722" y="53658"/>
                  <a:pt x="6033722" y="63105"/>
                </a:cubicBezTo>
                <a:lnTo>
                  <a:pt x="6033722" y="103397"/>
                </a:lnTo>
                <a:lnTo>
                  <a:pt x="6021231" y="103397"/>
                </a:lnTo>
                <a:close/>
                <a:moveTo>
                  <a:pt x="6100250" y="131710"/>
                </a:moveTo>
                <a:lnTo>
                  <a:pt x="6100250" y="29701"/>
                </a:lnTo>
                <a:lnTo>
                  <a:pt x="6111631" y="29701"/>
                </a:lnTo>
                <a:lnTo>
                  <a:pt x="6111631" y="39208"/>
                </a:lnTo>
                <a:cubicBezTo>
                  <a:pt x="6114314" y="35484"/>
                  <a:pt x="6117344" y="32690"/>
                  <a:pt x="6120721" y="30828"/>
                </a:cubicBezTo>
                <a:cubicBezTo>
                  <a:pt x="6124099" y="28966"/>
                  <a:pt x="6128193" y="28035"/>
                  <a:pt x="6133004" y="28035"/>
                </a:cubicBezTo>
                <a:cubicBezTo>
                  <a:pt x="6139296" y="28035"/>
                  <a:pt x="6144848" y="29654"/>
                  <a:pt x="6149659" y="32893"/>
                </a:cubicBezTo>
                <a:cubicBezTo>
                  <a:pt x="6154470" y="36131"/>
                  <a:pt x="6158102" y="40700"/>
                  <a:pt x="6160554" y="46598"/>
                </a:cubicBezTo>
                <a:cubicBezTo>
                  <a:pt x="6163006" y="52497"/>
                  <a:pt x="6164232" y="58962"/>
                  <a:pt x="6164232" y="65994"/>
                </a:cubicBezTo>
                <a:cubicBezTo>
                  <a:pt x="6164232" y="73535"/>
                  <a:pt x="6162878" y="80324"/>
                  <a:pt x="6160172" y="86361"/>
                </a:cubicBezTo>
                <a:cubicBezTo>
                  <a:pt x="6157466" y="92398"/>
                  <a:pt x="6153533" y="97025"/>
                  <a:pt x="6148375" y="100240"/>
                </a:cubicBezTo>
                <a:cubicBezTo>
                  <a:pt x="6143217" y="103455"/>
                  <a:pt x="6137792" y="105063"/>
                  <a:pt x="6132102" y="105063"/>
                </a:cubicBezTo>
                <a:cubicBezTo>
                  <a:pt x="6127938" y="105063"/>
                  <a:pt x="6124203" y="104172"/>
                  <a:pt x="6120895" y="102391"/>
                </a:cubicBezTo>
                <a:cubicBezTo>
                  <a:pt x="6117587" y="100609"/>
                  <a:pt x="6114869" y="98358"/>
                  <a:pt x="6112741" y="95638"/>
                </a:cubicBezTo>
                <a:lnTo>
                  <a:pt x="6112741" y="131710"/>
                </a:lnTo>
                <a:lnTo>
                  <a:pt x="6100250" y="131710"/>
                </a:lnTo>
                <a:moveTo>
                  <a:pt x="6111561" y="66861"/>
                </a:moveTo>
                <a:cubicBezTo>
                  <a:pt x="6111561" y="76334"/>
                  <a:pt x="6113481" y="83334"/>
                  <a:pt x="6117321" y="87862"/>
                </a:cubicBezTo>
                <a:cubicBezTo>
                  <a:pt x="6121161" y="92390"/>
                  <a:pt x="6125810" y="94654"/>
                  <a:pt x="6131269" y="94654"/>
                </a:cubicBezTo>
                <a:cubicBezTo>
                  <a:pt x="6136821" y="94654"/>
                  <a:pt x="6141574" y="92309"/>
                  <a:pt x="6145530" y="87619"/>
                </a:cubicBezTo>
                <a:cubicBezTo>
                  <a:pt x="6149485" y="82929"/>
                  <a:pt x="6151463" y="75663"/>
                  <a:pt x="6151463" y="65820"/>
                </a:cubicBezTo>
                <a:cubicBezTo>
                  <a:pt x="6151463" y="56441"/>
                  <a:pt x="6149532" y="49417"/>
                  <a:pt x="6145669" y="44751"/>
                </a:cubicBezTo>
                <a:cubicBezTo>
                  <a:pt x="6141806" y="40084"/>
                  <a:pt x="6137191" y="37750"/>
                  <a:pt x="6131825" y="37750"/>
                </a:cubicBezTo>
                <a:cubicBezTo>
                  <a:pt x="6126504" y="37750"/>
                  <a:pt x="6121797" y="40234"/>
                  <a:pt x="6117703" y="45202"/>
                </a:cubicBezTo>
                <a:cubicBezTo>
                  <a:pt x="6113609" y="50169"/>
                  <a:pt x="6111561" y="57389"/>
                  <a:pt x="6111561" y="66861"/>
                </a:cubicBezTo>
                <a:close/>
                <a:moveTo>
                  <a:pt x="6227567" y="103397"/>
                </a:moveTo>
                <a:lnTo>
                  <a:pt x="6227567" y="92572"/>
                </a:lnTo>
                <a:cubicBezTo>
                  <a:pt x="6221831" y="100899"/>
                  <a:pt x="6214035" y="105063"/>
                  <a:pt x="6204181" y="105063"/>
                </a:cubicBezTo>
                <a:cubicBezTo>
                  <a:pt x="6199833" y="105063"/>
                  <a:pt x="6195773" y="104230"/>
                  <a:pt x="6192003" y="102565"/>
                </a:cubicBezTo>
                <a:cubicBezTo>
                  <a:pt x="6188232" y="100899"/>
                  <a:pt x="6185433" y="98806"/>
                  <a:pt x="6183606" y="96285"/>
                </a:cubicBezTo>
                <a:cubicBezTo>
                  <a:pt x="6181779" y="93763"/>
                  <a:pt x="6180495" y="90675"/>
                  <a:pt x="6179755" y="87020"/>
                </a:cubicBezTo>
                <a:cubicBezTo>
                  <a:pt x="6179246" y="84569"/>
                  <a:pt x="6178991" y="80682"/>
                  <a:pt x="6178991" y="75362"/>
                </a:cubicBezTo>
                <a:lnTo>
                  <a:pt x="6178991" y="29701"/>
                </a:lnTo>
                <a:lnTo>
                  <a:pt x="6191482" y="29701"/>
                </a:lnTo>
                <a:lnTo>
                  <a:pt x="6191482" y="70574"/>
                </a:lnTo>
                <a:cubicBezTo>
                  <a:pt x="6191482" y="77097"/>
                  <a:pt x="6191737" y="81492"/>
                  <a:pt x="6192246" y="83759"/>
                </a:cubicBezTo>
                <a:cubicBezTo>
                  <a:pt x="6193032" y="87044"/>
                  <a:pt x="6194698" y="89623"/>
                  <a:pt x="6197242" y="91496"/>
                </a:cubicBezTo>
                <a:cubicBezTo>
                  <a:pt x="6199786" y="93370"/>
                  <a:pt x="6202932" y="94307"/>
                  <a:pt x="6206680" y="94307"/>
                </a:cubicBezTo>
                <a:cubicBezTo>
                  <a:pt x="6210427" y="94307"/>
                  <a:pt x="6213943" y="93347"/>
                  <a:pt x="6217228" y="91427"/>
                </a:cubicBezTo>
                <a:cubicBezTo>
                  <a:pt x="6220512" y="89507"/>
                  <a:pt x="6222837" y="86893"/>
                  <a:pt x="6224202" y="83585"/>
                </a:cubicBezTo>
                <a:cubicBezTo>
                  <a:pt x="6225566" y="80278"/>
                  <a:pt x="6226249" y="75478"/>
                  <a:pt x="6226249" y="69186"/>
                </a:cubicBezTo>
                <a:lnTo>
                  <a:pt x="6226249" y="29701"/>
                </a:lnTo>
                <a:lnTo>
                  <a:pt x="6238740" y="29701"/>
                </a:lnTo>
                <a:lnTo>
                  <a:pt x="6238740" y="103397"/>
                </a:lnTo>
                <a:lnTo>
                  <a:pt x="6227567" y="103397"/>
                </a:lnTo>
                <a:close/>
                <a:moveTo>
                  <a:pt x="6285559" y="92364"/>
                </a:moveTo>
                <a:lnTo>
                  <a:pt x="6287364" y="103397"/>
                </a:lnTo>
                <a:cubicBezTo>
                  <a:pt x="6283848" y="104045"/>
                  <a:pt x="6280702" y="104369"/>
                  <a:pt x="6277926" y="104369"/>
                </a:cubicBezTo>
                <a:cubicBezTo>
                  <a:pt x="6273392" y="104369"/>
                  <a:pt x="6269876" y="103652"/>
                  <a:pt x="6267378" y="102218"/>
                </a:cubicBezTo>
                <a:cubicBezTo>
                  <a:pt x="6264880" y="100784"/>
                  <a:pt x="6263122" y="98898"/>
                  <a:pt x="6262104" y="96562"/>
                </a:cubicBezTo>
                <a:cubicBezTo>
                  <a:pt x="6261086" y="94226"/>
                  <a:pt x="6260577" y="89310"/>
                  <a:pt x="6260577" y="81816"/>
                </a:cubicBezTo>
                <a:lnTo>
                  <a:pt x="6260577" y="39416"/>
                </a:lnTo>
                <a:lnTo>
                  <a:pt x="6251417" y="39416"/>
                </a:lnTo>
                <a:lnTo>
                  <a:pt x="6251417" y="29701"/>
                </a:lnTo>
                <a:lnTo>
                  <a:pt x="6260577" y="29701"/>
                </a:lnTo>
                <a:lnTo>
                  <a:pt x="6260577" y="11400"/>
                </a:lnTo>
                <a:lnTo>
                  <a:pt x="6272999" y="3886"/>
                </a:lnTo>
                <a:lnTo>
                  <a:pt x="6272999" y="29701"/>
                </a:lnTo>
                <a:lnTo>
                  <a:pt x="6285559" y="29701"/>
                </a:lnTo>
                <a:lnTo>
                  <a:pt x="6285559" y="39416"/>
                </a:lnTo>
                <a:lnTo>
                  <a:pt x="6272999" y="39416"/>
                </a:lnTo>
                <a:lnTo>
                  <a:pt x="6272999" y="82510"/>
                </a:lnTo>
                <a:cubicBezTo>
                  <a:pt x="6272999" y="86072"/>
                  <a:pt x="6273219" y="88362"/>
                  <a:pt x="6273658" y="89380"/>
                </a:cubicBezTo>
                <a:cubicBezTo>
                  <a:pt x="6274098" y="90398"/>
                  <a:pt x="6274815" y="91207"/>
                  <a:pt x="6275809" y="91809"/>
                </a:cubicBezTo>
                <a:cubicBezTo>
                  <a:pt x="6276804" y="92410"/>
                  <a:pt x="6278227" y="92711"/>
                  <a:pt x="6280077" y="92711"/>
                </a:cubicBezTo>
                <a:cubicBezTo>
                  <a:pt x="6281465" y="92711"/>
                  <a:pt x="6283292" y="92595"/>
                  <a:pt x="6285559" y="92364"/>
                </a:cubicBezTo>
                <a:close/>
                <a:moveTo>
                  <a:pt x="6385396" y="94298"/>
                </a:moveTo>
                <a:cubicBezTo>
                  <a:pt x="6380769" y="98233"/>
                  <a:pt x="6376317" y="101011"/>
                  <a:pt x="6372037" y="102632"/>
                </a:cubicBezTo>
                <a:cubicBezTo>
                  <a:pt x="6367758" y="104253"/>
                  <a:pt x="6363166" y="105063"/>
                  <a:pt x="6358263" y="105063"/>
                </a:cubicBezTo>
                <a:cubicBezTo>
                  <a:pt x="6350167" y="105063"/>
                  <a:pt x="6343944" y="103084"/>
                  <a:pt x="6339596" y="99125"/>
                </a:cubicBezTo>
                <a:cubicBezTo>
                  <a:pt x="6335247" y="95167"/>
                  <a:pt x="6333072" y="90109"/>
                  <a:pt x="6333072" y="83952"/>
                </a:cubicBezTo>
                <a:cubicBezTo>
                  <a:pt x="6333072" y="80342"/>
                  <a:pt x="6333894" y="77044"/>
                  <a:pt x="6335536" y="74059"/>
                </a:cubicBezTo>
                <a:cubicBezTo>
                  <a:pt x="6337178" y="71072"/>
                  <a:pt x="6339329" y="68676"/>
                  <a:pt x="6341990" y="66870"/>
                </a:cubicBezTo>
                <a:cubicBezTo>
                  <a:pt x="6344650" y="65064"/>
                  <a:pt x="6347645" y="63699"/>
                  <a:pt x="6350976" y="62774"/>
                </a:cubicBezTo>
                <a:cubicBezTo>
                  <a:pt x="6353428" y="62125"/>
                  <a:pt x="6357129" y="61499"/>
                  <a:pt x="6362079" y="60898"/>
                </a:cubicBezTo>
                <a:cubicBezTo>
                  <a:pt x="6372165" y="59704"/>
                  <a:pt x="6379590" y="58280"/>
                  <a:pt x="6384355" y="56626"/>
                </a:cubicBezTo>
                <a:cubicBezTo>
                  <a:pt x="6384401" y="54921"/>
                  <a:pt x="6384424" y="53838"/>
                  <a:pt x="6384424" y="53377"/>
                </a:cubicBezTo>
                <a:cubicBezTo>
                  <a:pt x="6384424" y="48307"/>
                  <a:pt x="6383245" y="44735"/>
                  <a:pt x="6380885" y="42662"/>
                </a:cubicBezTo>
                <a:cubicBezTo>
                  <a:pt x="6377693" y="39850"/>
                  <a:pt x="6372951" y="38444"/>
                  <a:pt x="6366659" y="38444"/>
                </a:cubicBezTo>
                <a:cubicBezTo>
                  <a:pt x="6360784" y="38444"/>
                  <a:pt x="6356447" y="39474"/>
                  <a:pt x="6353648" y="41532"/>
                </a:cubicBezTo>
                <a:cubicBezTo>
                  <a:pt x="6350849" y="43591"/>
                  <a:pt x="6348779" y="47234"/>
                  <a:pt x="6347437" y="52462"/>
                </a:cubicBezTo>
                <a:lnTo>
                  <a:pt x="6335224" y="50797"/>
                </a:lnTo>
                <a:cubicBezTo>
                  <a:pt x="6336334" y="45553"/>
                  <a:pt x="6338161" y="41319"/>
                  <a:pt x="6340706" y="38093"/>
                </a:cubicBezTo>
                <a:cubicBezTo>
                  <a:pt x="6343250" y="34868"/>
                  <a:pt x="6346928" y="32385"/>
                  <a:pt x="6351740" y="30646"/>
                </a:cubicBezTo>
                <a:cubicBezTo>
                  <a:pt x="6356551" y="28906"/>
                  <a:pt x="6362126" y="28035"/>
                  <a:pt x="6368464" y="28035"/>
                </a:cubicBezTo>
                <a:cubicBezTo>
                  <a:pt x="6374755" y="28035"/>
                  <a:pt x="6379867" y="28776"/>
                  <a:pt x="6383800" y="30256"/>
                </a:cubicBezTo>
                <a:cubicBezTo>
                  <a:pt x="6387732" y="31736"/>
                  <a:pt x="6390623" y="33598"/>
                  <a:pt x="6392474" y="35842"/>
                </a:cubicBezTo>
                <a:cubicBezTo>
                  <a:pt x="6394324" y="38086"/>
                  <a:pt x="6395620" y="40919"/>
                  <a:pt x="6396360" y="44343"/>
                </a:cubicBezTo>
                <a:cubicBezTo>
                  <a:pt x="6396776" y="46471"/>
                  <a:pt x="6396985" y="50311"/>
                  <a:pt x="6396985" y="55862"/>
                </a:cubicBezTo>
                <a:lnTo>
                  <a:pt x="6396985" y="72517"/>
                </a:lnTo>
                <a:cubicBezTo>
                  <a:pt x="6396985" y="84129"/>
                  <a:pt x="6397251" y="91473"/>
                  <a:pt x="6397783" y="94550"/>
                </a:cubicBezTo>
                <a:cubicBezTo>
                  <a:pt x="6398315" y="97626"/>
                  <a:pt x="6399367" y="100575"/>
                  <a:pt x="6400940" y="103397"/>
                </a:cubicBezTo>
                <a:lnTo>
                  <a:pt x="6387894" y="103397"/>
                </a:lnTo>
                <a:cubicBezTo>
                  <a:pt x="6386599" y="100804"/>
                  <a:pt x="6385766" y="97771"/>
                  <a:pt x="6385396" y="94298"/>
                </a:cubicBezTo>
                <a:moveTo>
                  <a:pt x="6384355" y="66341"/>
                </a:moveTo>
                <a:cubicBezTo>
                  <a:pt x="6379821" y="68207"/>
                  <a:pt x="6373020" y="69793"/>
                  <a:pt x="6363953" y="71099"/>
                </a:cubicBezTo>
                <a:cubicBezTo>
                  <a:pt x="6358818" y="71842"/>
                  <a:pt x="6355186" y="72678"/>
                  <a:pt x="6353058" y="73608"/>
                </a:cubicBezTo>
                <a:cubicBezTo>
                  <a:pt x="6350930" y="74536"/>
                  <a:pt x="6349288" y="75895"/>
                  <a:pt x="6348131" y="77685"/>
                </a:cubicBezTo>
                <a:cubicBezTo>
                  <a:pt x="6346974" y="79473"/>
                  <a:pt x="6346396" y="81459"/>
                  <a:pt x="6346396" y="83642"/>
                </a:cubicBezTo>
                <a:cubicBezTo>
                  <a:pt x="6346396" y="86986"/>
                  <a:pt x="6347657" y="89773"/>
                  <a:pt x="6350178" y="92004"/>
                </a:cubicBezTo>
                <a:cubicBezTo>
                  <a:pt x="6352699" y="94233"/>
                  <a:pt x="6356389" y="95348"/>
                  <a:pt x="6361247" y="95348"/>
                </a:cubicBezTo>
                <a:cubicBezTo>
                  <a:pt x="6366058" y="95348"/>
                  <a:pt x="6370337" y="94290"/>
                  <a:pt x="6374084" y="92175"/>
                </a:cubicBezTo>
                <a:cubicBezTo>
                  <a:pt x="6377832" y="90060"/>
                  <a:pt x="6380584" y="87166"/>
                  <a:pt x="6382342" y="83494"/>
                </a:cubicBezTo>
                <a:cubicBezTo>
                  <a:pt x="6383684" y="80658"/>
                  <a:pt x="6384355" y="76474"/>
                  <a:pt x="6384355" y="70943"/>
                </a:cubicBezTo>
                <a:lnTo>
                  <a:pt x="6384355" y="66341"/>
                </a:lnTo>
                <a:close/>
                <a:moveTo>
                  <a:pt x="6416324" y="103397"/>
                </a:moveTo>
                <a:lnTo>
                  <a:pt x="6416324" y="29701"/>
                </a:lnTo>
                <a:lnTo>
                  <a:pt x="6427566" y="29701"/>
                </a:lnTo>
                <a:lnTo>
                  <a:pt x="6427566" y="40110"/>
                </a:lnTo>
                <a:cubicBezTo>
                  <a:pt x="6432979" y="32060"/>
                  <a:pt x="6440797" y="28035"/>
                  <a:pt x="6451021" y="28035"/>
                </a:cubicBezTo>
                <a:cubicBezTo>
                  <a:pt x="6455463" y="28035"/>
                  <a:pt x="6459545" y="28833"/>
                  <a:pt x="6463269" y="30429"/>
                </a:cubicBezTo>
                <a:cubicBezTo>
                  <a:pt x="6466994" y="32025"/>
                  <a:pt x="6469781" y="34119"/>
                  <a:pt x="6471631" y="36710"/>
                </a:cubicBezTo>
                <a:cubicBezTo>
                  <a:pt x="6473482" y="39300"/>
                  <a:pt x="6474777" y="42377"/>
                  <a:pt x="6475518" y="45939"/>
                </a:cubicBezTo>
                <a:cubicBezTo>
                  <a:pt x="6475980" y="48252"/>
                  <a:pt x="6476211" y="52300"/>
                  <a:pt x="6476211" y="58083"/>
                </a:cubicBezTo>
                <a:lnTo>
                  <a:pt x="6476211" y="103397"/>
                </a:lnTo>
                <a:lnTo>
                  <a:pt x="6463721" y="103397"/>
                </a:lnTo>
                <a:lnTo>
                  <a:pt x="6463721" y="58521"/>
                </a:lnTo>
                <a:cubicBezTo>
                  <a:pt x="6463721" y="53426"/>
                  <a:pt x="6463235" y="49617"/>
                  <a:pt x="6462263" y="47093"/>
                </a:cubicBezTo>
                <a:cubicBezTo>
                  <a:pt x="6461292" y="44568"/>
                  <a:pt x="6459568" y="42554"/>
                  <a:pt x="6457093" y="41049"/>
                </a:cubicBezTo>
                <a:cubicBezTo>
                  <a:pt x="6454618" y="39544"/>
                  <a:pt x="6451715" y="38791"/>
                  <a:pt x="6448384" y="38791"/>
                </a:cubicBezTo>
                <a:cubicBezTo>
                  <a:pt x="6443064" y="38791"/>
                  <a:pt x="6438473" y="40482"/>
                  <a:pt x="6434610" y="43864"/>
                </a:cubicBezTo>
                <a:cubicBezTo>
                  <a:pt x="6430747" y="47244"/>
                  <a:pt x="6428815" y="53658"/>
                  <a:pt x="6428815" y="63105"/>
                </a:cubicBezTo>
                <a:lnTo>
                  <a:pt x="6428815" y="103397"/>
                </a:lnTo>
                <a:lnTo>
                  <a:pt x="6416324" y="103397"/>
                </a:lnTo>
                <a:close/>
                <a:moveTo>
                  <a:pt x="6493053" y="109504"/>
                </a:moveTo>
                <a:lnTo>
                  <a:pt x="6505197" y="111308"/>
                </a:lnTo>
                <a:cubicBezTo>
                  <a:pt x="6505706" y="115056"/>
                  <a:pt x="6507117" y="117785"/>
                  <a:pt x="6509430" y="119497"/>
                </a:cubicBezTo>
                <a:cubicBezTo>
                  <a:pt x="6512530" y="121810"/>
                  <a:pt x="6516763" y="122967"/>
                  <a:pt x="6522129" y="122967"/>
                </a:cubicBezTo>
                <a:cubicBezTo>
                  <a:pt x="6527912" y="122967"/>
                  <a:pt x="6532377" y="121807"/>
                  <a:pt x="6535523" y="119488"/>
                </a:cubicBezTo>
                <a:cubicBezTo>
                  <a:pt x="6538668" y="117171"/>
                  <a:pt x="6540797" y="113925"/>
                  <a:pt x="6541907" y="109751"/>
                </a:cubicBezTo>
                <a:cubicBezTo>
                  <a:pt x="6542554" y="107203"/>
                  <a:pt x="6542855" y="101848"/>
                  <a:pt x="6542809" y="93687"/>
                </a:cubicBezTo>
                <a:cubicBezTo>
                  <a:pt x="6537350" y="100161"/>
                  <a:pt x="6530549" y="103397"/>
                  <a:pt x="6522407" y="103397"/>
                </a:cubicBezTo>
                <a:cubicBezTo>
                  <a:pt x="6512275" y="103397"/>
                  <a:pt x="6504434" y="99743"/>
                  <a:pt x="6498882" y="92433"/>
                </a:cubicBezTo>
                <a:cubicBezTo>
                  <a:pt x="6493331" y="85124"/>
                  <a:pt x="6490555" y="76357"/>
                  <a:pt x="6490555" y="66133"/>
                </a:cubicBezTo>
                <a:cubicBezTo>
                  <a:pt x="6490555" y="59101"/>
                  <a:pt x="6491827" y="52612"/>
                  <a:pt x="6494372" y="46668"/>
                </a:cubicBezTo>
                <a:cubicBezTo>
                  <a:pt x="6496916" y="40723"/>
                  <a:pt x="6500606" y="36131"/>
                  <a:pt x="6505440" y="32893"/>
                </a:cubicBezTo>
                <a:cubicBezTo>
                  <a:pt x="6510275" y="29654"/>
                  <a:pt x="6515953" y="28035"/>
                  <a:pt x="6522476" y="28035"/>
                </a:cubicBezTo>
                <a:cubicBezTo>
                  <a:pt x="6531174" y="28035"/>
                  <a:pt x="6538345" y="31574"/>
                  <a:pt x="6543989" y="38653"/>
                </a:cubicBezTo>
                <a:lnTo>
                  <a:pt x="6543989" y="29701"/>
                </a:lnTo>
                <a:lnTo>
                  <a:pt x="6555508" y="29701"/>
                </a:lnTo>
                <a:lnTo>
                  <a:pt x="6555508" y="93448"/>
                </a:lnTo>
                <a:cubicBezTo>
                  <a:pt x="6555508" y="104928"/>
                  <a:pt x="6554340" y="113064"/>
                  <a:pt x="6552004" y="117855"/>
                </a:cubicBezTo>
                <a:cubicBezTo>
                  <a:pt x="6549667" y="122646"/>
                  <a:pt x="6545966" y="126431"/>
                  <a:pt x="6540901" y="129208"/>
                </a:cubicBezTo>
                <a:cubicBezTo>
                  <a:pt x="6535835" y="131986"/>
                  <a:pt x="6529601" y="133376"/>
                  <a:pt x="6522199" y="133376"/>
                </a:cubicBezTo>
                <a:cubicBezTo>
                  <a:pt x="6513409" y="133376"/>
                  <a:pt x="6506308" y="131392"/>
                  <a:pt x="6500895" y="127425"/>
                </a:cubicBezTo>
                <a:cubicBezTo>
                  <a:pt x="6495482" y="123458"/>
                  <a:pt x="6492868" y="117485"/>
                  <a:pt x="6493053" y="109504"/>
                </a:cubicBezTo>
                <a:moveTo>
                  <a:pt x="6503393" y="65233"/>
                </a:moveTo>
                <a:cubicBezTo>
                  <a:pt x="6503393" y="74877"/>
                  <a:pt x="6505313" y="81914"/>
                  <a:pt x="6509153" y="86344"/>
                </a:cubicBezTo>
                <a:cubicBezTo>
                  <a:pt x="6512993" y="90774"/>
                  <a:pt x="6517804" y="92988"/>
                  <a:pt x="6523587" y="92988"/>
                </a:cubicBezTo>
                <a:cubicBezTo>
                  <a:pt x="6529323" y="92988"/>
                  <a:pt x="6534135" y="90785"/>
                  <a:pt x="6538021" y="86379"/>
                </a:cubicBezTo>
                <a:cubicBezTo>
                  <a:pt x="6541907" y="81972"/>
                  <a:pt x="6543850" y="75061"/>
                  <a:pt x="6543850" y="65647"/>
                </a:cubicBezTo>
                <a:cubicBezTo>
                  <a:pt x="6543850" y="56649"/>
                  <a:pt x="6541849" y="49866"/>
                  <a:pt x="6537847" y="45297"/>
                </a:cubicBezTo>
                <a:cubicBezTo>
                  <a:pt x="6533846" y="40729"/>
                  <a:pt x="6529023" y="38444"/>
                  <a:pt x="6523379" y="38444"/>
                </a:cubicBezTo>
                <a:cubicBezTo>
                  <a:pt x="6517827" y="38444"/>
                  <a:pt x="6513108" y="40694"/>
                  <a:pt x="6509222" y="45193"/>
                </a:cubicBezTo>
                <a:cubicBezTo>
                  <a:pt x="6505336" y="49692"/>
                  <a:pt x="6503393" y="56372"/>
                  <a:pt x="6503393" y="65233"/>
                </a:cubicBezTo>
                <a:close/>
                <a:moveTo>
                  <a:pt x="6574084" y="103397"/>
                </a:moveTo>
                <a:lnTo>
                  <a:pt x="6574084" y="1665"/>
                </a:lnTo>
                <a:lnTo>
                  <a:pt x="6586575" y="1665"/>
                </a:lnTo>
                <a:lnTo>
                  <a:pt x="6586575" y="103397"/>
                </a:lnTo>
                <a:lnTo>
                  <a:pt x="6574084" y="103397"/>
                </a:lnTo>
                <a:close/>
                <a:moveTo>
                  <a:pt x="6656362" y="79665"/>
                </a:moveTo>
                <a:lnTo>
                  <a:pt x="6669269" y="81261"/>
                </a:lnTo>
                <a:cubicBezTo>
                  <a:pt x="6667233" y="88802"/>
                  <a:pt x="6663463" y="94654"/>
                  <a:pt x="6657958" y="98817"/>
                </a:cubicBezTo>
                <a:cubicBezTo>
                  <a:pt x="6652452" y="102981"/>
                  <a:pt x="6645420" y="105063"/>
                  <a:pt x="6636862" y="105063"/>
                </a:cubicBezTo>
                <a:cubicBezTo>
                  <a:pt x="6626083" y="105063"/>
                  <a:pt x="6617535" y="101744"/>
                  <a:pt x="6611221" y="95105"/>
                </a:cubicBezTo>
                <a:cubicBezTo>
                  <a:pt x="6604906" y="88466"/>
                  <a:pt x="6601748" y="79156"/>
                  <a:pt x="6601748" y="67174"/>
                </a:cubicBezTo>
                <a:cubicBezTo>
                  <a:pt x="6601748" y="54775"/>
                  <a:pt x="6604940" y="45153"/>
                  <a:pt x="6611325" y="38306"/>
                </a:cubicBezTo>
                <a:cubicBezTo>
                  <a:pt x="6617709" y="31459"/>
                  <a:pt x="6625990" y="28035"/>
                  <a:pt x="6636168" y="28035"/>
                </a:cubicBezTo>
                <a:cubicBezTo>
                  <a:pt x="6646022" y="28035"/>
                  <a:pt x="6654072" y="31384"/>
                  <a:pt x="6660317" y="38082"/>
                </a:cubicBezTo>
                <a:cubicBezTo>
                  <a:pt x="6666563" y="44779"/>
                  <a:pt x="6669685" y="54201"/>
                  <a:pt x="6669685" y="66347"/>
                </a:cubicBezTo>
                <a:cubicBezTo>
                  <a:pt x="6669685" y="67086"/>
                  <a:pt x="6669662" y="68194"/>
                  <a:pt x="6669616" y="69672"/>
                </a:cubicBezTo>
                <a:lnTo>
                  <a:pt x="6614656" y="69672"/>
                </a:lnTo>
                <a:cubicBezTo>
                  <a:pt x="6615118" y="77745"/>
                  <a:pt x="6617408" y="83927"/>
                  <a:pt x="6621526" y="88217"/>
                </a:cubicBezTo>
                <a:cubicBezTo>
                  <a:pt x="6625643" y="92508"/>
                  <a:pt x="6630778" y="94654"/>
                  <a:pt x="6636931" y="94654"/>
                </a:cubicBezTo>
                <a:cubicBezTo>
                  <a:pt x="6641511" y="94654"/>
                  <a:pt x="6645420" y="93463"/>
                  <a:pt x="6648659" y="91080"/>
                </a:cubicBezTo>
                <a:cubicBezTo>
                  <a:pt x="6651897" y="88696"/>
                  <a:pt x="6654465" y="84891"/>
                  <a:pt x="6656362" y="79665"/>
                </a:cubicBezTo>
                <a:moveTo>
                  <a:pt x="6615350" y="59263"/>
                </a:moveTo>
                <a:lnTo>
                  <a:pt x="6656500" y="59263"/>
                </a:lnTo>
                <a:cubicBezTo>
                  <a:pt x="6655945" y="53165"/>
                  <a:pt x="6654372" y="48591"/>
                  <a:pt x="6651782" y="45542"/>
                </a:cubicBezTo>
                <a:cubicBezTo>
                  <a:pt x="6647803" y="40810"/>
                  <a:pt x="6642645" y="38444"/>
                  <a:pt x="6636307" y="38444"/>
                </a:cubicBezTo>
                <a:cubicBezTo>
                  <a:pt x="6630570" y="38444"/>
                  <a:pt x="6625747" y="40333"/>
                  <a:pt x="6621838" y="44111"/>
                </a:cubicBezTo>
                <a:cubicBezTo>
                  <a:pt x="6617929" y="47887"/>
                  <a:pt x="6615766" y="52938"/>
                  <a:pt x="6615350" y="59263"/>
                </a:cubicBezTo>
                <a:close/>
                <a:moveTo>
                  <a:pt x="6724509" y="16099"/>
                </a:moveTo>
                <a:lnTo>
                  <a:pt x="6724509" y="1665"/>
                </a:lnTo>
                <a:lnTo>
                  <a:pt x="6737000" y="1665"/>
                </a:lnTo>
                <a:lnTo>
                  <a:pt x="6737000" y="16099"/>
                </a:lnTo>
                <a:lnTo>
                  <a:pt x="6724509" y="16099"/>
                </a:lnTo>
                <a:moveTo>
                  <a:pt x="6724509" y="103397"/>
                </a:moveTo>
                <a:lnTo>
                  <a:pt x="6724509" y="29701"/>
                </a:lnTo>
                <a:lnTo>
                  <a:pt x="6737000" y="29701"/>
                </a:lnTo>
                <a:lnTo>
                  <a:pt x="6737000" y="103397"/>
                </a:lnTo>
                <a:lnTo>
                  <a:pt x="6724509" y="103397"/>
                </a:lnTo>
                <a:close/>
                <a:moveTo>
                  <a:pt x="6750994" y="81330"/>
                </a:moveTo>
                <a:lnTo>
                  <a:pt x="6763346" y="79387"/>
                </a:lnTo>
                <a:cubicBezTo>
                  <a:pt x="6764040" y="84316"/>
                  <a:pt x="6765972" y="88092"/>
                  <a:pt x="6769141" y="90718"/>
                </a:cubicBezTo>
                <a:cubicBezTo>
                  <a:pt x="6772310" y="93342"/>
                  <a:pt x="6776740" y="94654"/>
                  <a:pt x="6782430" y="94654"/>
                </a:cubicBezTo>
                <a:cubicBezTo>
                  <a:pt x="6788167" y="94654"/>
                  <a:pt x="6792423" y="93495"/>
                  <a:pt x="6795198" y="91178"/>
                </a:cubicBezTo>
                <a:cubicBezTo>
                  <a:pt x="6797974" y="88859"/>
                  <a:pt x="6799362" y="86139"/>
                  <a:pt x="6799362" y="83019"/>
                </a:cubicBezTo>
                <a:cubicBezTo>
                  <a:pt x="6799362" y="80219"/>
                  <a:pt x="6798136" y="78016"/>
                  <a:pt x="6795684" y="76410"/>
                </a:cubicBezTo>
                <a:cubicBezTo>
                  <a:pt x="6793972" y="75308"/>
                  <a:pt x="6789716" y="73908"/>
                  <a:pt x="6782916" y="72209"/>
                </a:cubicBezTo>
                <a:cubicBezTo>
                  <a:pt x="6773756" y="69895"/>
                  <a:pt x="6767406" y="67892"/>
                  <a:pt x="6763867" y="66202"/>
                </a:cubicBezTo>
                <a:cubicBezTo>
                  <a:pt x="6760328" y="64512"/>
                  <a:pt x="6757645" y="62174"/>
                  <a:pt x="6755817" y="59187"/>
                </a:cubicBezTo>
                <a:cubicBezTo>
                  <a:pt x="6753990" y="56200"/>
                  <a:pt x="6753076" y="52901"/>
                  <a:pt x="6753076" y="49289"/>
                </a:cubicBezTo>
                <a:cubicBezTo>
                  <a:pt x="6753076" y="46002"/>
                  <a:pt x="6753828" y="42957"/>
                  <a:pt x="6755331" y="40155"/>
                </a:cubicBezTo>
                <a:cubicBezTo>
                  <a:pt x="6756835" y="37354"/>
                  <a:pt x="6758882" y="35027"/>
                  <a:pt x="6761473" y="33175"/>
                </a:cubicBezTo>
                <a:cubicBezTo>
                  <a:pt x="6763416" y="31739"/>
                  <a:pt x="6766064" y="30524"/>
                  <a:pt x="6769418" y="29529"/>
                </a:cubicBezTo>
                <a:cubicBezTo>
                  <a:pt x="6772773" y="28533"/>
                  <a:pt x="6776369" y="28035"/>
                  <a:pt x="6780209" y="28035"/>
                </a:cubicBezTo>
                <a:cubicBezTo>
                  <a:pt x="6785992" y="28035"/>
                  <a:pt x="6791069" y="28874"/>
                  <a:pt x="6795441" y="30551"/>
                </a:cubicBezTo>
                <a:cubicBezTo>
                  <a:pt x="6799813" y="32226"/>
                  <a:pt x="6803040" y="34497"/>
                  <a:pt x="6805122" y="37362"/>
                </a:cubicBezTo>
                <a:cubicBezTo>
                  <a:pt x="6807204" y="40226"/>
                  <a:pt x="6808638" y="44057"/>
                  <a:pt x="6809424" y="48854"/>
                </a:cubicBezTo>
                <a:lnTo>
                  <a:pt x="6797211" y="50519"/>
                </a:lnTo>
                <a:cubicBezTo>
                  <a:pt x="6796656" y="46725"/>
                  <a:pt x="6795048" y="43765"/>
                  <a:pt x="6792388" y="41637"/>
                </a:cubicBezTo>
                <a:cubicBezTo>
                  <a:pt x="6789728" y="39508"/>
                  <a:pt x="6785969" y="38444"/>
                  <a:pt x="6781111" y="38444"/>
                </a:cubicBezTo>
                <a:cubicBezTo>
                  <a:pt x="6775375" y="38444"/>
                  <a:pt x="6771281" y="39388"/>
                  <a:pt x="6768829" y="41277"/>
                </a:cubicBezTo>
                <a:cubicBezTo>
                  <a:pt x="6766377" y="43163"/>
                  <a:pt x="6765151" y="45373"/>
                  <a:pt x="6765151" y="47906"/>
                </a:cubicBezTo>
                <a:cubicBezTo>
                  <a:pt x="6765151" y="49516"/>
                  <a:pt x="6765660" y="50966"/>
                  <a:pt x="6766677" y="52256"/>
                </a:cubicBezTo>
                <a:cubicBezTo>
                  <a:pt x="6767695" y="53590"/>
                  <a:pt x="6769291" y="54695"/>
                  <a:pt x="6771466" y="55570"/>
                </a:cubicBezTo>
                <a:cubicBezTo>
                  <a:pt x="6772715" y="56031"/>
                  <a:pt x="6776393" y="57090"/>
                  <a:pt x="6782499" y="58747"/>
                </a:cubicBezTo>
                <a:cubicBezTo>
                  <a:pt x="6791336" y="61105"/>
                  <a:pt x="6797500" y="63035"/>
                  <a:pt x="6800993" y="64537"/>
                </a:cubicBezTo>
                <a:cubicBezTo>
                  <a:pt x="6804486" y="66039"/>
                  <a:pt x="6807227" y="68223"/>
                  <a:pt x="6809216" y="71090"/>
                </a:cubicBezTo>
                <a:cubicBezTo>
                  <a:pt x="6811205" y="73956"/>
                  <a:pt x="6812200" y="77514"/>
                  <a:pt x="6812200" y="81766"/>
                </a:cubicBezTo>
                <a:cubicBezTo>
                  <a:pt x="6812200" y="85927"/>
                  <a:pt x="6810986" y="89845"/>
                  <a:pt x="6808557" y="93520"/>
                </a:cubicBezTo>
                <a:cubicBezTo>
                  <a:pt x="6806128" y="97193"/>
                  <a:pt x="6802624" y="100035"/>
                  <a:pt x="6798044" y="102046"/>
                </a:cubicBezTo>
                <a:cubicBezTo>
                  <a:pt x="6793464" y="104057"/>
                  <a:pt x="6788282" y="105063"/>
                  <a:pt x="6782499" y="105063"/>
                </a:cubicBezTo>
                <a:cubicBezTo>
                  <a:pt x="6772923" y="105063"/>
                  <a:pt x="6765625" y="103068"/>
                  <a:pt x="6760605" y="99078"/>
                </a:cubicBezTo>
                <a:cubicBezTo>
                  <a:pt x="6755586" y="95088"/>
                  <a:pt x="6752382" y="89172"/>
                  <a:pt x="6750994" y="81330"/>
                </a:cubicBezTo>
                <a:close/>
                <a:moveTo>
                  <a:pt x="6917008" y="79665"/>
                </a:moveTo>
                <a:lnTo>
                  <a:pt x="6929916" y="81261"/>
                </a:lnTo>
                <a:cubicBezTo>
                  <a:pt x="6927880" y="88802"/>
                  <a:pt x="6924110" y="94654"/>
                  <a:pt x="6918605" y="98817"/>
                </a:cubicBezTo>
                <a:cubicBezTo>
                  <a:pt x="6913099" y="102981"/>
                  <a:pt x="6906067" y="105063"/>
                  <a:pt x="6897509" y="105063"/>
                </a:cubicBezTo>
                <a:cubicBezTo>
                  <a:pt x="6886729" y="105063"/>
                  <a:pt x="6878182" y="101744"/>
                  <a:pt x="6871867" y="95105"/>
                </a:cubicBezTo>
                <a:cubicBezTo>
                  <a:pt x="6865553" y="88466"/>
                  <a:pt x="6862395" y="79156"/>
                  <a:pt x="6862395" y="67174"/>
                </a:cubicBezTo>
                <a:cubicBezTo>
                  <a:pt x="6862395" y="54775"/>
                  <a:pt x="6865587" y="45153"/>
                  <a:pt x="6871972" y="38306"/>
                </a:cubicBezTo>
                <a:cubicBezTo>
                  <a:pt x="6878356" y="31459"/>
                  <a:pt x="6886637" y="28035"/>
                  <a:pt x="6896815" y="28035"/>
                </a:cubicBezTo>
                <a:cubicBezTo>
                  <a:pt x="6906669" y="28035"/>
                  <a:pt x="6914718" y="31384"/>
                  <a:pt x="6920964" y="38082"/>
                </a:cubicBezTo>
                <a:cubicBezTo>
                  <a:pt x="6927209" y="44779"/>
                  <a:pt x="6930332" y="54201"/>
                  <a:pt x="6930332" y="66347"/>
                </a:cubicBezTo>
                <a:cubicBezTo>
                  <a:pt x="6930332" y="67086"/>
                  <a:pt x="6930309" y="68194"/>
                  <a:pt x="6930263" y="69672"/>
                </a:cubicBezTo>
                <a:lnTo>
                  <a:pt x="6875302" y="69672"/>
                </a:lnTo>
                <a:cubicBezTo>
                  <a:pt x="6875765" y="77745"/>
                  <a:pt x="6878055" y="83927"/>
                  <a:pt x="6882173" y="88217"/>
                </a:cubicBezTo>
                <a:cubicBezTo>
                  <a:pt x="6886290" y="92508"/>
                  <a:pt x="6891425" y="94654"/>
                  <a:pt x="6897578" y="94654"/>
                </a:cubicBezTo>
                <a:cubicBezTo>
                  <a:pt x="6902158" y="94654"/>
                  <a:pt x="6906067" y="93463"/>
                  <a:pt x="6909306" y="91080"/>
                </a:cubicBezTo>
                <a:cubicBezTo>
                  <a:pt x="6912544" y="88696"/>
                  <a:pt x="6915112" y="84891"/>
                  <a:pt x="6917008" y="79665"/>
                </a:cubicBezTo>
                <a:moveTo>
                  <a:pt x="6875996" y="59263"/>
                </a:moveTo>
                <a:lnTo>
                  <a:pt x="6917147" y="59263"/>
                </a:lnTo>
                <a:cubicBezTo>
                  <a:pt x="6916592" y="53165"/>
                  <a:pt x="6915019" y="48591"/>
                  <a:pt x="6912428" y="45542"/>
                </a:cubicBezTo>
                <a:cubicBezTo>
                  <a:pt x="6908450" y="40810"/>
                  <a:pt x="6903291" y="38444"/>
                  <a:pt x="6896953" y="38444"/>
                </a:cubicBezTo>
                <a:cubicBezTo>
                  <a:pt x="6891217" y="38444"/>
                  <a:pt x="6886394" y="40333"/>
                  <a:pt x="6882485" y="44111"/>
                </a:cubicBezTo>
                <a:cubicBezTo>
                  <a:pt x="6878576" y="47887"/>
                  <a:pt x="6876413" y="52938"/>
                  <a:pt x="6875996" y="59263"/>
                </a:cubicBezTo>
                <a:close/>
                <a:moveTo>
                  <a:pt x="6992558" y="131710"/>
                </a:moveTo>
                <a:lnTo>
                  <a:pt x="6992558" y="95428"/>
                </a:lnTo>
                <a:cubicBezTo>
                  <a:pt x="6990615" y="98194"/>
                  <a:pt x="6987897" y="100491"/>
                  <a:pt x="6984404" y="102320"/>
                </a:cubicBezTo>
                <a:cubicBezTo>
                  <a:pt x="6980912" y="104149"/>
                  <a:pt x="6977199" y="105063"/>
                  <a:pt x="6973267" y="105063"/>
                </a:cubicBezTo>
                <a:cubicBezTo>
                  <a:pt x="6964523" y="105063"/>
                  <a:pt x="6956994" y="101570"/>
                  <a:pt x="6950679" y="94584"/>
                </a:cubicBezTo>
                <a:cubicBezTo>
                  <a:pt x="6944364" y="87599"/>
                  <a:pt x="6941207" y="78022"/>
                  <a:pt x="6941207" y="65855"/>
                </a:cubicBezTo>
                <a:cubicBezTo>
                  <a:pt x="6941207" y="58453"/>
                  <a:pt x="6942490" y="51814"/>
                  <a:pt x="6945058" y="45939"/>
                </a:cubicBezTo>
                <a:cubicBezTo>
                  <a:pt x="6947626" y="40064"/>
                  <a:pt x="6951350" y="35611"/>
                  <a:pt x="6956230" y="32581"/>
                </a:cubicBezTo>
                <a:cubicBezTo>
                  <a:pt x="6961111" y="29550"/>
                  <a:pt x="6966466" y="28035"/>
                  <a:pt x="6972295" y="28035"/>
                </a:cubicBezTo>
                <a:cubicBezTo>
                  <a:pt x="6981409" y="28035"/>
                  <a:pt x="6988580" y="31829"/>
                  <a:pt x="6993807" y="39416"/>
                </a:cubicBezTo>
                <a:lnTo>
                  <a:pt x="6993807" y="29701"/>
                </a:lnTo>
                <a:lnTo>
                  <a:pt x="7005049" y="29701"/>
                </a:lnTo>
                <a:lnTo>
                  <a:pt x="7005049" y="131710"/>
                </a:lnTo>
                <a:lnTo>
                  <a:pt x="6992558" y="131710"/>
                </a:lnTo>
                <a:moveTo>
                  <a:pt x="6954044" y="66202"/>
                </a:moveTo>
                <a:cubicBezTo>
                  <a:pt x="6954044" y="75686"/>
                  <a:pt x="6956034" y="82799"/>
                  <a:pt x="6960012" y="87541"/>
                </a:cubicBezTo>
                <a:cubicBezTo>
                  <a:pt x="6963991" y="92283"/>
                  <a:pt x="6968756" y="94654"/>
                  <a:pt x="6974308" y="94654"/>
                </a:cubicBezTo>
                <a:cubicBezTo>
                  <a:pt x="6979628" y="94654"/>
                  <a:pt x="6984208" y="92398"/>
                  <a:pt x="6988048" y="87888"/>
                </a:cubicBezTo>
                <a:cubicBezTo>
                  <a:pt x="6991887" y="83377"/>
                  <a:pt x="6993807" y="76519"/>
                  <a:pt x="6993807" y="67312"/>
                </a:cubicBezTo>
                <a:cubicBezTo>
                  <a:pt x="6993807" y="57505"/>
                  <a:pt x="6991783" y="50126"/>
                  <a:pt x="6987735" y="45176"/>
                </a:cubicBezTo>
                <a:cubicBezTo>
                  <a:pt x="6983687" y="40226"/>
                  <a:pt x="6978934" y="37750"/>
                  <a:pt x="6973475" y="37750"/>
                </a:cubicBezTo>
                <a:cubicBezTo>
                  <a:pt x="6968062" y="37750"/>
                  <a:pt x="6963471" y="40052"/>
                  <a:pt x="6959700" y="44655"/>
                </a:cubicBezTo>
                <a:cubicBezTo>
                  <a:pt x="6955930" y="49258"/>
                  <a:pt x="6954044" y="56441"/>
                  <a:pt x="6954044" y="66202"/>
                </a:cubicBezTo>
                <a:close/>
                <a:moveTo>
                  <a:pt x="7072895" y="103397"/>
                </a:moveTo>
                <a:lnTo>
                  <a:pt x="7072895" y="92572"/>
                </a:lnTo>
                <a:cubicBezTo>
                  <a:pt x="7067158" y="100899"/>
                  <a:pt x="7059363" y="105063"/>
                  <a:pt x="7049509" y="105063"/>
                </a:cubicBezTo>
                <a:cubicBezTo>
                  <a:pt x="7045160" y="105063"/>
                  <a:pt x="7041101" y="104230"/>
                  <a:pt x="7037330" y="102565"/>
                </a:cubicBezTo>
                <a:cubicBezTo>
                  <a:pt x="7033560" y="100899"/>
                  <a:pt x="7030761" y="98806"/>
                  <a:pt x="7028934" y="96285"/>
                </a:cubicBezTo>
                <a:cubicBezTo>
                  <a:pt x="7027106" y="93763"/>
                  <a:pt x="7025823" y="90675"/>
                  <a:pt x="7025082" y="87020"/>
                </a:cubicBezTo>
                <a:cubicBezTo>
                  <a:pt x="7024573" y="84569"/>
                  <a:pt x="7024319" y="80682"/>
                  <a:pt x="7024319" y="75362"/>
                </a:cubicBezTo>
                <a:lnTo>
                  <a:pt x="7024319" y="29701"/>
                </a:lnTo>
                <a:lnTo>
                  <a:pt x="7036810" y="29701"/>
                </a:lnTo>
                <a:lnTo>
                  <a:pt x="7036810" y="70574"/>
                </a:lnTo>
                <a:cubicBezTo>
                  <a:pt x="7036810" y="77097"/>
                  <a:pt x="7037064" y="81492"/>
                  <a:pt x="7037573" y="83759"/>
                </a:cubicBezTo>
                <a:cubicBezTo>
                  <a:pt x="7038360" y="87044"/>
                  <a:pt x="7040025" y="89623"/>
                  <a:pt x="7042570" y="91496"/>
                </a:cubicBezTo>
                <a:cubicBezTo>
                  <a:pt x="7045114" y="93370"/>
                  <a:pt x="7048260" y="94307"/>
                  <a:pt x="7052007" y="94307"/>
                </a:cubicBezTo>
                <a:cubicBezTo>
                  <a:pt x="7055755" y="94307"/>
                  <a:pt x="7059271" y="93347"/>
                  <a:pt x="7062555" y="91427"/>
                </a:cubicBezTo>
                <a:cubicBezTo>
                  <a:pt x="7065840" y="89507"/>
                  <a:pt x="7068165" y="86893"/>
                  <a:pt x="7069529" y="83585"/>
                </a:cubicBezTo>
                <a:cubicBezTo>
                  <a:pt x="7070894" y="80278"/>
                  <a:pt x="7071576" y="75478"/>
                  <a:pt x="7071576" y="69186"/>
                </a:cubicBezTo>
                <a:lnTo>
                  <a:pt x="7071576" y="29701"/>
                </a:lnTo>
                <a:lnTo>
                  <a:pt x="7084067" y="29701"/>
                </a:lnTo>
                <a:lnTo>
                  <a:pt x="7084067" y="103397"/>
                </a:lnTo>
                <a:lnTo>
                  <a:pt x="7072895" y="103397"/>
                </a:lnTo>
                <a:close/>
                <a:moveTo>
                  <a:pt x="7151706" y="94298"/>
                </a:moveTo>
                <a:cubicBezTo>
                  <a:pt x="7147080" y="98233"/>
                  <a:pt x="7142627" y="101011"/>
                  <a:pt x="7138347" y="102632"/>
                </a:cubicBezTo>
                <a:cubicBezTo>
                  <a:pt x="7134068" y="104253"/>
                  <a:pt x="7129476" y="105063"/>
                  <a:pt x="7124573" y="105063"/>
                </a:cubicBezTo>
                <a:cubicBezTo>
                  <a:pt x="7116477" y="105063"/>
                  <a:pt x="7110254" y="103084"/>
                  <a:pt x="7105906" y="99125"/>
                </a:cubicBezTo>
                <a:cubicBezTo>
                  <a:pt x="7101557" y="95167"/>
                  <a:pt x="7099383" y="90109"/>
                  <a:pt x="7099383" y="83952"/>
                </a:cubicBezTo>
                <a:cubicBezTo>
                  <a:pt x="7099383" y="80342"/>
                  <a:pt x="7100204" y="77044"/>
                  <a:pt x="7101846" y="74059"/>
                </a:cubicBezTo>
                <a:cubicBezTo>
                  <a:pt x="7103488" y="71072"/>
                  <a:pt x="7105640" y="68676"/>
                  <a:pt x="7108300" y="66870"/>
                </a:cubicBezTo>
                <a:cubicBezTo>
                  <a:pt x="7110960" y="65064"/>
                  <a:pt x="7113955" y="63699"/>
                  <a:pt x="7117286" y="62774"/>
                </a:cubicBezTo>
                <a:cubicBezTo>
                  <a:pt x="7119738" y="62125"/>
                  <a:pt x="7123439" y="61499"/>
                  <a:pt x="7128389" y="60898"/>
                </a:cubicBezTo>
                <a:cubicBezTo>
                  <a:pt x="7138475" y="59704"/>
                  <a:pt x="7145900" y="58280"/>
                  <a:pt x="7150665" y="56626"/>
                </a:cubicBezTo>
                <a:cubicBezTo>
                  <a:pt x="7150711" y="54921"/>
                  <a:pt x="7150734" y="53838"/>
                  <a:pt x="7150734" y="53377"/>
                </a:cubicBezTo>
                <a:cubicBezTo>
                  <a:pt x="7150734" y="48307"/>
                  <a:pt x="7149555" y="44735"/>
                  <a:pt x="7147195" y="42662"/>
                </a:cubicBezTo>
                <a:cubicBezTo>
                  <a:pt x="7144003" y="39850"/>
                  <a:pt x="7139261" y="38444"/>
                  <a:pt x="7132969" y="38444"/>
                </a:cubicBezTo>
                <a:cubicBezTo>
                  <a:pt x="7127094" y="38444"/>
                  <a:pt x="7122757" y="39474"/>
                  <a:pt x="7119958" y="41532"/>
                </a:cubicBezTo>
                <a:cubicBezTo>
                  <a:pt x="7117159" y="43591"/>
                  <a:pt x="7115089" y="47234"/>
                  <a:pt x="7113747" y="52462"/>
                </a:cubicBezTo>
                <a:lnTo>
                  <a:pt x="7101534" y="50797"/>
                </a:lnTo>
                <a:cubicBezTo>
                  <a:pt x="7102644" y="45553"/>
                  <a:pt x="7104471" y="41319"/>
                  <a:pt x="7107016" y="38093"/>
                </a:cubicBezTo>
                <a:cubicBezTo>
                  <a:pt x="7109560" y="34868"/>
                  <a:pt x="7113238" y="32385"/>
                  <a:pt x="7118050" y="30646"/>
                </a:cubicBezTo>
                <a:cubicBezTo>
                  <a:pt x="7122861" y="28906"/>
                  <a:pt x="7128436" y="28035"/>
                  <a:pt x="7134774" y="28035"/>
                </a:cubicBezTo>
                <a:cubicBezTo>
                  <a:pt x="7141065" y="28035"/>
                  <a:pt x="7146177" y="28776"/>
                  <a:pt x="7150110" y="30256"/>
                </a:cubicBezTo>
                <a:cubicBezTo>
                  <a:pt x="7154042" y="31736"/>
                  <a:pt x="7156934" y="33598"/>
                  <a:pt x="7158784" y="35842"/>
                </a:cubicBezTo>
                <a:cubicBezTo>
                  <a:pt x="7160635" y="38086"/>
                  <a:pt x="7161930" y="40919"/>
                  <a:pt x="7162670" y="44343"/>
                </a:cubicBezTo>
                <a:cubicBezTo>
                  <a:pt x="7163086" y="46471"/>
                  <a:pt x="7163295" y="50311"/>
                  <a:pt x="7163295" y="55862"/>
                </a:cubicBezTo>
                <a:lnTo>
                  <a:pt x="7163295" y="72517"/>
                </a:lnTo>
                <a:cubicBezTo>
                  <a:pt x="7163295" y="84129"/>
                  <a:pt x="7163561" y="91473"/>
                  <a:pt x="7164093" y="94550"/>
                </a:cubicBezTo>
                <a:cubicBezTo>
                  <a:pt x="7164625" y="97626"/>
                  <a:pt x="7165677" y="100575"/>
                  <a:pt x="7167250" y="103397"/>
                </a:cubicBezTo>
                <a:lnTo>
                  <a:pt x="7154204" y="103397"/>
                </a:lnTo>
                <a:cubicBezTo>
                  <a:pt x="7152909" y="100804"/>
                  <a:pt x="7152076" y="97771"/>
                  <a:pt x="7151706" y="94298"/>
                </a:cubicBezTo>
                <a:moveTo>
                  <a:pt x="7150665" y="66341"/>
                </a:moveTo>
                <a:cubicBezTo>
                  <a:pt x="7146131" y="68207"/>
                  <a:pt x="7139330" y="69793"/>
                  <a:pt x="7130263" y="71099"/>
                </a:cubicBezTo>
                <a:cubicBezTo>
                  <a:pt x="7125128" y="71842"/>
                  <a:pt x="7121496" y="72678"/>
                  <a:pt x="7119368" y="73608"/>
                </a:cubicBezTo>
                <a:cubicBezTo>
                  <a:pt x="7117240" y="74536"/>
                  <a:pt x="7115598" y="75895"/>
                  <a:pt x="7114441" y="77685"/>
                </a:cubicBezTo>
                <a:cubicBezTo>
                  <a:pt x="7113284" y="79473"/>
                  <a:pt x="7112706" y="81459"/>
                  <a:pt x="7112706" y="83642"/>
                </a:cubicBezTo>
                <a:cubicBezTo>
                  <a:pt x="7112706" y="86986"/>
                  <a:pt x="7113967" y="89773"/>
                  <a:pt x="7116488" y="92004"/>
                </a:cubicBezTo>
                <a:cubicBezTo>
                  <a:pt x="7119010" y="94233"/>
                  <a:pt x="7122699" y="95348"/>
                  <a:pt x="7127557" y="95348"/>
                </a:cubicBezTo>
                <a:cubicBezTo>
                  <a:pt x="7132368" y="95348"/>
                  <a:pt x="7136647" y="94290"/>
                  <a:pt x="7140395" y="92175"/>
                </a:cubicBezTo>
                <a:cubicBezTo>
                  <a:pt x="7144142" y="90060"/>
                  <a:pt x="7146894" y="87166"/>
                  <a:pt x="7148652" y="83494"/>
                </a:cubicBezTo>
                <a:cubicBezTo>
                  <a:pt x="7149994" y="80658"/>
                  <a:pt x="7150665" y="76474"/>
                  <a:pt x="7150665" y="70943"/>
                </a:cubicBezTo>
                <a:lnTo>
                  <a:pt x="7150665" y="66341"/>
                </a:lnTo>
                <a:close/>
                <a:moveTo>
                  <a:pt x="7182356" y="103397"/>
                </a:moveTo>
                <a:lnTo>
                  <a:pt x="7182356" y="1665"/>
                </a:lnTo>
                <a:lnTo>
                  <a:pt x="7194847" y="1665"/>
                </a:lnTo>
                <a:lnTo>
                  <a:pt x="7194847" y="103397"/>
                </a:lnTo>
                <a:lnTo>
                  <a:pt x="7182356" y="103397"/>
                </a:lnTo>
                <a:close/>
                <a:moveTo>
                  <a:pt x="7280965" y="92364"/>
                </a:moveTo>
                <a:lnTo>
                  <a:pt x="7282769" y="103397"/>
                </a:lnTo>
                <a:cubicBezTo>
                  <a:pt x="7279253" y="104045"/>
                  <a:pt x="7276107" y="104369"/>
                  <a:pt x="7273331" y="104369"/>
                </a:cubicBezTo>
                <a:cubicBezTo>
                  <a:pt x="7268798" y="104369"/>
                  <a:pt x="7265282" y="103652"/>
                  <a:pt x="7262784" y="102218"/>
                </a:cubicBezTo>
                <a:cubicBezTo>
                  <a:pt x="7260285" y="100784"/>
                  <a:pt x="7258527" y="98898"/>
                  <a:pt x="7257510" y="96562"/>
                </a:cubicBezTo>
                <a:cubicBezTo>
                  <a:pt x="7256492" y="94226"/>
                  <a:pt x="7255983" y="89310"/>
                  <a:pt x="7255983" y="81816"/>
                </a:cubicBezTo>
                <a:lnTo>
                  <a:pt x="7255983" y="39416"/>
                </a:lnTo>
                <a:lnTo>
                  <a:pt x="7246823" y="39416"/>
                </a:lnTo>
                <a:lnTo>
                  <a:pt x="7246823" y="29701"/>
                </a:lnTo>
                <a:lnTo>
                  <a:pt x="7255983" y="29701"/>
                </a:lnTo>
                <a:lnTo>
                  <a:pt x="7255983" y="11400"/>
                </a:lnTo>
                <a:lnTo>
                  <a:pt x="7268404" y="3886"/>
                </a:lnTo>
                <a:lnTo>
                  <a:pt x="7268404" y="29701"/>
                </a:lnTo>
                <a:lnTo>
                  <a:pt x="7280965" y="29701"/>
                </a:lnTo>
                <a:lnTo>
                  <a:pt x="7280965" y="39416"/>
                </a:lnTo>
                <a:lnTo>
                  <a:pt x="7268404" y="39416"/>
                </a:lnTo>
                <a:lnTo>
                  <a:pt x="7268404" y="82510"/>
                </a:lnTo>
                <a:cubicBezTo>
                  <a:pt x="7268404" y="86072"/>
                  <a:pt x="7268624" y="88362"/>
                  <a:pt x="7269064" y="89380"/>
                </a:cubicBezTo>
                <a:cubicBezTo>
                  <a:pt x="7269503" y="90398"/>
                  <a:pt x="7270220" y="91207"/>
                  <a:pt x="7271215" y="91809"/>
                </a:cubicBezTo>
                <a:cubicBezTo>
                  <a:pt x="7272210" y="92410"/>
                  <a:pt x="7273632" y="92711"/>
                  <a:pt x="7275483" y="92711"/>
                </a:cubicBezTo>
                <a:cubicBezTo>
                  <a:pt x="7276871" y="92711"/>
                  <a:pt x="7278698" y="92595"/>
                  <a:pt x="7280965" y="92364"/>
                </a:cubicBezTo>
                <a:close/>
                <a:moveTo>
                  <a:pt x="7288554" y="66549"/>
                </a:moveTo>
                <a:cubicBezTo>
                  <a:pt x="7288554" y="52902"/>
                  <a:pt x="7292347" y="42793"/>
                  <a:pt x="7299934" y="36224"/>
                </a:cubicBezTo>
                <a:cubicBezTo>
                  <a:pt x="7306272" y="30765"/>
                  <a:pt x="7313998" y="28035"/>
                  <a:pt x="7323112" y="28035"/>
                </a:cubicBezTo>
                <a:cubicBezTo>
                  <a:pt x="7333243" y="28035"/>
                  <a:pt x="7341525" y="31355"/>
                  <a:pt x="7347955" y="37993"/>
                </a:cubicBezTo>
                <a:cubicBezTo>
                  <a:pt x="7354386" y="44632"/>
                  <a:pt x="7357601" y="53804"/>
                  <a:pt x="7357601" y="65508"/>
                </a:cubicBezTo>
                <a:cubicBezTo>
                  <a:pt x="7357601" y="74992"/>
                  <a:pt x="7356178" y="82452"/>
                  <a:pt x="7353333" y="87888"/>
                </a:cubicBezTo>
                <a:cubicBezTo>
                  <a:pt x="7350488" y="93324"/>
                  <a:pt x="7346347" y="97545"/>
                  <a:pt x="7340912" y="100552"/>
                </a:cubicBezTo>
                <a:cubicBezTo>
                  <a:pt x="7335476" y="103559"/>
                  <a:pt x="7329542" y="105063"/>
                  <a:pt x="7323112" y="105063"/>
                </a:cubicBezTo>
                <a:cubicBezTo>
                  <a:pt x="7312795" y="105063"/>
                  <a:pt x="7304456" y="101755"/>
                  <a:pt x="7298095" y="95140"/>
                </a:cubicBezTo>
                <a:cubicBezTo>
                  <a:pt x="7291734" y="88524"/>
                  <a:pt x="7288554" y="78994"/>
                  <a:pt x="7288554" y="66549"/>
                </a:cubicBezTo>
                <a:moveTo>
                  <a:pt x="7301391" y="66514"/>
                </a:moveTo>
                <a:cubicBezTo>
                  <a:pt x="7301391" y="75917"/>
                  <a:pt x="7303450" y="82958"/>
                  <a:pt x="7307568" y="87636"/>
                </a:cubicBezTo>
                <a:cubicBezTo>
                  <a:pt x="7311685" y="92315"/>
                  <a:pt x="7316866" y="94654"/>
                  <a:pt x="7323112" y="94654"/>
                </a:cubicBezTo>
                <a:cubicBezTo>
                  <a:pt x="7329311" y="94654"/>
                  <a:pt x="7334469" y="92303"/>
                  <a:pt x="7338587" y="87602"/>
                </a:cubicBezTo>
                <a:cubicBezTo>
                  <a:pt x="7342704" y="82900"/>
                  <a:pt x="7344763" y="75733"/>
                  <a:pt x="7344763" y="66100"/>
                </a:cubicBezTo>
                <a:cubicBezTo>
                  <a:pt x="7344763" y="57020"/>
                  <a:pt x="7342693" y="50140"/>
                  <a:pt x="7338552" y="45462"/>
                </a:cubicBezTo>
                <a:cubicBezTo>
                  <a:pt x="7334412" y="40784"/>
                  <a:pt x="7329265" y="38444"/>
                  <a:pt x="7323112" y="38444"/>
                </a:cubicBezTo>
                <a:cubicBezTo>
                  <a:pt x="7316866" y="38444"/>
                  <a:pt x="7311685" y="40772"/>
                  <a:pt x="7307568" y="45427"/>
                </a:cubicBezTo>
                <a:cubicBezTo>
                  <a:pt x="7303450" y="50082"/>
                  <a:pt x="7301391" y="57111"/>
                  <a:pt x="7301391" y="66514"/>
                </a:cubicBezTo>
                <a:close/>
                <a:moveTo>
                  <a:pt x="7408261" y="53191"/>
                </a:moveTo>
                <a:cubicBezTo>
                  <a:pt x="7408261" y="41171"/>
                  <a:pt x="7409498" y="31497"/>
                  <a:pt x="7411974" y="24169"/>
                </a:cubicBezTo>
                <a:cubicBezTo>
                  <a:pt x="7414449" y="16840"/>
                  <a:pt x="7418126" y="11188"/>
                  <a:pt x="7423007" y="7213"/>
                </a:cubicBezTo>
                <a:cubicBezTo>
                  <a:pt x="7427888" y="3237"/>
                  <a:pt x="7434029" y="1249"/>
                  <a:pt x="7441431" y="1249"/>
                </a:cubicBezTo>
                <a:cubicBezTo>
                  <a:pt x="7446890" y="1249"/>
                  <a:pt x="7451679" y="2347"/>
                  <a:pt x="7455796" y="4543"/>
                </a:cubicBezTo>
                <a:cubicBezTo>
                  <a:pt x="7459913" y="6739"/>
                  <a:pt x="7463314" y="9906"/>
                  <a:pt x="7465997" y="14044"/>
                </a:cubicBezTo>
                <a:cubicBezTo>
                  <a:pt x="7468680" y="18181"/>
                  <a:pt x="7470785" y="23221"/>
                  <a:pt x="7472312" y="29163"/>
                </a:cubicBezTo>
                <a:cubicBezTo>
                  <a:pt x="7473839" y="35103"/>
                  <a:pt x="7474602" y="43113"/>
                  <a:pt x="7474602" y="53191"/>
                </a:cubicBezTo>
                <a:cubicBezTo>
                  <a:pt x="7474602" y="65118"/>
                  <a:pt x="7473376" y="74746"/>
                  <a:pt x="7470924" y="82074"/>
                </a:cubicBezTo>
                <a:cubicBezTo>
                  <a:pt x="7468472" y="89402"/>
                  <a:pt x="7464806" y="95066"/>
                  <a:pt x="7459925" y="99065"/>
                </a:cubicBezTo>
                <a:cubicBezTo>
                  <a:pt x="7455044" y="103064"/>
                  <a:pt x="7448880" y="105063"/>
                  <a:pt x="7441431" y="105063"/>
                </a:cubicBezTo>
                <a:cubicBezTo>
                  <a:pt x="7431624" y="105063"/>
                  <a:pt x="7423921" y="101549"/>
                  <a:pt x="7418323" y="94522"/>
                </a:cubicBezTo>
                <a:cubicBezTo>
                  <a:pt x="7411615" y="86061"/>
                  <a:pt x="7408261" y="72284"/>
                  <a:pt x="7408261" y="53191"/>
                </a:cubicBezTo>
                <a:moveTo>
                  <a:pt x="7421099" y="53156"/>
                </a:moveTo>
                <a:cubicBezTo>
                  <a:pt x="7421099" y="69801"/>
                  <a:pt x="7423053" y="80878"/>
                  <a:pt x="7426963" y="86389"/>
                </a:cubicBezTo>
                <a:cubicBezTo>
                  <a:pt x="7430872" y="91899"/>
                  <a:pt x="7435695" y="94654"/>
                  <a:pt x="7441431" y="94654"/>
                </a:cubicBezTo>
                <a:cubicBezTo>
                  <a:pt x="7447168" y="94654"/>
                  <a:pt x="7451991" y="91887"/>
                  <a:pt x="7455900" y="86355"/>
                </a:cubicBezTo>
                <a:cubicBezTo>
                  <a:pt x="7459809" y="80822"/>
                  <a:pt x="7461764" y="69756"/>
                  <a:pt x="7461764" y="53156"/>
                </a:cubicBezTo>
                <a:cubicBezTo>
                  <a:pt x="7461764" y="36465"/>
                  <a:pt x="7459809" y="25377"/>
                  <a:pt x="7455900" y="19890"/>
                </a:cubicBezTo>
                <a:cubicBezTo>
                  <a:pt x="7451991" y="14402"/>
                  <a:pt x="7447122" y="11658"/>
                  <a:pt x="7441293" y="11658"/>
                </a:cubicBezTo>
                <a:cubicBezTo>
                  <a:pt x="7435556" y="11658"/>
                  <a:pt x="7430976" y="14079"/>
                  <a:pt x="7427553" y="18921"/>
                </a:cubicBezTo>
                <a:cubicBezTo>
                  <a:pt x="7423250" y="25100"/>
                  <a:pt x="7421099" y="36512"/>
                  <a:pt x="7421099" y="53156"/>
                </a:cubicBezTo>
                <a:close/>
                <a:moveTo>
                  <a:pt x="7494287" y="103397"/>
                </a:moveTo>
                <a:lnTo>
                  <a:pt x="7494287" y="89102"/>
                </a:lnTo>
                <a:lnTo>
                  <a:pt x="7508513" y="89102"/>
                </a:lnTo>
                <a:lnTo>
                  <a:pt x="7508513" y="103397"/>
                </a:lnTo>
                <a:lnTo>
                  <a:pt x="7494287" y="103397"/>
                </a:lnTo>
                <a:close/>
                <a:moveTo>
                  <a:pt x="7526789" y="76611"/>
                </a:moveTo>
                <a:lnTo>
                  <a:pt x="7539904" y="75501"/>
                </a:lnTo>
                <a:cubicBezTo>
                  <a:pt x="7540876" y="81864"/>
                  <a:pt x="7543131" y="86647"/>
                  <a:pt x="7546670" y="89850"/>
                </a:cubicBezTo>
                <a:cubicBezTo>
                  <a:pt x="7550209" y="93053"/>
                  <a:pt x="7554477" y="94654"/>
                  <a:pt x="7559473" y="94654"/>
                </a:cubicBezTo>
                <a:cubicBezTo>
                  <a:pt x="7565487" y="94654"/>
                  <a:pt x="7570576" y="92391"/>
                  <a:pt x="7574740" y="87864"/>
                </a:cubicBezTo>
                <a:cubicBezTo>
                  <a:pt x="7578904" y="83336"/>
                  <a:pt x="7580986" y="77331"/>
                  <a:pt x="7580986" y="69848"/>
                </a:cubicBezTo>
                <a:cubicBezTo>
                  <a:pt x="7580986" y="62733"/>
                  <a:pt x="7578985" y="57120"/>
                  <a:pt x="7574983" y="53009"/>
                </a:cubicBezTo>
                <a:cubicBezTo>
                  <a:pt x="7570981" y="48897"/>
                  <a:pt x="7565742" y="46841"/>
                  <a:pt x="7559265" y="46841"/>
                </a:cubicBezTo>
                <a:cubicBezTo>
                  <a:pt x="7555240" y="46841"/>
                  <a:pt x="7551609" y="47748"/>
                  <a:pt x="7548370" y="49563"/>
                </a:cubicBezTo>
                <a:cubicBezTo>
                  <a:pt x="7545132" y="51377"/>
                  <a:pt x="7542587" y="53731"/>
                  <a:pt x="7540737" y="56626"/>
                </a:cubicBezTo>
                <a:lnTo>
                  <a:pt x="7529009" y="55099"/>
                </a:lnTo>
                <a:lnTo>
                  <a:pt x="7538863" y="2915"/>
                </a:lnTo>
                <a:lnTo>
                  <a:pt x="7589452" y="2915"/>
                </a:lnTo>
                <a:lnTo>
                  <a:pt x="7589452" y="14712"/>
                </a:lnTo>
                <a:lnTo>
                  <a:pt x="7548856" y="14712"/>
                </a:lnTo>
                <a:lnTo>
                  <a:pt x="7543374" y="42122"/>
                </a:lnTo>
                <a:cubicBezTo>
                  <a:pt x="7549481" y="37912"/>
                  <a:pt x="7555888" y="35807"/>
                  <a:pt x="7562596" y="35807"/>
                </a:cubicBezTo>
                <a:cubicBezTo>
                  <a:pt x="7571479" y="35807"/>
                  <a:pt x="7578973" y="38888"/>
                  <a:pt x="7585080" y="45048"/>
                </a:cubicBezTo>
                <a:cubicBezTo>
                  <a:pt x="7591186" y="51206"/>
                  <a:pt x="7594240" y="59125"/>
                  <a:pt x="7594240" y="68802"/>
                </a:cubicBezTo>
                <a:cubicBezTo>
                  <a:pt x="7594240" y="78019"/>
                  <a:pt x="7591557" y="85984"/>
                  <a:pt x="7586190" y="92698"/>
                </a:cubicBezTo>
                <a:cubicBezTo>
                  <a:pt x="7579667" y="100941"/>
                  <a:pt x="7570761" y="105063"/>
                  <a:pt x="7559473" y="105063"/>
                </a:cubicBezTo>
                <a:cubicBezTo>
                  <a:pt x="7550221" y="105063"/>
                  <a:pt x="7542668" y="102466"/>
                  <a:pt x="7536816" y="97271"/>
                </a:cubicBezTo>
                <a:cubicBezTo>
                  <a:pt x="7530964" y="92077"/>
                  <a:pt x="7527621" y="85190"/>
                  <a:pt x="7526789" y="76611"/>
                </a:cubicBezTo>
                <a:close/>
                <a:moveTo>
                  <a:pt x="7676058" y="92364"/>
                </a:moveTo>
                <a:lnTo>
                  <a:pt x="7677862" y="103397"/>
                </a:lnTo>
                <a:cubicBezTo>
                  <a:pt x="7674346" y="104045"/>
                  <a:pt x="7671200" y="104369"/>
                  <a:pt x="7668425" y="104369"/>
                </a:cubicBezTo>
                <a:cubicBezTo>
                  <a:pt x="7663891" y="104369"/>
                  <a:pt x="7660375" y="103652"/>
                  <a:pt x="7657877" y="102218"/>
                </a:cubicBezTo>
                <a:cubicBezTo>
                  <a:pt x="7655378" y="100784"/>
                  <a:pt x="7653620" y="98898"/>
                  <a:pt x="7652603" y="96562"/>
                </a:cubicBezTo>
                <a:cubicBezTo>
                  <a:pt x="7651585" y="94226"/>
                  <a:pt x="7651076" y="89310"/>
                  <a:pt x="7651076" y="81816"/>
                </a:cubicBezTo>
                <a:lnTo>
                  <a:pt x="7651076" y="39416"/>
                </a:lnTo>
                <a:lnTo>
                  <a:pt x="7641916" y="39416"/>
                </a:lnTo>
                <a:lnTo>
                  <a:pt x="7641916" y="29701"/>
                </a:lnTo>
                <a:lnTo>
                  <a:pt x="7651076" y="29701"/>
                </a:lnTo>
                <a:lnTo>
                  <a:pt x="7651076" y="11400"/>
                </a:lnTo>
                <a:lnTo>
                  <a:pt x="7663498" y="3886"/>
                </a:lnTo>
                <a:lnTo>
                  <a:pt x="7663498" y="29701"/>
                </a:lnTo>
                <a:lnTo>
                  <a:pt x="7676058" y="29701"/>
                </a:lnTo>
                <a:lnTo>
                  <a:pt x="7676058" y="39416"/>
                </a:lnTo>
                <a:lnTo>
                  <a:pt x="7663498" y="39416"/>
                </a:lnTo>
                <a:lnTo>
                  <a:pt x="7663498" y="82510"/>
                </a:lnTo>
                <a:cubicBezTo>
                  <a:pt x="7663498" y="86072"/>
                  <a:pt x="7663717" y="88362"/>
                  <a:pt x="7664157" y="89380"/>
                </a:cubicBezTo>
                <a:cubicBezTo>
                  <a:pt x="7664596" y="90398"/>
                  <a:pt x="7665313" y="91207"/>
                  <a:pt x="7666308" y="91809"/>
                </a:cubicBezTo>
                <a:cubicBezTo>
                  <a:pt x="7667303" y="92410"/>
                  <a:pt x="7668725" y="92711"/>
                  <a:pt x="7670576" y="92711"/>
                </a:cubicBezTo>
                <a:cubicBezTo>
                  <a:pt x="7671964" y="92711"/>
                  <a:pt x="7673791" y="92595"/>
                  <a:pt x="7676058" y="92364"/>
                </a:cubicBezTo>
                <a:close/>
                <a:moveTo>
                  <a:pt x="7688365" y="16099"/>
                </a:moveTo>
                <a:lnTo>
                  <a:pt x="7688365" y="1665"/>
                </a:lnTo>
                <a:lnTo>
                  <a:pt x="7700856" y="1665"/>
                </a:lnTo>
                <a:lnTo>
                  <a:pt x="7700856" y="16099"/>
                </a:lnTo>
                <a:lnTo>
                  <a:pt x="7688365" y="16099"/>
                </a:lnTo>
                <a:moveTo>
                  <a:pt x="7688365" y="103397"/>
                </a:moveTo>
                <a:lnTo>
                  <a:pt x="7688365" y="29701"/>
                </a:lnTo>
                <a:lnTo>
                  <a:pt x="7700856" y="29701"/>
                </a:lnTo>
                <a:lnTo>
                  <a:pt x="7700856" y="103397"/>
                </a:lnTo>
                <a:lnTo>
                  <a:pt x="7688365" y="103397"/>
                </a:lnTo>
                <a:close/>
                <a:moveTo>
                  <a:pt x="7719845" y="103397"/>
                </a:moveTo>
                <a:lnTo>
                  <a:pt x="7719845" y="29701"/>
                </a:lnTo>
                <a:lnTo>
                  <a:pt x="7731018" y="29701"/>
                </a:lnTo>
                <a:lnTo>
                  <a:pt x="7731018" y="39971"/>
                </a:lnTo>
                <a:cubicBezTo>
                  <a:pt x="7733331" y="36383"/>
                  <a:pt x="7736408" y="33496"/>
                  <a:pt x="7740247" y="31312"/>
                </a:cubicBezTo>
                <a:cubicBezTo>
                  <a:pt x="7744087" y="29128"/>
                  <a:pt x="7748459" y="28035"/>
                  <a:pt x="7753363" y="28035"/>
                </a:cubicBezTo>
                <a:cubicBezTo>
                  <a:pt x="7758822" y="28035"/>
                  <a:pt x="7763298" y="29163"/>
                  <a:pt x="7766791" y="31418"/>
                </a:cubicBezTo>
                <a:cubicBezTo>
                  <a:pt x="7770284" y="33672"/>
                  <a:pt x="7772747" y="36824"/>
                  <a:pt x="7774181" y="40873"/>
                </a:cubicBezTo>
                <a:cubicBezTo>
                  <a:pt x="7780010" y="32315"/>
                  <a:pt x="7787597" y="28035"/>
                  <a:pt x="7796942" y="28035"/>
                </a:cubicBezTo>
                <a:cubicBezTo>
                  <a:pt x="7804252" y="28035"/>
                  <a:pt x="7809873" y="30059"/>
                  <a:pt x="7813805" y="34107"/>
                </a:cubicBezTo>
                <a:cubicBezTo>
                  <a:pt x="7817738" y="38155"/>
                  <a:pt x="7819704" y="44389"/>
                  <a:pt x="7819704" y="52809"/>
                </a:cubicBezTo>
                <a:lnTo>
                  <a:pt x="7819704" y="103397"/>
                </a:lnTo>
                <a:lnTo>
                  <a:pt x="7807282" y="103397"/>
                </a:lnTo>
                <a:lnTo>
                  <a:pt x="7807282" y="56923"/>
                </a:lnTo>
                <a:cubicBezTo>
                  <a:pt x="7807282" y="51921"/>
                  <a:pt x="7806877" y="48320"/>
                  <a:pt x="7806068" y="46121"/>
                </a:cubicBezTo>
                <a:cubicBezTo>
                  <a:pt x="7805258" y="43921"/>
                  <a:pt x="7803789" y="42149"/>
                  <a:pt x="7801661" y="40806"/>
                </a:cubicBezTo>
                <a:cubicBezTo>
                  <a:pt x="7799533" y="39463"/>
                  <a:pt x="7797035" y="38791"/>
                  <a:pt x="7794167" y="38791"/>
                </a:cubicBezTo>
                <a:cubicBezTo>
                  <a:pt x="7788985" y="38791"/>
                  <a:pt x="7784683" y="40517"/>
                  <a:pt x="7781259" y="43968"/>
                </a:cubicBezTo>
                <a:cubicBezTo>
                  <a:pt x="7777836" y="47417"/>
                  <a:pt x="7776124" y="52940"/>
                  <a:pt x="7776124" y="60536"/>
                </a:cubicBezTo>
                <a:lnTo>
                  <a:pt x="7776124" y="103397"/>
                </a:lnTo>
                <a:lnTo>
                  <a:pt x="7763633" y="103397"/>
                </a:lnTo>
                <a:lnTo>
                  <a:pt x="7763633" y="55463"/>
                </a:lnTo>
                <a:cubicBezTo>
                  <a:pt x="7763633" y="49906"/>
                  <a:pt x="7762615" y="45738"/>
                  <a:pt x="7760580" y="42959"/>
                </a:cubicBezTo>
                <a:cubicBezTo>
                  <a:pt x="7758544" y="40181"/>
                  <a:pt x="7755213" y="38791"/>
                  <a:pt x="7750587" y="38791"/>
                </a:cubicBezTo>
                <a:cubicBezTo>
                  <a:pt x="7747071" y="38791"/>
                  <a:pt x="7743821" y="39718"/>
                  <a:pt x="7740837" y="41572"/>
                </a:cubicBezTo>
                <a:cubicBezTo>
                  <a:pt x="7737853" y="43423"/>
                  <a:pt x="7735690" y="46133"/>
                  <a:pt x="7734349" y="49699"/>
                </a:cubicBezTo>
                <a:cubicBezTo>
                  <a:pt x="7733007" y="53264"/>
                  <a:pt x="7732336" y="58405"/>
                  <a:pt x="7732336" y="65120"/>
                </a:cubicBezTo>
                <a:lnTo>
                  <a:pt x="7732336" y="103397"/>
                </a:lnTo>
                <a:lnTo>
                  <a:pt x="7719845" y="103397"/>
                </a:lnTo>
                <a:close/>
                <a:moveTo>
                  <a:pt x="7888681" y="79665"/>
                </a:moveTo>
                <a:lnTo>
                  <a:pt x="7901588" y="81261"/>
                </a:lnTo>
                <a:cubicBezTo>
                  <a:pt x="7899553" y="88802"/>
                  <a:pt x="7895782" y="94654"/>
                  <a:pt x="7890277" y="98817"/>
                </a:cubicBezTo>
                <a:cubicBezTo>
                  <a:pt x="7884772" y="102981"/>
                  <a:pt x="7877740" y="105063"/>
                  <a:pt x="7869181" y="105063"/>
                </a:cubicBezTo>
                <a:cubicBezTo>
                  <a:pt x="7858402" y="105063"/>
                  <a:pt x="7849855" y="101744"/>
                  <a:pt x="7843540" y="95105"/>
                </a:cubicBezTo>
                <a:cubicBezTo>
                  <a:pt x="7837225" y="88466"/>
                  <a:pt x="7834068" y="79156"/>
                  <a:pt x="7834068" y="67174"/>
                </a:cubicBezTo>
                <a:cubicBezTo>
                  <a:pt x="7834068" y="54775"/>
                  <a:pt x="7837260" y="45153"/>
                  <a:pt x="7843644" y="38306"/>
                </a:cubicBezTo>
                <a:cubicBezTo>
                  <a:pt x="7850028" y="31459"/>
                  <a:pt x="7858309" y="28035"/>
                  <a:pt x="7868487" y="28035"/>
                </a:cubicBezTo>
                <a:cubicBezTo>
                  <a:pt x="7878341" y="28035"/>
                  <a:pt x="7886391" y="31384"/>
                  <a:pt x="7892636" y="38082"/>
                </a:cubicBezTo>
                <a:cubicBezTo>
                  <a:pt x="7898882" y="44779"/>
                  <a:pt x="7902005" y="54201"/>
                  <a:pt x="7902005" y="66347"/>
                </a:cubicBezTo>
                <a:cubicBezTo>
                  <a:pt x="7902005" y="67086"/>
                  <a:pt x="7901982" y="68194"/>
                  <a:pt x="7901935" y="69672"/>
                </a:cubicBezTo>
                <a:lnTo>
                  <a:pt x="7846975" y="69672"/>
                </a:lnTo>
                <a:cubicBezTo>
                  <a:pt x="7847438" y="77745"/>
                  <a:pt x="7849728" y="83927"/>
                  <a:pt x="7853845" y="88217"/>
                </a:cubicBezTo>
                <a:cubicBezTo>
                  <a:pt x="7857962" y="92508"/>
                  <a:pt x="7863098" y="94654"/>
                  <a:pt x="7869251" y="94654"/>
                </a:cubicBezTo>
                <a:cubicBezTo>
                  <a:pt x="7873831" y="94654"/>
                  <a:pt x="7877740" y="93463"/>
                  <a:pt x="7880978" y="91080"/>
                </a:cubicBezTo>
                <a:cubicBezTo>
                  <a:pt x="7884217" y="88696"/>
                  <a:pt x="7886784" y="84891"/>
                  <a:pt x="7888681" y="79665"/>
                </a:cubicBezTo>
                <a:moveTo>
                  <a:pt x="7847669" y="59263"/>
                </a:moveTo>
                <a:lnTo>
                  <a:pt x="7888820" y="59263"/>
                </a:lnTo>
                <a:cubicBezTo>
                  <a:pt x="7888265" y="53165"/>
                  <a:pt x="7886692" y="48591"/>
                  <a:pt x="7884101" y="45542"/>
                </a:cubicBezTo>
                <a:cubicBezTo>
                  <a:pt x="7880122" y="40810"/>
                  <a:pt x="7874964" y="38444"/>
                  <a:pt x="7868626" y="38444"/>
                </a:cubicBezTo>
                <a:cubicBezTo>
                  <a:pt x="7862889" y="38444"/>
                  <a:pt x="7858067" y="40333"/>
                  <a:pt x="7854157" y="44111"/>
                </a:cubicBezTo>
                <a:cubicBezTo>
                  <a:pt x="7850248" y="47887"/>
                  <a:pt x="7848085" y="52938"/>
                  <a:pt x="7847669" y="59263"/>
                </a:cubicBezTo>
                <a:close/>
                <a:moveTo>
                  <a:pt x="7912253" y="81330"/>
                </a:moveTo>
                <a:lnTo>
                  <a:pt x="7924605" y="79387"/>
                </a:lnTo>
                <a:cubicBezTo>
                  <a:pt x="7925299" y="84316"/>
                  <a:pt x="7927231" y="88092"/>
                  <a:pt x="7930400" y="90718"/>
                </a:cubicBezTo>
                <a:cubicBezTo>
                  <a:pt x="7933569" y="93342"/>
                  <a:pt x="7937998" y="94654"/>
                  <a:pt x="7943689" y="94654"/>
                </a:cubicBezTo>
                <a:cubicBezTo>
                  <a:pt x="7949425" y="94654"/>
                  <a:pt x="7953682" y="93495"/>
                  <a:pt x="7956457" y="91178"/>
                </a:cubicBezTo>
                <a:cubicBezTo>
                  <a:pt x="7959233" y="88859"/>
                  <a:pt x="7960621" y="86139"/>
                  <a:pt x="7960621" y="83019"/>
                </a:cubicBezTo>
                <a:cubicBezTo>
                  <a:pt x="7960621" y="80219"/>
                  <a:pt x="7959395" y="78016"/>
                  <a:pt x="7956943" y="76410"/>
                </a:cubicBezTo>
                <a:cubicBezTo>
                  <a:pt x="7955231" y="75308"/>
                  <a:pt x="7950975" y="73908"/>
                  <a:pt x="7944175" y="72209"/>
                </a:cubicBezTo>
                <a:cubicBezTo>
                  <a:pt x="7935014" y="69895"/>
                  <a:pt x="7928665" y="67892"/>
                  <a:pt x="7925126" y="66202"/>
                </a:cubicBezTo>
                <a:cubicBezTo>
                  <a:pt x="7921587" y="64512"/>
                  <a:pt x="7918903" y="62174"/>
                  <a:pt x="7917076" y="59187"/>
                </a:cubicBezTo>
                <a:cubicBezTo>
                  <a:pt x="7915249" y="56200"/>
                  <a:pt x="7914335" y="52901"/>
                  <a:pt x="7914335" y="49289"/>
                </a:cubicBezTo>
                <a:cubicBezTo>
                  <a:pt x="7914335" y="46002"/>
                  <a:pt x="7915087" y="42957"/>
                  <a:pt x="7916590" y="40155"/>
                </a:cubicBezTo>
                <a:cubicBezTo>
                  <a:pt x="7918094" y="37354"/>
                  <a:pt x="7920141" y="35027"/>
                  <a:pt x="7922732" y="33175"/>
                </a:cubicBezTo>
                <a:cubicBezTo>
                  <a:pt x="7924675" y="31739"/>
                  <a:pt x="7927323" y="30524"/>
                  <a:pt x="7930677" y="29529"/>
                </a:cubicBezTo>
                <a:cubicBezTo>
                  <a:pt x="7934031" y="28533"/>
                  <a:pt x="7937628" y="28035"/>
                  <a:pt x="7941468" y="28035"/>
                </a:cubicBezTo>
                <a:cubicBezTo>
                  <a:pt x="7947251" y="28035"/>
                  <a:pt x="7952328" y="28874"/>
                  <a:pt x="7956700" y="30551"/>
                </a:cubicBezTo>
                <a:cubicBezTo>
                  <a:pt x="7961072" y="32226"/>
                  <a:pt x="7964299" y="34497"/>
                  <a:pt x="7966381" y="37362"/>
                </a:cubicBezTo>
                <a:cubicBezTo>
                  <a:pt x="7968463" y="40226"/>
                  <a:pt x="7969897" y="44057"/>
                  <a:pt x="7970683" y="48854"/>
                </a:cubicBezTo>
                <a:lnTo>
                  <a:pt x="7958470" y="50519"/>
                </a:lnTo>
                <a:cubicBezTo>
                  <a:pt x="7957915" y="46725"/>
                  <a:pt x="7956307" y="43765"/>
                  <a:pt x="7953647" y="41637"/>
                </a:cubicBezTo>
                <a:cubicBezTo>
                  <a:pt x="7950987" y="39508"/>
                  <a:pt x="7947228" y="38444"/>
                  <a:pt x="7942370" y="38444"/>
                </a:cubicBezTo>
                <a:cubicBezTo>
                  <a:pt x="7936634" y="38444"/>
                  <a:pt x="7932539" y="39388"/>
                  <a:pt x="7930087" y="41277"/>
                </a:cubicBezTo>
                <a:cubicBezTo>
                  <a:pt x="7927636" y="43163"/>
                  <a:pt x="7926410" y="45373"/>
                  <a:pt x="7926410" y="47906"/>
                </a:cubicBezTo>
                <a:cubicBezTo>
                  <a:pt x="7926410" y="49516"/>
                  <a:pt x="7926918" y="50966"/>
                  <a:pt x="7927936" y="52256"/>
                </a:cubicBezTo>
                <a:cubicBezTo>
                  <a:pt x="7928954" y="53590"/>
                  <a:pt x="7930550" y="54695"/>
                  <a:pt x="7932724" y="55570"/>
                </a:cubicBezTo>
                <a:cubicBezTo>
                  <a:pt x="7933974" y="56031"/>
                  <a:pt x="7937651" y="57090"/>
                  <a:pt x="7943758" y="58747"/>
                </a:cubicBezTo>
                <a:cubicBezTo>
                  <a:pt x="7952594" y="61105"/>
                  <a:pt x="7958759" y="63035"/>
                  <a:pt x="7962252" y="64537"/>
                </a:cubicBezTo>
                <a:cubicBezTo>
                  <a:pt x="7965745" y="66039"/>
                  <a:pt x="7968486" y="68223"/>
                  <a:pt x="7970475" y="71090"/>
                </a:cubicBezTo>
                <a:cubicBezTo>
                  <a:pt x="7972464" y="73956"/>
                  <a:pt x="7973459" y="77514"/>
                  <a:pt x="7973459" y="81766"/>
                </a:cubicBezTo>
                <a:cubicBezTo>
                  <a:pt x="7973459" y="85927"/>
                  <a:pt x="7972245" y="89845"/>
                  <a:pt x="7969816" y="93520"/>
                </a:cubicBezTo>
                <a:cubicBezTo>
                  <a:pt x="7967387" y="97193"/>
                  <a:pt x="7963882" y="100035"/>
                  <a:pt x="7959302" y="102046"/>
                </a:cubicBezTo>
                <a:cubicBezTo>
                  <a:pt x="7954722" y="104057"/>
                  <a:pt x="7949541" y="105063"/>
                  <a:pt x="7943758" y="105063"/>
                </a:cubicBezTo>
                <a:cubicBezTo>
                  <a:pt x="7934182" y="105063"/>
                  <a:pt x="7926884" y="103068"/>
                  <a:pt x="7921864" y="99078"/>
                </a:cubicBezTo>
                <a:cubicBezTo>
                  <a:pt x="7916845" y="95088"/>
                  <a:pt x="7913641" y="89172"/>
                  <a:pt x="7912253" y="81330"/>
                </a:cubicBezTo>
                <a:close/>
                <a:moveTo>
                  <a:pt x="8055091" y="92364"/>
                </a:moveTo>
                <a:lnTo>
                  <a:pt x="8056895" y="103397"/>
                </a:lnTo>
                <a:cubicBezTo>
                  <a:pt x="8053379" y="104045"/>
                  <a:pt x="8050233" y="104369"/>
                  <a:pt x="8047458" y="104369"/>
                </a:cubicBezTo>
                <a:cubicBezTo>
                  <a:pt x="8042924" y="104369"/>
                  <a:pt x="8039408" y="103652"/>
                  <a:pt x="8036910" y="102218"/>
                </a:cubicBezTo>
                <a:cubicBezTo>
                  <a:pt x="8034412" y="100784"/>
                  <a:pt x="8032654" y="98898"/>
                  <a:pt x="8031636" y="96562"/>
                </a:cubicBezTo>
                <a:cubicBezTo>
                  <a:pt x="8030618" y="94226"/>
                  <a:pt x="8030109" y="89310"/>
                  <a:pt x="8030109" y="81816"/>
                </a:cubicBezTo>
                <a:lnTo>
                  <a:pt x="8030109" y="39416"/>
                </a:lnTo>
                <a:lnTo>
                  <a:pt x="8020949" y="39416"/>
                </a:lnTo>
                <a:lnTo>
                  <a:pt x="8020949" y="29701"/>
                </a:lnTo>
                <a:lnTo>
                  <a:pt x="8030109" y="29701"/>
                </a:lnTo>
                <a:lnTo>
                  <a:pt x="8030109" y="11400"/>
                </a:lnTo>
                <a:lnTo>
                  <a:pt x="8042531" y="3886"/>
                </a:lnTo>
                <a:lnTo>
                  <a:pt x="8042531" y="29701"/>
                </a:lnTo>
                <a:lnTo>
                  <a:pt x="8055091" y="29701"/>
                </a:lnTo>
                <a:lnTo>
                  <a:pt x="8055091" y="39416"/>
                </a:lnTo>
                <a:lnTo>
                  <a:pt x="8042531" y="39416"/>
                </a:lnTo>
                <a:lnTo>
                  <a:pt x="8042531" y="82510"/>
                </a:lnTo>
                <a:cubicBezTo>
                  <a:pt x="8042531" y="86072"/>
                  <a:pt x="8042750" y="88362"/>
                  <a:pt x="8043190" y="89380"/>
                </a:cubicBezTo>
                <a:cubicBezTo>
                  <a:pt x="8043629" y="90398"/>
                  <a:pt x="8044346" y="91207"/>
                  <a:pt x="8045341" y="91809"/>
                </a:cubicBezTo>
                <a:cubicBezTo>
                  <a:pt x="8046336" y="92410"/>
                  <a:pt x="8047758" y="92711"/>
                  <a:pt x="8049609" y="92711"/>
                </a:cubicBezTo>
                <a:cubicBezTo>
                  <a:pt x="8050997" y="92711"/>
                  <a:pt x="8052824" y="92595"/>
                  <a:pt x="8055091" y="92364"/>
                </a:cubicBezTo>
                <a:close/>
                <a:moveTo>
                  <a:pt x="8067328" y="103397"/>
                </a:moveTo>
                <a:lnTo>
                  <a:pt x="8067328" y="1665"/>
                </a:lnTo>
                <a:lnTo>
                  <a:pt x="8079819" y="1665"/>
                </a:lnTo>
                <a:lnTo>
                  <a:pt x="8079819" y="38167"/>
                </a:lnTo>
                <a:cubicBezTo>
                  <a:pt x="8085648" y="31412"/>
                  <a:pt x="8093004" y="28035"/>
                  <a:pt x="8101886" y="28035"/>
                </a:cubicBezTo>
                <a:cubicBezTo>
                  <a:pt x="8107345" y="28035"/>
                  <a:pt x="8112087" y="29111"/>
                  <a:pt x="8116112" y="31262"/>
                </a:cubicBezTo>
                <a:cubicBezTo>
                  <a:pt x="8120137" y="33413"/>
                  <a:pt x="8123017" y="36386"/>
                  <a:pt x="8124751" y="40179"/>
                </a:cubicBezTo>
                <a:cubicBezTo>
                  <a:pt x="8126486" y="43973"/>
                  <a:pt x="8127354" y="49478"/>
                  <a:pt x="8127354" y="56695"/>
                </a:cubicBezTo>
                <a:lnTo>
                  <a:pt x="8127354" y="103397"/>
                </a:lnTo>
                <a:lnTo>
                  <a:pt x="8114863" y="103397"/>
                </a:lnTo>
                <a:lnTo>
                  <a:pt x="8114863" y="56695"/>
                </a:lnTo>
                <a:cubicBezTo>
                  <a:pt x="8114863" y="50450"/>
                  <a:pt x="8113510" y="45904"/>
                  <a:pt x="8110803" y="43059"/>
                </a:cubicBezTo>
                <a:cubicBezTo>
                  <a:pt x="8108097" y="40214"/>
                  <a:pt x="8104269" y="38791"/>
                  <a:pt x="8099318" y="38791"/>
                </a:cubicBezTo>
                <a:cubicBezTo>
                  <a:pt x="8095617" y="38791"/>
                  <a:pt x="8092136" y="39751"/>
                  <a:pt x="8088875" y="41671"/>
                </a:cubicBezTo>
                <a:cubicBezTo>
                  <a:pt x="8085613" y="43591"/>
                  <a:pt x="8083288" y="46193"/>
                  <a:pt x="8081901" y="49478"/>
                </a:cubicBezTo>
                <a:cubicBezTo>
                  <a:pt x="8080513" y="52763"/>
                  <a:pt x="8079819" y="57297"/>
                  <a:pt x="8079819" y="63079"/>
                </a:cubicBezTo>
                <a:lnTo>
                  <a:pt x="8079819" y="103397"/>
                </a:lnTo>
                <a:lnTo>
                  <a:pt x="8067328" y="103397"/>
                </a:lnTo>
                <a:close/>
                <a:moveTo>
                  <a:pt x="8196796" y="79665"/>
                </a:moveTo>
                <a:lnTo>
                  <a:pt x="8209704" y="81261"/>
                </a:lnTo>
                <a:cubicBezTo>
                  <a:pt x="8207668" y="88802"/>
                  <a:pt x="8203898" y="94654"/>
                  <a:pt x="8198392" y="98817"/>
                </a:cubicBezTo>
                <a:cubicBezTo>
                  <a:pt x="8192887" y="102981"/>
                  <a:pt x="8185855" y="105063"/>
                  <a:pt x="8177297" y="105063"/>
                </a:cubicBezTo>
                <a:cubicBezTo>
                  <a:pt x="8166517" y="105063"/>
                  <a:pt x="8157970" y="101744"/>
                  <a:pt x="8151655" y="95105"/>
                </a:cubicBezTo>
                <a:cubicBezTo>
                  <a:pt x="8145341" y="88466"/>
                  <a:pt x="8142183" y="79156"/>
                  <a:pt x="8142183" y="67174"/>
                </a:cubicBezTo>
                <a:cubicBezTo>
                  <a:pt x="8142183" y="54775"/>
                  <a:pt x="8145375" y="45153"/>
                  <a:pt x="8151759" y="38306"/>
                </a:cubicBezTo>
                <a:cubicBezTo>
                  <a:pt x="8158144" y="31459"/>
                  <a:pt x="8166425" y="28035"/>
                  <a:pt x="8176603" y="28035"/>
                </a:cubicBezTo>
                <a:cubicBezTo>
                  <a:pt x="8186457" y="28035"/>
                  <a:pt x="8194506" y="31384"/>
                  <a:pt x="8200752" y="38082"/>
                </a:cubicBezTo>
                <a:cubicBezTo>
                  <a:pt x="8206997" y="44779"/>
                  <a:pt x="8210120" y="54201"/>
                  <a:pt x="8210120" y="66347"/>
                </a:cubicBezTo>
                <a:cubicBezTo>
                  <a:pt x="8210120" y="67086"/>
                  <a:pt x="8210097" y="68194"/>
                  <a:pt x="8210051" y="69672"/>
                </a:cubicBezTo>
                <a:lnTo>
                  <a:pt x="8155090" y="69672"/>
                </a:lnTo>
                <a:cubicBezTo>
                  <a:pt x="8155553" y="77745"/>
                  <a:pt x="8157843" y="83927"/>
                  <a:pt x="8161960" y="88217"/>
                </a:cubicBezTo>
                <a:cubicBezTo>
                  <a:pt x="8166078" y="92508"/>
                  <a:pt x="8171213" y="94654"/>
                  <a:pt x="8177366" y="94654"/>
                </a:cubicBezTo>
                <a:cubicBezTo>
                  <a:pt x="8181946" y="94654"/>
                  <a:pt x="8185855" y="93463"/>
                  <a:pt x="8189094" y="91080"/>
                </a:cubicBezTo>
                <a:cubicBezTo>
                  <a:pt x="8192332" y="88696"/>
                  <a:pt x="8194900" y="84891"/>
                  <a:pt x="8196796" y="79665"/>
                </a:cubicBezTo>
                <a:moveTo>
                  <a:pt x="8155784" y="59263"/>
                </a:moveTo>
                <a:lnTo>
                  <a:pt x="8196935" y="59263"/>
                </a:lnTo>
                <a:cubicBezTo>
                  <a:pt x="8196380" y="53165"/>
                  <a:pt x="8194807" y="48591"/>
                  <a:pt x="8192216" y="45542"/>
                </a:cubicBezTo>
                <a:cubicBezTo>
                  <a:pt x="8188238" y="40810"/>
                  <a:pt x="8183079" y="38444"/>
                  <a:pt x="8176741" y="38444"/>
                </a:cubicBezTo>
                <a:cubicBezTo>
                  <a:pt x="8171005" y="38444"/>
                  <a:pt x="8166182" y="40333"/>
                  <a:pt x="8162273" y="44111"/>
                </a:cubicBezTo>
                <a:cubicBezTo>
                  <a:pt x="8158364" y="47887"/>
                  <a:pt x="8156201" y="52938"/>
                  <a:pt x="8155784" y="59263"/>
                </a:cubicBezTo>
                <a:close/>
                <a:moveTo>
                  <a:pt x="8264874" y="131710"/>
                </a:moveTo>
                <a:lnTo>
                  <a:pt x="8264874" y="29701"/>
                </a:lnTo>
                <a:lnTo>
                  <a:pt x="8276254" y="29701"/>
                </a:lnTo>
                <a:lnTo>
                  <a:pt x="8276254" y="39208"/>
                </a:lnTo>
                <a:cubicBezTo>
                  <a:pt x="8278937" y="35484"/>
                  <a:pt x="8281968" y="32690"/>
                  <a:pt x="8285345" y="30828"/>
                </a:cubicBezTo>
                <a:cubicBezTo>
                  <a:pt x="8288722" y="28966"/>
                  <a:pt x="8292816" y="28035"/>
                  <a:pt x="8297628" y="28035"/>
                </a:cubicBezTo>
                <a:cubicBezTo>
                  <a:pt x="8303919" y="28035"/>
                  <a:pt x="8309471" y="29654"/>
                  <a:pt x="8314282" y="32893"/>
                </a:cubicBezTo>
                <a:cubicBezTo>
                  <a:pt x="8319094" y="36131"/>
                  <a:pt x="8322725" y="40700"/>
                  <a:pt x="8325177" y="46598"/>
                </a:cubicBezTo>
                <a:cubicBezTo>
                  <a:pt x="8327629" y="52497"/>
                  <a:pt x="8328855" y="58962"/>
                  <a:pt x="8328855" y="65994"/>
                </a:cubicBezTo>
                <a:cubicBezTo>
                  <a:pt x="8328855" y="73535"/>
                  <a:pt x="8327502" y="80324"/>
                  <a:pt x="8324796" y="86361"/>
                </a:cubicBezTo>
                <a:cubicBezTo>
                  <a:pt x="8322089" y="92398"/>
                  <a:pt x="8318157" y="97025"/>
                  <a:pt x="8312998" y="100240"/>
                </a:cubicBezTo>
                <a:cubicBezTo>
                  <a:pt x="8307840" y="103455"/>
                  <a:pt x="8302416" y="105063"/>
                  <a:pt x="8296726" y="105063"/>
                </a:cubicBezTo>
                <a:cubicBezTo>
                  <a:pt x="8292562" y="105063"/>
                  <a:pt x="8288826" y="104172"/>
                  <a:pt x="8285518" y="102391"/>
                </a:cubicBezTo>
                <a:cubicBezTo>
                  <a:pt x="8282211" y="100609"/>
                  <a:pt x="8279493" y="98358"/>
                  <a:pt x="8277365" y="95638"/>
                </a:cubicBezTo>
                <a:lnTo>
                  <a:pt x="8277365" y="131710"/>
                </a:lnTo>
                <a:lnTo>
                  <a:pt x="8264874" y="131710"/>
                </a:lnTo>
                <a:moveTo>
                  <a:pt x="8276185" y="66861"/>
                </a:moveTo>
                <a:cubicBezTo>
                  <a:pt x="8276185" y="76334"/>
                  <a:pt x="8278105" y="83334"/>
                  <a:pt x="8281945" y="87862"/>
                </a:cubicBezTo>
                <a:cubicBezTo>
                  <a:pt x="8285784" y="92390"/>
                  <a:pt x="8290434" y="94654"/>
                  <a:pt x="8295893" y="94654"/>
                </a:cubicBezTo>
                <a:cubicBezTo>
                  <a:pt x="8301444" y="94654"/>
                  <a:pt x="8306198" y="92309"/>
                  <a:pt x="8310153" y="87619"/>
                </a:cubicBezTo>
                <a:cubicBezTo>
                  <a:pt x="8314109" y="82929"/>
                  <a:pt x="8316087" y="75663"/>
                  <a:pt x="8316087" y="65820"/>
                </a:cubicBezTo>
                <a:cubicBezTo>
                  <a:pt x="8316087" y="56441"/>
                  <a:pt x="8314155" y="49417"/>
                  <a:pt x="8310292" y="44751"/>
                </a:cubicBezTo>
                <a:cubicBezTo>
                  <a:pt x="8306429" y="40084"/>
                  <a:pt x="8301814" y="37750"/>
                  <a:pt x="8296448" y="37750"/>
                </a:cubicBezTo>
                <a:cubicBezTo>
                  <a:pt x="8291128" y="37750"/>
                  <a:pt x="8286420" y="40234"/>
                  <a:pt x="8282326" y="45202"/>
                </a:cubicBezTo>
                <a:cubicBezTo>
                  <a:pt x="8278232" y="50169"/>
                  <a:pt x="8276185" y="57389"/>
                  <a:pt x="8276185" y="66861"/>
                </a:cubicBezTo>
                <a:close/>
                <a:moveTo>
                  <a:pt x="8343755" y="103397"/>
                </a:moveTo>
                <a:lnTo>
                  <a:pt x="8343755" y="29701"/>
                </a:lnTo>
                <a:lnTo>
                  <a:pt x="8354997" y="29701"/>
                </a:lnTo>
                <a:lnTo>
                  <a:pt x="8354997" y="40804"/>
                </a:lnTo>
                <a:cubicBezTo>
                  <a:pt x="8357865" y="35605"/>
                  <a:pt x="8360513" y="32177"/>
                  <a:pt x="8362942" y="30520"/>
                </a:cubicBezTo>
                <a:cubicBezTo>
                  <a:pt x="8365371" y="28864"/>
                  <a:pt x="8368043" y="28035"/>
                  <a:pt x="8370957" y="28035"/>
                </a:cubicBezTo>
                <a:cubicBezTo>
                  <a:pt x="8375167" y="28035"/>
                  <a:pt x="8379446" y="29371"/>
                  <a:pt x="8383795" y="32043"/>
                </a:cubicBezTo>
                <a:lnTo>
                  <a:pt x="8379493" y="43580"/>
                </a:lnTo>
                <a:cubicBezTo>
                  <a:pt x="8376439" y="41775"/>
                  <a:pt x="8373386" y="40873"/>
                  <a:pt x="8370333" y="40873"/>
                </a:cubicBezTo>
                <a:cubicBezTo>
                  <a:pt x="8367603" y="40873"/>
                  <a:pt x="8365151" y="41696"/>
                  <a:pt x="8362977" y="43341"/>
                </a:cubicBezTo>
                <a:cubicBezTo>
                  <a:pt x="8360803" y="44985"/>
                  <a:pt x="8359253" y="47265"/>
                  <a:pt x="8358327" y="50183"/>
                </a:cubicBezTo>
                <a:cubicBezTo>
                  <a:pt x="8356940" y="54628"/>
                  <a:pt x="8356246" y="59491"/>
                  <a:pt x="8356246" y="64771"/>
                </a:cubicBezTo>
                <a:lnTo>
                  <a:pt x="8356246" y="103397"/>
                </a:lnTo>
                <a:lnTo>
                  <a:pt x="8343755" y="103397"/>
                </a:lnTo>
                <a:close/>
                <a:moveTo>
                  <a:pt x="8386569" y="66549"/>
                </a:moveTo>
                <a:cubicBezTo>
                  <a:pt x="8386569" y="52902"/>
                  <a:pt x="8390363" y="42793"/>
                  <a:pt x="8397950" y="36224"/>
                </a:cubicBezTo>
                <a:cubicBezTo>
                  <a:pt x="8404288" y="30765"/>
                  <a:pt x="8412014" y="28035"/>
                  <a:pt x="8421128" y="28035"/>
                </a:cubicBezTo>
                <a:cubicBezTo>
                  <a:pt x="8431259" y="28035"/>
                  <a:pt x="8439540" y="31355"/>
                  <a:pt x="8445971" y="37993"/>
                </a:cubicBezTo>
                <a:cubicBezTo>
                  <a:pt x="8452401" y="44632"/>
                  <a:pt x="8455617" y="53804"/>
                  <a:pt x="8455617" y="65508"/>
                </a:cubicBezTo>
                <a:cubicBezTo>
                  <a:pt x="8455617" y="74992"/>
                  <a:pt x="8454194" y="82452"/>
                  <a:pt x="8451349" y="87888"/>
                </a:cubicBezTo>
                <a:cubicBezTo>
                  <a:pt x="8448504" y="93324"/>
                  <a:pt x="8444363" y="97545"/>
                  <a:pt x="8438927" y="100552"/>
                </a:cubicBezTo>
                <a:cubicBezTo>
                  <a:pt x="8433491" y="103559"/>
                  <a:pt x="8427558" y="105063"/>
                  <a:pt x="8421128" y="105063"/>
                </a:cubicBezTo>
                <a:cubicBezTo>
                  <a:pt x="8410811" y="105063"/>
                  <a:pt x="8402472" y="101755"/>
                  <a:pt x="8396111" y="95140"/>
                </a:cubicBezTo>
                <a:cubicBezTo>
                  <a:pt x="8389750" y="88524"/>
                  <a:pt x="8386569" y="78994"/>
                  <a:pt x="8386569" y="66549"/>
                </a:cubicBezTo>
                <a:moveTo>
                  <a:pt x="8399407" y="66514"/>
                </a:moveTo>
                <a:cubicBezTo>
                  <a:pt x="8399407" y="75917"/>
                  <a:pt x="8401466" y="82958"/>
                  <a:pt x="8405583" y="87636"/>
                </a:cubicBezTo>
                <a:cubicBezTo>
                  <a:pt x="8409701" y="92315"/>
                  <a:pt x="8414882" y="94654"/>
                  <a:pt x="8421128" y="94654"/>
                </a:cubicBezTo>
                <a:cubicBezTo>
                  <a:pt x="8427327" y="94654"/>
                  <a:pt x="8432485" y="92303"/>
                  <a:pt x="8436603" y="87602"/>
                </a:cubicBezTo>
                <a:cubicBezTo>
                  <a:pt x="8440720" y="82900"/>
                  <a:pt x="8442779" y="75733"/>
                  <a:pt x="8442779" y="66100"/>
                </a:cubicBezTo>
                <a:cubicBezTo>
                  <a:pt x="8442779" y="57020"/>
                  <a:pt x="8440708" y="50140"/>
                  <a:pt x="8436568" y="45462"/>
                </a:cubicBezTo>
                <a:cubicBezTo>
                  <a:pt x="8432427" y="40784"/>
                  <a:pt x="8427281" y="38444"/>
                  <a:pt x="8421128" y="38444"/>
                </a:cubicBezTo>
                <a:cubicBezTo>
                  <a:pt x="8414882" y="38444"/>
                  <a:pt x="8409701" y="40772"/>
                  <a:pt x="8405583" y="45427"/>
                </a:cubicBezTo>
                <a:cubicBezTo>
                  <a:pt x="8401466" y="50082"/>
                  <a:pt x="8399407" y="57111"/>
                  <a:pt x="8399407" y="66514"/>
                </a:cubicBezTo>
                <a:close/>
                <a:moveTo>
                  <a:pt x="8518049" y="103397"/>
                </a:moveTo>
                <a:lnTo>
                  <a:pt x="8518049" y="94099"/>
                </a:lnTo>
                <a:cubicBezTo>
                  <a:pt x="8513376" y="101408"/>
                  <a:pt x="8506506" y="105063"/>
                  <a:pt x="8497439" y="105063"/>
                </a:cubicBezTo>
                <a:cubicBezTo>
                  <a:pt x="8491564" y="105063"/>
                  <a:pt x="8486162" y="103444"/>
                  <a:pt x="8481235" y="100205"/>
                </a:cubicBezTo>
                <a:cubicBezTo>
                  <a:pt x="8476308" y="96967"/>
                  <a:pt x="8472492" y="92445"/>
                  <a:pt x="8469785" y="86639"/>
                </a:cubicBezTo>
                <a:cubicBezTo>
                  <a:pt x="8467079" y="80833"/>
                  <a:pt x="8465726" y="74159"/>
                  <a:pt x="8465726" y="66619"/>
                </a:cubicBezTo>
                <a:cubicBezTo>
                  <a:pt x="8465726" y="59263"/>
                  <a:pt x="8466952" y="52589"/>
                  <a:pt x="8469404" y="46598"/>
                </a:cubicBezTo>
                <a:cubicBezTo>
                  <a:pt x="8471856" y="40607"/>
                  <a:pt x="8475533" y="36016"/>
                  <a:pt x="8480437" y="32823"/>
                </a:cubicBezTo>
                <a:cubicBezTo>
                  <a:pt x="8485341" y="29631"/>
                  <a:pt x="8490823" y="28035"/>
                  <a:pt x="8496884" y="28035"/>
                </a:cubicBezTo>
                <a:cubicBezTo>
                  <a:pt x="8501325" y="28035"/>
                  <a:pt x="8505280" y="28972"/>
                  <a:pt x="8508750" y="30846"/>
                </a:cubicBezTo>
                <a:cubicBezTo>
                  <a:pt x="8512220" y="32719"/>
                  <a:pt x="8515042" y="35160"/>
                  <a:pt x="8517216" y="38167"/>
                </a:cubicBezTo>
                <a:lnTo>
                  <a:pt x="8517216" y="1665"/>
                </a:lnTo>
                <a:lnTo>
                  <a:pt x="8529638" y="1665"/>
                </a:lnTo>
                <a:lnTo>
                  <a:pt x="8529638" y="103397"/>
                </a:lnTo>
                <a:lnTo>
                  <a:pt x="8518049" y="103397"/>
                </a:lnTo>
                <a:moveTo>
                  <a:pt x="8478564" y="66584"/>
                </a:moveTo>
                <a:cubicBezTo>
                  <a:pt x="8478564" y="75987"/>
                  <a:pt x="8480553" y="83016"/>
                  <a:pt x="8484532" y="87671"/>
                </a:cubicBezTo>
                <a:cubicBezTo>
                  <a:pt x="8488510" y="92326"/>
                  <a:pt x="8493206" y="94654"/>
                  <a:pt x="8498619" y="94654"/>
                </a:cubicBezTo>
                <a:cubicBezTo>
                  <a:pt x="8504078" y="94654"/>
                  <a:pt x="8508715" y="92430"/>
                  <a:pt x="8512532" y="87983"/>
                </a:cubicBezTo>
                <a:cubicBezTo>
                  <a:pt x="8516349" y="83535"/>
                  <a:pt x="8518257" y="76747"/>
                  <a:pt x="8518257" y="67620"/>
                </a:cubicBezTo>
                <a:cubicBezTo>
                  <a:pt x="8518257" y="57573"/>
                  <a:pt x="8516314" y="50198"/>
                  <a:pt x="8512428" y="45497"/>
                </a:cubicBezTo>
                <a:cubicBezTo>
                  <a:pt x="8508542" y="40795"/>
                  <a:pt x="8503754" y="38444"/>
                  <a:pt x="8498063" y="38444"/>
                </a:cubicBezTo>
                <a:cubicBezTo>
                  <a:pt x="8492512" y="38444"/>
                  <a:pt x="8487874" y="40703"/>
                  <a:pt x="8484150" y="45221"/>
                </a:cubicBezTo>
                <a:cubicBezTo>
                  <a:pt x="8480426" y="49738"/>
                  <a:pt x="8478564" y="56858"/>
                  <a:pt x="8478564" y="66584"/>
                </a:cubicBezTo>
                <a:close/>
                <a:moveTo>
                  <a:pt x="8597554" y="103397"/>
                </a:moveTo>
                <a:lnTo>
                  <a:pt x="8597554" y="92572"/>
                </a:lnTo>
                <a:cubicBezTo>
                  <a:pt x="8591818" y="100899"/>
                  <a:pt x="8584022" y="105063"/>
                  <a:pt x="8574169" y="105063"/>
                </a:cubicBezTo>
                <a:cubicBezTo>
                  <a:pt x="8569820" y="105063"/>
                  <a:pt x="8565760" y="104230"/>
                  <a:pt x="8561990" y="102565"/>
                </a:cubicBezTo>
                <a:cubicBezTo>
                  <a:pt x="8558219" y="100899"/>
                  <a:pt x="8555420" y="98806"/>
                  <a:pt x="8553593" y="96285"/>
                </a:cubicBezTo>
                <a:cubicBezTo>
                  <a:pt x="8551766" y="93763"/>
                  <a:pt x="8550482" y="90675"/>
                  <a:pt x="8549742" y="87020"/>
                </a:cubicBezTo>
                <a:cubicBezTo>
                  <a:pt x="8549233" y="84569"/>
                  <a:pt x="8548978" y="80682"/>
                  <a:pt x="8548978" y="75362"/>
                </a:cubicBezTo>
                <a:lnTo>
                  <a:pt x="8548978" y="29701"/>
                </a:lnTo>
                <a:lnTo>
                  <a:pt x="8561469" y="29701"/>
                </a:lnTo>
                <a:lnTo>
                  <a:pt x="8561469" y="70574"/>
                </a:lnTo>
                <a:cubicBezTo>
                  <a:pt x="8561469" y="77097"/>
                  <a:pt x="8561724" y="81492"/>
                  <a:pt x="8562233" y="83759"/>
                </a:cubicBezTo>
                <a:cubicBezTo>
                  <a:pt x="8563019" y="87044"/>
                  <a:pt x="8564685" y="89623"/>
                  <a:pt x="8567229" y="91496"/>
                </a:cubicBezTo>
                <a:cubicBezTo>
                  <a:pt x="8569774" y="93370"/>
                  <a:pt x="8572919" y="94307"/>
                  <a:pt x="8576667" y="94307"/>
                </a:cubicBezTo>
                <a:cubicBezTo>
                  <a:pt x="8580414" y="94307"/>
                  <a:pt x="8583930" y="93347"/>
                  <a:pt x="8587215" y="91427"/>
                </a:cubicBezTo>
                <a:cubicBezTo>
                  <a:pt x="8590499" y="89507"/>
                  <a:pt x="8592824" y="86893"/>
                  <a:pt x="8594189" y="83585"/>
                </a:cubicBezTo>
                <a:cubicBezTo>
                  <a:pt x="8595554" y="80278"/>
                  <a:pt x="8596236" y="75478"/>
                  <a:pt x="8596236" y="69186"/>
                </a:cubicBezTo>
                <a:lnTo>
                  <a:pt x="8596236" y="29701"/>
                </a:lnTo>
                <a:lnTo>
                  <a:pt x="8608727" y="29701"/>
                </a:lnTo>
                <a:lnTo>
                  <a:pt x="8608727" y="103397"/>
                </a:lnTo>
                <a:lnTo>
                  <a:pt x="8597554" y="103397"/>
                </a:lnTo>
                <a:close/>
                <a:moveTo>
                  <a:pt x="8676365" y="76334"/>
                </a:moveTo>
                <a:lnTo>
                  <a:pt x="8688648" y="77930"/>
                </a:lnTo>
                <a:cubicBezTo>
                  <a:pt x="8687306" y="86418"/>
                  <a:pt x="8683871" y="93062"/>
                  <a:pt x="8678343" y="97863"/>
                </a:cubicBezTo>
                <a:cubicBezTo>
                  <a:pt x="8672815" y="102663"/>
                  <a:pt x="8666025" y="105063"/>
                  <a:pt x="8657976" y="105063"/>
                </a:cubicBezTo>
                <a:cubicBezTo>
                  <a:pt x="8647890" y="105063"/>
                  <a:pt x="8639783" y="101767"/>
                  <a:pt x="8633653" y="95174"/>
                </a:cubicBezTo>
                <a:cubicBezTo>
                  <a:pt x="8627523" y="88582"/>
                  <a:pt x="8624458" y="79133"/>
                  <a:pt x="8624458" y="66827"/>
                </a:cubicBezTo>
                <a:cubicBezTo>
                  <a:pt x="8624458" y="58869"/>
                  <a:pt x="8625777" y="51907"/>
                  <a:pt x="8628414" y="45939"/>
                </a:cubicBezTo>
                <a:cubicBezTo>
                  <a:pt x="8631051" y="39971"/>
                  <a:pt x="8635064" y="35495"/>
                  <a:pt x="8640454" y="32511"/>
                </a:cubicBezTo>
                <a:cubicBezTo>
                  <a:pt x="8645843" y="29527"/>
                  <a:pt x="8651707" y="28035"/>
                  <a:pt x="8658045" y="28035"/>
                </a:cubicBezTo>
                <a:cubicBezTo>
                  <a:pt x="8666049" y="28035"/>
                  <a:pt x="8672595" y="30066"/>
                  <a:pt x="8677684" y="34127"/>
                </a:cubicBezTo>
                <a:cubicBezTo>
                  <a:pt x="8682773" y="38186"/>
                  <a:pt x="8686034" y="43951"/>
                  <a:pt x="8687468" y="51421"/>
                </a:cubicBezTo>
                <a:lnTo>
                  <a:pt x="8675324" y="53295"/>
                </a:lnTo>
                <a:cubicBezTo>
                  <a:pt x="8674168" y="48368"/>
                  <a:pt x="8672121" y="44661"/>
                  <a:pt x="8669183" y="42174"/>
                </a:cubicBezTo>
                <a:cubicBezTo>
                  <a:pt x="8666245" y="39688"/>
                  <a:pt x="8662695" y="38444"/>
                  <a:pt x="8658531" y="38444"/>
                </a:cubicBezTo>
                <a:cubicBezTo>
                  <a:pt x="8652239" y="38444"/>
                  <a:pt x="8647127" y="40689"/>
                  <a:pt x="8643195" y="45178"/>
                </a:cubicBezTo>
                <a:cubicBezTo>
                  <a:pt x="8639262" y="49665"/>
                  <a:pt x="8637296" y="56766"/>
                  <a:pt x="8637296" y="66480"/>
                </a:cubicBezTo>
                <a:cubicBezTo>
                  <a:pt x="8637296" y="76332"/>
                  <a:pt x="8639193" y="83491"/>
                  <a:pt x="8642987" y="87957"/>
                </a:cubicBezTo>
                <a:cubicBezTo>
                  <a:pt x="8646780" y="92422"/>
                  <a:pt x="8651730" y="94654"/>
                  <a:pt x="8657837" y="94654"/>
                </a:cubicBezTo>
                <a:cubicBezTo>
                  <a:pt x="8662741" y="94654"/>
                  <a:pt x="8666835" y="93156"/>
                  <a:pt x="8670120" y="90161"/>
                </a:cubicBezTo>
                <a:cubicBezTo>
                  <a:pt x="8673404" y="87165"/>
                  <a:pt x="8675486" y="82556"/>
                  <a:pt x="8676365" y="76334"/>
                </a:cubicBezTo>
                <a:close/>
                <a:moveTo>
                  <a:pt x="8726606" y="92364"/>
                </a:moveTo>
                <a:lnTo>
                  <a:pt x="8728410" y="103397"/>
                </a:lnTo>
                <a:cubicBezTo>
                  <a:pt x="8724894" y="104045"/>
                  <a:pt x="8721748" y="104369"/>
                  <a:pt x="8718972" y="104369"/>
                </a:cubicBezTo>
                <a:cubicBezTo>
                  <a:pt x="8714438" y="104369"/>
                  <a:pt x="8710922" y="103652"/>
                  <a:pt x="8708424" y="102218"/>
                </a:cubicBezTo>
                <a:cubicBezTo>
                  <a:pt x="8705926" y="100784"/>
                  <a:pt x="8704168" y="98898"/>
                  <a:pt x="8703150" y="96562"/>
                </a:cubicBezTo>
                <a:cubicBezTo>
                  <a:pt x="8702132" y="94226"/>
                  <a:pt x="8701624" y="89310"/>
                  <a:pt x="8701624" y="81816"/>
                </a:cubicBezTo>
                <a:lnTo>
                  <a:pt x="8701624" y="39416"/>
                </a:lnTo>
                <a:lnTo>
                  <a:pt x="8692464" y="39416"/>
                </a:lnTo>
                <a:lnTo>
                  <a:pt x="8692464" y="29701"/>
                </a:lnTo>
                <a:lnTo>
                  <a:pt x="8701624" y="29701"/>
                </a:lnTo>
                <a:lnTo>
                  <a:pt x="8701624" y="11400"/>
                </a:lnTo>
                <a:lnTo>
                  <a:pt x="8714045" y="3886"/>
                </a:lnTo>
                <a:lnTo>
                  <a:pt x="8714045" y="29701"/>
                </a:lnTo>
                <a:lnTo>
                  <a:pt x="8726606" y="29701"/>
                </a:lnTo>
                <a:lnTo>
                  <a:pt x="8726606" y="39416"/>
                </a:lnTo>
                <a:lnTo>
                  <a:pt x="8714045" y="39416"/>
                </a:lnTo>
                <a:lnTo>
                  <a:pt x="8714045" y="82510"/>
                </a:lnTo>
                <a:cubicBezTo>
                  <a:pt x="8714045" y="86072"/>
                  <a:pt x="8714265" y="88362"/>
                  <a:pt x="8714704" y="89380"/>
                </a:cubicBezTo>
                <a:cubicBezTo>
                  <a:pt x="8715144" y="90398"/>
                  <a:pt x="8715861" y="91207"/>
                  <a:pt x="8716856" y="91809"/>
                </a:cubicBezTo>
                <a:cubicBezTo>
                  <a:pt x="8717850" y="92410"/>
                  <a:pt x="8719273" y="92711"/>
                  <a:pt x="8721123" y="92711"/>
                </a:cubicBezTo>
                <a:cubicBezTo>
                  <a:pt x="8722511" y="92711"/>
                  <a:pt x="8724339" y="92595"/>
                  <a:pt x="8726606" y="92364"/>
                </a:cubicBezTo>
                <a:close/>
                <a:moveTo>
                  <a:pt x="8773703" y="66549"/>
                </a:moveTo>
                <a:cubicBezTo>
                  <a:pt x="8773703" y="52902"/>
                  <a:pt x="8777496" y="42793"/>
                  <a:pt x="8785083" y="36224"/>
                </a:cubicBezTo>
                <a:cubicBezTo>
                  <a:pt x="8791421" y="30765"/>
                  <a:pt x="8799147" y="28035"/>
                  <a:pt x="8808261" y="28035"/>
                </a:cubicBezTo>
                <a:cubicBezTo>
                  <a:pt x="8818393" y="28035"/>
                  <a:pt x="8826674" y="31355"/>
                  <a:pt x="8833104" y="37993"/>
                </a:cubicBezTo>
                <a:cubicBezTo>
                  <a:pt x="8839535" y="44632"/>
                  <a:pt x="8842750" y="53804"/>
                  <a:pt x="8842750" y="65508"/>
                </a:cubicBezTo>
                <a:cubicBezTo>
                  <a:pt x="8842750" y="74992"/>
                  <a:pt x="8841327" y="82452"/>
                  <a:pt x="8838482" y="87888"/>
                </a:cubicBezTo>
                <a:cubicBezTo>
                  <a:pt x="8835637" y="93324"/>
                  <a:pt x="8831496" y="97545"/>
                  <a:pt x="8826061" y="100552"/>
                </a:cubicBezTo>
                <a:cubicBezTo>
                  <a:pt x="8820625" y="103559"/>
                  <a:pt x="8814691" y="105063"/>
                  <a:pt x="8808261" y="105063"/>
                </a:cubicBezTo>
                <a:cubicBezTo>
                  <a:pt x="8797944" y="105063"/>
                  <a:pt x="8789605" y="101755"/>
                  <a:pt x="8783244" y="95140"/>
                </a:cubicBezTo>
                <a:cubicBezTo>
                  <a:pt x="8776883" y="88524"/>
                  <a:pt x="8773703" y="78994"/>
                  <a:pt x="8773703" y="66549"/>
                </a:cubicBezTo>
                <a:moveTo>
                  <a:pt x="8786541" y="66514"/>
                </a:moveTo>
                <a:cubicBezTo>
                  <a:pt x="8786541" y="75917"/>
                  <a:pt x="8788599" y="82958"/>
                  <a:pt x="8792717" y="87636"/>
                </a:cubicBezTo>
                <a:cubicBezTo>
                  <a:pt x="8796834" y="92315"/>
                  <a:pt x="8802015" y="94654"/>
                  <a:pt x="8808261" y="94654"/>
                </a:cubicBezTo>
                <a:cubicBezTo>
                  <a:pt x="8814460" y="94654"/>
                  <a:pt x="8819618" y="92303"/>
                  <a:pt x="8823736" y="87602"/>
                </a:cubicBezTo>
                <a:cubicBezTo>
                  <a:pt x="8827853" y="82900"/>
                  <a:pt x="8829912" y="75733"/>
                  <a:pt x="8829912" y="66100"/>
                </a:cubicBezTo>
                <a:cubicBezTo>
                  <a:pt x="8829912" y="57020"/>
                  <a:pt x="8827842" y="50140"/>
                  <a:pt x="8823701" y="45462"/>
                </a:cubicBezTo>
                <a:cubicBezTo>
                  <a:pt x="8819561" y="40784"/>
                  <a:pt x="8814414" y="38444"/>
                  <a:pt x="8808261" y="38444"/>
                </a:cubicBezTo>
                <a:cubicBezTo>
                  <a:pt x="8802015" y="38444"/>
                  <a:pt x="8796834" y="40772"/>
                  <a:pt x="8792717" y="45427"/>
                </a:cubicBezTo>
                <a:cubicBezTo>
                  <a:pt x="8788599" y="50082"/>
                  <a:pt x="8786541" y="57111"/>
                  <a:pt x="8786541" y="66514"/>
                </a:cubicBezTo>
                <a:close/>
                <a:moveTo>
                  <a:pt x="8860355" y="103397"/>
                </a:moveTo>
                <a:lnTo>
                  <a:pt x="8860355" y="39416"/>
                </a:lnTo>
                <a:lnTo>
                  <a:pt x="8849322" y="39416"/>
                </a:lnTo>
                <a:lnTo>
                  <a:pt x="8849322" y="29701"/>
                </a:lnTo>
                <a:lnTo>
                  <a:pt x="8860355" y="29701"/>
                </a:lnTo>
                <a:lnTo>
                  <a:pt x="8860355" y="21877"/>
                </a:lnTo>
                <a:cubicBezTo>
                  <a:pt x="8860355" y="16938"/>
                  <a:pt x="8860795" y="13269"/>
                  <a:pt x="8861674" y="10869"/>
                </a:cubicBezTo>
                <a:cubicBezTo>
                  <a:pt x="8862877" y="7639"/>
                  <a:pt x="8864993" y="5020"/>
                  <a:pt x="8868023" y="3012"/>
                </a:cubicBezTo>
                <a:cubicBezTo>
                  <a:pt x="8871054" y="1004"/>
                  <a:pt x="8875298" y="0"/>
                  <a:pt x="8880757" y="0"/>
                </a:cubicBezTo>
                <a:cubicBezTo>
                  <a:pt x="8884273" y="0"/>
                  <a:pt x="8888159" y="416"/>
                  <a:pt x="8892415" y="1249"/>
                </a:cubicBezTo>
                <a:lnTo>
                  <a:pt x="8890542" y="12144"/>
                </a:lnTo>
                <a:cubicBezTo>
                  <a:pt x="8887951" y="11681"/>
                  <a:pt x="8885499" y="11450"/>
                  <a:pt x="8883186" y="11450"/>
                </a:cubicBezTo>
                <a:cubicBezTo>
                  <a:pt x="8879392" y="11450"/>
                  <a:pt x="8876709" y="12257"/>
                  <a:pt x="8875136" y="13870"/>
                </a:cubicBezTo>
                <a:cubicBezTo>
                  <a:pt x="8873563" y="15484"/>
                  <a:pt x="8872777" y="18502"/>
                  <a:pt x="8872777" y="22926"/>
                </a:cubicBezTo>
                <a:lnTo>
                  <a:pt x="8872777" y="29701"/>
                </a:lnTo>
                <a:lnTo>
                  <a:pt x="8887141" y="29701"/>
                </a:lnTo>
                <a:lnTo>
                  <a:pt x="8887141" y="39416"/>
                </a:lnTo>
                <a:lnTo>
                  <a:pt x="8872777" y="39416"/>
                </a:lnTo>
                <a:lnTo>
                  <a:pt x="8872777" y="103397"/>
                </a:lnTo>
                <a:lnTo>
                  <a:pt x="8860355" y="103397"/>
                </a:lnTo>
                <a:close/>
                <a:moveTo>
                  <a:pt x="8963661" y="92364"/>
                </a:moveTo>
                <a:lnTo>
                  <a:pt x="8965465" y="103397"/>
                </a:lnTo>
                <a:cubicBezTo>
                  <a:pt x="8961949" y="104045"/>
                  <a:pt x="8958803" y="104369"/>
                  <a:pt x="8956027" y="104369"/>
                </a:cubicBezTo>
                <a:cubicBezTo>
                  <a:pt x="8951494" y="104369"/>
                  <a:pt x="8947978" y="103652"/>
                  <a:pt x="8945480" y="102218"/>
                </a:cubicBezTo>
                <a:cubicBezTo>
                  <a:pt x="8942981" y="100784"/>
                  <a:pt x="8941223" y="98898"/>
                  <a:pt x="8940206" y="96562"/>
                </a:cubicBezTo>
                <a:cubicBezTo>
                  <a:pt x="8939188" y="94226"/>
                  <a:pt x="8938679" y="89310"/>
                  <a:pt x="8938679" y="81816"/>
                </a:cubicBezTo>
                <a:lnTo>
                  <a:pt x="8938679" y="39416"/>
                </a:lnTo>
                <a:lnTo>
                  <a:pt x="8929519" y="39416"/>
                </a:lnTo>
                <a:lnTo>
                  <a:pt x="8929519" y="29701"/>
                </a:lnTo>
                <a:lnTo>
                  <a:pt x="8938679" y="29701"/>
                </a:lnTo>
                <a:lnTo>
                  <a:pt x="8938679" y="11400"/>
                </a:lnTo>
                <a:lnTo>
                  <a:pt x="8951101" y="3886"/>
                </a:lnTo>
                <a:lnTo>
                  <a:pt x="8951101" y="29701"/>
                </a:lnTo>
                <a:lnTo>
                  <a:pt x="8963661" y="29701"/>
                </a:lnTo>
                <a:lnTo>
                  <a:pt x="8963661" y="39416"/>
                </a:lnTo>
                <a:lnTo>
                  <a:pt x="8951101" y="39416"/>
                </a:lnTo>
                <a:lnTo>
                  <a:pt x="8951101" y="82510"/>
                </a:lnTo>
                <a:cubicBezTo>
                  <a:pt x="8951101" y="86072"/>
                  <a:pt x="8951320" y="88362"/>
                  <a:pt x="8951760" y="89380"/>
                </a:cubicBezTo>
                <a:cubicBezTo>
                  <a:pt x="8952199" y="90398"/>
                  <a:pt x="8952916" y="91207"/>
                  <a:pt x="8953911" y="91809"/>
                </a:cubicBezTo>
                <a:cubicBezTo>
                  <a:pt x="8954906" y="92410"/>
                  <a:pt x="8956328" y="92711"/>
                  <a:pt x="8958179" y="92711"/>
                </a:cubicBezTo>
                <a:cubicBezTo>
                  <a:pt x="8959567" y="92711"/>
                  <a:pt x="8961394" y="92595"/>
                  <a:pt x="8963661" y="92364"/>
                </a:cubicBezTo>
                <a:close/>
                <a:moveTo>
                  <a:pt x="8975898" y="103397"/>
                </a:moveTo>
                <a:lnTo>
                  <a:pt x="8975898" y="1665"/>
                </a:lnTo>
                <a:lnTo>
                  <a:pt x="8988389" y="1665"/>
                </a:lnTo>
                <a:lnTo>
                  <a:pt x="8988389" y="38167"/>
                </a:lnTo>
                <a:cubicBezTo>
                  <a:pt x="8994218" y="31412"/>
                  <a:pt x="9001574" y="28035"/>
                  <a:pt x="9010456" y="28035"/>
                </a:cubicBezTo>
                <a:cubicBezTo>
                  <a:pt x="9015916" y="28035"/>
                  <a:pt x="9020657" y="29111"/>
                  <a:pt x="9024682" y="31262"/>
                </a:cubicBezTo>
                <a:cubicBezTo>
                  <a:pt x="9028707" y="33413"/>
                  <a:pt x="9031587" y="36386"/>
                  <a:pt x="9033322" y="40179"/>
                </a:cubicBezTo>
                <a:cubicBezTo>
                  <a:pt x="9035057" y="43973"/>
                  <a:pt x="9035924" y="49478"/>
                  <a:pt x="9035924" y="56695"/>
                </a:cubicBezTo>
                <a:lnTo>
                  <a:pt x="9035924" y="103397"/>
                </a:lnTo>
                <a:lnTo>
                  <a:pt x="9023433" y="103397"/>
                </a:lnTo>
                <a:lnTo>
                  <a:pt x="9023433" y="56695"/>
                </a:lnTo>
                <a:cubicBezTo>
                  <a:pt x="9023433" y="50450"/>
                  <a:pt x="9022080" y="45904"/>
                  <a:pt x="9019374" y="43059"/>
                </a:cubicBezTo>
                <a:cubicBezTo>
                  <a:pt x="9016667" y="40214"/>
                  <a:pt x="9012839" y="38791"/>
                  <a:pt x="9007889" y="38791"/>
                </a:cubicBezTo>
                <a:cubicBezTo>
                  <a:pt x="9004188" y="38791"/>
                  <a:pt x="9000707" y="39751"/>
                  <a:pt x="8997445" y="41671"/>
                </a:cubicBezTo>
                <a:cubicBezTo>
                  <a:pt x="8994184" y="43591"/>
                  <a:pt x="8991859" y="46193"/>
                  <a:pt x="8990471" y="49478"/>
                </a:cubicBezTo>
                <a:cubicBezTo>
                  <a:pt x="8989083" y="52763"/>
                  <a:pt x="8988389" y="57297"/>
                  <a:pt x="8988389" y="63079"/>
                </a:cubicBezTo>
                <a:lnTo>
                  <a:pt x="8988389" y="103397"/>
                </a:lnTo>
                <a:lnTo>
                  <a:pt x="8975898" y="103397"/>
                </a:lnTo>
                <a:close/>
                <a:moveTo>
                  <a:pt x="9105367" y="79665"/>
                </a:moveTo>
                <a:lnTo>
                  <a:pt x="9118274" y="81261"/>
                </a:lnTo>
                <a:cubicBezTo>
                  <a:pt x="9116239" y="88802"/>
                  <a:pt x="9112468" y="94654"/>
                  <a:pt x="9106963" y="98817"/>
                </a:cubicBezTo>
                <a:cubicBezTo>
                  <a:pt x="9101458" y="102981"/>
                  <a:pt x="9094426" y="105063"/>
                  <a:pt x="9085867" y="105063"/>
                </a:cubicBezTo>
                <a:cubicBezTo>
                  <a:pt x="9075088" y="105063"/>
                  <a:pt x="9066541" y="101744"/>
                  <a:pt x="9060226" y="95105"/>
                </a:cubicBezTo>
                <a:cubicBezTo>
                  <a:pt x="9053911" y="88466"/>
                  <a:pt x="9050754" y="79156"/>
                  <a:pt x="9050754" y="67174"/>
                </a:cubicBezTo>
                <a:cubicBezTo>
                  <a:pt x="9050754" y="54775"/>
                  <a:pt x="9053946" y="45153"/>
                  <a:pt x="9060330" y="38306"/>
                </a:cubicBezTo>
                <a:cubicBezTo>
                  <a:pt x="9066714" y="31459"/>
                  <a:pt x="9074995" y="28035"/>
                  <a:pt x="9085173" y="28035"/>
                </a:cubicBezTo>
                <a:cubicBezTo>
                  <a:pt x="9095027" y="28035"/>
                  <a:pt x="9103077" y="31384"/>
                  <a:pt x="9109322" y="38082"/>
                </a:cubicBezTo>
                <a:cubicBezTo>
                  <a:pt x="9115568" y="44779"/>
                  <a:pt x="9118691" y="54201"/>
                  <a:pt x="9118691" y="66347"/>
                </a:cubicBezTo>
                <a:cubicBezTo>
                  <a:pt x="9118691" y="67086"/>
                  <a:pt x="9118667" y="68194"/>
                  <a:pt x="9118621" y="69672"/>
                </a:cubicBezTo>
                <a:lnTo>
                  <a:pt x="9063661" y="69672"/>
                </a:lnTo>
                <a:cubicBezTo>
                  <a:pt x="9064123" y="77745"/>
                  <a:pt x="9066413" y="83927"/>
                  <a:pt x="9070531" y="88217"/>
                </a:cubicBezTo>
                <a:cubicBezTo>
                  <a:pt x="9074648" y="92508"/>
                  <a:pt x="9079783" y="94654"/>
                  <a:pt x="9085936" y="94654"/>
                </a:cubicBezTo>
                <a:cubicBezTo>
                  <a:pt x="9090516" y="94654"/>
                  <a:pt x="9094426" y="93463"/>
                  <a:pt x="9097664" y="91080"/>
                </a:cubicBezTo>
                <a:cubicBezTo>
                  <a:pt x="9100902" y="88696"/>
                  <a:pt x="9103470" y="84891"/>
                  <a:pt x="9105367" y="79665"/>
                </a:cubicBezTo>
                <a:moveTo>
                  <a:pt x="9064355" y="59263"/>
                </a:moveTo>
                <a:lnTo>
                  <a:pt x="9105506" y="59263"/>
                </a:lnTo>
                <a:cubicBezTo>
                  <a:pt x="9104950" y="53165"/>
                  <a:pt x="9103377" y="48591"/>
                  <a:pt x="9100787" y="45542"/>
                </a:cubicBezTo>
                <a:cubicBezTo>
                  <a:pt x="9096808" y="40810"/>
                  <a:pt x="9091650" y="38444"/>
                  <a:pt x="9085312" y="38444"/>
                </a:cubicBezTo>
                <a:cubicBezTo>
                  <a:pt x="9079575" y="38444"/>
                  <a:pt x="9074752" y="40333"/>
                  <a:pt x="9070843" y="44111"/>
                </a:cubicBezTo>
                <a:cubicBezTo>
                  <a:pt x="9066934" y="47887"/>
                  <a:pt x="9064771" y="52938"/>
                  <a:pt x="9064355" y="59263"/>
                </a:cubicBezTo>
                <a:close/>
                <a:moveTo>
                  <a:pt x="9168448" y="81330"/>
                </a:moveTo>
                <a:lnTo>
                  <a:pt x="9180800" y="79387"/>
                </a:lnTo>
                <a:cubicBezTo>
                  <a:pt x="9181494" y="84316"/>
                  <a:pt x="9183425" y="88092"/>
                  <a:pt x="9186594" y="90718"/>
                </a:cubicBezTo>
                <a:cubicBezTo>
                  <a:pt x="9189763" y="93342"/>
                  <a:pt x="9194193" y="94654"/>
                  <a:pt x="9199883" y="94654"/>
                </a:cubicBezTo>
                <a:cubicBezTo>
                  <a:pt x="9205620" y="94654"/>
                  <a:pt x="9209876" y="93495"/>
                  <a:pt x="9212652" y="91178"/>
                </a:cubicBezTo>
                <a:cubicBezTo>
                  <a:pt x="9215428" y="88859"/>
                  <a:pt x="9216816" y="86139"/>
                  <a:pt x="9216816" y="83019"/>
                </a:cubicBezTo>
                <a:cubicBezTo>
                  <a:pt x="9216816" y="80219"/>
                  <a:pt x="9215590" y="78016"/>
                  <a:pt x="9213138" y="76410"/>
                </a:cubicBezTo>
                <a:cubicBezTo>
                  <a:pt x="9211426" y="75308"/>
                  <a:pt x="9207170" y="73908"/>
                  <a:pt x="9200369" y="72209"/>
                </a:cubicBezTo>
                <a:cubicBezTo>
                  <a:pt x="9191209" y="69895"/>
                  <a:pt x="9184860" y="67892"/>
                  <a:pt x="9181321" y="66202"/>
                </a:cubicBezTo>
                <a:cubicBezTo>
                  <a:pt x="9177781" y="64512"/>
                  <a:pt x="9175098" y="62174"/>
                  <a:pt x="9173271" y="59187"/>
                </a:cubicBezTo>
                <a:cubicBezTo>
                  <a:pt x="9171443" y="56200"/>
                  <a:pt x="9170530" y="52901"/>
                  <a:pt x="9170530" y="49289"/>
                </a:cubicBezTo>
                <a:cubicBezTo>
                  <a:pt x="9170530" y="46002"/>
                  <a:pt x="9171281" y="42957"/>
                  <a:pt x="9172785" y="40155"/>
                </a:cubicBezTo>
                <a:cubicBezTo>
                  <a:pt x="9174289" y="37354"/>
                  <a:pt x="9176336" y="35027"/>
                  <a:pt x="9178926" y="33175"/>
                </a:cubicBezTo>
                <a:cubicBezTo>
                  <a:pt x="9180869" y="31739"/>
                  <a:pt x="9183518" y="30524"/>
                  <a:pt x="9186872" y="29529"/>
                </a:cubicBezTo>
                <a:cubicBezTo>
                  <a:pt x="9190226" y="28533"/>
                  <a:pt x="9193823" y="28035"/>
                  <a:pt x="9197663" y="28035"/>
                </a:cubicBezTo>
                <a:cubicBezTo>
                  <a:pt x="9203446" y="28035"/>
                  <a:pt x="9208523" y="28874"/>
                  <a:pt x="9212895" y="30551"/>
                </a:cubicBezTo>
                <a:cubicBezTo>
                  <a:pt x="9217267" y="32226"/>
                  <a:pt x="9220494" y="34497"/>
                  <a:pt x="9222575" y="37362"/>
                </a:cubicBezTo>
                <a:cubicBezTo>
                  <a:pt x="9224657" y="40226"/>
                  <a:pt x="9226091" y="44057"/>
                  <a:pt x="9226878" y="48854"/>
                </a:cubicBezTo>
                <a:lnTo>
                  <a:pt x="9214664" y="50519"/>
                </a:lnTo>
                <a:cubicBezTo>
                  <a:pt x="9214109" y="46725"/>
                  <a:pt x="9212502" y="43765"/>
                  <a:pt x="9209842" y="41637"/>
                </a:cubicBezTo>
                <a:cubicBezTo>
                  <a:pt x="9207181" y="39508"/>
                  <a:pt x="9203423" y="38444"/>
                  <a:pt x="9198565" y="38444"/>
                </a:cubicBezTo>
                <a:cubicBezTo>
                  <a:pt x="9192828" y="38444"/>
                  <a:pt x="9188734" y="39388"/>
                  <a:pt x="9186282" y="41277"/>
                </a:cubicBezTo>
                <a:cubicBezTo>
                  <a:pt x="9183830" y="43163"/>
                  <a:pt x="9182604" y="45373"/>
                  <a:pt x="9182604" y="47906"/>
                </a:cubicBezTo>
                <a:cubicBezTo>
                  <a:pt x="9182604" y="49516"/>
                  <a:pt x="9183113" y="50966"/>
                  <a:pt x="9184131" y="52256"/>
                </a:cubicBezTo>
                <a:cubicBezTo>
                  <a:pt x="9185149" y="53590"/>
                  <a:pt x="9186745" y="54695"/>
                  <a:pt x="9188919" y="55570"/>
                </a:cubicBezTo>
                <a:cubicBezTo>
                  <a:pt x="9190168" y="56031"/>
                  <a:pt x="9193846" y="57090"/>
                  <a:pt x="9199953" y="58747"/>
                </a:cubicBezTo>
                <a:cubicBezTo>
                  <a:pt x="9208789" y="61105"/>
                  <a:pt x="9214954" y="63035"/>
                  <a:pt x="9218446" y="64537"/>
                </a:cubicBezTo>
                <a:cubicBezTo>
                  <a:pt x="9221939" y="66039"/>
                  <a:pt x="9224680" y="68223"/>
                  <a:pt x="9226670" y="71090"/>
                </a:cubicBezTo>
                <a:cubicBezTo>
                  <a:pt x="9228659" y="73956"/>
                  <a:pt x="9229654" y="77514"/>
                  <a:pt x="9229654" y="81766"/>
                </a:cubicBezTo>
                <a:cubicBezTo>
                  <a:pt x="9229654" y="85927"/>
                  <a:pt x="9228439" y="89845"/>
                  <a:pt x="9226010" y="93520"/>
                </a:cubicBezTo>
                <a:cubicBezTo>
                  <a:pt x="9223582" y="97193"/>
                  <a:pt x="9220077" y="100035"/>
                  <a:pt x="9215497" y="102046"/>
                </a:cubicBezTo>
                <a:cubicBezTo>
                  <a:pt x="9210917" y="104057"/>
                  <a:pt x="9205736" y="105063"/>
                  <a:pt x="9199953" y="105063"/>
                </a:cubicBezTo>
                <a:cubicBezTo>
                  <a:pt x="9190376" y="105063"/>
                  <a:pt x="9183078" y="103068"/>
                  <a:pt x="9178059" y="99078"/>
                </a:cubicBezTo>
                <a:cubicBezTo>
                  <a:pt x="9173039" y="95088"/>
                  <a:pt x="9169836" y="89172"/>
                  <a:pt x="9168448" y="81330"/>
                </a:cubicBezTo>
                <a:close/>
                <a:moveTo>
                  <a:pt x="9292803" y="103397"/>
                </a:moveTo>
                <a:lnTo>
                  <a:pt x="9292803" y="92572"/>
                </a:lnTo>
                <a:cubicBezTo>
                  <a:pt x="9287066" y="100899"/>
                  <a:pt x="9279271" y="105063"/>
                  <a:pt x="9269417" y="105063"/>
                </a:cubicBezTo>
                <a:cubicBezTo>
                  <a:pt x="9265068" y="105063"/>
                  <a:pt x="9261009" y="104230"/>
                  <a:pt x="9257238" y="102565"/>
                </a:cubicBezTo>
                <a:cubicBezTo>
                  <a:pt x="9253468" y="100899"/>
                  <a:pt x="9250669" y="98806"/>
                  <a:pt x="9248842" y="96285"/>
                </a:cubicBezTo>
                <a:cubicBezTo>
                  <a:pt x="9247014" y="93763"/>
                  <a:pt x="9245731" y="90675"/>
                  <a:pt x="9244990" y="87020"/>
                </a:cubicBezTo>
                <a:cubicBezTo>
                  <a:pt x="9244481" y="84569"/>
                  <a:pt x="9244227" y="80682"/>
                  <a:pt x="9244227" y="75362"/>
                </a:cubicBezTo>
                <a:lnTo>
                  <a:pt x="9244227" y="29701"/>
                </a:lnTo>
                <a:lnTo>
                  <a:pt x="9256718" y="29701"/>
                </a:lnTo>
                <a:lnTo>
                  <a:pt x="9256718" y="70574"/>
                </a:lnTo>
                <a:cubicBezTo>
                  <a:pt x="9256718" y="77097"/>
                  <a:pt x="9256972" y="81492"/>
                  <a:pt x="9257481" y="83759"/>
                </a:cubicBezTo>
                <a:cubicBezTo>
                  <a:pt x="9258268" y="87044"/>
                  <a:pt x="9259933" y="89623"/>
                  <a:pt x="9262478" y="91496"/>
                </a:cubicBezTo>
                <a:cubicBezTo>
                  <a:pt x="9265022" y="93370"/>
                  <a:pt x="9268168" y="94307"/>
                  <a:pt x="9271915" y="94307"/>
                </a:cubicBezTo>
                <a:cubicBezTo>
                  <a:pt x="9275663" y="94307"/>
                  <a:pt x="9279179" y="93347"/>
                  <a:pt x="9282463" y="91427"/>
                </a:cubicBezTo>
                <a:cubicBezTo>
                  <a:pt x="9285748" y="89507"/>
                  <a:pt x="9288073" y="86893"/>
                  <a:pt x="9289437" y="83585"/>
                </a:cubicBezTo>
                <a:cubicBezTo>
                  <a:pt x="9290802" y="80278"/>
                  <a:pt x="9291484" y="75478"/>
                  <a:pt x="9291484" y="69186"/>
                </a:cubicBezTo>
                <a:lnTo>
                  <a:pt x="9291484" y="29701"/>
                </a:lnTo>
                <a:lnTo>
                  <a:pt x="9303975" y="29701"/>
                </a:lnTo>
                <a:lnTo>
                  <a:pt x="9303975" y="103397"/>
                </a:lnTo>
                <a:lnTo>
                  <a:pt x="9292803" y="103397"/>
                </a:lnTo>
                <a:close/>
                <a:moveTo>
                  <a:pt x="9323523" y="103397"/>
                </a:moveTo>
                <a:lnTo>
                  <a:pt x="9323523" y="29701"/>
                </a:lnTo>
                <a:lnTo>
                  <a:pt x="9334695" y="29701"/>
                </a:lnTo>
                <a:lnTo>
                  <a:pt x="9334695" y="39971"/>
                </a:lnTo>
                <a:cubicBezTo>
                  <a:pt x="9337008" y="36383"/>
                  <a:pt x="9340085" y="33496"/>
                  <a:pt x="9343925" y="31312"/>
                </a:cubicBezTo>
                <a:cubicBezTo>
                  <a:pt x="9347764" y="29128"/>
                  <a:pt x="9352136" y="28035"/>
                  <a:pt x="9357040" y="28035"/>
                </a:cubicBezTo>
                <a:cubicBezTo>
                  <a:pt x="9362499" y="28035"/>
                  <a:pt x="9366975" y="29163"/>
                  <a:pt x="9370468" y="31418"/>
                </a:cubicBezTo>
                <a:cubicBezTo>
                  <a:pt x="9373961" y="33672"/>
                  <a:pt x="9376424" y="36824"/>
                  <a:pt x="9377858" y="40873"/>
                </a:cubicBezTo>
                <a:cubicBezTo>
                  <a:pt x="9383688" y="32315"/>
                  <a:pt x="9391275" y="28035"/>
                  <a:pt x="9400620" y="28035"/>
                </a:cubicBezTo>
                <a:cubicBezTo>
                  <a:pt x="9407929" y="28035"/>
                  <a:pt x="9413550" y="30059"/>
                  <a:pt x="9417483" y="34107"/>
                </a:cubicBezTo>
                <a:cubicBezTo>
                  <a:pt x="9421415" y="38155"/>
                  <a:pt x="9423381" y="44389"/>
                  <a:pt x="9423381" y="52809"/>
                </a:cubicBezTo>
                <a:lnTo>
                  <a:pt x="9423381" y="103397"/>
                </a:lnTo>
                <a:lnTo>
                  <a:pt x="9410960" y="103397"/>
                </a:lnTo>
                <a:lnTo>
                  <a:pt x="9410960" y="56923"/>
                </a:lnTo>
                <a:cubicBezTo>
                  <a:pt x="9410960" y="51921"/>
                  <a:pt x="9410555" y="48320"/>
                  <a:pt x="9409745" y="46121"/>
                </a:cubicBezTo>
                <a:cubicBezTo>
                  <a:pt x="9408936" y="43921"/>
                  <a:pt x="9407467" y="42149"/>
                  <a:pt x="9405339" y="40806"/>
                </a:cubicBezTo>
                <a:cubicBezTo>
                  <a:pt x="9403210" y="39463"/>
                  <a:pt x="9400712" y="38791"/>
                  <a:pt x="9397844" y="38791"/>
                </a:cubicBezTo>
                <a:cubicBezTo>
                  <a:pt x="9392663" y="38791"/>
                  <a:pt x="9388360" y="40517"/>
                  <a:pt x="9384937" y="43968"/>
                </a:cubicBezTo>
                <a:cubicBezTo>
                  <a:pt x="9381513" y="47417"/>
                  <a:pt x="9379801" y="52940"/>
                  <a:pt x="9379801" y="60536"/>
                </a:cubicBezTo>
                <a:lnTo>
                  <a:pt x="9379801" y="103397"/>
                </a:lnTo>
                <a:lnTo>
                  <a:pt x="9367311" y="103397"/>
                </a:lnTo>
                <a:lnTo>
                  <a:pt x="9367311" y="55463"/>
                </a:lnTo>
                <a:cubicBezTo>
                  <a:pt x="9367311" y="49906"/>
                  <a:pt x="9366293" y="45738"/>
                  <a:pt x="9364257" y="42959"/>
                </a:cubicBezTo>
                <a:cubicBezTo>
                  <a:pt x="9362222" y="40181"/>
                  <a:pt x="9358891" y="38791"/>
                  <a:pt x="9354264" y="38791"/>
                </a:cubicBezTo>
                <a:cubicBezTo>
                  <a:pt x="9350748" y="38791"/>
                  <a:pt x="9347498" y="39718"/>
                  <a:pt x="9344514" y="41572"/>
                </a:cubicBezTo>
                <a:cubicBezTo>
                  <a:pt x="9341531" y="43423"/>
                  <a:pt x="9339368" y="46133"/>
                  <a:pt x="9338026" y="49699"/>
                </a:cubicBezTo>
                <a:cubicBezTo>
                  <a:pt x="9336685" y="53264"/>
                  <a:pt x="9336014" y="58405"/>
                  <a:pt x="9336014" y="65120"/>
                </a:cubicBezTo>
                <a:lnTo>
                  <a:pt x="9336014" y="103397"/>
                </a:lnTo>
                <a:lnTo>
                  <a:pt x="9323523" y="103397"/>
                </a:lnTo>
                <a:close/>
                <a:moveTo>
                  <a:pt x="9476768" y="66549"/>
                </a:moveTo>
                <a:cubicBezTo>
                  <a:pt x="9476768" y="52902"/>
                  <a:pt x="9480561" y="42793"/>
                  <a:pt x="9488148" y="36224"/>
                </a:cubicBezTo>
                <a:cubicBezTo>
                  <a:pt x="9494486" y="30765"/>
                  <a:pt x="9502212" y="28035"/>
                  <a:pt x="9511326" y="28035"/>
                </a:cubicBezTo>
                <a:cubicBezTo>
                  <a:pt x="9521458" y="28035"/>
                  <a:pt x="9529739" y="31355"/>
                  <a:pt x="9536169" y="37993"/>
                </a:cubicBezTo>
                <a:cubicBezTo>
                  <a:pt x="9542600" y="44632"/>
                  <a:pt x="9545815" y="53804"/>
                  <a:pt x="9545815" y="65508"/>
                </a:cubicBezTo>
                <a:cubicBezTo>
                  <a:pt x="9545815" y="74992"/>
                  <a:pt x="9544392" y="82452"/>
                  <a:pt x="9541547" y="87888"/>
                </a:cubicBezTo>
                <a:cubicBezTo>
                  <a:pt x="9538702" y="93324"/>
                  <a:pt x="9534561" y="97545"/>
                  <a:pt x="9529126" y="100552"/>
                </a:cubicBezTo>
                <a:cubicBezTo>
                  <a:pt x="9523690" y="103559"/>
                  <a:pt x="9517757" y="105063"/>
                  <a:pt x="9511326" y="105063"/>
                </a:cubicBezTo>
                <a:cubicBezTo>
                  <a:pt x="9501009" y="105063"/>
                  <a:pt x="9492670" y="101755"/>
                  <a:pt x="9486309" y="95140"/>
                </a:cubicBezTo>
                <a:cubicBezTo>
                  <a:pt x="9479948" y="88524"/>
                  <a:pt x="9476768" y="78994"/>
                  <a:pt x="9476768" y="66549"/>
                </a:cubicBezTo>
                <a:moveTo>
                  <a:pt x="9489606" y="66514"/>
                </a:moveTo>
                <a:cubicBezTo>
                  <a:pt x="9489606" y="75917"/>
                  <a:pt x="9491664" y="82958"/>
                  <a:pt x="9495782" y="87636"/>
                </a:cubicBezTo>
                <a:cubicBezTo>
                  <a:pt x="9499899" y="92315"/>
                  <a:pt x="9505080" y="94654"/>
                  <a:pt x="9511326" y="94654"/>
                </a:cubicBezTo>
                <a:cubicBezTo>
                  <a:pt x="9517525" y="94654"/>
                  <a:pt x="9522684" y="92303"/>
                  <a:pt x="9526801" y="87602"/>
                </a:cubicBezTo>
                <a:cubicBezTo>
                  <a:pt x="9530918" y="82900"/>
                  <a:pt x="9532977" y="75733"/>
                  <a:pt x="9532977" y="66100"/>
                </a:cubicBezTo>
                <a:cubicBezTo>
                  <a:pt x="9532977" y="57020"/>
                  <a:pt x="9530907" y="50140"/>
                  <a:pt x="9526766" y="45462"/>
                </a:cubicBezTo>
                <a:cubicBezTo>
                  <a:pt x="9522626" y="40784"/>
                  <a:pt x="9517479" y="38444"/>
                  <a:pt x="9511326" y="38444"/>
                </a:cubicBezTo>
                <a:cubicBezTo>
                  <a:pt x="9505080" y="38444"/>
                  <a:pt x="9499899" y="40772"/>
                  <a:pt x="9495782" y="45427"/>
                </a:cubicBezTo>
                <a:cubicBezTo>
                  <a:pt x="9491664" y="50082"/>
                  <a:pt x="9489606" y="57111"/>
                  <a:pt x="9489606" y="66514"/>
                </a:cubicBezTo>
                <a:close/>
                <a:moveTo>
                  <a:pt x="9563419" y="103397"/>
                </a:moveTo>
                <a:lnTo>
                  <a:pt x="9563419" y="39416"/>
                </a:lnTo>
                <a:lnTo>
                  <a:pt x="9552386" y="39416"/>
                </a:lnTo>
                <a:lnTo>
                  <a:pt x="9552386" y="29701"/>
                </a:lnTo>
                <a:lnTo>
                  <a:pt x="9563419" y="29701"/>
                </a:lnTo>
                <a:lnTo>
                  <a:pt x="9563419" y="21877"/>
                </a:lnTo>
                <a:cubicBezTo>
                  <a:pt x="9563419" y="16938"/>
                  <a:pt x="9563859" y="13269"/>
                  <a:pt x="9564738" y="10869"/>
                </a:cubicBezTo>
                <a:cubicBezTo>
                  <a:pt x="9565941" y="7639"/>
                  <a:pt x="9568057" y="5020"/>
                  <a:pt x="9571088" y="3012"/>
                </a:cubicBezTo>
                <a:cubicBezTo>
                  <a:pt x="9574118" y="1004"/>
                  <a:pt x="9578362" y="0"/>
                  <a:pt x="9583821" y="0"/>
                </a:cubicBezTo>
                <a:cubicBezTo>
                  <a:pt x="9587337" y="0"/>
                  <a:pt x="9591223" y="416"/>
                  <a:pt x="9595480" y="1249"/>
                </a:cubicBezTo>
                <a:lnTo>
                  <a:pt x="9593606" y="12144"/>
                </a:lnTo>
                <a:cubicBezTo>
                  <a:pt x="9591015" y="11681"/>
                  <a:pt x="9588563" y="11450"/>
                  <a:pt x="9586250" y="11450"/>
                </a:cubicBezTo>
                <a:cubicBezTo>
                  <a:pt x="9582457" y="11450"/>
                  <a:pt x="9579773" y="12257"/>
                  <a:pt x="9578200" y="13870"/>
                </a:cubicBezTo>
                <a:cubicBezTo>
                  <a:pt x="9576627" y="15484"/>
                  <a:pt x="9575841" y="18502"/>
                  <a:pt x="9575841" y="22926"/>
                </a:cubicBezTo>
                <a:lnTo>
                  <a:pt x="9575841" y="29701"/>
                </a:lnTo>
                <a:lnTo>
                  <a:pt x="9590206" y="29701"/>
                </a:lnTo>
                <a:lnTo>
                  <a:pt x="9590206" y="39416"/>
                </a:lnTo>
                <a:lnTo>
                  <a:pt x="9575841" y="39416"/>
                </a:lnTo>
                <a:lnTo>
                  <a:pt x="9575841" y="103397"/>
                </a:lnTo>
                <a:lnTo>
                  <a:pt x="9563419" y="103397"/>
                </a:lnTo>
                <a:close/>
                <a:moveTo>
                  <a:pt x="9666727" y="92364"/>
                </a:moveTo>
                <a:lnTo>
                  <a:pt x="9668531" y="103397"/>
                </a:lnTo>
                <a:cubicBezTo>
                  <a:pt x="9665015" y="104045"/>
                  <a:pt x="9661869" y="104369"/>
                  <a:pt x="9659093" y="104369"/>
                </a:cubicBezTo>
                <a:cubicBezTo>
                  <a:pt x="9654560" y="104369"/>
                  <a:pt x="9651044" y="103652"/>
                  <a:pt x="9648545" y="102218"/>
                </a:cubicBezTo>
                <a:cubicBezTo>
                  <a:pt x="9646047" y="100784"/>
                  <a:pt x="9644289" y="98898"/>
                  <a:pt x="9643271" y="96562"/>
                </a:cubicBezTo>
                <a:cubicBezTo>
                  <a:pt x="9642254" y="94226"/>
                  <a:pt x="9641745" y="89310"/>
                  <a:pt x="9641745" y="81816"/>
                </a:cubicBezTo>
                <a:lnTo>
                  <a:pt x="9641745" y="39416"/>
                </a:lnTo>
                <a:lnTo>
                  <a:pt x="9632585" y="39416"/>
                </a:lnTo>
                <a:lnTo>
                  <a:pt x="9632585" y="29701"/>
                </a:lnTo>
                <a:lnTo>
                  <a:pt x="9641745" y="29701"/>
                </a:lnTo>
                <a:lnTo>
                  <a:pt x="9641745" y="11400"/>
                </a:lnTo>
                <a:lnTo>
                  <a:pt x="9654166" y="3886"/>
                </a:lnTo>
                <a:lnTo>
                  <a:pt x="9654166" y="29701"/>
                </a:lnTo>
                <a:lnTo>
                  <a:pt x="9666727" y="29701"/>
                </a:lnTo>
                <a:lnTo>
                  <a:pt x="9666727" y="39416"/>
                </a:lnTo>
                <a:lnTo>
                  <a:pt x="9654166" y="39416"/>
                </a:lnTo>
                <a:lnTo>
                  <a:pt x="9654166" y="82510"/>
                </a:lnTo>
                <a:cubicBezTo>
                  <a:pt x="9654166" y="86072"/>
                  <a:pt x="9654386" y="88362"/>
                  <a:pt x="9654826" y="89380"/>
                </a:cubicBezTo>
                <a:cubicBezTo>
                  <a:pt x="9655265" y="90398"/>
                  <a:pt x="9655982" y="91207"/>
                  <a:pt x="9656977" y="91809"/>
                </a:cubicBezTo>
                <a:cubicBezTo>
                  <a:pt x="9657971" y="92410"/>
                  <a:pt x="9659394" y="92711"/>
                  <a:pt x="9661245" y="92711"/>
                </a:cubicBezTo>
                <a:cubicBezTo>
                  <a:pt x="9662632" y="92711"/>
                  <a:pt x="9664460" y="92595"/>
                  <a:pt x="9666727" y="92364"/>
                </a:cubicBezTo>
                <a:close/>
                <a:moveTo>
                  <a:pt x="9678965" y="103397"/>
                </a:moveTo>
                <a:lnTo>
                  <a:pt x="9678965" y="1665"/>
                </a:lnTo>
                <a:lnTo>
                  <a:pt x="9691456" y="1665"/>
                </a:lnTo>
                <a:lnTo>
                  <a:pt x="9691456" y="38167"/>
                </a:lnTo>
                <a:cubicBezTo>
                  <a:pt x="9697285" y="31412"/>
                  <a:pt x="9704640" y="28035"/>
                  <a:pt x="9713523" y="28035"/>
                </a:cubicBezTo>
                <a:cubicBezTo>
                  <a:pt x="9718982" y="28035"/>
                  <a:pt x="9723724" y="29111"/>
                  <a:pt x="9727749" y="31262"/>
                </a:cubicBezTo>
                <a:cubicBezTo>
                  <a:pt x="9731774" y="33413"/>
                  <a:pt x="9734653" y="36386"/>
                  <a:pt x="9736388" y="40179"/>
                </a:cubicBezTo>
                <a:cubicBezTo>
                  <a:pt x="9738123" y="43973"/>
                  <a:pt x="9738991" y="49478"/>
                  <a:pt x="9738991" y="56695"/>
                </a:cubicBezTo>
                <a:lnTo>
                  <a:pt x="9738991" y="103397"/>
                </a:lnTo>
                <a:lnTo>
                  <a:pt x="9726500" y="103397"/>
                </a:lnTo>
                <a:lnTo>
                  <a:pt x="9726500" y="56695"/>
                </a:lnTo>
                <a:cubicBezTo>
                  <a:pt x="9726500" y="50450"/>
                  <a:pt x="9725146" y="45904"/>
                  <a:pt x="9722440" y="43059"/>
                </a:cubicBezTo>
                <a:cubicBezTo>
                  <a:pt x="9719734" y="40214"/>
                  <a:pt x="9715905" y="38791"/>
                  <a:pt x="9710955" y="38791"/>
                </a:cubicBezTo>
                <a:cubicBezTo>
                  <a:pt x="9707254" y="38791"/>
                  <a:pt x="9703773" y="39751"/>
                  <a:pt x="9700512" y="41671"/>
                </a:cubicBezTo>
                <a:cubicBezTo>
                  <a:pt x="9697250" y="43591"/>
                  <a:pt x="9694925" y="46193"/>
                  <a:pt x="9693537" y="49478"/>
                </a:cubicBezTo>
                <a:cubicBezTo>
                  <a:pt x="9692149" y="52763"/>
                  <a:pt x="9691456" y="57297"/>
                  <a:pt x="9691456" y="63079"/>
                </a:cubicBezTo>
                <a:lnTo>
                  <a:pt x="9691456" y="103397"/>
                </a:lnTo>
                <a:lnTo>
                  <a:pt x="9678965" y="103397"/>
                </a:lnTo>
                <a:close/>
                <a:moveTo>
                  <a:pt x="9808432" y="79665"/>
                </a:moveTo>
                <a:lnTo>
                  <a:pt x="9821339" y="81261"/>
                </a:lnTo>
                <a:cubicBezTo>
                  <a:pt x="9819304" y="88802"/>
                  <a:pt x="9815533" y="94654"/>
                  <a:pt x="9810028" y="98817"/>
                </a:cubicBezTo>
                <a:cubicBezTo>
                  <a:pt x="9804523" y="102981"/>
                  <a:pt x="9797491" y="105063"/>
                  <a:pt x="9788932" y="105063"/>
                </a:cubicBezTo>
                <a:cubicBezTo>
                  <a:pt x="9778153" y="105063"/>
                  <a:pt x="9769606" y="101744"/>
                  <a:pt x="9763291" y="95105"/>
                </a:cubicBezTo>
                <a:cubicBezTo>
                  <a:pt x="9756976" y="88466"/>
                  <a:pt x="9753819" y="79156"/>
                  <a:pt x="9753819" y="67174"/>
                </a:cubicBezTo>
                <a:cubicBezTo>
                  <a:pt x="9753819" y="54775"/>
                  <a:pt x="9757011" y="45153"/>
                  <a:pt x="9763395" y="38306"/>
                </a:cubicBezTo>
                <a:cubicBezTo>
                  <a:pt x="9769779" y="31459"/>
                  <a:pt x="9778061" y="28035"/>
                  <a:pt x="9788238" y="28035"/>
                </a:cubicBezTo>
                <a:cubicBezTo>
                  <a:pt x="9798092" y="28035"/>
                  <a:pt x="9806142" y="31384"/>
                  <a:pt x="9812388" y="38082"/>
                </a:cubicBezTo>
                <a:cubicBezTo>
                  <a:pt x="9818633" y="44779"/>
                  <a:pt x="9821756" y="54201"/>
                  <a:pt x="9821756" y="66347"/>
                </a:cubicBezTo>
                <a:cubicBezTo>
                  <a:pt x="9821756" y="67086"/>
                  <a:pt x="9821733" y="68194"/>
                  <a:pt x="9821686" y="69672"/>
                </a:cubicBezTo>
                <a:lnTo>
                  <a:pt x="9766726" y="69672"/>
                </a:lnTo>
                <a:cubicBezTo>
                  <a:pt x="9767189" y="77745"/>
                  <a:pt x="9769479" y="83927"/>
                  <a:pt x="9773596" y="88217"/>
                </a:cubicBezTo>
                <a:cubicBezTo>
                  <a:pt x="9777714" y="92508"/>
                  <a:pt x="9782849" y="94654"/>
                  <a:pt x="9789002" y="94654"/>
                </a:cubicBezTo>
                <a:cubicBezTo>
                  <a:pt x="9793582" y="94654"/>
                  <a:pt x="9797491" y="93463"/>
                  <a:pt x="9800729" y="91080"/>
                </a:cubicBezTo>
                <a:cubicBezTo>
                  <a:pt x="9803968" y="88696"/>
                  <a:pt x="9806535" y="84891"/>
                  <a:pt x="9808432" y="79665"/>
                </a:cubicBezTo>
                <a:moveTo>
                  <a:pt x="9767420" y="59263"/>
                </a:moveTo>
                <a:lnTo>
                  <a:pt x="9808571" y="59263"/>
                </a:lnTo>
                <a:cubicBezTo>
                  <a:pt x="9808016" y="53165"/>
                  <a:pt x="9806443" y="48591"/>
                  <a:pt x="9803852" y="45542"/>
                </a:cubicBezTo>
                <a:cubicBezTo>
                  <a:pt x="9799873" y="40810"/>
                  <a:pt x="9794715" y="38444"/>
                  <a:pt x="9788377" y="38444"/>
                </a:cubicBezTo>
                <a:cubicBezTo>
                  <a:pt x="9782641" y="38444"/>
                  <a:pt x="9777818" y="40333"/>
                  <a:pt x="9773908" y="44111"/>
                </a:cubicBezTo>
                <a:cubicBezTo>
                  <a:pt x="9769999" y="47887"/>
                  <a:pt x="9767836" y="52938"/>
                  <a:pt x="9767420" y="59263"/>
                </a:cubicBezTo>
                <a:close/>
                <a:moveTo>
                  <a:pt x="9924601" y="94298"/>
                </a:moveTo>
                <a:cubicBezTo>
                  <a:pt x="9919975" y="98233"/>
                  <a:pt x="9915522" y="101011"/>
                  <a:pt x="9911243" y="102632"/>
                </a:cubicBezTo>
                <a:cubicBezTo>
                  <a:pt x="9906964" y="104253"/>
                  <a:pt x="9902372" y="105063"/>
                  <a:pt x="9897468" y="105063"/>
                </a:cubicBezTo>
                <a:cubicBezTo>
                  <a:pt x="9889372" y="105063"/>
                  <a:pt x="9883150" y="103084"/>
                  <a:pt x="9878801" y="99125"/>
                </a:cubicBezTo>
                <a:cubicBezTo>
                  <a:pt x="9874452" y="95167"/>
                  <a:pt x="9872278" y="90109"/>
                  <a:pt x="9872278" y="83952"/>
                </a:cubicBezTo>
                <a:cubicBezTo>
                  <a:pt x="9872278" y="80342"/>
                  <a:pt x="9873099" y="77044"/>
                  <a:pt x="9874741" y="74059"/>
                </a:cubicBezTo>
                <a:cubicBezTo>
                  <a:pt x="9876384" y="71072"/>
                  <a:pt x="9878535" y="68676"/>
                  <a:pt x="9881195" y="66870"/>
                </a:cubicBezTo>
                <a:cubicBezTo>
                  <a:pt x="9883855" y="65064"/>
                  <a:pt x="9886851" y="63699"/>
                  <a:pt x="9890182" y="62774"/>
                </a:cubicBezTo>
                <a:cubicBezTo>
                  <a:pt x="9892634" y="62125"/>
                  <a:pt x="9896335" y="61499"/>
                  <a:pt x="9901285" y="60898"/>
                </a:cubicBezTo>
                <a:cubicBezTo>
                  <a:pt x="9911370" y="59704"/>
                  <a:pt x="9918795" y="58280"/>
                  <a:pt x="9923560" y="56626"/>
                </a:cubicBezTo>
                <a:cubicBezTo>
                  <a:pt x="9923607" y="54921"/>
                  <a:pt x="9923630" y="53838"/>
                  <a:pt x="9923630" y="53377"/>
                </a:cubicBezTo>
                <a:cubicBezTo>
                  <a:pt x="9923630" y="48307"/>
                  <a:pt x="9922450" y="44735"/>
                  <a:pt x="9920091" y="42662"/>
                </a:cubicBezTo>
                <a:cubicBezTo>
                  <a:pt x="9916898" y="39850"/>
                  <a:pt x="9912157" y="38444"/>
                  <a:pt x="9905865" y="38444"/>
                </a:cubicBezTo>
                <a:cubicBezTo>
                  <a:pt x="9899989" y="38444"/>
                  <a:pt x="9895652" y="39474"/>
                  <a:pt x="9892853" y="41532"/>
                </a:cubicBezTo>
                <a:cubicBezTo>
                  <a:pt x="9890054" y="43591"/>
                  <a:pt x="9887984" y="47234"/>
                  <a:pt x="9886643" y="52462"/>
                </a:cubicBezTo>
                <a:lnTo>
                  <a:pt x="9874429" y="50797"/>
                </a:lnTo>
                <a:cubicBezTo>
                  <a:pt x="9875539" y="45553"/>
                  <a:pt x="9877367" y="41319"/>
                  <a:pt x="9879911" y="38093"/>
                </a:cubicBezTo>
                <a:cubicBezTo>
                  <a:pt x="9882456" y="34868"/>
                  <a:pt x="9886134" y="32385"/>
                  <a:pt x="9890945" y="30646"/>
                </a:cubicBezTo>
                <a:cubicBezTo>
                  <a:pt x="9895756" y="28906"/>
                  <a:pt x="9901331" y="28035"/>
                  <a:pt x="9907669" y="28035"/>
                </a:cubicBezTo>
                <a:cubicBezTo>
                  <a:pt x="9913961" y="28035"/>
                  <a:pt x="9919073" y="28776"/>
                  <a:pt x="9923005" y="30256"/>
                </a:cubicBezTo>
                <a:cubicBezTo>
                  <a:pt x="9926938" y="31736"/>
                  <a:pt x="9929829" y="33598"/>
                  <a:pt x="9931679" y="35842"/>
                </a:cubicBezTo>
                <a:cubicBezTo>
                  <a:pt x="9933530" y="38086"/>
                  <a:pt x="9934825" y="40919"/>
                  <a:pt x="9935566" y="44343"/>
                </a:cubicBezTo>
                <a:cubicBezTo>
                  <a:pt x="9935982" y="46471"/>
                  <a:pt x="9936190" y="50311"/>
                  <a:pt x="9936190" y="55862"/>
                </a:cubicBezTo>
                <a:lnTo>
                  <a:pt x="9936190" y="72517"/>
                </a:lnTo>
                <a:cubicBezTo>
                  <a:pt x="9936190" y="84129"/>
                  <a:pt x="9936456" y="91473"/>
                  <a:pt x="9936988" y="94550"/>
                </a:cubicBezTo>
                <a:cubicBezTo>
                  <a:pt x="9937520" y="97626"/>
                  <a:pt x="9938573" y="100575"/>
                  <a:pt x="9940146" y="103397"/>
                </a:cubicBezTo>
                <a:lnTo>
                  <a:pt x="9927099" y="103397"/>
                </a:lnTo>
                <a:cubicBezTo>
                  <a:pt x="9925804" y="100804"/>
                  <a:pt x="9924971" y="97771"/>
                  <a:pt x="9924601" y="94298"/>
                </a:cubicBezTo>
                <a:moveTo>
                  <a:pt x="9923560" y="66341"/>
                </a:moveTo>
                <a:cubicBezTo>
                  <a:pt x="9919027" y="68207"/>
                  <a:pt x="9912226" y="69793"/>
                  <a:pt x="9903158" y="71099"/>
                </a:cubicBezTo>
                <a:cubicBezTo>
                  <a:pt x="9898023" y="71842"/>
                  <a:pt x="9894392" y="72678"/>
                  <a:pt x="9892263" y="73608"/>
                </a:cubicBezTo>
                <a:cubicBezTo>
                  <a:pt x="9890135" y="74536"/>
                  <a:pt x="9888493" y="75895"/>
                  <a:pt x="9887336" y="77685"/>
                </a:cubicBezTo>
                <a:cubicBezTo>
                  <a:pt x="9886180" y="79473"/>
                  <a:pt x="9885602" y="81459"/>
                  <a:pt x="9885602" y="83642"/>
                </a:cubicBezTo>
                <a:cubicBezTo>
                  <a:pt x="9885602" y="86986"/>
                  <a:pt x="9886862" y="89773"/>
                  <a:pt x="9889384" y="92004"/>
                </a:cubicBezTo>
                <a:cubicBezTo>
                  <a:pt x="9891905" y="94233"/>
                  <a:pt x="9895594" y="95348"/>
                  <a:pt x="9900452" y="95348"/>
                </a:cubicBezTo>
                <a:cubicBezTo>
                  <a:pt x="9905263" y="95348"/>
                  <a:pt x="9909543" y="94290"/>
                  <a:pt x="9913290" y="92175"/>
                </a:cubicBezTo>
                <a:cubicBezTo>
                  <a:pt x="9917037" y="90060"/>
                  <a:pt x="9919790" y="87166"/>
                  <a:pt x="9921548" y="83494"/>
                </a:cubicBezTo>
                <a:cubicBezTo>
                  <a:pt x="9922889" y="80658"/>
                  <a:pt x="9923560" y="76474"/>
                  <a:pt x="9923560" y="70943"/>
                </a:cubicBezTo>
                <a:lnTo>
                  <a:pt x="9923560" y="66341"/>
                </a:lnTo>
                <a:close/>
                <a:moveTo>
                  <a:pt x="9955529" y="103397"/>
                </a:moveTo>
                <a:lnTo>
                  <a:pt x="9955529" y="29701"/>
                </a:lnTo>
                <a:lnTo>
                  <a:pt x="9966771" y="29701"/>
                </a:lnTo>
                <a:lnTo>
                  <a:pt x="9966771" y="40110"/>
                </a:lnTo>
                <a:cubicBezTo>
                  <a:pt x="9972184" y="32060"/>
                  <a:pt x="9980002" y="28035"/>
                  <a:pt x="9990226" y="28035"/>
                </a:cubicBezTo>
                <a:cubicBezTo>
                  <a:pt x="9994668" y="28035"/>
                  <a:pt x="9998750" y="28833"/>
                  <a:pt x="10002474" y="30429"/>
                </a:cubicBezTo>
                <a:cubicBezTo>
                  <a:pt x="10006199" y="32025"/>
                  <a:pt x="10008986" y="34119"/>
                  <a:pt x="10010836" y="36710"/>
                </a:cubicBezTo>
                <a:cubicBezTo>
                  <a:pt x="10012687" y="39300"/>
                  <a:pt x="10013982" y="42377"/>
                  <a:pt x="10014722" y="45939"/>
                </a:cubicBezTo>
                <a:cubicBezTo>
                  <a:pt x="10015185" y="48252"/>
                  <a:pt x="10015416" y="52300"/>
                  <a:pt x="10015416" y="58083"/>
                </a:cubicBezTo>
                <a:lnTo>
                  <a:pt x="10015416" y="103397"/>
                </a:lnTo>
                <a:lnTo>
                  <a:pt x="10002925" y="103397"/>
                </a:lnTo>
                <a:lnTo>
                  <a:pt x="10002925" y="58521"/>
                </a:lnTo>
                <a:cubicBezTo>
                  <a:pt x="10002925" y="53426"/>
                  <a:pt x="10002440" y="49617"/>
                  <a:pt x="10001468" y="47093"/>
                </a:cubicBezTo>
                <a:cubicBezTo>
                  <a:pt x="10000497" y="44568"/>
                  <a:pt x="9998773" y="42554"/>
                  <a:pt x="9996298" y="41049"/>
                </a:cubicBezTo>
                <a:cubicBezTo>
                  <a:pt x="9993823" y="39544"/>
                  <a:pt x="9990920" y="38791"/>
                  <a:pt x="9987589" y="38791"/>
                </a:cubicBezTo>
                <a:cubicBezTo>
                  <a:pt x="9982269" y="38791"/>
                  <a:pt x="9977677" y="40482"/>
                  <a:pt x="9973815" y="43864"/>
                </a:cubicBezTo>
                <a:cubicBezTo>
                  <a:pt x="9969952" y="47244"/>
                  <a:pt x="9968020" y="53658"/>
                  <a:pt x="9968020" y="63105"/>
                </a:cubicBezTo>
                <a:lnTo>
                  <a:pt x="9968020" y="103397"/>
                </a:lnTo>
                <a:lnTo>
                  <a:pt x="9955529" y="103397"/>
                </a:lnTo>
                <a:close/>
                <a:moveTo>
                  <a:pt x="10032257" y="109504"/>
                </a:moveTo>
                <a:lnTo>
                  <a:pt x="10044401" y="111308"/>
                </a:lnTo>
                <a:cubicBezTo>
                  <a:pt x="10044910" y="115056"/>
                  <a:pt x="10046321" y="117785"/>
                  <a:pt x="10048634" y="119497"/>
                </a:cubicBezTo>
                <a:cubicBezTo>
                  <a:pt x="10051734" y="121810"/>
                  <a:pt x="10055967" y="122967"/>
                  <a:pt x="10061334" y="122967"/>
                </a:cubicBezTo>
                <a:cubicBezTo>
                  <a:pt x="10067116" y="122967"/>
                  <a:pt x="10071581" y="121807"/>
                  <a:pt x="10074727" y="119488"/>
                </a:cubicBezTo>
                <a:cubicBezTo>
                  <a:pt x="10077872" y="117171"/>
                  <a:pt x="10080001" y="113925"/>
                  <a:pt x="10081111" y="109751"/>
                </a:cubicBezTo>
                <a:cubicBezTo>
                  <a:pt x="10081759" y="107203"/>
                  <a:pt x="10082059" y="101848"/>
                  <a:pt x="10082013" y="93687"/>
                </a:cubicBezTo>
                <a:cubicBezTo>
                  <a:pt x="10076554" y="100161"/>
                  <a:pt x="10069753" y="103397"/>
                  <a:pt x="10061611" y="103397"/>
                </a:cubicBezTo>
                <a:cubicBezTo>
                  <a:pt x="10051480" y="103397"/>
                  <a:pt x="10043638" y="99743"/>
                  <a:pt x="10038086" y="92433"/>
                </a:cubicBezTo>
                <a:cubicBezTo>
                  <a:pt x="10032535" y="85124"/>
                  <a:pt x="10029759" y="76357"/>
                  <a:pt x="10029759" y="66133"/>
                </a:cubicBezTo>
                <a:cubicBezTo>
                  <a:pt x="10029759" y="59101"/>
                  <a:pt x="10031031" y="52612"/>
                  <a:pt x="10033576" y="46668"/>
                </a:cubicBezTo>
                <a:cubicBezTo>
                  <a:pt x="10036120" y="40723"/>
                  <a:pt x="10039810" y="36131"/>
                  <a:pt x="10044644" y="32893"/>
                </a:cubicBezTo>
                <a:cubicBezTo>
                  <a:pt x="10049479" y="29654"/>
                  <a:pt x="10055157" y="28035"/>
                  <a:pt x="10061680" y="28035"/>
                </a:cubicBezTo>
                <a:cubicBezTo>
                  <a:pt x="10070378" y="28035"/>
                  <a:pt x="10077549" y="31574"/>
                  <a:pt x="10083193" y="38653"/>
                </a:cubicBezTo>
                <a:lnTo>
                  <a:pt x="10083193" y="29701"/>
                </a:lnTo>
                <a:lnTo>
                  <a:pt x="10094712" y="29701"/>
                </a:lnTo>
                <a:lnTo>
                  <a:pt x="10094712" y="93448"/>
                </a:lnTo>
                <a:cubicBezTo>
                  <a:pt x="10094712" y="104928"/>
                  <a:pt x="10093544" y="113064"/>
                  <a:pt x="10091208" y="117855"/>
                </a:cubicBezTo>
                <a:cubicBezTo>
                  <a:pt x="10088871" y="122646"/>
                  <a:pt x="10085170" y="126431"/>
                  <a:pt x="10080105" y="129208"/>
                </a:cubicBezTo>
                <a:cubicBezTo>
                  <a:pt x="10075039" y="131986"/>
                  <a:pt x="10068805" y="133376"/>
                  <a:pt x="10061403" y="133376"/>
                </a:cubicBezTo>
                <a:cubicBezTo>
                  <a:pt x="10052613" y="133376"/>
                  <a:pt x="10045512" y="131392"/>
                  <a:pt x="10040099" y="127425"/>
                </a:cubicBezTo>
                <a:cubicBezTo>
                  <a:pt x="10034686" y="123458"/>
                  <a:pt x="10032072" y="117485"/>
                  <a:pt x="10032257" y="109504"/>
                </a:cubicBezTo>
                <a:moveTo>
                  <a:pt x="10042597" y="65233"/>
                </a:moveTo>
                <a:cubicBezTo>
                  <a:pt x="10042597" y="74877"/>
                  <a:pt x="10044517" y="81914"/>
                  <a:pt x="10048357" y="86344"/>
                </a:cubicBezTo>
                <a:cubicBezTo>
                  <a:pt x="10052197" y="90774"/>
                  <a:pt x="10057008" y="92988"/>
                  <a:pt x="10062791" y="92988"/>
                </a:cubicBezTo>
                <a:cubicBezTo>
                  <a:pt x="10068527" y="92988"/>
                  <a:pt x="10073339" y="90785"/>
                  <a:pt x="10077225" y="86379"/>
                </a:cubicBezTo>
                <a:cubicBezTo>
                  <a:pt x="10081111" y="81972"/>
                  <a:pt x="10083054" y="75061"/>
                  <a:pt x="10083054" y="65647"/>
                </a:cubicBezTo>
                <a:cubicBezTo>
                  <a:pt x="10083054" y="56649"/>
                  <a:pt x="10081053" y="49866"/>
                  <a:pt x="10077051" y="45297"/>
                </a:cubicBezTo>
                <a:cubicBezTo>
                  <a:pt x="10073050" y="40729"/>
                  <a:pt x="10068227" y="38444"/>
                  <a:pt x="10062583" y="38444"/>
                </a:cubicBezTo>
                <a:cubicBezTo>
                  <a:pt x="10057031" y="38444"/>
                  <a:pt x="10052312" y="40694"/>
                  <a:pt x="10048426" y="45193"/>
                </a:cubicBezTo>
                <a:cubicBezTo>
                  <a:pt x="10044540" y="49692"/>
                  <a:pt x="10042597" y="56372"/>
                  <a:pt x="10042597" y="65233"/>
                </a:cubicBezTo>
                <a:close/>
                <a:moveTo>
                  <a:pt x="10113287" y="103397"/>
                </a:moveTo>
                <a:lnTo>
                  <a:pt x="10113287" y="1665"/>
                </a:lnTo>
                <a:lnTo>
                  <a:pt x="10125778" y="1665"/>
                </a:lnTo>
                <a:lnTo>
                  <a:pt x="10125778" y="103397"/>
                </a:lnTo>
                <a:lnTo>
                  <a:pt x="10113287" y="103397"/>
                </a:lnTo>
                <a:close/>
                <a:moveTo>
                  <a:pt x="10195565" y="79665"/>
                </a:moveTo>
                <a:lnTo>
                  <a:pt x="10208472" y="81261"/>
                </a:lnTo>
                <a:cubicBezTo>
                  <a:pt x="10206437" y="88802"/>
                  <a:pt x="10202666" y="94654"/>
                  <a:pt x="10197161" y="98817"/>
                </a:cubicBezTo>
                <a:cubicBezTo>
                  <a:pt x="10191656" y="102981"/>
                  <a:pt x="10184624" y="105063"/>
                  <a:pt x="10176065" y="105063"/>
                </a:cubicBezTo>
                <a:cubicBezTo>
                  <a:pt x="10165286" y="105063"/>
                  <a:pt x="10156739" y="101744"/>
                  <a:pt x="10150424" y="95105"/>
                </a:cubicBezTo>
                <a:cubicBezTo>
                  <a:pt x="10144109" y="88466"/>
                  <a:pt x="10140951" y="79156"/>
                  <a:pt x="10140951" y="67174"/>
                </a:cubicBezTo>
                <a:cubicBezTo>
                  <a:pt x="10140951" y="54775"/>
                  <a:pt x="10144144" y="45153"/>
                  <a:pt x="10150528" y="38306"/>
                </a:cubicBezTo>
                <a:cubicBezTo>
                  <a:pt x="10156912" y="31459"/>
                  <a:pt x="10165193" y="28035"/>
                  <a:pt x="10175371" y="28035"/>
                </a:cubicBezTo>
                <a:cubicBezTo>
                  <a:pt x="10185225" y="28035"/>
                  <a:pt x="10193275" y="31384"/>
                  <a:pt x="10199520" y="38082"/>
                </a:cubicBezTo>
                <a:cubicBezTo>
                  <a:pt x="10205766" y="44779"/>
                  <a:pt x="10208888" y="54201"/>
                  <a:pt x="10208888" y="66347"/>
                </a:cubicBezTo>
                <a:cubicBezTo>
                  <a:pt x="10208888" y="67086"/>
                  <a:pt x="10208865" y="68194"/>
                  <a:pt x="10208819" y="69672"/>
                </a:cubicBezTo>
                <a:lnTo>
                  <a:pt x="10153859" y="69672"/>
                </a:lnTo>
                <a:cubicBezTo>
                  <a:pt x="10154321" y="77745"/>
                  <a:pt x="10156611" y="83927"/>
                  <a:pt x="10160729" y="88217"/>
                </a:cubicBezTo>
                <a:cubicBezTo>
                  <a:pt x="10164846" y="92508"/>
                  <a:pt x="10169981" y="94654"/>
                  <a:pt x="10176134" y="94654"/>
                </a:cubicBezTo>
                <a:cubicBezTo>
                  <a:pt x="10180714" y="94654"/>
                  <a:pt x="10184624" y="93463"/>
                  <a:pt x="10187862" y="91080"/>
                </a:cubicBezTo>
                <a:cubicBezTo>
                  <a:pt x="10191100" y="88696"/>
                  <a:pt x="10193668" y="84891"/>
                  <a:pt x="10195565" y="79665"/>
                </a:cubicBezTo>
                <a:moveTo>
                  <a:pt x="10154553" y="59263"/>
                </a:moveTo>
                <a:lnTo>
                  <a:pt x="10195704" y="59263"/>
                </a:lnTo>
                <a:cubicBezTo>
                  <a:pt x="10195148" y="53165"/>
                  <a:pt x="10193575" y="48591"/>
                  <a:pt x="10190985" y="45542"/>
                </a:cubicBezTo>
                <a:cubicBezTo>
                  <a:pt x="10187006" y="40810"/>
                  <a:pt x="10181848" y="38444"/>
                  <a:pt x="10175510" y="38444"/>
                </a:cubicBezTo>
                <a:cubicBezTo>
                  <a:pt x="10169773" y="38444"/>
                  <a:pt x="10164950" y="40333"/>
                  <a:pt x="10161041" y="44111"/>
                </a:cubicBezTo>
                <a:cubicBezTo>
                  <a:pt x="10157132" y="47887"/>
                  <a:pt x="10154969" y="52938"/>
                  <a:pt x="10154553" y="59263"/>
                </a:cubicBezTo>
                <a:close/>
                <a:moveTo>
                  <a:pt x="10219136" y="81330"/>
                </a:moveTo>
                <a:lnTo>
                  <a:pt x="10231489" y="79387"/>
                </a:lnTo>
                <a:cubicBezTo>
                  <a:pt x="10232182" y="84316"/>
                  <a:pt x="10234114" y="88092"/>
                  <a:pt x="10237283" y="90718"/>
                </a:cubicBezTo>
                <a:cubicBezTo>
                  <a:pt x="10240452" y="93342"/>
                  <a:pt x="10244882" y="94654"/>
                  <a:pt x="10250572" y="94654"/>
                </a:cubicBezTo>
                <a:cubicBezTo>
                  <a:pt x="10256309" y="94654"/>
                  <a:pt x="10260565" y="93495"/>
                  <a:pt x="10263340" y="91178"/>
                </a:cubicBezTo>
                <a:cubicBezTo>
                  <a:pt x="10266116" y="88859"/>
                  <a:pt x="10267504" y="86139"/>
                  <a:pt x="10267504" y="83019"/>
                </a:cubicBezTo>
                <a:cubicBezTo>
                  <a:pt x="10267504" y="80219"/>
                  <a:pt x="10266278" y="78016"/>
                  <a:pt x="10263826" y="76410"/>
                </a:cubicBezTo>
                <a:cubicBezTo>
                  <a:pt x="10262115" y="75308"/>
                  <a:pt x="10257858" y="73908"/>
                  <a:pt x="10251058" y="72209"/>
                </a:cubicBezTo>
                <a:cubicBezTo>
                  <a:pt x="10241898" y="69895"/>
                  <a:pt x="10235548" y="67892"/>
                  <a:pt x="10232009" y="66202"/>
                </a:cubicBezTo>
                <a:cubicBezTo>
                  <a:pt x="10228470" y="64512"/>
                  <a:pt x="10225787" y="62174"/>
                  <a:pt x="10223959" y="59187"/>
                </a:cubicBezTo>
                <a:cubicBezTo>
                  <a:pt x="10222132" y="56200"/>
                  <a:pt x="10221218" y="52901"/>
                  <a:pt x="10221218" y="49289"/>
                </a:cubicBezTo>
                <a:cubicBezTo>
                  <a:pt x="10221218" y="46002"/>
                  <a:pt x="10221970" y="42957"/>
                  <a:pt x="10223473" y="40155"/>
                </a:cubicBezTo>
                <a:cubicBezTo>
                  <a:pt x="10224977" y="37354"/>
                  <a:pt x="10227024" y="35027"/>
                  <a:pt x="10229615" y="33175"/>
                </a:cubicBezTo>
                <a:cubicBezTo>
                  <a:pt x="10231558" y="31739"/>
                  <a:pt x="10234206" y="30524"/>
                  <a:pt x="10237561" y="29529"/>
                </a:cubicBezTo>
                <a:cubicBezTo>
                  <a:pt x="10240915" y="28533"/>
                  <a:pt x="10244512" y="28035"/>
                  <a:pt x="10248351" y="28035"/>
                </a:cubicBezTo>
                <a:cubicBezTo>
                  <a:pt x="10254134" y="28035"/>
                  <a:pt x="10259212" y="28874"/>
                  <a:pt x="10263583" y="30551"/>
                </a:cubicBezTo>
                <a:cubicBezTo>
                  <a:pt x="10267955" y="32226"/>
                  <a:pt x="10271182" y="34497"/>
                  <a:pt x="10273264" y="37362"/>
                </a:cubicBezTo>
                <a:cubicBezTo>
                  <a:pt x="10275346" y="40226"/>
                  <a:pt x="10276780" y="44057"/>
                  <a:pt x="10277566" y="48854"/>
                </a:cubicBezTo>
                <a:lnTo>
                  <a:pt x="10265353" y="50519"/>
                </a:lnTo>
                <a:cubicBezTo>
                  <a:pt x="10264798" y="46725"/>
                  <a:pt x="10263190" y="43765"/>
                  <a:pt x="10260530" y="41637"/>
                </a:cubicBezTo>
                <a:cubicBezTo>
                  <a:pt x="10257870" y="39508"/>
                  <a:pt x="10254111" y="38444"/>
                  <a:pt x="10249253" y="38444"/>
                </a:cubicBezTo>
                <a:cubicBezTo>
                  <a:pt x="10243517" y="38444"/>
                  <a:pt x="10239423" y="39388"/>
                  <a:pt x="10236971" y="41277"/>
                </a:cubicBezTo>
                <a:cubicBezTo>
                  <a:pt x="10234519" y="43163"/>
                  <a:pt x="10233293" y="45373"/>
                  <a:pt x="10233293" y="47906"/>
                </a:cubicBezTo>
                <a:cubicBezTo>
                  <a:pt x="10233293" y="49516"/>
                  <a:pt x="10233802" y="50966"/>
                  <a:pt x="10234819" y="52256"/>
                </a:cubicBezTo>
                <a:cubicBezTo>
                  <a:pt x="10235837" y="53590"/>
                  <a:pt x="10237433" y="54695"/>
                  <a:pt x="10239608" y="55570"/>
                </a:cubicBezTo>
                <a:cubicBezTo>
                  <a:pt x="10240857" y="56031"/>
                  <a:pt x="10244535" y="57090"/>
                  <a:pt x="10250641" y="58747"/>
                </a:cubicBezTo>
                <a:cubicBezTo>
                  <a:pt x="10259478" y="61105"/>
                  <a:pt x="10265642" y="63035"/>
                  <a:pt x="10269135" y="64537"/>
                </a:cubicBezTo>
                <a:cubicBezTo>
                  <a:pt x="10272628" y="66039"/>
                  <a:pt x="10275369" y="68223"/>
                  <a:pt x="10277358" y="71090"/>
                </a:cubicBezTo>
                <a:cubicBezTo>
                  <a:pt x="10279347" y="73956"/>
                  <a:pt x="10280342" y="77514"/>
                  <a:pt x="10280342" y="81766"/>
                </a:cubicBezTo>
                <a:cubicBezTo>
                  <a:pt x="10280342" y="85927"/>
                  <a:pt x="10279128" y="89845"/>
                  <a:pt x="10276699" y="93520"/>
                </a:cubicBezTo>
                <a:cubicBezTo>
                  <a:pt x="10274270" y="97193"/>
                  <a:pt x="10270766" y="100035"/>
                  <a:pt x="10266186" y="102046"/>
                </a:cubicBezTo>
                <a:cubicBezTo>
                  <a:pt x="10261606" y="104057"/>
                  <a:pt x="10256424" y="105063"/>
                  <a:pt x="10250641" y="105063"/>
                </a:cubicBezTo>
                <a:cubicBezTo>
                  <a:pt x="10241065" y="105063"/>
                  <a:pt x="10233767" y="103068"/>
                  <a:pt x="10228747" y="99078"/>
                </a:cubicBezTo>
                <a:cubicBezTo>
                  <a:pt x="10223728" y="95088"/>
                  <a:pt x="10220524" y="89172"/>
                  <a:pt x="10219136" y="81330"/>
                </a:cubicBezTo>
                <a:close/>
                <a:moveTo>
                  <a:pt x="10334772" y="16099"/>
                </a:moveTo>
                <a:lnTo>
                  <a:pt x="10334772" y="1665"/>
                </a:lnTo>
                <a:lnTo>
                  <a:pt x="10347263" y="1665"/>
                </a:lnTo>
                <a:lnTo>
                  <a:pt x="10347263" y="16099"/>
                </a:lnTo>
                <a:lnTo>
                  <a:pt x="10334772" y="16099"/>
                </a:lnTo>
                <a:moveTo>
                  <a:pt x="10334772" y="103397"/>
                </a:moveTo>
                <a:lnTo>
                  <a:pt x="10334772" y="29701"/>
                </a:lnTo>
                <a:lnTo>
                  <a:pt x="10347263" y="29701"/>
                </a:lnTo>
                <a:lnTo>
                  <a:pt x="10347263" y="103397"/>
                </a:lnTo>
                <a:lnTo>
                  <a:pt x="10334772" y="103397"/>
                </a:lnTo>
                <a:close/>
                <a:moveTo>
                  <a:pt x="10366253" y="103397"/>
                </a:moveTo>
                <a:lnTo>
                  <a:pt x="10366253" y="29701"/>
                </a:lnTo>
                <a:lnTo>
                  <a:pt x="10377495" y="29701"/>
                </a:lnTo>
                <a:lnTo>
                  <a:pt x="10377495" y="40110"/>
                </a:lnTo>
                <a:cubicBezTo>
                  <a:pt x="10382908" y="32060"/>
                  <a:pt x="10390726" y="28035"/>
                  <a:pt x="10400950" y="28035"/>
                </a:cubicBezTo>
                <a:cubicBezTo>
                  <a:pt x="10405391" y="28035"/>
                  <a:pt x="10409474" y="28833"/>
                  <a:pt x="10413198" y="30429"/>
                </a:cubicBezTo>
                <a:cubicBezTo>
                  <a:pt x="10416922" y="32025"/>
                  <a:pt x="10419710" y="34119"/>
                  <a:pt x="10421560" y="36710"/>
                </a:cubicBezTo>
                <a:cubicBezTo>
                  <a:pt x="10423411" y="39300"/>
                  <a:pt x="10424706" y="42377"/>
                  <a:pt x="10425446" y="45939"/>
                </a:cubicBezTo>
                <a:cubicBezTo>
                  <a:pt x="10425909" y="48252"/>
                  <a:pt x="10426140" y="52300"/>
                  <a:pt x="10426140" y="58083"/>
                </a:cubicBezTo>
                <a:lnTo>
                  <a:pt x="10426140" y="103397"/>
                </a:lnTo>
                <a:lnTo>
                  <a:pt x="10413649" y="103397"/>
                </a:lnTo>
                <a:lnTo>
                  <a:pt x="10413649" y="58521"/>
                </a:lnTo>
                <a:cubicBezTo>
                  <a:pt x="10413649" y="53426"/>
                  <a:pt x="10413164" y="49617"/>
                  <a:pt x="10412192" y="47093"/>
                </a:cubicBezTo>
                <a:cubicBezTo>
                  <a:pt x="10411221" y="44568"/>
                  <a:pt x="10409497" y="42554"/>
                  <a:pt x="10407022" y="41049"/>
                </a:cubicBezTo>
                <a:cubicBezTo>
                  <a:pt x="10404547" y="39544"/>
                  <a:pt x="10401644" y="38791"/>
                  <a:pt x="10398313" y="38791"/>
                </a:cubicBezTo>
                <a:cubicBezTo>
                  <a:pt x="10392993" y="38791"/>
                  <a:pt x="10388401" y="40482"/>
                  <a:pt x="10384538" y="43864"/>
                </a:cubicBezTo>
                <a:cubicBezTo>
                  <a:pt x="10380676" y="47244"/>
                  <a:pt x="10378744" y="53658"/>
                  <a:pt x="10378744" y="63105"/>
                </a:cubicBezTo>
                <a:lnTo>
                  <a:pt x="10378744" y="103397"/>
                </a:lnTo>
                <a:lnTo>
                  <a:pt x="10366253" y="103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inertialnavigationmodule1andinertialnavigationmodule2,andthereasonableflagsofbothinertialnavigationmodulesistrue.">
            <a:extLst xmlns:a="http://schemas.openxmlformats.org/drawingml/2006/main">
              <a:ext uri="{FF2B5EF4-FFF2-40B4-BE49-F238E27FC236}">
                <a16:creationId xmlns:a16="http://schemas.microsoft.com/office/drawing/2014/main" id="{7DF7E91E-8A0E-42E4-8E30-CA11158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11" y="518619"/>
            <a:ext cx="8051432" cy="133376"/>
          </a:xfrm>
          <a:custGeom xmlns:a="http://schemas.openxmlformats.org/drawingml/2006/main">
            <a:pathLst>
              <a:path w="8051432" h="133376">
                <a:moveTo>
                  <a:pt x="0" y="16099"/>
                </a:moveTo>
                <a:lnTo>
                  <a:pt x="0" y="1665"/>
                </a:lnTo>
                <a:lnTo>
                  <a:pt x="12491" y="1665"/>
                </a:lnTo>
                <a:lnTo>
                  <a:pt x="12491" y="16099"/>
                </a:lnTo>
                <a:lnTo>
                  <a:pt x="0" y="16099"/>
                </a:lnTo>
                <a:moveTo>
                  <a:pt x="0" y="103397"/>
                </a:moveTo>
                <a:lnTo>
                  <a:pt x="0" y="29701"/>
                </a:lnTo>
                <a:lnTo>
                  <a:pt x="12491" y="29701"/>
                </a:lnTo>
                <a:lnTo>
                  <a:pt x="12491" y="103397"/>
                </a:lnTo>
                <a:lnTo>
                  <a:pt x="0" y="103397"/>
                </a:lnTo>
                <a:close/>
                <a:moveTo>
                  <a:pt x="31481" y="103397"/>
                </a:moveTo>
                <a:lnTo>
                  <a:pt x="31481" y="29701"/>
                </a:lnTo>
                <a:lnTo>
                  <a:pt x="42723" y="29701"/>
                </a:lnTo>
                <a:lnTo>
                  <a:pt x="42723" y="40110"/>
                </a:lnTo>
                <a:cubicBezTo>
                  <a:pt x="48136" y="32060"/>
                  <a:pt x="55954" y="28035"/>
                  <a:pt x="66178" y="28035"/>
                </a:cubicBezTo>
                <a:cubicBezTo>
                  <a:pt x="70620" y="28035"/>
                  <a:pt x="74702" y="28833"/>
                  <a:pt x="78426" y="30429"/>
                </a:cubicBezTo>
                <a:cubicBezTo>
                  <a:pt x="82151" y="32025"/>
                  <a:pt x="84938" y="34119"/>
                  <a:pt x="86788" y="36710"/>
                </a:cubicBezTo>
                <a:cubicBezTo>
                  <a:pt x="88639" y="39300"/>
                  <a:pt x="89934" y="42377"/>
                  <a:pt x="90674" y="45939"/>
                </a:cubicBezTo>
                <a:cubicBezTo>
                  <a:pt x="91137" y="48252"/>
                  <a:pt x="91368" y="52300"/>
                  <a:pt x="91368" y="58083"/>
                </a:cubicBezTo>
                <a:lnTo>
                  <a:pt x="91368" y="103397"/>
                </a:lnTo>
                <a:lnTo>
                  <a:pt x="78877" y="103397"/>
                </a:lnTo>
                <a:lnTo>
                  <a:pt x="78877" y="58521"/>
                </a:lnTo>
                <a:cubicBezTo>
                  <a:pt x="78877" y="53426"/>
                  <a:pt x="78392" y="49617"/>
                  <a:pt x="77420" y="47093"/>
                </a:cubicBezTo>
                <a:cubicBezTo>
                  <a:pt x="76449" y="44568"/>
                  <a:pt x="74725" y="42554"/>
                  <a:pt x="72250" y="41049"/>
                </a:cubicBezTo>
                <a:cubicBezTo>
                  <a:pt x="69775" y="39544"/>
                  <a:pt x="66872" y="38791"/>
                  <a:pt x="63541" y="38791"/>
                </a:cubicBezTo>
                <a:cubicBezTo>
                  <a:pt x="58221" y="38791"/>
                  <a:pt x="53629" y="40482"/>
                  <a:pt x="49767" y="43864"/>
                </a:cubicBezTo>
                <a:cubicBezTo>
                  <a:pt x="45904" y="47244"/>
                  <a:pt x="43972" y="53658"/>
                  <a:pt x="43972" y="63105"/>
                </a:cubicBezTo>
                <a:lnTo>
                  <a:pt x="43972" y="103397"/>
                </a:lnTo>
                <a:lnTo>
                  <a:pt x="31481" y="103397"/>
                </a:lnTo>
                <a:close/>
                <a:moveTo>
                  <a:pt x="160949" y="79665"/>
                </a:moveTo>
                <a:lnTo>
                  <a:pt x="173857" y="81261"/>
                </a:lnTo>
                <a:cubicBezTo>
                  <a:pt x="171821" y="88802"/>
                  <a:pt x="168051" y="94654"/>
                  <a:pt x="162545" y="98817"/>
                </a:cubicBezTo>
                <a:cubicBezTo>
                  <a:pt x="157040" y="102981"/>
                  <a:pt x="150008" y="105063"/>
                  <a:pt x="141449" y="105063"/>
                </a:cubicBezTo>
                <a:cubicBezTo>
                  <a:pt x="130670" y="105063"/>
                  <a:pt x="122123" y="101744"/>
                  <a:pt x="115808" y="95105"/>
                </a:cubicBezTo>
                <a:cubicBezTo>
                  <a:pt x="109493" y="88466"/>
                  <a:pt x="106336" y="79156"/>
                  <a:pt x="106336" y="67174"/>
                </a:cubicBezTo>
                <a:cubicBezTo>
                  <a:pt x="106336" y="54775"/>
                  <a:pt x="109528" y="45153"/>
                  <a:pt x="115912" y="38306"/>
                </a:cubicBezTo>
                <a:cubicBezTo>
                  <a:pt x="122297" y="31459"/>
                  <a:pt x="130578" y="28035"/>
                  <a:pt x="140756" y="28035"/>
                </a:cubicBezTo>
                <a:cubicBezTo>
                  <a:pt x="150610" y="28035"/>
                  <a:pt x="158659" y="31384"/>
                  <a:pt x="164905" y="38082"/>
                </a:cubicBezTo>
                <a:cubicBezTo>
                  <a:pt x="171150" y="44779"/>
                  <a:pt x="174273" y="54201"/>
                  <a:pt x="174273" y="66347"/>
                </a:cubicBezTo>
                <a:cubicBezTo>
                  <a:pt x="174273" y="67086"/>
                  <a:pt x="174250" y="68194"/>
                  <a:pt x="174204" y="69672"/>
                </a:cubicBezTo>
                <a:lnTo>
                  <a:pt x="119243" y="69672"/>
                </a:lnTo>
                <a:cubicBezTo>
                  <a:pt x="119706" y="77745"/>
                  <a:pt x="121996" y="83927"/>
                  <a:pt x="126113" y="88217"/>
                </a:cubicBezTo>
                <a:cubicBezTo>
                  <a:pt x="130231" y="92508"/>
                  <a:pt x="135366" y="94654"/>
                  <a:pt x="141519" y="94654"/>
                </a:cubicBezTo>
                <a:cubicBezTo>
                  <a:pt x="146099" y="94654"/>
                  <a:pt x="150008" y="93463"/>
                  <a:pt x="153247" y="91080"/>
                </a:cubicBezTo>
                <a:cubicBezTo>
                  <a:pt x="156485" y="88696"/>
                  <a:pt x="159052" y="84891"/>
                  <a:pt x="160949" y="79665"/>
                </a:cubicBezTo>
                <a:moveTo>
                  <a:pt x="119937" y="59263"/>
                </a:moveTo>
                <a:lnTo>
                  <a:pt x="161088" y="59263"/>
                </a:lnTo>
                <a:cubicBezTo>
                  <a:pt x="160533" y="53165"/>
                  <a:pt x="158960" y="48591"/>
                  <a:pt x="156369" y="45542"/>
                </a:cubicBezTo>
                <a:cubicBezTo>
                  <a:pt x="152391" y="40810"/>
                  <a:pt x="147232" y="38444"/>
                  <a:pt x="140894" y="38444"/>
                </a:cubicBezTo>
                <a:cubicBezTo>
                  <a:pt x="135158" y="38444"/>
                  <a:pt x="130335" y="40333"/>
                  <a:pt x="126426" y="44111"/>
                </a:cubicBezTo>
                <a:cubicBezTo>
                  <a:pt x="122516" y="47887"/>
                  <a:pt x="120354" y="52938"/>
                  <a:pt x="119937" y="59263"/>
                </a:cubicBezTo>
                <a:close/>
                <a:moveTo>
                  <a:pt x="189379" y="103397"/>
                </a:moveTo>
                <a:lnTo>
                  <a:pt x="189379" y="29701"/>
                </a:lnTo>
                <a:lnTo>
                  <a:pt x="200621" y="29701"/>
                </a:lnTo>
                <a:lnTo>
                  <a:pt x="200621" y="40804"/>
                </a:lnTo>
                <a:cubicBezTo>
                  <a:pt x="203489" y="35605"/>
                  <a:pt x="206138" y="32177"/>
                  <a:pt x="208567" y="30520"/>
                </a:cubicBezTo>
                <a:cubicBezTo>
                  <a:pt x="210996" y="28864"/>
                  <a:pt x="213667" y="28035"/>
                  <a:pt x="216582" y="28035"/>
                </a:cubicBezTo>
                <a:cubicBezTo>
                  <a:pt x="220792" y="28035"/>
                  <a:pt x="225071" y="29371"/>
                  <a:pt x="229420" y="32043"/>
                </a:cubicBezTo>
                <a:lnTo>
                  <a:pt x="225117" y="43580"/>
                </a:lnTo>
                <a:cubicBezTo>
                  <a:pt x="222064" y="41775"/>
                  <a:pt x="219011" y="40873"/>
                  <a:pt x="215957" y="40873"/>
                </a:cubicBezTo>
                <a:cubicBezTo>
                  <a:pt x="213228" y="40873"/>
                  <a:pt x="210776" y="41696"/>
                  <a:pt x="208602" y="43341"/>
                </a:cubicBezTo>
                <a:cubicBezTo>
                  <a:pt x="206427" y="44985"/>
                  <a:pt x="204877" y="47265"/>
                  <a:pt x="203952" y="50183"/>
                </a:cubicBezTo>
                <a:cubicBezTo>
                  <a:pt x="202564" y="54628"/>
                  <a:pt x="201870" y="59491"/>
                  <a:pt x="201870" y="64771"/>
                </a:cubicBezTo>
                <a:lnTo>
                  <a:pt x="201870" y="103397"/>
                </a:lnTo>
                <a:lnTo>
                  <a:pt x="189379" y="103397"/>
                </a:lnTo>
                <a:close/>
                <a:moveTo>
                  <a:pt x="264116" y="92364"/>
                </a:moveTo>
                <a:lnTo>
                  <a:pt x="265920" y="103397"/>
                </a:lnTo>
                <a:cubicBezTo>
                  <a:pt x="262404" y="104045"/>
                  <a:pt x="259258" y="104369"/>
                  <a:pt x="256483" y="104369"/>
                </a:cubicBezTo>
                <a:cubicBezTo>
                  <a:pt x="251949" y="104369"/>
                  <a:pt x="248433" y="103652"/>
                  <a:pt x="245935" y="102218"/>
                </a:cubicBezTo>
                <a:cubicBezTo>
                  <a:pt x="243436" y="100784"/>
                  <a:pt x="241678" y="98898"/>
                  <a:pt x="240661" y="96562"/>
                </a:cubicBezTo>
                <a:cubicBezTo>
                  <a:pt x="239643" y="94226"/>
                  <a:pt x="239134" y="89310"/>
                  <a:pt x="239134" y="81816"/>
                </a:cubicBezTo>
                <a:lnTo>
                  <a:pt x="239134" y="39416"/>
                </a:lnTo>
                <a:lnTo>
                  <a:pt x="229974" y="39416"/>
                </a:lnTo>
                <a:lnTo>
                  <a:pt x="229974" y="29701"/>
                </a:lnTo>
                <a:lnTo>
                  <a:pt x="239134" y="29701"/>
                </a:lnTo>
                <a:lnTo>
                  <a:pt x="239134" y="11400"/>
                </a:lnTo>
                <a:lnTo>
                  <a:pt x="251556" y="3886"/>
                </a:lnTo>
                <a:lnTo>
                  <a:pt x="251556" y="29701"/>
                </a:lnTo>
                <a:lnTo>
                  <a:pt x="264116" y="29701"/>
                </a:lnTo>
                <a:lnTo>
                  <a:pt x="264116" y="39416"/>
                </a:lnTo>
                <a:lnTo>
                  <a:pt x="251556" y="39416"/>
                </a:lnTo>
                <a:lnTo>
                  <a:pt x="251556" y="82510"/>
                </a:lnTo>
                <a:cubicBezTo>
                  <a:pt x="251556" y="86072"/>
                  <a:pt x="251775" y="88362"/>
                  <a:pt x="252215" y="89380"/>
                </a:cubicBezTo>
                <a:cubicBezTo>
                  <a:pt x="252654" y="90398"/>
                  <a:pt x="253371" y="91207"/>
                  <a:pt x="254366" y="91809"/>
                </a:cubicBezTo>
                <a:cubicBezTo>
                  <a:pt x="255361" y="92410"/>
                  <a:pt x="256783" y="92711"/>
                  <a:pt x="258634" y="92711"/>
                </a:cubicBezTo>
                <a:cubicBezTo>
                  <a:pt x="260022" y="92711"/>
                  <a:pt x="261849" y="92595"/>
                  <a:pt x="264116" y="92364"/>
                </a:cubicBezTo>
                <a:close/>
                <a:moveTo>
                  <a:pt x="276422" y="16099"/>
                </a:moveTo>
                <a:lnTo>
                  <a:pt x="276422" y="1665"/>
                </a:lnTo>
                <a:lnTo>
                  <a:pt x="288913" y="1665"/>
                </a:lnTo>
                <a:lnTo>
                  <a:pt x="288913" y="16099"/>
                </a:lnTo>
                <a:lnTo>
                  <a:pt x="276422" y="16099"/>
                </a:lnTo>
                <a:moveTo>
                  <a:pt x="276422" y="103397"/>
                </a:moveTo>
                <a:lnTo>
                  <a:pt x="276422" y="29701"/>
                </a:lnTo>
                <a:lnTo>
                  <a:pt x="288913" y="29701"/>
                </a:lnTo>
                <a:lnTo>
                  <a:pt x="288913" y="103397"/>
                </a:lnTo>
                <a:lnTo>
                  <a:pt x="276422" y="103397"/>
                </a:lnTo>
                <a:close/>
                <a:moveTo>
                  <a:pt x="355994" y="94298"/>
                </a:moveTo>
                <a:cubicBezTo>
                  <a:pt x="351368" y="98233"/>
                  <a:pt x="346915" y="101011"/>
                  <a:pt x="342636" y="102632"/>
                </a:cubicBezTo>
                <a:cubicBezTo>
                  <a:pt x="338356" y="104253"/>
                  <a:pt x="333765" y="105063"/>
                  <a:pt x="328861" y="105063"/>
                </a:cubicBezTo>
                <a:cubicBezTo>
                  <a:pt x="320765" y="105063"/>
                  <a:pt x="314542" y="103084"/>
                  <a:pt x="310194" y="99125"/>
                </a:cubicBezTo>
                <a:cubicBezTo>
                  <a:pt x="305845" y="95167"/>
                  <a:pt x="303671" y="90109"/>
                  <a:pt x="303671" y="83952"/>
                </a:cubicBezTo>
                <a:cubicBezTo>
                  <a:pt x="303671" y="80342"/>
                  <a:pt x="304492" y="77044"/>
                  <a:pt x="306134" y="74059"/>
                </a:cubicBezTo>
                <a:cubicBezTo>
                  <a:pt x="307777" y="71072"/>
                  <a:pt x="309928" y="68676"/>
                  <a:pt x="312588" y="66870"/>
                </a:cubicBezTo>
                <a:cubicBezTo>
                  <a:pt x="315248" y="65064"/>
                  <a:pt x="318244" y="63699"/>
                  <a:pt x="321574" y="62774"/>
                </a:cubicBezTo>
                <a:cubicBezTo>
                  <a:pt x="324026" y="62125"/>
                  <a:pt x="327727" y="61499"/>
                  <a:pt x="332678" y="60898"/>
                </a:cubicBezTo>
                <a:cubicBezTo>
                  <a:pt x="342763" y="59704"/>
                  <a:pt x="350188" y="58280"/>
                  <a:pt x="354953" y="56626"/>
                </a:cubicBezTo>
                <a:cubicBezTo>
                  <a:pt x="354999" y="54921"/>
                  <a:pt x="355022" y="53838"/>
                  <a:pt x="355022" y="53377"/>
                </a:cubicBezTo>
                <a:cubicBezTo>
                  <a:pt x="355022" y="48307"/>
                  <a:pt x="353843" y="44735"/>
                  <a:pt x="351483" y="42662"/>
                </a:cubicBezTo>
                <a:cubicBezTo>
                  <a:pt x="348291" y="39850"/>
                  <a:pt x="343549" y="38444"/>
                  <a:pt x="337258" y="38444"/>
                </a:cubicBezTo>
                <a:cubicBezTo>
                  <a:pt x="331382" y="38444"/>
                  <a:pt x="327045" y="39474"/>
                  <a:pt x="324246" y="41532"/>
                </a:cubicBezTo>
                <a:cubicBezTo>
                  <a:pt x="321447" y="43591"/>
                  <a:pt x="319377" y="47234"/>
                  <a:pt x="318035" y="52462"/>
                </a:cubicBezTo>
                <a:lnTo>
                  <a:pt x="305822" y="50797"/>
                </a:lnTo>
                <a:cubicBezTo>
                  <a:pt x="306932" y="45553"/>
                  <a:pt x="308760" y="41319"/>
                  <a:pt x="311304" y="38093"/>
                </a:cubicBezTo>
                <a:cubicBezTo>
                  <a:pt x="313849" y="34868"/>
                  <a:pt x="317526" y="32385"/>
                  <a:pt x="322338" y="30646"/>
                </a:cubicBezTo>
                <a:cubicBezTo>
                  <a:pt x="327149" y="28906"/>
                  <a:pt x="332724" y="28035"/>
                  <a:pt x="339062" y="28035"/>
                </a:cubicBezTo>
                <a:cubicBezTo>
                  <a:pt x="345354" y="28035"/>
                  <a:pt x="350466" y="28776"/>
                  <a:pt x="354398" y="30256"/>
                </a:cubicBezTo>
                <a:cubicBezTo>
                  <a:pt x="358330" y="31736"/>
                  <a:pt x="361222" y="33598"/>
                  <a:pt x="363072" y="35842"/>
                </a:cubicBezTo>
                <a:cubicBezTo>
                  <a:pt x="364923" y="38086"/>
                  <a:pt x="366218" y="40919"/>
                  <a:pt x="366958" y="44343"/>
                </a:cubicBezTo>
                <a:cubicBezTo>
                  <a:pt x="367375" y="46471"/>
                  <a:pt x="367583" y="50311"/>
                  <a:pt x="367583" y="55862"/>
                </a:cubicBezTo>
                <a:lnTo>
                  <a:pt x="367583" y="72517"/>
                </a:lnTo>
                <a:cubicBezTo>
                  <a:pt x="367583" y="84129"/>
                  <a:pt x="367849" y="91473"/>
                  <a:pt x="368381" y="94550"/>
                </a:cubicBezTo>
                <a:cubicBezTo>
                  <a:pt x="368913" y="97626"/>
                  <a:pt x="369965" y="100575"/>
                  <a:pt x="371538" y="103397"/>
                </a:cubicBezTo>
                <a:lnTo>
                  <a:pt x="358492" y="103397"/>
                </a:lnTo>
                <a:cubicBezTo>
                  <a:pt x="357197" y="100804"/>
                  <a:pt x="356364" y="97771"/>
                  <a:pt x="355994" y="94298"/>
                </a:cubicBezTo>
                <a:moveTo>
                  <a:pt x="354953" y="66341"/>
                </a:moveTo>
                <a:cubicBezTo>
                  <a:pt x="350419" y="68207"/>
                  <a:pt x="343619" y="69793"/>
                  <a:pt x="334551" y="71099"/>
                </a:cubicBezTo>
                <a:cubicBezTo>
                  <a:pt x="329416" y="71842"/>
                  <a:pt x="325784" y="72678"/>
                  <a:pt x="323656" y="73608"/>
                </a:cubicBezTo>
                <a:cubicBezTo>
                  <a:pt x="321528" y="74536"/>
                  <a:pt x="319886" y="75895"/>
                  <a:pt x="318729" y="77685"/>
                </a:cubicBezTo>
                <a:cubicBezTo>
                  <a:pt x="317573" y="79473"/>
                  <a:pt x="316994" y="81459"/>
                  <a:pt x="316994" y="83642"/>
                </a:cubicBezTo>
                <a:cubicBezTo>
                  <a:pt x="316994" y="86986"/>
                  <a:pt x="318255" y="89773"/>
                  <a:pt x="320776" y="92004"/>
                </a:cubicBezTo>
                <a:cubicBezTo>
                  <a:pt x="323298" y="94233"/>
                  <a:pt x="326987" y="95348"/>
                  <a:pt x="331845" y="95348"/>
                </a:cubicBezTo>
                <a:cubicBezTo>
                  <a:pt x="336656" y="95348"/>
                  <a:pt x="340935" y="94290"/>
                  <a:pt x="344683" y="92175"/>
                </a:cubicBezTo>
                <a:cubicBezTo>
                  <a:pt x="348430" y="90060"/>
                  <a:pt x="351183" y="87166"/>
                  <a:pt x="352941" y="83494"/>
                </a:cubicBezTo>
                <a:cubicBezTo>
                  <a:pt x="354282" y="80658"/>
                  <a:pt x="354953" y="76474"/>
                  <a:pt x="354953" y="70943"/>
                </a:cubicBezTo>
                <a:lnTo>
                  <a:pt x="354953" y="66341"/>
                </a:lnTo>
                <a:close/>
                <a:moveTo>
                  <a:pt x="386645" y="103397"/>
                </a:moveTo>
                <a:lnTo>
                  <a:pt x="386645" y="1665"/>
                </a:lnTo>
                <a:lnTo>
                  <a:pt x="399135" y="1665"/>
                </a:lnTo>
                <a:lnTo>
                  <a:pt x="399135" y="103397"/>
                </a:lnTo>
                <a:lnTo>
                  <a:pt x="386645" y="103397"/>
                </a:lnTo>
                <a:close/>
                <a:moveTo>
                  <a:pt x="457982" y="103397"/>
                </a:moveTo>
                <a:lnTo>
                  <a:pt x="457982" y="29701"/>
                </a:lnTo>
                <a:lnTo>
                  <a:pt x="469224" y="29701"/>
                </a:lnTo>
                <a:lnTo>
                  <a:pt x="469224" y="40110"/>
                </a:lnTo>
                <a:cubicBezTo>
                  <a:pt x="474637" y="32060"/>
                  <a:pt x="482455" y="28035"/>
                  <a:pt x="492679" y="28035"/>
                </a:cubicBezTo>
                <a:cubicBezTo>
                  <a:pt x="497120" y="28035"/>
                  <a:pt x="501203" y="28833"/>
                  <a:pt x="504927" y="30429"/>
                </a:cubicBezTo>
                <a:cubicBezTo>
                  <a:pt x="508651" y="32025"/>
                  <a:pt x="511439" y="34119"/>
                  <a:pt x="513289" y="36710"/>
                </a:cubicBezTo>
                <a:cubicBezTo>
                  <a:pt x="515140" y="39300"/>
                  <a:pt x="516435" y="42377"/>
                  <a:pt x="517175" y="45939"/>
                </a:cubicBezTo>
                <a:cubicBezTo>
                  <a:pt x="517638" y="48252"/>
                  <a:pt x="517869" y="52300"/>
                  <a:pt x="517869" y="58083"/>
                </a:cubicBezTo>
                <a:lnTo>
                  <a:pt x="517869" y="103397"/>
                </a:lnTo>
                <a:lnTo>
                  <a:pt x="505378" y="103397"/>
                </a:lnTo>
                <a:lnTo>
                  <a:pt x="505378" y="58521"/>
                </a:lnTo>
                <a:cubicBezTo>
                  <a:pt x="505378" y="53426"/>
                  <a:pt x="504892" y="49617"/>
                  <a:pt x="503921" y="47093"/>
                </a:cubicBezTo>
                <a:cubicBezTo>
                  <a:pt x="502949" y="44568"/>
                  <a:pt x="501226" y="42554"/>
                  <a:pt x="498751" y="41049"/>
                </a:cubicBezTo>
                <a:cubicBezTo>
                  <a:pt x="496276" y="39544"/>
                  <a:pt x="493373" y="38791"/>
                  <a:pt x="490042" y="38791"/>
                </a:cubicBezTo>
                <a:cubicBezTo>
                  <a:pt x="484722" y="38791"/>
                  <a:pt x="480130" y="40482"/>
                  <a:pt x="476267" y="43864"/>
                </a:cubicBezTo>
                <a:cubicBezTo>
                  <a:pt x="472404" y="47244"/>
                  <a:pt x="470473" y="53658"/>
                  <a:pt x="470473" y="63105"/>
                </a:cubicBezTo>
                <a:lnTo>
                  <a:pt x="470473" y="103397"/>
                </a:lnTo>
                <a:lnTo>
                  <a:pt x="457982" y="103397"/>
                </a:lnTo>
                <a:close/>
                <a:moveTo>
                  <a:pt x="585091" y="94298"/>
                </a:moveTo>
                <a:cubicBezTo>
                  <a:pt x="580464" y="98233"/>
                  <a:pt x="576012" y="101011"/>
                  <a:pt x="571732" y="102632"/>
                </a:cubicBezTo>
                <a:cubicBezTo>
                  <a:pt x="567453" y="104253"/>
                  <a:pt x="562861" y="105063"/>
                  <a:pt x="557957" y="105063"/>
                </a:cubicBezTo>
                <a:cubicBezTo>
                  <a:pt x="549861" y="105063"/>
                  <a:pt x="543639" y="103084"/>
                  <a:pt x="539290" y="99125"/>
                </a:cubicBezTo>
                <a:cubicBezTo>
                  <a:pt x="534942" y="95167"/>
                  <a:pt x="532767" y="90109"/>
                  <a:pt x="532767" y="83952"/>
                </a:cubicBezTo>
                <a:cubicBezTo>
                  <a:pt x="532767" y="80342"/>
                  <a:pt x="533588" y="77044"/>
                  <a:pt x="535231" y="74059"/>
                </a:cubicBezTo>
                <a:cubicBezTo>
                  <a:pt x="536873" y="71072"/>
                  <a:pt x="539024" y="68676"/>
                  <a:pt x="541684" y="66870"/>
                </a:cubicBezTo>
                <a:cubicBezTo>
                  <a:pt x="544345" y="65064"/>
                  <a:pt x="547340" y="63699"/>
                  <a:pt x="550671" y="62774"/>
                </a:cubicBezTo>
                <a:cubicBezTo>
                  <a:pt x="553123" y="62125"/>
                  <a:pt x="556824" y="61499"/>
                  <a:pt x="561774" y="60898"/>
                </a:cubicBezTo>
                <a:cubicBezTo>
                  <a:pt x="571859" y="59704"/>
                  <a:pt x="579285" y="58280"/>
                  <a:pt x="584050" y="56626"/>
                </a:cubicBezTo>
                <a:cubicBezTo>
                  <a:pt x="584096" y="54921"/>
                  <a:pt x="584119" y="53838"/>
                  <a:pt x="584119" y="53377"/>
                </a:cubicBezTo>
                <a:cubicBezTo>
                  <a:pt x="584119" y="48307"/>
                  <a:pt x="582939" y="44735"/>
                  <a:pt x="580580" y="42662"/>
                </a:cubicBezTo>
                <a:cubicBezTo>
                  <a:pt x="577388" y="39850"/>
                  <a:pt x="572646" y="38444"/>
                  <a:pt x="566354" y="38444"/>
                </a:cubicBezTo>
                <a:cubicBezTo>
                  <a:pt x="560479" y="38444"/>
                  <a:pt x="556142" y="39474"/>
                  <a:pt x="553343" y="41532"/>
                </a:cubicBezTo>
                <a:cubicBezTo>
                  <a:pt x="550544" y="43591"/>
                  <a:pt x="548474" y="47234"/>
                  <a:pt x="547132" y="52462"/>
                </a:cubicBezTo>
                <a:lnTo>
                  <a:pt x="534919" y="50797"/>
                </a:lnTo>
                <a:cubicBezTo>
                  <a:pt x="536029" y="45553"/>
                  <a:pt x="537856" y="41319"/>
                  <a:pt x="540401" y="38093"/>
                </a:cubicBezTo>
                <a:cubicBezTo>
                  <a:pt x="542945" y="34868"/>
                  <a:pt x="546623" y="32385"/>
                  <a:pt x="551434" y="30646"/>
                </a:cubicBezTo>
                <a:cubicBezTo>
                  <a:pt x="556246" y="28906"/>
                  <a:pt x="561820" y="28035"/>
                  <a:pt x="568158" y="28035"/>
                </a:cubicBezTo>
                <a:cubicBezTo>
                  <a:pt x="574450" y="28035"/>
                  <a:pt x="579562" y="28776"/>
                  <a:pt x="583495" y="30256"/>
                </a:cubicBezTo>
                <a:cubicBezTo>
                  <a:pt x="587427" y="31736"/>
                  <a:pt x="590318" y="33598"/>
                  <a:pt x="592169" y="35842"/>
                </a:cubicBezTo>
                <a:cubicBezTo>
                  <a:pt x="594019" y="38086"/>
                  <a:pt x="595315" y="40919"/>
                  <a:pt x="596055" y="44343"/>
                </a:cubicBezTo>
                <a:cubicBezTo>
                  <a:pt x="596471" y="46471"/>
                  <a:pt x="596679" y="50311"/>
                  <a:pt x="596679" y="55862"/>
                </a:cubicBezTo>
                <a:lnTo>
                  <a:pt x="596679" y="72517"/>
                </a:lnTo>
                <a:cubicBezTo>
                  <a:pt x="596679" y="84129"/>
                  <a:pt x="596945" y="91473"/>
                  <a:pt x="597477" y="94550"/>
                </a:cubicBezTo>
                <a:cubicBezTo>
                  <a:pt x="598010" y="97626"/>
                  <a:pt x="599062" y="100575"/>
                  <a:pt x="600635" y="103397"/>
                </a:cubicBezTo>
                <a:lnTo>
                  <a:pt x="587589" y="103397"/>
                </a:lnTo>
                <a:cubicBezTo>
                  <a:pt x="586293" y="100804"/>
                  <a:pt x="585461" y="97771"/>
                  <a:pt x="585091" y="94298"/>
                </a:cubicBezTo>
                <a:moveTo>
                  <a:pt x="584050" y="66341"/>
                </a:moveTo>
                <a:cubicBezTo>
                  <a:pt x="579516" y="68207"/>
                  <a:pt x="572715" y="69793"/>
                  <a:pt x="563648" y="71099"/>
                </a:cubicBezTo>
                <a:cubicBezTo>
                  <a:pt x="558513" y="71842"/>
                  <a:pt x="554881" y="72678"/>
                  <a:pt x="552753" y="73608"/>
                </a:cubicBezTo>
                <a:cubicBezTo>
                  <a:pt x="550625" y="74536"/>
                  <a:pt x="548982" y="75895"/>
                  <a:pt x="547826" y="77685"/>
                </a:cubicBezTo>
                <a:cubicBezTo>
                  <a:pt x="546669" y="79473"/>
                  <a:pt x="546091" y="81459"/>
                  <a:pt x="546091" y="83642"/>
                </a:cubicBezTo>
                <a:cubicBezTo>
                  <a:pt x="546091" y="86986"/>
                  <a:pt x="547352" y="89773"/>
                  <a:pt x="549873" y="92004"/>
                </a:cubicBezTo>
                <a:cubicBezTo>
                  <a:pt x="552394" y="94233"/>
                  <a:pt x="556084" y="95348"/>
                  <a:pt x="560941" y="95348"/>
                </a:cubicBezTo>
                <a:cubicBezTo>
                  <a:pt x="565753" y="95348"/>
                  <a:pt x="570032" y="94290"/>
                  <a:pt x="573779" y="92175"/>
                </a:cubicBezTo>
                <a:cubicBezTo>
                  <a:pt x="577527" y="90060"/>
                  <a:pt x="580279" y="87166"/>
                  <a:pt x="582037" y="83494"/>
                </a:cubicBezTo>
                <a:cubicBezTo>
                  <a:pt x="583379" y="80658"/>
                  <a:pt x="584050" y="76474"/>
                  <a:pt x="584050" y="70943"/>
                </a:cubicBezTo>
                <a:lnTo>
                  <a:pt x="584050" y="66341"/>
                </a:lnTo>
                <a:close/>
                <a:moveTo>
                  <a:pt x="636490" y="103397"/>
                </a:moveTo>
                <a:lnTo>
                  <a:pt x="608455" y="29701"/>
                </a:lnTo>
                <a:lnTo>
                  <a:pt x="621640" y="29701"/>
                </a:lnTo>
                <a:lnTo>
                  <a:pt x="637462" y="73836"/>
                </a:lnTo>
                <a:cubicBezTo>
                  <a:pt x="639173" y="78601"/>
                  <a:pt x="640746" y="83551"/>
                  <a:pt x="642180" y="88686"/>
                </a:cubicBezTo>
                <a:cubicBezTo>
                  <a:pt x="643291" y="84800"/>
                  <a:pt x="644841" y="80127"/>
                  <a:pt x="646830" y="74668"/>
                </a:cubicBezTo>
                <a:lnTo>
                  <a:pt x="663207" y="29701"/>
                </a:lnTo>
                <a:lnTo>
                  <a:pt x="676045" y="29701"/>
                </a:lnTo>
                <a:lnTo>
                  <a:pt x="648148" y="103397"/>
                </a:lnTo>
                <a:lnTo>
                  <a:pt x="636490" y="103397"/>
                </a:lnTo>
                <a:close/>
                <a:moveTo>
                  <a:pt x="687148" y="16099"/>
                </a:moveTo>
                <a:lnTo>
                  <a:pt x="687148" y="1665"/>
                </a:lnTo>
                <a:lnTo>
                  <a:pt x="699639" y="1665"/>
                </a:lnTo>
                <a:lnTo>
                  <a:pt x="699639" y="16099"/>
                </a:lnTo>
                <a:lnTo>
                  <a:pt x="687148" y="16099"/>
                </a:lnTo>
                <a:moveTo>
                  <a:pt x="687148" y="103397"/>
                </a:moveTo>
                <a:lnTo>
                  <a:pt x="687148" y="29701"/>
                </a:lnTo>
                <a:lnTo>
                  <a:pt x="699639" y="29701"/>
                </a:lnTo>
                <a:lnTo>
                  <a:pt x="699639" y="103397"/>
                </a:lnTo>
                <a:lnTo>
                  <a:pt x="687148" y="103397"/>
                </a:lnTo>
                <a:close/>
                <a:moveTo>
                  <a:pt x="716339" y="109504"/>
                </a:moveTo>
                <a:lnTo>
                  <a:pt x="728483" y="111308"/>
                </a:lnTo>
                <a:cubicBezTo>
                  <a:pt x="728992" y="115056"/>
                  <a:pt x="730403" y="117785"/>
                  <a:pt x="732716" y="119497"/>
                </a:cubicBezTo>
                <a:cubicBezTo>
                  <a:pt x="735816" y="121810"/>
                  <a:pt x="740049" y="122967"/>
                  <a:pt x="745415" y="122967"/>
                </a:cubicBezTo>
                <a:cubicBezTo>
                  <a:pt x="751198" y="122967"/>
                  <a:pt x="755663" y="121807"/>
                  <a:pt x="758808" y="119488"/>
                </a:cubicBezTo>
                <a:cubicBezTo>
                  <a:pt x="761954" y="117171"/>
                  <a:pt x="764082" y="113925"/>
                  <a:pt x="765193" y="109751"/>
                </a:cubicBezTo>
                <a:cubicBezTo>
                  <a:pt x="765840" y="107203"/>
                  <a:pt x="766141" y="101848"/>
                  <a:pt x="766095" y="93687"/>
                </a:cubicBezTo>
                <a:cubicBezTo>
                  <a:pt x="760636" y="100161"/>
                  <a:pt x="753835" y="103397"/>
                  <a:pt x="745693" y="103397"/>
                </a:cubicBezTo>
                <a:cubicBezTo>
                  <a:pt x="735561" y="103397"/>
                  <a:pt x="727720" y="99743"/>
                  <a:pt x="722168" y="92433"/>
                </a:cubicBezTo>
                <a:cubicBezTo>
                  <a:pt x="716617" y="85124"/>
                  <a:pt x="713841" y="76357"/>
                  <a:pt x="713841" y="66133"/>
                </a:cubicBezTo>
                <a:cubicBezTo>
                  <a:pt x="713841" y="59101"/>
                  <a:pt x="715113" y="52612"/>
                  <a:pt x="717658" y="46668"/>
                </a:cubicBezTo>
                <a:cubicBezTo>
                  <a:pt x="720202" y="40723"/>
                  <a:pt x="723892" y="36131"/>
                  <a:pt x="728726" y="32893"/>
                </a:cubicBezTo>
                <a:cubicBezTo>
                  <a:pt x="733560" y="29654"/>
                  <a:pt x="739239" y="28035"/>
                  <a:pt x="745762" y="28035"/>
                </a:cubicBezTo>
                <a:cubicBezTo>
                  <a:pt x="754460" y="28035"/>
                  <a:pt x="761630" y="31574"/>
                  <a:pt x="767275" y="38653"/>
                </a:cubicBezTo>
                <a:lnTo>
                  <a:pt x="767275" y="29701"/>
                </a:lnTo>
                <a:lnTo>
                  <a:pt x="778794" y="29701"/>
                </a:lnTo>
                <a:lnTo>
                  <a:pt x="778794" y="93448"/>
                </a:lnTo>
                <a:cubicBezTo>
                  <a:pt x="778794" y="104928"/>
                  <a:pt x="777626" y="113064"/>
                  <a:pt x="775290" y="117855"/>
                </a:cubicBezTo>
                <a:cubicBezTo>
                  <a:pt x="772953" y="122646"/>
                  <a:pt x="769252" y="126431"/>
                  <a:pt x="764186" y="129208"/>
                </a:cubicBezTo>
                <a:cubicBezTo>
                  <a:pt x="759121" y="131986"/>
                  <a:pt x="752887" y="133376"/>
                  <a:pt x="745485" y="133376"/>
                </a:cubicBezTo>
                <a:cubicBezTo>
                  <a:pt x="736695" y="133376"/>
                  <a:pt x="729593" y="131392"/>
                  <a:pt x="724181" y="127425"/>
                </a:cubicBezTo>
                <a:cubicBezTo>
                  <a:pt x="718768" y="123458"/>
                  <a:pt x="716154" y="117485"/>
                  <a:pt x="716339" y="109504"/>
                </a:cubicBezTo>
                <a:moveTo>
                  <a:pt x="726679" y="65233"/>
                </a:moveTo>
                <a:cubicBezTo>
                  <a:pt x="726679" y="74877"/>
                  <a:pt x="728599" y="81914"/>
                  <a:pt x="732439" y="86344"/>
                </a:cubicBezTo>
                <a:cubicBezTo>
                  <a:pt x="736278" y="90774"/>
                  <a:pt x="741090" y="92988"/>
                  <a:pt x="746873" y="92988"/>
                </a:cubicBezTo>
                <a:cubicBezTo>
                  <a:pt x="752609" y="92988"/>
                  <a:pt x="757421" y="90785"/>
                  <a:pt x="761307" y="86379"/>
                </a:cubicBezTo>
                <a:cubicBezTo>
                  <a:pt x="765193" y="81972"/>
                  <a:pt x="767136" y="75061"/>
                  <a:pt x="767136" y="65647"/>
                </a:cubicBezTo>
                <a:cubicBezTo>
                  <a:pt x="767136" y="56649"/>
                  <a:pt x="765135" y="49866"/>
                  <a:pt x="761133" y="45297"/>
                </a:cubicBezTo>
                <a:cubicBezTo>
                  <a:pt x="757131" y="40729"/>
                  <a:pt x="752309" y="38444"/>
                  <a:pt x="746664" y="38444"/>
                </a:cubicBezTo>
                <a:cubicBezTo>
                  <a:pt x="741113" y="38444"/>
                  <a:pt x="736394" y="40694"/>
                  <a:pt x="732508" y="45193"/>
                </a:cubicBezTo>
                <a:cubicBezTo>
                  <a:pt x="728622" y="49692"/>
                  <a:pt x="726679" y="56372"/>
                  <a:pt x="726679" y="65233"/>
                </a:cubicBezTo>
                <a:close/>
                <a:moveTo>
                  <a:pt x="845738" y="94298"/>
                </a:moveTo>
                <a:cubicBezTo>
                  <a:pt x="841111" y="98233"/>
                  <a:pt x="836659" y="101011"/>
                  <a:pt x="832379" y="102632"/>
                </a:cubicBezTo>
                <a:cubicBezTo>
                  <a:pt x="828100" y="104253"/>
                  <a:pt x="823508" y="105063"/>
                  <a:pt x="818605" y="105063"/>
                </a:cubicBezTo>
                <a:cubicBezTo>
                  <a:pt x="810509" y="105063"/>
                  <a:pt x="804286" y="103084"/>
                  <a:pt x="799938" y="99125"/>
                </a:cubicBezTo>
                <a:cubicBezTo>
                  <a:pt x="795589" y="95167"/>
                  <a:pt x="793414" y="90109"/>
                  <a:pt x="793414" y="83952"/>
                </a:cubicBezTo>
                <a:cubicBezTo>
                  <a:pt x="793414" y="80342"/>
                  <a:pt x="794236" y="77044"/>
                  <a:pt x="795878" y="74059"/>
                </a:cubicBezTo>
                <a:cubicBezTo>
                  <a:pt x="797520" y="71072"/>
                  <a:pt x="799672" y="68676"/>
                  <a:pt x="802332" y="66870"/>
                </a:cubicBezTo>
                <a:cubicBezTo>
                  <a:pt x="804992" y="65064"/>
                  <a:pt x="807987" y="63699"/>
                  <a:pt x="811318" y="62774"/>
                </a:cubicBezTo>
                <a:cubicBezTo>
                  <a:pt x="813770" y="62125"/>
                  <a:pt x="817471" y="61499"/>
                  <a:pt x="822421" y="60898"/>
                </a:cubicBezTo>
                <a:cubicBezTo>
                  <a:pt x="832507" y="59704"/>
                  <a:pt x="839932" y="58280"/>
                  <a:pt x="844697" y="56626"/>
                </a:cubicBezTo>
                <a:cubicBezTo>
                  <a:pt x="844743" y="54921"/>
                  <a:pt x="844766" y="53838"/>
                  <a:pt x="844766" y="53377"/>
                </a:cubicBezTo>
                <a:cubicBezTo>
                  <a:pt x="844766" y="48307"/>
                  <a:pt x="843587" y="44735"/>
                  <a:pt x="841227" y="42662"/>
                </a:cubicBezTo>
                <a:cubicBezTo>
                  <a:pt x="838035" y="39850"/>
                  <a:pt x="833293" y="38444"/>
                  <a:pt x="827001" y="38444"/>
                </a:cubicBezTo>
                <a:cubicBezTo>
                  <a:pt x="821126" y="38444"/>
                  <a:pt x="816789" y="39474"/>
                  <a:pt x="813990" y="41532"/>
                </a:cubicBezTo>
                <a:cubicBezTo>
                  <a:pt x="811191" y="43591"/>
                  <a:pt x="809121" y="47234"/>
                  <a:pt x="807779" y="52462"/>
                </a:cubicBezTo>
                <a:lnTo>
                  <a:pt x="795566" y="50797"/>
                </a:lnTo>
                <a:cubicBezTo>
                  <a:pt x="796676" y="45553"/>
                  <a:pt x="798503" y="41319"/>
                  <a:pt x="801048" y="38093"/>
                </a:cubicBezTo>
                <a:cubicBezTo>
                  <a:pt x="803592" y="34868"/>
                  <a:pt x="807270" y="32385"/>
                  <a:pt x="812082" y="30646"/>
                </a:cubicBezTo>
                <a:cubicBezTo>
                  <a:pt x="816893" y="28906"/>
                  <a:pt x="822468" y="28035"/>
                  <a:pt x="828806" y="28035"/>
                </a:cubicBezTo>
                <a:cubicBezTo>
                  <a:pt x="835097" y="28035"/>
                  <a:pt x="840209" y="28776"/>
                  <a:pt x="844142" y="30256"/>
                </a:cubicBezTo>
                <a:cubicBezTo>
                  <a:pt x="848074" y="31736"/>
                  <a:pt x="850965" y="33598"/>
                  <a:pt x="852816" y="35842"/>
                </a:cubicBezTo>
                <a:cubicBezTo>
                  <a:pt x="854666" y="38086"/>
                  <a:pt x="855962" y="40919"/>
                  <a:pt x="856702" y="44343"/>
                </a:cubicBezTo>
                <a:cubicBezTo>
                  <a:pt x="857118" y="46471"/>
                  <a:pt x="857327" y="50311"/>
                  <a:pt x="857327" y="55862"/>
                </a:cubicBezTo>
                <a:lnTo>
                  <a:pt x="857327" y="72517"/>
                </a:lnTo>
                <a:cubicBezTo>
                  <a:pt x="857327" y="84129"/>
                  <a:pt x="857593" y="91473"/>
                  <a:pt x="858125" y="94550"/>
                </a:cubicBezTo>
                <a:cubicBezTo>
                  <a:pt x="858657" y="97626"/>
                  <a:pt x="859709" y="100575"/>
                  <a:pt x="861282" y="103397"/>
                </a:cubicBezTo>
                <a:lnTo>
                  <a:pt x="848236" y="103397"/>
                </a:lnTo>
                <a:cubicBezTo>
                  <a:pt x="846941" y="100804"/>
                  <a:pt x="846108" y="97771"/>
                  <a:pt x="845738" y="94298"/>
                </a:cubicBezTo>
                <a:moveTo>
                  <a:pt x="844697" y="66341"/>
                </a:moveTo>
                <a:cubicBezTo>
                  <a:pt x="840163" y="68207"/>
                  <a:pt x="833362" y="69793"/>
                  <a:pt x="824295" y="71099"/>
                </a:cubicBezTo>
                <a:cubicBezTo>
                  <a:pt x="819160" y="71842"/>
                  <a:pt x="815528" y="72678"/>
                  <a:pt x="813400" y="73608"/>
                </a:cubicBezTo>
                <a:cubicBezTo>
                  <a:pt x="811272" y="74536"/>
                  <a:pt x="809630" y="75895"/>
                  <a:pt x="808473" y="77685"/>
                </a:cubicBezTo>
                <a:cubicBezTo>
                  <a:pt x="807316" y="79473"/>
                  <a:pt x="806738" y="81459"/>
                  <a:pt x="806738" y="83642"/>
                </a:cubicBezTo>
                <a:cubicBezTo>
                  <a:pt x="806738" y="86986"/>
                  <a:pt x="807999" y="89773"/>
                  <a:pt x="810520" y="92004"/>
                </a:cubicBezTo>
                <a:cubicBezTo>
                  <a:pt x="813041" y="94233"/>
                  <a:pt x="816731" y="95348"/>
                  <a:pt x="821589" y="95348"/>
                </a:cubicBezTo>
                <a:cubicBezTo>
                  <a:pt x="826400" y="95348"/>
                  <a:pt x="830679" y="94290"/>
                  <a:pt x="834426" y="92175"/>
                </a:cubicBezTo>
                <a:cubicBezTo>
                  <a:pt x="838174" y="90060"/>
                  <a:pt x="840926" y="87166"/>
                  <a:pt x="842684" y="83494"/>
                </a:cubicBezTo>
                <a:cubicBezTo>
                  <a:pt x="844026" y="80658"/>
                  <a:pt x="844697" y="76474"/>
                  <a:pt x="844697" y="70943"/>
                </a:cubicBezTo>
                <a:lnTo>
                  <a:pt x="844697" y="66341"/>
                </a:lnTo>
                <a:close/>
                <a:moveTo>
                  <a:pt x="903938" y="92364"/>
                </a:moveTo>
                <a:lnTo>
                  <a:pt x="905742" y="103397"/>
                </a:lnTo>
                <a:cubicBezTo>
                  <a:pt x="902226" y="104045"/>
                  <a:pt x="899080" y="104369"/>
                  <a:pt x="896304" y="104369"/>
                </a:cubicBezTo>
                <a:cubicBezTo>
                  <a:pt x="891771" y="104369"/>
                  <a:pt x="888255" y="103652"/>
                  <a:pt x="885756" y="102218"/>
                </a:cubicBezTo>
                <a:cubicBezTo>
                  <a:pt x="883258" y="100784"/>
                  <a:pt x="881500" y="98898"/>
                  <a:pt x="880482" y="96562"/>
                </a:cubicBezTo>
                <a:cubicBezTo>
                  <a:pt x="879465" y="94226"/>
                  <a:pt x="878956" y="89310"/>
                  <a:pt x="878956" y="81816"/>
                </a:cubicBezTo>
                <a:lnTo>
                  <a:pt x="878956" y="39416"/>
                </a:lnTo>
                <a:lnTo>
                  <a:pt x="869796" y="39416"/>
                </a:lnTo>
                <a:lnTo>
                  <a:pt x="869796" y="29701"/>
                </a:lnTo>
                <a:lnTo>
                  <a:pt x="878956" y="29701"/>
                </a:lnTo>
                <a:lnTo>
                  <a:pt x="878956" y="11400"/>
                </a:lnTo>
                <a:lnTo>
                  <a:pt x="891377" y="3886"/>
                </a:lnTo>
                <a:lnTo>
                  <a:pt x="891377" y="29701"/>
                </a:lnTo>
                <a:lnTo>
                  <a:pt x="903938" y="29701"/>
                </a:lnTo>
                <a:lnTo>
                  <a:pt x="903938" y="39416"/>
                </a:lnTo>
                <a:lnTo>
                  <a:pt x="891377" y="39416"/>
                </a:lnTo>
                <a:lnTo>
                  <a:pt x="891377" y="82510"/>
                </a:lnTo>
                <a:cubicBezTo>
                  <a:pt x="891377" y="86072"/>
                  <a:pt x="891597" y="88362"/>
                  <a:pt x="892037" y="89380"/>
                </a:cubicBezTo>
                <a:cubicBezTo>
                  <a:pt x="892476" y="90398"/>
                  <a:pt x="893193" y="91207"/>
                  <a:pt x="894188" y="91809"/>
                </a:cubicBezTo>
                <a:cubicBezTo>
                  <a:pt x="895182" y="92410"/>
                  <a:pt x="896605" y="92711"/>
                  <a:pt x="898456" y="92711"/>
                </a:cubicBezTo>
                <a:cubicBezTo>
                  <a:pt x="899843" y="92711"/>
                  <a:pt x="901671" y="92595"/>
                  <a:pt x="903938" y="92364"/>
                </a:cubicBezTo>
                <a:close/>
                <a:moveTo>
                  <a:pt x="916245" y="16099"/>
                </a:moveTo>
                <a:lnTo>
                  <a:pt x="916245" y="1665"/>
                </a:lnTo>
                <a:lnTo>
                  <a:pt x="928736" y="1665"/>
                </a:lnTo>
                <a:lnTo>
                  <a:pt x="928736" y="16099"/>
                </a:lnTo>
                <a:lnTo>
                  <a:pt x="916245" y="16099"/>
                </a:lnTo>
                <a:moveTo>
                  <a:pt x="916245" y="103397"/>
                </a:moveTo>
                <a:lnTo>
                  <a:pt x="916245" y="29701"/>
                </a:lnTo>
                <a:lnTo>
                  <a:pt x="928736" y="29701"/>
                </a:lnTo>
                <a:lnTo>
                  <a:pt x="928736" y="103397"/>
                </a:lnTo>
                <a:lnTo>
                  <a:pt x="916245" y="103397"/>
                </a:lnTo>
                <a:close/>
                <a:moveTo>
                  <a:pt x="943076" y="66549"/>
                </a:moveTo>
                <a:cubicBezTo>
                  <a:pt x="943076" y="52902"/>
                  <a:pt x="946870" y="42793"/>
                  <a:pt x="954457" y="36224"/>
                </a:cubicBezTo>
                <a:cubicBezTo>
                  <a:pt x="960795" y="30765"/>
                  <a:pt x="968521" y="28035"/>
                  <a:pt x="977635" y="28035"/>
                </a:cubicBezTo>
                <a:cubicBezTo>
                  <a:pt x="987766" y="28035"/>
                  <a:pt x="996047" y="31355"/>
                  <a:pt x="1002478" y="37993"/>
                </a:cubicBezTo>
                <a:cubicBezTo>
                  <a:pt x="1008908" y="44632"/>
                  <a:pt x="1012124" y="53804"/>
                  <a:pt x="1012124" y="65508"/>
                </a:cubicBezTo>
                <a:cubicBezTo>
                  <a:pt x="1012124" y="74992"/>
                  <a:pt x="1010701" y="82452"/>
                  <a:pt x="1007856" y="87888"/>
                </a:cubicBezTo>
                <a:cubicBezTo>
                  <a:pt x="1005011" y="93324"/>
                  <a:pt x="1000870" y="97545"/>
                  <a:pt x="995434" y="100552"/>
                </a:cubicBezTo>
                <a:cubicBezTo>
                  <a:pt x="989998" y="103559"/>
                  <a:pt x="984065" y="105063"/>
                  <a:pt x="977635" y="105063"/>
                </a:cubicBezTo>
                <a:cubicBezTo>
                  <a:pt x="967318" y="105063"/>
                  <a:pt x="958979" y="101755"/>
                  <a:pt x="952618" y="95140"/>
                </a:cubicBezTo>
                <a:cubicBezTo>
                  <a:pt x="946257" y="88524"/>
                  <a:pt x="943076" y="78994"/>
                  <a:pt x="943076" y="66549"/>
                </a:cubicBezTo>
                <a:moveTo>
                  <a:pt x="955914" y="66514"/>
                </a:moveTo>
                <a:cubicBezTo>
                  <a:pt x="955914" y="75917"/>
                  <a:pt x="957973" y="82958"/>
                  <a:pt x="962090" y="87636"/>
                </a:cubicBezTo>
                <a:cubicBezTo>
                  <a:pt x="966208" y="92315"/>
                  <a:pt x="971389" y="94654"/>
                  <a:pt x="977635" y="94654"/>
                </a:cubicBezTo>
                <a:cubicBezTo>
                  <a:pt x="983834" y="94654"/>
                  <a:pt x="988992" y="92303"/>
                  <a:pt x="993110" y="87602"/>
                </a:cubicBezTo>
                <a:cubicBezTo>
                  <a:pt x="997227" y="82900"/>
                  <a:pt x="999286" y="75733"/>
                  <a:pt x="999286" y="66100"/>
                </a:cubicBezTo>
                <a:cubicBezTo>
                  <a:pt x="999286" y="57020"/>
                  <a:pt x="997215" y="50140"/>
                  <a:pt x="993075" y="45462"/>
                </a:cubicBezTo>
                <a:cubicBezTo>
                  <a:pt x="988934" y="40784"/>
                  <a:pt x="983788" y="38444"/>
                  <a:pt x="977635" y="38444"/>
                </a:cubicBezTo>
                <a:cubicBezTo>
                  <a:pt x="971389" y="38444"/>
                  <a:pt x="966208" y="40772"/>
                  <a:pt x="962090" y="45427"/>
                </a:cubicBezTo>
                <a:cubicBezTo>
                  <a:pt x="957973" y="50082"/>
                  <a:pt x="955914" y="57111"/>
                  <a:pt x="955914" y="66514"/>
                </a:cubicBezTo>
                <a:close/>
                <a:moveTo>
                  <a:pt x="1026744" y="103397"/>
                </a:moveTo>
                <a:lnTo>
                  <a:pt x="1026744" y="29701"/>
                </a:lnTo>
                <a:lnTo>
                  <a:pt x="1037986" y="29701"/>
                </a:lnTo>
                <a:lnTo>
                  <a:pt x="1037986" y="40110"/>
                </a:lnTo>
                <a:cubicBezTo>
                  <a:pt x="1043399" y="32060"/>
                  <a:pt x="1051217" y="28035"/>
                  <a:pt x="1061441" y="28035"/>
                </a:cubicBezTo>
                <a:cubicBezTo>
                  <a:pt x="1065882" y="28035"/>
                  <a:pt x="1069965" y="28833"/>
                  <a:pt x="1073689" y="30429"/>
                </a:cubicBezTo>
                <a:cubicBezTo>
                  <a:pt x="1077413" y="32025"/>
                  <a:pt x="1080201" y="34119"/>
                  <a:pt x="1082051" y="36710"/>
                </a:cubicBezTo>
                <a:cubicBezTo>
                  <a:pt x="1083902" y="39300"/>
                  <a:pt x="1085197" y="42377"/>
                  <a:pt x="1085937" y="45939"/>
                </a:cubicBezTo>
                <a:cubicBezTo>
                  <a:pt x="1086400" y="48252"/>
                  <a:pt x="1086631" y="52300"/>
                  <a:pt x="1086631" y="58083"/>
                </a:cubicBezTo>
                <a:lnTo>
                  <a:pt x="1086631" y="103397"/>
                </a:lnTo>
                <a:lnTo>
                  <a:pt x="1074140" y="103397"/>
                </a:lnTo>
                <a:lnTo>
                  <a:pt x="1074140" y="58521"/>
                </a:lnTo>
                <a:cubicBezTo>
                  <a:pt x="1074140" y="53426"/>
                  <a:pt x="1073655" y="49617"/>
                  <a:pt x="1072683" y="47093"/>
                </a:cubicBezTo>
                <a:cubicBezTo>
                  <a:pt x="1071711" y="44568"/>
                  <a:pt x="1069988" y="42554"/>
                  <a:pt x="1067513" y="41049"/>
                </a:cubicBezTo>
                <a:cubicBezTo>
                  <a:pt x="1065038" y="39544"/>
                  <a:pt x="1062135" y="38791"/>
                  <a:pt x="1058804" y="38791"/>
                </a:cubicBezTo>
                <a:cubicBezTo>
                  <a:pt x="1053484" y="38791"/>
                  <a:pt x="1048892" y="40482"/>
                  <a:pt x="1045029" y="43864"/>
                </a:cubicBezTo>
                <a:cubicBezTo>
                  <a:pt x="1041166" y="47244"/>
                  <a:pt x="1039235" y="53658"/>
                  <a:pt x="1039235" y="63105"/>
                </a:cubicBezTo>
                <a:lnTo>
                  <a:pt x="1039235" y="103397"/>
                </a:lnTo>
                <a:lnTo>
                  <a:pt x="1026744" y="103397"/>
                </a:lnTo>
                <a:close/>
                <a:moveTo>
                  <a:pt x="1145272" y="103397"/>
                </a:moveTo>
                <a:lnTo>
                  <a:pt x="1145272" y="29701"/>
                </a:lnTo>
                <a:lnTo>
                  <a:pt x="1156444" y="29701"/>
                </a:lnTo>
                <a:lnTo>
                  <a:pt x="1156444" y="39971"/>
                </a:lnTo>
                <a:cubicBezTo>
                  <a:pt x="1158757" y="36383"/>
                  <a:pt x="1161834" y="33496"/>
                  <a:pt x="1165674" y="31312"/>
                </a:cubicBezTo>
                <a:cubicBezTo>
                  <a:pt x="1169513" y="29128"/>
                  <a:pt x="1173885" y="28035"/>
                  <a:pt x="1178789" y="28035"/>
                </a:cubicBezTo>
                <a:cubicBezTo>
                  <a:pt x="1184248" y="28035"/>
                  <a:pt x="1188724" y="29163"/>
                  <a:pt x="1192217" y="31418"/>
                </a:cubicBezTo>
                <a:cubicBezTo>
                  <a:pt x="1195710" y="33672"/>
                  <a:pt x="1198173" y="36824"/>
                  <a:pt x="1199607" y="40873"/>
                </a:cubicBezTo>
                <a:cubicBezTo>
                  <a:pt x="1205436" y="32315"/>
                  <a:pt x="1213024" y="28035"/>
                  <a:pt x="1222369" y="28035"/>
                </a:cubicBezTo>
                <a:cubicBezTo>
                  <a:pt x="1229678" y="28035"/>
                  <a:pt x="1235299" y="30059"/>
                  <a:pt x="1239232" y="34107"/>
                </a:cubicBezTo>
                <a:cubicBezTo>
                  <a:pt x="1243164" y="38155"/>
                  <a:pt x="1245130" y="44389"/>
                  <a:pt x="1245130" y="52809"/>
                </a:cubicBezTo>
                <a:lnTo>
                  <a:pt x="1245130" y="103397"/>
                </a:lnTo>
                <a:lnTo>
                  <a:pt x="1232708" y="103397"/>
                </a:lnTo>
                <a:lnTo>
                  <a:pt x="1232708" y="56923"/>
                </a:lnTo>
                <a:cubicBezTo>
                  <a:pt x="1232708" y="51921"/>
                  <a:pt x="1232304" y="48320"/>
                  <a:pt x="1231494" y="46121"/>
                </a:cubicBezTo>
                <a:cubicBezTo>
                  <a:pt x="1230684" y="43921"/>
                  <a:pt x="1229216" y="42149"/>
                  <a:pt x="1227088" y="40806"/>
                </a:cubicBezTo>
                <a:cubicBezTo>
                  <a:pt x="1224959" y="39463"/>
                  <a:pt x="1222461" y="38791"/>
                  <a:pt x="1219593" y="38791"/>
                </a:cubicBezTo>
                <a:cubicBezTo>
                  <a:pt x="1214411" y="38791"/>
                  <a:pt x="1210109" y="40517"/>
                  <a:pt x="1206686" y="43968"/>
                </a:cubicBezTo>
                <a:cubicBezTo>
                  <a:pt x="1203262" y="47417"/>
                  <a:pt x="1201550" y="52940"/>
                  <a:pt x="1201550" y="60536"/>
                </a:cubicBezTo>
                <a:lnTo>
                  <a:pt x="1201550" y="103397"/>
                </a:lnTo>
                <a:lnTo>
                  <a:pt x="1189059" y="103397"/>
                </a:lnTo>
                <a:lnTo>
                  <a:pt x="1189059" y="55463"/>
                </a:lnTo>
                <a:cubicBezTo>
                  <a:pt x="1189059" y="49906"/>
                  <a:pt x="1188042" y="45738"/>
                  <a:pt x="1186006" y="42959"/>
                </a:cubicBezTo>
                <a:cubicBezTo>
                  <a:pt x="1183971" y="40181"/>
                  <a:pt x="1180640" y="38791"/>
                  <a:pt x="1176013" y="38791"/>
                </a:cubicBezTo>
                <a:cubicBezTo>
                  <a:pt x="1172497" y="38791"/>
                  <a:pt x="1169247" y="39718"/>
                  <a:pt x="1166263" y="41572"/>
                </a:cubicBezTo>
                <a:cubicBezTo>
                  <a:pt x="1163279" y="43423"/>
                  <a:pt x="1161117" y="46133"/>
                  <a:pt x="1159775" y="49699"/>
                </a:cubicBezTo>
                <a:cubicBezTo>
                  <a:pt x="1158433" y="53264"/>
                  <a:pt x="1157763" y="58405"/>
                  <a:pt x="1157763" y="65120"/>
                </a:cubicBezTo>
                <a:lnTo>
                  <a:pt x="1157763" y="103397"/>
                </a:lnTo>
                <a:lnTo>
                  <a:pt x="1145272" y="103397"/>
                </a:lnTo>
                <a:close/>
                <a:moveTo>
                  <a:pt x="1259008" y="66549"/>
                </a:moveTo>
                <a:cubicBezTo>
                  <a:pt x="1259008" y="52902"/>
                  <a:pt x="1262801" y="42793"/>
                  <a:pt x="1270388" y="36224"/>
                </a:cubicBezTo>
                <a:cubicBezTo>
                  <a:pt x="1276726" y="30765"/>
                  <a:pt x="1284452" y="28035"/>
                  <a:pt x="1293566" y="28035"/>
                </a:cubicBezTo>
                <a:cubicBezTo>
                  <a:pt x="1303698" y="28035"/>
                  <a:pt x="1311979" y="31355"/>
                  <a:pt x="1318409" y="37993"/>
                </a:cubicBezTo>
                <a:cubicBezTo>
                  <a:pt x="1324840" y="44632"/>
                  <a:pt x="1328055" y="53804"/>
                  <a:pt x="1328055" y="65508"/>
                </a:cubicBezTo>
                <a:cubicBezTo>
                  <a:pt x="1328055" y="74992"/>
                  <a:pt x="1326632" y="82452"/>
                  <a:pt x="1323787" y="87888"/>
                </a:cubicBezTo>
                <a:cubicBezTo>
                  <a:pt x="1320942" y="93324"/>
                  <a:pt x="1316801" y="97545"/>
                  <a:pt x="1311366" y="100552"/>
                </a:cubicBezTo>
                <a:cubicBezTo>
                  <a:pt x="1305930" y="103559"/>
                  <a:pt x="1299996" y="105063"/>
                  <a:pt x="1293566" y="105063"/>
                </a:cubicBezTo>
                <a:cubicBezTo>
                  <a:pt x="1283249" y="105063"/>
                  <a:pt x="1274910" y="101755"/>
                  <a:pt x="1268549" y="95140"/>
                </a:cubicBezTo>
                <a:cubicBezTo>
                  <a:pt x="1262188" y="88524"/>
                  <a:pt x="1259008" y="78994"/>
                  <a:pt x="1259008" y="66549"/>
                </a:cubicBezTo>
                <a:moveTo>
                  <a:pt x="1271846" y="66514"/>
                </a:moveTo>
                <a:cubicBezTo>
                  <a:pt x="1271846" y="75917"/>
                  <a:pt x="1273904" y="82958"/>
                  <a:pt x="1278022" y="87636"/>
                </a:cubicBezTo>
                <a:cubicBezTo>
                  <a:pt x="1282139" y="92315"/>
                  <a:pt x="1287320" y="94654"/>
                  <a:pt x="1293566" y="94654"/>
                </a:cubicBezTo>
                <a:cubicBezTo>
                  <a:pt x="1299765" y="94654"/>
                  <a:pt x="1304923" y="92303"/>
                  <a:pt x="1309041" y="87602"/>
                </a:cubicBezTo>
                <a:cubicBezTo>
                  <a:pt x="1313158" y="82900"/>
                  <a:pt x="1315217" y="75733"/>
                  <a:pt x="1315217" y="66100"/>
                </a:cubicBezTo>
                <a:cubicBezTo>
                  <a:pt x="1315217" y="57020"/>
                  <a:pt x="1313147" y="50140"/>
                  <a:pt x="1309006" y="45462"/>
                </a:cubicBezTo>
                <a:cubicBezTo>
                  <a:pt x="1304866" y="40784"/>
                  <a:pt x="1299719" y="38444"/>
                  <a:pt x="1293566" y="38444"/>
                </a:cubicBezTo>
                <a:cubicBezTo>
                  <a:pt x="1287320" y="38444"/>
                  <a:pt x="1282139" y="40772"/>
                  <a:pt x="1278022" y="45427"/>
                </a:cubicBezTo>
                <a:cubicBezTo>
                  <a:pt x="1273904" y="50082"/>
                  <a:pt x="1271846" y="57111"/>
                  <a:pt x="1271846" y="66514"/>
                </a:cubicBezTo>
                <a:close/>
                <a:moveTo>
                  <a:pt x="1390488" y="103397"/>
                </a:moveTo>
                <a:lnTo>
                  <a:pt x="1390488" y="94099"/>
                </a:lnTo>
                <a:cubicBezTo>
                  <a:pt x="1385816" y="101408"/>
                  <a:pt x="1378946" y="105063"/>
                  <a:pt x="1369878" y="105063"/>
                </a:cubicBezTo>
                <a:cubicBezTo>
                  <a:pt x="1364003" y="105063"/>
                  <a:pt x="1358601" y="103444"/>
                  <a:pt x="1353674" y="100205"/>
                </a:cubicBezTo>
                <a:cubicBezTo>
                  <a:pt x="1348747" y="96967"/>
                  <a:pt x="1344931" y="92445"/>
                  <a:pt x="1342224" y="86639"/>
                </a:cubicBezTo>
                <a:cubicBezTo>
                  <a:pt x="1339518" y="80833"/>
                  <a:pt x="1338165" y="74159"/>
                  <a:pt x="1338165" y="66619"/>
                </a:cubicBezTo>
                <a:cubicBezTo>
                  <a:pt x="1338165" y="59263"/>
                  <a:pt x="1339391" y="52589"/>
                  <a:pt x="1341843" y="46598"/>
                </a:cubicBezTo>
                <a:cubicBezTo>
                  <a:pt x="1344295" y="40607"/>
                  <a:pt x="1347973" y="36016"/>
                  <a:pt x="1352876" y="32823"/>
                </a:cubicBezTo>
                <a:cubicBezTo>
                  <a:pt x="1357780" y="29631"/>
                  <a:pt x="1363262" y="28035"/>
                  <a:pt x="1369323" y="28035"/>
                </a:cubicBezTo>
                <a:cubicBezTo>
                  <a:pt x="1373764" y="28035"/>
                  <a:pt x="1377720" y="28972"/>
                  <a:pt x="1381189" y="30846"/>
                </a:cubicBezTo>
                <a:cubicBezTo>
                  <a:pt x="1384659" y="32719"/>
                  <a:pt x="1387481" y="35160"/>
                  <a:pt x="1389655" y="38167"/>
                </a:cubicBezTo>
                <a:lnTo>
                  <a:pt x="1389655" y="1665"/>
                </a:lnTo>
                <a:lnTo>
                  <a:pt x="1402077" y="1665"/>
                </a:lnTo>
                <a:lnTo>
                  <a:pt x="1402077" y="103397"/>
                </a:lnTo>
                <a:lnTo>
                  <a:pt x="1390488" y="103397"/>
                </a:lnTo>
                <a:moveTo>
                  <a:pt x="1351003" y="66584"/>
                </a:moveTo>
                <a:cubicBezTo>
                  <a:pt x="1351003" y="75987"/>
                  <a:pt x="1352992" y="83016"/>
                  <a:pt x="1356971" y="87671"/>
                </a:cubicBezTo>
                <a:cubicBezTo>
                  <a:pt x="1360949" y="92326"/>
                  <a:pt x="1365645" y="94654"/>
                  <a:pt x="1371058" y="94654"/>
                </a:cubicBezTo>
                <a:cubicBezTo>
                  <a:pt x="1376517" y="94654"/>
                  <a:pt x="1381155" y="92430"/>
                  <a:pt x="1384971" y="87983"/>
                </a:cubicBezTo>
                <a:cubicBezTo>
                  <a:pt x="1388788" y="83535"/>
                  <a:pt x="1390696" y="76747"/>
                  <a:pt x="1390696" y="67620"/>
                </a:cubicBezTo>
                <a:cubicBezTo>
                  <a:pt x="1390696" y="57573"/>
                  <a:pt x="1388753" y="50198"/>
                  <a:pt x="1384867" y="45497"/>
                </a:cubicBezTo>
                <a:cubicBezTo>
                  <a:pt x="1380981" y="40795"/>
                  <a:pt x="1376193" y="38444"/>
                  <a:pt x="1370503" y="38444"/>
                </a:cubicBezTo>
                <a:cubicBezTo>
                  <a:pt x="1364951" y="38444"/>
                  <a:pt x="1360313" y="40703"/>
                  <a:pt x="1356589" y="45221"/>
                </a:cubicBezTo>
                <a:cubicBezTo>
                  <a:pt x="1352865" y="49738"/>
                  <a:pt x="1351003" y="56858"/>
                  <a:pt x="1351003" y="66584"/>
                </a:cubicBezTo>
                <a:close/>
                <a:moveTo>
                  <a:pt x="1469993" y="103397"/>
                </a:moveTo>
                <a:lnTo>
                  <a:pt x="1469993" y="92572"/>
                </a:lnTo>
                <a:cubicBezTo>
                  <a:pt x="1464256" y="100899"/>
                  <a:pt x="1456461" y="105063"/>
                  <a:pt x="1446607" y="105063"/>
                </a:cubicBezTo>
                <a:cubicBezTo>
                  <a:pt x="1442258" y="105063"/>
                  <a:pt x="1438198" y="104230"/>
                  <a:pt x="1434428" y="102565"/>
                </a:cubicBezTo>
                <a:cubicBezTo>
                  <a:pt x="1430658" y="100899"/>
                  <a:pt x="1427859" y="98806"/>
                  <a:pt x="1426031" y="96285"/>
                </a:cubicBezTo>
                <a:cubicBezTo>
                  <a:pt x="1424204" y="93763"/>
                  <a:pt x="1422920" y="90675"/>
                  <a:pt x="1422180" y="87020"/>
                </a:cubicBezTo>
                <a:cubicBezTo>
                  <a:pt x="1421671" y="84569"/>
                  <a:pt x="1421417" y="80682"/>
                  <a:pt x="1421417" y="75362"/>
                </a:cubicBezTo>
                <a:lnTo>
                  <a:pt x="1421417" y="29701"/>
                </a:lnTo>
                <a:lnTo>
                  <a:pt x="1433908" y="29701"/>
                </a:lnTo>
                <a:lnTo>
                  <a:pt x="1433908" y="70574"/>
                </a:lnTo>
                <a:cubicBezTo>
                  <a:pt x="1433908" y="77097"/>
                  <a:pt x="1434162" y="81492"/>
                  <a:pt x="1434671" y="83759"/>
                </a:cubicBezTo>
                <a:cubicBezTo>
                  <a:pt x="1435457" y="87044"/>
                  <a:pt x="1437123" y="89623"/>
                  <a:pt x="1439667" y="91496"/>
                </a:cubicBezTo>
                <a:cubicBezTo>
                  <a:pt x="1442212" y="93370"/>
                  <a:pt x="1445358" y="94307"/>
                  <a:pt x="1449105" y="94307"/>
                </a:cubicBezTo>
                <a:cubicBezTo>
                  <a:pt x="1452852" y="94307"/>
                  <a:pt x="1456368" y="93347"/>
                  <a:pt x="1459653" y="91427"/>
                </a:cubicBezTo>
                <a:cubicBezTo>
                  <a:pt x="1462937" y="89507"/>
                  <a:pt x="1465262" y="86893"/>
                  <a:pt x="1466627" y="83585"/>
                </a:cubicBezTo>
                <a:cubicBezTo>
                  <a:pt x="1467992" y="80278"/>
                  <a:pt x="1468674" y="75478"/>
                  <a:pt x="1468674" y="69186"/>
                </a:cubicBezTo>
                <a:lnTo>
                  <a:pt x="1468674" y="29701"/>
                </a:lnTo>
                <a:lnTo>
                  <a:pt x="1481165" y="29701"/>
                </a:lnTo>
                <a:lnTo>
                  <a:pt x="1481165" y="103397"/>
                </a:lnTo>
                <a:lnTo>
                  <a:pt x="1469993" y="103397"/>
                </a:lnTo>
                <a:close/>
                <a:moveTo>
                  <a:pt x="1500435" y="103397"/>
                </a:moveTo>
                <a:lnTo>
                  <a:pt x="1500435" y="1665"/>
                </a:lnTo>
                <a:lnTo>
                  <a:pt x="1512926" y="1665"/>
                </a:lnTo>
                <a:lnTo>
                  <a:pt x="1512926" y="103397"/>
                </a:lnTo>
                <a:lnTo>
                  <a:pt x="1500435" y="103397"/>
                </a:lnTo>
                <a:close/>
                <a:moveTo>
                  <a:pt x="1582712" y="79665"/>
                </a:moveTo>
                <a:lnTo>
                  <a:pt x="1595620" y="81261"/>
                </a:lnTo>
                <a:cubicBezTo>
                  <a:pt x="1593584" y="88802"/>
                  <a:pt x="1589814" y="94654"/>
                  <a:pt x="1584308" y="98817"/>
                </a:cubicBezTo>
                <a:cubicBezTo>
                  <a:pt x="1578803" y="102981"/>
                  <a:pt x="1571771" y="105063"/>
                  <a:pt x="1563212" y="105063"/>
                </a:cubicBezTo>
                <a:cubicBezTo>
                  <a:pt x="1552433" y="105063"/>
                  <a:pt x="1543886" y="101744"/>
                  <a:pt x="1537571" y="95105"/>
                </a:cubicBezTo>
                <a:cubicBezTo>
                  <a:pt x="1531256" y="88466"/>
                  <a:pt x="1528099" y="79156"/>
                  <a:pt x="1528099" y="67174"/>
                </a:cubicBezTo>
                <a:cubicBezTo>
                  <a:pt x="1528099" y="54775"/>
                  <a:pt x="1531291" y="45153"/>
                  <a:pt x="1537675" y="38306"/>
                </a:cubicBezTo>
                <a:cubicBezTo>
                  <a:pt x="1544060" y="31459"/>
                  <a:pt x="1552341" y="28035"/>
                  <a:pt x="1562518" y="28035"/>
                </a:cubicBezTo>
                <a:cubicBezTo>
                  <a:pt x="1572372" y="28035"/>
                  <a:pt x="1580422" y="31384"/>
                  <a:pt x="1586668" y="38082"/>
                </a:cubicBezTo>
                <a:cubicBezTo>
                  <a:pt x="1592913" y="44779"/>
                  <a:pt x="1596036" y="54201"/>
                  <a:pt x="1596036" y="66347"/>
                </a:cubicBezTo>
                <a:cubicBezTo>
                  <a:pt x="1596036" y="67086"/>
                  <a:pt x="1596013" y="68194"/>
                  <a:pt x="1595967" y="69672"/>
                </a:cubicBezTo>
                <a:lnTo>
                  <a:pt x="1541006" y="69672"/>
                </a:lnTo>
                <a:cubicBezTo>
                  <a:pt x="1541469" y="77745"/>
                  <a:pt x="1543759" y="83927"/>
                  <a:pt x="1547876" y="88217"/>
                </a:cubicBezTo>
                <a:cubicBezTo>
                  <a:pt x="1551994" y="92508"/>
                  <a:pt x="1557129" y="94654"/>
                  <a:pt x="1563282" y="94654"/>
                </a:cubicBezTo>
                <a:cubicBezTo>
                  <a:pt x="1567862" y="94654"/>
                  <a:pt x="1571771" y="93463"/>
                  <a:pt x="1575009" y="91080"/>
                </a:cubicBezTo>
                <a:cubicBezTo>
                  <a:pt x="1578248" y="88696"/>
                  <a:pt x="1580815" y="84891"/>
                  <a:pt x="1582712" y="79665"/>
                </a:cubicBezTo>
                <a:moveTo>
                  <a:pt x="1541700" y="59263"/>
                </a:moveTo>
                <a:lnTo>
                  <a:pt x="1582851" y="59263"/>
                </a:lnTo>
                <a:cubicBezTo>
                  <a:pt x="1582296" y="53165"/>
                  <a:pt x="1580723" y="48591"/>
                  <a:pt x="1578132" y="45542"/>
                </a:cubicBezTo>
                <a:cubicBezTo>
                  <a:pt x="1574154" y="40810"/>
                  <a:pt x="1568995" y="38444"/>
                  <a:pt x="1562657" y="38444"/>
                </a:cubicBezTo>
                <a:cubicBezTo>
                  <a:pt x="1556921" y="38444"/>
                  <a:pt x="1552098" y="40333"/>
                  <a:pt x="1548189" y="44111"/>
                </a:cubicBezTo>
                <a:cubicBezTo>
                  <a:pt x="1544279" y="47887"/>
                  <a:pt x="1542117" y="52938"/>
                  <a:pt x="1541700" y="59263"/>
                </a:cubicBezTo>
                <a:close/>
                <a:moveTo>
                  <a:pt x="1694370" y="103397"/>
                </a:moveTo>
                <a:lnTo>
                  <a:pt x="1681879" y="103397"/>
                </a:lnTo>
                <a:lnTo>
                  <a:pt x="1681879" y="23802"/>
                </a:lnTo>
                <a:cubicBezTo>
                  <a:pt x="1678872" y="26671"/>
                  <a:pt x="1674928" y="29539"/>
                  <a:pt x="1670047" y="32407"/>
                </a:cubicBezTo>
                <a:cubicBezTo>
                  <a:pt x="1665166" y="35275"/>
                  <a:pt x="1660783" y="37427"/>
                  <a:pt x="1656897" y="38861"/>
                </a:cubicBezTo>
                <a:lnTo>
                  <a:pt x="1656897" y="26786"/>
                </a:lnTo>
                <a:cubicBezTo>
                  <a:pt x="1663883" y="23502"/>
                  <a:pt x="1669989" y="19523"/>
                  <a:pt x="1675217" y="14850"/>
                </a:cubicBezTo>
                <a:cubicBezTo>
                  <a:pt x="1680445" y="10178"/>
                  <a:pt x="1684146" y="5644"/>
                  <a:pt x="1686320" y="1249"/>
                </a:cubicBezTo>
                <a:lnTo>
                  <a:pt x="1694370" y="1249"/>
                </a:lnTo>
                <a:lnTo>
                  <a:pt x="1694370" y="103397"/>
                </a:lnTo>
                <a:close/>
                <a:moveTo>
                  <a:pt x="1817408" y="94298"/>
                </a:moveTo>
                <a:cubicBezTo>
                  <a:pt x="1812782" y="98233"/>
                  <a:pt x="1808329" y="101011"/>
                  <a:pt x="1804050" y="102632"/>
                </a:cubicBezTo>
                <a:cubicBezTo>
                  <a:pt x="1799770" y="104253"/>
                  <a:pt x="1795179" y="105063"/>
                  <a:pt x="1790275" y="105063"/>
                </a:cubicBezTo>
                <a:cubicBezTo>
                  <a:pt x="1782179" y="105063"/>
                  <a:pt x="1775957" y="103084"/>
                  <a:pt x="1771608" y="99125"/>
                </a:cubicBezTo>
                <a:cubicBezTo>
                  <a:pt x="1767259" y="95167"/>
                  <a:pt x="1765085" y="90109"/>
                  <a:pt x="1765085" y="83952"/>
                </a:cubicBezTo>
                <a:cubicBezTo>
                  <a:pt x="1765085" y="80342"/>
                  <a:pt x="1765906" y="77044"/>
                  <a:pt x="1767548" y="74059"/>
                </a:cubicBezTo>
                <a:cubicBezTo>
                  <a:pt x="1769191" y="71072"/>
                  <a:pt x="1771342" y="68676"/>
                  <a:pt x="1774002" y="66870"/>
                </a:cubicBezTo>
                <a:cubicBezTo>
                  <a:pt x="1776662" y="65064"/>
                  <a:pt x="1779658" y="63699"/>
                  <a:pt x="1782989" y="62774"/>
                </a:cubicBezTo>
                <a:cubicBezTo>
                  <a:pt x="1785441" y="62125"/>
                  <a:pt x="1789142" y="61499"/>
                  <a:pt x="1794092" y="60898"/>
                </a:cubicBezTo>
                <a:cubicBezTo>
                  <a:pt x="1804177" y="59704"/>
                  <a:pt x="1811602" y="58280"/>
                  <a:pt x="1816367" y="56626"/>
                </a:cubicBezTo>
                <a:cubicBezTo>
                  <a:pt x="1816414" y="54921"/>
                  <a:pt x="1816437" y="53838"/>
                  <a:pt x="1816437" y="53377"/>
                </a:cubicBezTo>
                <a:cubicBezTo>
                  <a:pt x="1816437" y="48307"/>
                  <a:pt x="1815257" y="44735"/>
                  <a:pt x="1812898" y="42662"/>
                </a:cubicBezTo>
                <a:cubicBezTo>
                  <a:pt x="1809705" y="39850"/>
                  <a:pt x="1804963" y="38444"/>
                  <a:pt x="1798672" y="38444"/>
                </a:cubicBezTo>
                <a:cubicBezTo>
                  <a:pt x="1792796" y="38444"/>
                  <a:pt x="1788459" y="39474"/>
                  <a:pt x="1785660" y="41532"/>
                </a:cubicBezTo>
                <a:cubicBezTo>
                  <a:pt x="1782861" y="43591"/>
                  <a:pt x="1780791" y="47234"/>
                  <a:pt x="1779449" y="52462"/>
                </a:cubicBezTo>
                <a:lnTo>
                  <a:pt x="1767236" y="50797"/>
                </a:lnTo>
                <a:cubicBezTo>
                  <a:pt x="1768346" y="45553"/>
                  <a:pt x="1770174" y="41319"/>
                  <a:pt x="1772718" y="38093"/>
                </a:cubicBezTo>
                <a:cubicBezTo>
                  <a:pt x="1775263" y="34868"/>
                  <a:pt x="1778941" y="32385"/>
                  <a:pt x="1783752" y="30646"/>
                </a:cubicBezTo>
                <a:cubicBezTo>
                  <a:pt x="1788563" y="28906"/>
                  <a:pt x="1794138" y="28035"/>
                  <a:pt x="1800476" y="28035"/>
                </a:cubicBezTo>
                <a:cubicBezTo>
                  <a:pt x="1806768" y="28035"/>
                  <a:pt x="1811880" y="28776"/>
                  <a:pt x="1815812" y="30256"/>
                </a:cubicBezTo>
                <a:cubicBezTo>
                  <a:pt x="1819744" y="31736"/>
                  <a:pt x="1822636" y="33598"/>
                  <a:pt x="1824486" y="35842"/>
                </a:cubicBezTo>
                <a:cubicBezTo>
                  <a:pt x="1826337" y="38086"/>
                  <a:pt x="1827632" y="40919"/>
                  <a:pt x="1828372" y="44343"/>
                </a:cubicBezTo>
                <a:cubicBezTo>
                  <a:pt x="1828789" y="46471"/>
                  <a:pt x="1828997" y="50311"/>
                  <a:pt x="1828997" y="55862"/>
                </a:cubicBezTo>
                <a:lnTo>
                  <a:pt x="1828997" y="72517"/>
                </a:lnTo>
                <a:cubicBezTo>
                  <a:pt x="1828997" y="84129"/>
                  <a:pt x="1829263" y="91473"/>
                  <a:pt x="1829795" y="94550"/>
                </a:cubicBezTo>
                <a:cubicBezTo>
                  <a:pt x="1830327" y="97626"/>
                  <a:pt x="1831380" y="100575"/>
                  <a:pt x="1832952" y="103397"/>
                </a:cubicBezTo>
                <a:lnTo>
                  <a:pt x="1819906" y="103397"/>
                </a:lnTo>
                <a:cubicBezTo>
                  <a:pt x="1818611" y="100804"/>
                  <a:pt x="1817778" y="97771"/>
                  <a:pt x="1817408" y="94298"/>
                </a:cubicBezTo>
                <a:moveTo>
                  <a:pt x="1816367" y="66341"/>
                </a:moveTo>
                <a:cubicBezTo>
                  <a:pt x="1811833" y="68207"/>
                  <a:pt x="1805033" y="69793"/>
                  <a:pt x="1795965" y="71099"/>
                </a:cubicBezTo>
                <a:cubicBezTo>
                  <a:pt x="1790830" y="71842"/>
                  <a:pt x="1787199" y="72678"/>
                  <a:pt x="1785070" y="73608"/>
                </a:cubicBezTo>
                <a:cubicBezTo>
                  <a:pt x="1782942" y="74536"/>
                  <a:pt x="1781300" y="75895"/>
                  <a:pt x="1780143" y="77685"/>
                </a:cubicBezTo>
                <a:cubicBezTo>
                  <a:pt x="1778987" y="79473"/>
                  <a:pt x="1778409" y="81459"/>
                  <a:pt x="1778409" y="83642"/>
                </a:cubicBezTo>
                <a:cubicBezTo>
                  <a:pt x="1778409" y="86986"/>
                  <a:pt x="1779669" y="89773"/>
                  <a:pt x="1782191" y="92004"/>
                </a:cubicBezTo>
                <a:cubicBezTo>
                  <a:pt x="1784712" y="94233"/>
                  <a:pt x="1788401" y="95348"/>
                  <a:pt x="1793259" y="95348"/>
                </a:cubicBezTo>
                <a:cubicBezTo>
                  <a:pt x="1798070" y="95348"/>
                  <a:pt x="1802350" y="94290"/>
                  <a:pt x="1806097" y="92175"/>
                </a:cubicBezTo>
                <a:cubicBezTo>
                  <a:pt x="1809844" y="90060"/>
                  <a:pt x="1812597" y="87166"/>
                  <a:pt x="1814355" y="83494"/>
                </a:cubicBezTo>
                <a:cubicBezTo>
                  <a:pt x="1815696" y="80658"/>
                  <a:pt x="1816367" y="76474"/>
                  <a:pt x="1816367" y="70943"/>
                </a:cubicBezTo>
                <a:lnTo>
                  <a:pt x="1816367" y="66341"/>
                </a:lnTo>
                <a:close/>
                <a:moveTo>
                  <a:pt x="1848337" y="103397"/>
                </a:moveTo>
                <a:lnTo>
                  <a:pt x="1848337" y="29701"/>
                </a:lnTo>
                <a:lnTo>
                  <a:pt x="1859578" y="29701"/>
                </a:lnTo>
                <a:lnTo>
                  <a:pt x="1859578" y="40110"/>
                </a:lnTo>
                <a:cubicBezTo>
                  <a:pt x="1864991" y="32060"/>
                  <a:pt x="1872810" y="28035"/>
                  <a:pt x="1883034" y="28035"/>
                </a:cubicBezTo>
                <a:cubicBezTo>
                  <a:pt x="1887475" y="28035"/>
                  <a:pt x="1891558" y="28833"/>
                  <a:pt x="1895282" y="30429"/>
                </a:cubicBezTo>
                <a:cubicBezTo>
                  <a:pt x="1899006" y="32025"/>
                  <a:pt x="1901793" y="34119"/>
                  <a:pt x="1903644" y="36710"/>
                </a:cubicBezTo>
                <a:cubicBezTo>
                  <a:pt x="1905494" y="39300"/>
                  <a:pt x="1906790" y="42377"/>
                  <a:pt x="1907530" y="45939"/>
                </a:cubicBezTo>
                <a:cubicBezTo>
                  <a:pt x="1907993" y="48252"/>
                  <a:pt x="1908224" y="52300"/>
                  <a:pt x="1908224" y="58083"/>
                </a:cubicBezTo>
                <a:lnTo>
                  <a:pt x="1908224" y="103397"/>
                </a:lnTo>
                <a:lnTo>
                  <a:pt x="1895733" y="103397"/>
                </a:lnTo>
                <a:lnTo>
                  <a:pt x="1895733" y="58521"/>
                </a:lnTo>
                <a:cubicBezTo>
                  <a:pt x="1895733" y="53426"/>
                  <a:pt x="1895247" y="49617"/>
                  <a:pt x="1894276" y="47093"/>
                </a:cubicBezTo>
                <a:cubicBezTo>
                  <a:pt x="1893304" y="44568"/>
                  <a:pt x="1891581" y="42554"/>
                  <a:pt x="1889106" y="41049"/>
                </a:cubicBezTo>
                <a:cubicBezTo>
                  <a:pt x="1886631" y="39544"/>
                  <a:pt x="1883728" y="38791"/>
                  <a:pt x="1880397" y="38791"/>
                </a:cubicBezTo>
                <a:cubicBezTo>
                  <a:pt x="1875077" y="38791"/>
                  <a:pt x="1870485" y="40482"/>
                  <a:pt x="1866622" y="43864"/>
                </a:cubicBezTo>
                <a:cubicBezTo>
                  <a:pt x="1862759" y="47244"/>
                  <a:pt x="1860828" y="53658"/>
                  <a:pt x="1860828" y="63105"/>
                </a:cubicBezTo>
                <a:lnTo>
                  <a:pt x="1860828" y="103397"/>
                </a:lnTo>
                <a:lnTo>
                  <a:pt x="1848337" y="103397"/>
                </a:lnTo>
                <a:close/>
                <a:moveTo>
                  <a:pt x="1975168" y="103397"/>
                </a:moveTo>
                <a:lnTo>
                  <a:pt x="1975168" y="94099"/>
                </a:lnTo>
                <a:cubicBezTo>
                  <a:pt x="1970495" y="101408"/>
                  <a:pt x="1963625" y="105063"/>
                  <a:pt x="1954558" y="105063"/>
                </a:cubicBezTo>
                <a:cubicBezTo>
                  <a:pt x="1948682" y="105063"/>
                  <a:pt x="1943281" y="103444"/>
                  <a:pt x="1938354" y="100205"/>
                </a:cubicBezTo>
                <a:cubicBezTo>
                  <a:pt x="1933427" y="96967"/>
                  <a:pt x="1929610" y="92445"/>
                  <a:pt x="1926904" y="86639"/>
                </a:cubicBezTo>
                <a:cubicBezTo>
                  <a:pt x="1924198" y="80833"/>
                  <a:pt x="1922844" y="74159"/>
                  <a:pt x="1922844" y="66619"/>
                </a:cubicBezTo>
                <a:cubicBezTo>
                  <a:pt x="1922844" y="59263"/>
                  <a:pt x="1924070" y="52589"/>
                  <a:pt x="1926522" y="46598"/>
                </a:cubicBezTo>
                <a:cubicBezTo>
                  <a:pt x="1928974" y="40607"/>
                  <a:pt x="1932652" y="36016"/>
                  <a:pt x="1937556" y="32823"/>
                </a:cubicBezTo>
                <a:cubicBezTo>
                  <a:pt x="1942460" y="29631"/>
                  <a:pt x="1947942" y="28035"/>
                  <a:pt x="1954003" y="28035"/>
                </a:cubicBezTo>
                <a:cubicBezTo>
                  <a:pt x="1958444" y="28035"/>
                  <a:pt x="1962399" y="28972"/>
                  <a:pt x="1965869" y="30846"/>
                </a:cubicBezTo>
                <a:cubicBezTo>
                  <a:pt x="1969339" y="32719"/>
                  <a:pt x="1972161" y="35160"/>
                  <a:pt x="1974335" y="38167"/>
                </a:cubicBezTo>
                <a:lnTo>
                  <a:pt x="1974335" y="1665"/>
                </a:lnTo>
                <a:lnTo>
                  <a:pt x="1986757" y="1665"/>
                </a:lnTo>
                <a:lnTo>
                  <a:pt x="1986757" y="103397"/>
                </a:lnTo>
                <a:lnTo>
                  <a:pt x="1975168" y="103397"/>
                </a:lnTo>
                <a:moveTo>
                  <a:pt x="1935682" y="66584"/>
                </a:moveTo>
                <a:cubicBezTo>
                  <a:pt x="1935682" y="75987"/>
                  <a:pt x="1937672" y="83016"/>
                  <a:pt x="1941650" y="87671"/>
                </a:cubicBezTo>
                <a:cubicBezTo>
                  <a:pt x="1945629" y="92326"/>
                  <a:pt x="1950325" y="94654"/>
                  <a:pt x="1955737" y="94654"/>
                </a:cubicBezTo>
                <a:cubicBezTo>
                  <a:pt x="1961196" y="94654"/>
                  <a:pt x="1965834" y="92430"/>
                  <a:pt x="1969651" y="87983"/>
                </a:cubicBezTo>
                <a:cubicBezTo>
                  <a:pt x="1973468" y="83535"/>
                  <a:pt x="1975376" y="76747"/>
                  <a:pt x="1975376" y="67620"/>
                </a:cubicBezTo>
                <a:cubicBezTo>
                  <a:pt x="1975376" y="57573"/>
                  <a:pt x="1973433" y="50198"/>
                  <a:pt x="1969547" y="45497"/>
                </a:cubicBezTo>
                <a:cubicBezTo>
                  <a:pt x="1965661" y="40795"/>
                  <a:pt x="1960873" y="38444"/>
                  <a:pt x="1955182" y="38444"/>
                </a:cubicBezTo>
                <a:cubicBezTo>
                  <a:pt x="1949631" y="38444"/>
                  <a:pt x="1944993" y="40703"/>
                  <a:pt x="1941269" y="45221"/>
                </a:cubicBezTo>
                <a:cubicBezTo>
                  <a:pt x="1937544" y="49738"/>
                  <a:pt x="1935682" y="56858"/>
                  <a:pt x="1935682" y="66584"/>
                </a:cubicBezTo>
                <a:close/>
                <a:moveTo>
                  <a:pt x="2045952" y="16099"/>
                </a:moveTo>
                <a:lnTo>
                  <a:pt x="2045952" y="1665"/>
                </a:lnTo>
                <a:lnTo>
                  <a:pt x="2058443" y="1665"/>
                </a:lnTo>
                <a:lnTo>
                  <a:pt x="2058443" y="16099"/>
                </a:lnTo>
                <a:lnTo>
                  <a:pt x="2045952" y="16099"/>
                </a:lnTo>
                <a:moveTo>
                  <a:pt x="2045952" y="103397"/>
                </a:moveTo>
                <a:lnTo>
                  <a:pt x="2045952" y="29701"/>
                </a:lnTo>
                <a:lnTo>
                  <a:pt x="2058443" y="29701"/>
                </a:lnTo>
                <a:lnTo>
                  <a:pt x="2058443" y="103397"/>
                </a:lnTo>
                <a:lnTo>
                  <a:pt x="2045952" y="103397"/>
                </a:lnTo>
                <a:close/>
                <a:moveTo>
                  <a:pt x="2077433" y="103397"/>
                </a:moveTo>
                <a:lnTo>
                  <a:pt x="2077433" y="29701"/>
                </a:lnTo>
                <a:lnTo>
                  <a:pt x="2088675" y="29701"/>
                </a:lnTo>
                <a:lnTo>
                  <a:pt x="2088675" y="40110"/>
                </a:lnTo>
                <a:cubicBezTo>
                  <a:pt x="2094088" y="32060"/>
                  <a:pt x="2101906" y="28035"/>
                  <a:pt x="2112130" y="28035"/>
                </a:cubicBezTo>
                <a:cubicBezTo>
                  <a:pt x="2116572" y="28035"/>
                  <a:pt x="2120654" y="28833"/>
                  <a:pt x="2124378" y="30429"/>
                </a:cubicBezTo>
                <a:cubicBezTo>
                  <a:pt x="2128103" y="32025"/>
                  <a:pt x="2130890" y="34119"/>
                  <a:pt x="2132740" y="36710"/>
                </a:cubicBezTo>
                <a:cubicBezTo>
                  <a:pt x="2134591" y="39300"/>
                  <a:pt x="2135886" y="42377"/>
                  <a:pt x="2136627" y="45939"/>
                </a:cubicBezTo>
                <a:cubicBezTo>
                  <a:pt x="2137089" y="48252"/>
                  <a:pt x="2137320" y="52300"/>
                  <a:pt x="2137320" y="58083"/>
                </a:cubicBezTo>
                <a:lnTo>
                  <a:pt x="2137320" y="103397"/>
                </a:lnTo>
                <a:lnTo>
                  <a:pt x="2124830" y="103397"/>
                </a:lnTo>
                <a:lnTo>
                  <a:pt x="2124830" y="58521"/>
                </a:lnTo>
                <a:cubicBezTo>
                  <a:pt x="2124830" y="53426"/>
                  <a:pt x="2124344" y="49617"/>
                  <a:pt x="2123372" y="47093"/>
                </a:cubicBezTo>
                <a:cubicBezTo>
                  <a:pt x="2122401" y="44568"/>
                  <a:pt x="2120677" y="42554"/>
                  <a:pt x="2118202" y="41049"/>
                </a:cubicBezTo>
                <a:cubicBezTo>
                  <a:pt x="2115727" y="39544"/>
                  <a:pt x="2112824" y="38791"/>
                  <a:pt x="2109493" y="38791"/>
                </a:cubicBezTo>
                <a:cubicBezTo>
                  <a:pt x="2104173" y="38791"/>
                  <a:pt x="2099582" y="40482"/>
                  <a:pt x="2095719" y="43864"/>
                </a:cubicBezTo>
                <a:cubicBezTo>
                  <a:pt x="2091856" y="47244"/>
                  <a:pt x="2089924" y="53658"/>
                  <a:pt x="2089924" y="63105"/>
                </a:cubicBezTo>
                <a:lnTo>
                  <a:pt x="2089924" y="103397"/>
                </a:lnTo>
                <a:lnTo>
                  <a:pt x="2077433" y="103397"/>
                </a:lnTo>
                <a:close/>
                <a:moveTo>
                  <a:pt x="2206901" y="79665"/>
                </a:moveTo>
                <a:lnTo>
                  <a:pt x="2219809" y="81261"/>
                </a:lnTo>
                <a:cubicBezTo>
                  <a:pt x="2217773" y="88802"/>
                  <a:pt x="2214003" y="94654"/>
                  <a:pt x="2208497" y="98817"/>
                </a:cubicBezTo>
                <a:cubicBezTo>
                  <a:pt x="2202992" y="102981"/>
                  <a:pt x="2195960" y="105063"/>
                  <a:pt x="2187402" y="105063"/>
                </a:cubicBezTo>
                <a:cubicBezTo>
                  <a:pt x="2176622" y="105063"/>
                  <a:pt x="2168075" y="101744"/>
                  <a:pt x="2161760" y="95105"/>
                </a:cubicBezTo>
                <a:cubicBezTo>
                  <a:pt x="2155446" y="88466"/>
                  <a:pt x="2152288" y="79156"/>
                  <a:pt x="2152288" y="67174"/>
                </a:cubicBezTo>
                <a:cubicBezTo>
                  <a:pt x="2152288" y="54775"/>
                  <a:pt x="2155480" y="45153"/>
                  <a:pt x="2161864" y="38306"/>
                </a:cubicBezTo>
                <a:cubicBezTo>
                  <a:pt x="2168249" y="31459"/>
                  <a:pt x="2176530" y="28035"/>
                  <a:pt x="2186708" y="28035"/>
                </a:cubicBezTo>
                <a:cubicBezTo>
                  <a:pt x="2196562" y="28035"/>
                  <a:pt x="2204611" y="31384"/>
                  <a:pt x="2210857" y="38082"/>
                </a:cubicBezTo>
                <a:cubicBezTo>
                  <a:pt x="2217102" y="44779"/>
                  <a:pt x="2220225" y="54201"/>
                  <a:pt x="2220225" y="66347"/>
                </a:cubicBezTo>
                <a:cubicBezTo>
                  <a:pt x="2220225" y="67086"/>
                  <a:pt x="2220202" y="68194"/>
                  <a:pt x="2220156" y="69672"/>
                </a:cubicBezTo>
                <a:lnTo>
                  <a:pt x="2165195" y="69672"/>
                </a:lnTo>
                <a:cubicBezTo>
                  <a:pt x="2165658" y="77745"/>
                  <a:pt x="2167948" y="83927"/>
                  <a:pt x="2172065" y="88217"/>
                </a:cubicBezTo>
                <a:cubicBezTo>
                  <a:pt x="2176183" y="92508"/>
                  <a:pt x="2181318" y="94654"/>
                  <a:pt x="2187471" y="94654"/>
                </a:cubicBezTo>
                <a:cubicBezTo>
                  <a:pt x="2192051" y="94654"/>
                  <a:pt x="2195960" y="93463"/>
                  <a:pt x="2199199" y="91080"/>
                </a:cubicBezTo>
                <a:cubicBezTo>
                  <a:pt x="2202437" y="88696"/>
                  <a:pt x="2205005" y="84891"/>
                  <a:pt x="2206901" y="79665"/>
                </a:cubicBezTo>
                <a:moveTo>
                  <a:pt x="2165889" y="59263"/>
                </a:moveTo>
                <a:lnTo>
                  <a:pt x="2207040" y="59263"/>
                </a:lnTo>
                <a:cubicBezTo>
                  <a:pt x="2206485" y="53165"/>
                  <a:pt x="2204912" y="48591"/>
                  <a:pt x="2202321" y="45542"/>
                </a:cubicBezTo>
                <a:cubicBezTo>
                  <a:pt x="2198343" y="40810"/>
                  <a:pt x="2193184" y="38444"/>
                  <a:pt x="2186846" y="38444"/>
                </a:cubicBezTo>
                <a:cubicBezTo>
                  <a:pt x="2181110" y="38444"/>
                  <a:pt x="2176287" y="40333"/>
                  <a:pt x="2172378" y="44111"/>
                </a:cubicBezTo>
                <a:cubicBezTo>
                  <a:pt x="2168469" y="47887"/>
                  <a:pt x="2166306" y="52938"/>
                  <a:pt x="2165889" y="59263"/>
                </a:cubicBezTo>
                <a:close/>
                <a:moveTo>
                  <a:pt x="2235331" y="103397"/>
                </a:moveTo>
                <a:lnTo>
                  <a:pt x="2235331" y="29701"/>
                </a:lnTo>
                <a:lnTo>
                  <a:pt x="2246573" y="29701"/>
                </a:lnTo>
                <a:lnTo>
                  <a:pt x="2246573" y="40804"/>
                </a:lnTo>
                <a:cubicBezTo>
                  <a:pt x="2249441" y="35605"/>
                  <a:pt x="2252090" y="32177"/>
                  <a:pt x="2254519" y="30520"/>
                </a:cubicBezTo>
                <a:cubicBezTo>
                  <a:pt x="2256947" y="28864"/>
                  <a:pt x="2259619" y="28035"/>
                  <a:pt x="2262534" y="28035"/>
                </a:cubicBezTo>
                <a:cubicBezTo>
                  <a:pt x="2266744" y="28035"/>
                  <a:pt x="2271023" y="29371"/>
                  <a:pt x="2275372" y="32043"/>
                </a:cubicBezTo>
                <a:lnTo>
                  <a:pt x="2271069" y="43580"/>
                </a:lnTo>
                <a:cubicBezTo>
                  <a:pt x="2268016" y="41775"/>
                  <a:pt x="2264962" y="40873"/>
                  <a:pt x="2261909" y="40873"/>
                </a:cubicBezTo>
                <a:cubicBezTo>
                  <a:pt x="2259180" y="40873"/>
                  <a:pt x="2256728" y="41696"/>
                  <a:pt x="2254553" y="43341"/>
                </a:cubicBezTo>
                <a:cubicBezTo>
                  <a:pt x="2252379" y="44985"/>
                  <a:pt x="2250829" y="47265"/>
                  <a:pt x="2249904" y="50183"/>
                </a:cubicBezTo>
                <a:cubicBezTo>
                  <a:pt x="2248516" y="54628"/>
                  <a:pt x="2247822" y="59491"/>
                  <a:pt x="2247822" y="64771"/>
                </a:cubicBezTo>
                <a:lnTo>
                  <a:pt x="2247822" y="103397"/>
                </a:lnTo>
                <a:lnTo>
                  <a:pt x="2235331" y="103397"/>
                </a:lnTo>
                <a:close/>
                <a:moveTo>
                  <a:pt x="2310067" y="92364"/>
                </a:moveTo>
                <a:lnTo>
                  <a:pt x="2311872" y="103397"/>
                </a:lnTo>
                <a:cubicBezTo>
                  <a:pt x="2308356" y="104045"/>
                  <a:pt x="2305210" y="104369"/>
                  <a:pt x="2302434" y="104369"/>
                </a:cubicBezTo>
                <a:cubicBezTo>
                  <a:pt x="2297900" y="104369"/>
                  <a:pt x="2294384" y="103652"/>
                  <a:pt x="2291886" y="102218"/>
                </a:cubicBezTo>
                <a:cubicBezTo>
                  <a:pt x="2289388" y="100784"/>
                  <a:pt x="2287630" y="98898"/>
                  <a:pt x="2286612" y="96562"/>
                </a:cubicBezTo>
                <a:cubicBezTo>
                  <a:pt x="2285594" y="94226"/>
                  <a:pt x="2285086" y="89310"/>
                  <a:pt x="2285086" y="81816"/>
                </a:cubicBezTo>
                <a:lnTo>
                  <a:pt x="2285086" y="39416"/>
                </a:lnTo>
                <a:lnTo>
                  <a:pt x="2275925" y="39416"/>
                </a:lnTo>
                <a:lnTo>
                  <a:pt x="2275925" y="29701"/>
                </a:lnTo>
                <a:lnTo>
                  <a:pt x="2285086" y="29701"/>
                </a:lnTo>
                <a:lnTo>
                  <a:pt x="2285086" y="11400"/>
                </a:lnTo>
                <a:lnTo>
                  <a:pt x="2297507" y="3886"/>
                </a:lnTo>
                <a:lnTo>
                  <a:pt x="2297507" y="29701"/>
                </a:lnTo>
                <a:lnTo>
                  <a:pt x="2310067" y="29701"/>
                </a:lnTo>
                <a:lnTo>
                  <a:pt x="2310067" y="39416"/>
                </a:lnTo>
                <a:lnTo>
                  <a:pt x="2297507" y="39416"/>
                </a:lnTo>
                <a:lnTo>
                  <a:pt x="2297507" y="82510"/>
                </a:lnTo>
                <a:cubicBezTo>
                  <a:pt x="2297507" y="86072"/>
                  <a:pt x="2297727" y="88362"/>
                  <a:pt x="2298166" y="89380"/>
                </a:cubicBezTo>
                <a:cubicBezTo>
                  <a:pt x="2298606" y="90398"/>
                  <a:pt x="2299323" y="91207"/>
                  <a:pt x="2300318" y="91809"/>
                </a:cubicBezTo>
                <a:cubicBezTo>
                  <a:pt x="2301312" y="92410"/>
                  <a:pt x="2302735" y="92711"/>
                  <a:pt x="2304585" y="92711"/>
                </a:cubicBezTo>
                <a:cubicBezTo>
                  <a:pt x="2305973" y="92711"/>
                  <a:pt x="2307801" y="92595"/>
                  <a:pt x="2310067" y="92364"/>
                </a:cubicBezTo>
                <a:close/>
                <a:moveTo>
                  <a:pt x="2322374" y="16099"/>
                </a:moveTo>
                <a:lnTo>
                  <a:pt x="2322374" y="1665"/>
                </a:lnTo>
                <a:lnTo>
                  <a:pt x="2334865" y="1665"/>
                </a:lnTo>
                <a:lnTo>
                  <a:pt x="2334865" y="16099"/>
                </a:lnTo>
                <a:lnTo>
                  <a:pt x="2322374" y="16099"/>
                </a:lnTo>
                <a:moveTo>
                  <a:pt x="2322374" y="103397"/>
                </a:moveTo>
                <a:lnTo>
                  <a:pt x="2322374" y="29701"/>
                </a:lnTo>
                <a:lnTo>
                  <a:pt x="2334865" y="29701"/>
                </a:lnTo>
                <a:lnTo>
                  <a:pt x="2334865" y="103397"/>
                </a:lnTo>
                <a:lnTo>
                  <a:pt x="2322374" y="103397"/>
                </a:lnTo>
                <a:close/>
                <a:moveTo>
                  <a:pt x="2401946" y="94298"/>
                </a:moveTo>
                <a:cubicBezTo>
                  <a:pt x="2397319" y="98233"/>
                  <a:pt x="2392866" y="101011"/>
                  <a:pt x="2388587" y="102632"/>
                </a:cubicBezTo>
                <a:cubicBezTo>
                  <a:pt x="2384308" y="104253"/>
                  <a:pt x="2379716" y="105063"/>
                  <a:pt x="2374812" y="105063"/>
                </a:cubicBezTo>
                <a:cubicBezTo>
                  <a:pt x="2366716" y="105063"/>
                  <a:pt x="2360494" y="103084"/>
                  <a:pt x="2356145" y="99125"/>
                </a:cubicBezTo>
                <a:cubicBezTo>
                  <a:pt x="2351797" y="95167"/>
                  <a:pt x="2349622" y="90109"/>
                  <a:pt x="2349622" y="83952"/>
                </a:cubicBezTo>
                <a:cubicBezTo>
                  <a:pt x="2349622" y="80342"/>
                  <a:pt x="2350443" y="77044"/>
                  <a:pt x="2352086" y="74059"/>
                </a:cubicBezTo>
                <a:cubicBezTo>
                  <a:pt x="2353728" y="71072"/>
                  <a:pt x="2355879" y="68676"/>
                  <a:pt x="2358539" y="66870"/>
                </a:cubicBezTo>
                <a:cubicBezTo>
                  <a:pt x="2361199" y="65064"/>
                  <a:pt x="2364195" y="63699"/>
                  <a:pt x="2367526" y="62774"/>
                </a:cubicBezTo>
                <a:cubicBezTo>
                  <a:pt x="2369978" y="62125"/>
                  <a:pt x="2373679" y="61499"/>
                  <a:pt x="2378629" y="60898"/>
                </a:cubicBezTo>
                <a:cubicBezTo>
                  <a:pt x="2388714" y="59704"/>
                  <a:pt x="2396140" y="58280"/>
                  <a:pt x="2400905" y="56626"/>
                </a:cubicBezTo>
                <a:cubicBezTo>
                  <a:pt x="2400951" y="54921"/>
                  <a:pt x="2400974" y="53838"/>
                  <a:pt x="2400974" y="53377"/>
                </a:cubicBezTo>
                <a:cubicBezTo>
                  <a:pt x="2400974" y="48307"/>
                  <a:pt x="2399794" y="44735"/>
                  <a:pt x="2397435" y="42662"/>
                </a:cubicBezTo>
                <a:cubicBezTo>
                  <a:pt x="2394243" y="39850"/>
                  <a:pt x="2389501" y="38444"/>
                  <a:pt x="2383209" y="38444"/>
                </a:cubicBezTo>
                <a:cubicBezTo>
                  <a:pt x="2377334" y="38444"/>
                  <a:pt x="2372997" y="39474"/>
                  <a:pt x="2370198" y="41532"/>
                </a:cubicBezTo>
                <a:cubicBezTo>
                  <a:pt x="2367399" y="43591"/>
                  <a:pt x="2365328" y="47234"/>
                  <a:pt x="2363987" y="52462"/>
                </a:cubicBezTo>
                <a:lnTo>
                  <a:pt x="2351773" y="50797"/>
                </a:lnTo>
                <a:cubicBezTo>
                  <a:pt x="2352884" y="45553"/>
                  <a:pt x="2354711" y="41319"/>
                  <a:pt x="2357256" y="38093"/>
                </a:cubicBezTo>
                <a:cubicBezTo>
                  <a:pt x="2359800" y="34868"/>
                  <a:pt x="2363478" y="32385"/>
                  <a:pt x="2368289" y="30646"/>
                </a:cubicBezTo>
                <a:cubicBezTo>
                  <a:pt x="2373101" y="28906"/>
                  <a:pt x="2378675" y="28035"/>
                  <a:pt x="2385013" y="28035"/>
                </a:cubicBezTo>
                <a:cubicBezTo>
                  <a:pt x="2391305" y="28035"/>
                  <a:pt x="2396417" y="28776"/>
                  <a:pt x="2400349" y="30256"/>
                </a:cubicBezTo>
                <a:cubicBezTo>
                  <a:pt x="2404282" y="31736"/>
                  <a:pt x="2407173" y="33598"/>
                  <a:pt x="2409024" y="35842"/>
                </a:cubicBezTo>
                <a:cubicBezTo>
                  <a:pt x="2410874" y="38086"/>
                  <a:pt x="2412170" y="40919"/>
                  <a:pt x="2412910" y="44343"/>
                </a:cubicBezTo>
                <a:cubicBezTo>
                  <a:pt x="2413326" y="46471"/>
                  <a:pt x="2413534" y="50311"/>
                  <a:pt x="2413534" y="55862"/>
                </a:cubicBezTo>
                <a:lnTo>
                  <a:pt x="2413534" y="72517"/>
                </a:lnTo>
                <a:cubicBezTo>
                  <a:pt x="2413534" y="84129"/>
                  <a:pt x="2413800" y="91473"/>
                  <a:pt x="2414332" y="94550"/>
                </a:cubicBezTo>
                <a:cubicBezTo>
                  <a:pt x="2414864" y="97626"/>
                  <a:pt x="2415917" y="100575"/>
                  <a:pt x="2417490" y="103397"/>
                </a:cubicBezTo>
                <a:lnTo>
                  <a:pt x="2404444" y="103397"/>
                </a:lnTo>
                <a:cubicBezTo>
                  <a:pt x="2403148" y="100804"/>
                  <a:pt x="2402316" y="97771"/>
                  <a:pt x="2401946" y="94298"/>
                </a:cubicBezTo>
                <a:moveTo>
                  <a:pt x="2400905" y="66341"/>
                </a:moveTo>
                <a:cubicBezTo>
                  <a:pt x="2396371" y="68207"/>
                  <a:pt x="2389570" y="69793"/>
                  <a:pt x="2380503" y="71099"/>
                </a:cubicBezTo>
                <a:cubicBezTo>
                  <a:pt x="2375367" y="71842"/>
                  <a:pt x="2371736" y="72678"/>
                  <a:pt x="2369608" y="73608"/>
                </a:cubicBezTo>
                <a:cubicBezTo>
                  <a:pt x="2367480" y="74536"/>
                  <a:pt x="2365837" y="75895"/>
                  <a:pt x="2364681" y="77685"/>
                </a:cubicBezTo>
                <a:cubicBezTo>
                  <a:pt x="2363524" y="79473"/>
                  <a:pt x="2362946" y="81459"/>
                  <a:pt x="2362946" y="83642"/>
                </a:cubicBezTo>
                <a:cubicBezTo>
                  <a:pt x="2362946" y="86986"/>
                  <a:pt x="2364207" y="89773"/>
                  <a:pt x="2366728" y="92004"/>
                </a:cubicBezTo>
                <a:cubicBezTo>
                  <a:pt x="2369249" y="94233"/>
                  <a:pt x="2372939" y="95348"/>
                  <a:pt x="2377796" y="95348"/>
                </a:cubicBezTo>
                <a:cubicBezTo>
                  <a:pt x="2382608" y="95348"/>
                  <a:pt x="2386887" y="94290"/>
                  <a:pt x="2390634" y="92175"/>
                </a:cubicBezTo>
                <a:cubicBezTo>
                  <a:pt x="2394382" y="90060"/>
                  <a:pt x="2397134" y="87166"/>
                  <a:pt x="2398892" y="83494"/>
                </a:cubicBezTo>
                <a:cubicBezTo>
                  <a:pt x="2400234" y="80658"/>
                  <a:pt x="2400905" y="76474"/>
                  <a:pt x="2400905" y="70943"/>
                </a:cubicBezTo>
                <a:lnTo>
                  <a:pt x="2400905" y="66341"/>
                </a:lnTo>
                <a:close/>
                <a:moveTo>
                  <a:pt x="2432596" y="103397"/>
                </a:moveTo>
                <a:lnTo>
                  <a:pt x="2432596" y="1665"/>
                </a:lnTo>
                <a:lnTo>
                  <a:pt x="2445087" y="1665"/>
                </a:lnTo>
                <a:lnTo>
                  <a:pt x="2445087" y="103397"/>
                </a:lnTo>
                <a:lnTo>
                  <a:pt x="2432596" y="103397"/>
                </a:lnTo>
                <a:close/>
                <a:moveTo>
                  <a:pt x="2503933" y="103397"/>
                </a:moveTo>
                <a:lnTo>
                  <a:pt x="2503933" y="29701"/>
                </a:lnTo>
                <a:lnTo>
                  <a:pt x="2515175" y="29701"/>
                </a:lnTo>
                <a:lnTo>
                  <a:pt x="2515175" y="40110"/>
                </a:lnTo>
                <a:cubicBezTo>
                  <a:pt x="2520588" y="32060"/>
                  <a:pt x="2528407" y="28035"/>
                  <a:pt x="2538631" y="28035"/>
                </a:cubicBezTo>
                <a:cubicBezTo>
                  <a:pt x="2543072" y="28035"/>
                  <a:pt x="2547155" y="28833"/>
                  <a:pt x="2550879" y="30429"/>
                </a:cubicBezTo>
                <a:cubicBezTo>
                  <a:pt x="2554603" y="32025"/>
                  <a:pt x="2557390" y="34119"/>
                  <a:pt x="2559241" y="36710"/>
                </a:cubicBezTo>
                <a:cubicBezTo>
                  <a:pt x="2561091" y="39300"/>
                  <a:pt x="2562387" y="42377"/>
                  <a:pt x="2563127" y="45939"/>
                </a:cubicBezTo>
                <a:cubicBezTo>
                  <a:pt x="2563589" y="48252"/>
                  <a:pt x="2563821" y="52300"/>
                  <a:pt x="2563821" y="58083"/>
                </a:cubicBezTo>
                <a:lnTo>
                  <a:pt x="2563821" y="103397"/>
                </a:lnTo>
                <a:lnTo>
                  <a:pt x="2551330" y="103397"/>
                </a:lnTo>
                <a:lnTo>
                  <a:pt x="2551330" y="58521"/>
                </a:lnTo>
                <a:cubicBezTo>
                  <a:pt x="2551330" y="53426"/>
                  <a:pt x="2550844" y="49617"/>
                  <a:pt x="2549872" y="47093"/>
                </a:cubicBezTo>
                <a:cubicBezTo>
                  <a:pt x="2548901" y="44568"/>
                  <a:pt x="2547178" y="42554"/>
                  <a:pt x="2544703" y="41049"/>
                </a:cubicBezTo>
                <a:cubicBezTo>
                  <a:pt x="2542228" y="39544"/>
                  <a:pt x="2539325" y="38791"/>
                  <a:pt x="2535994" y="38791"/>
                </a:cubicBezTo>
                <a:cubicBezTo>
                  <a:pt x="2530673" y="38791"/>
                  <a:pt x="2526082" y="40482"/>
                  <a:pt x="2522219" y="43864"/>
                </a:cubicBezTo>
                <a:cubicBezTo>
                  <a:pt x="2518356" y="47244"/>
                  <a:pt x="2516424" y="53658"/>
                  <a:pt x="2516424" y="63105"/>
                </a:cubicBezTo>
                <a:lnTo>
                  <a:pt x="2516424" y="103397"/>
                </a:lnTo>
                <a:lnTo>
                  <a:pt x="2503933" y="103397"/>
                </a:lnTo>
                <a:close/>
                <a:moveTo>
                  <a:pt x="2631042" y="94298"/>
                </a:moveTo>
                <a:cubicBezTo>
                  <a:pt x="2626416" y="98233"/>
                  <a:pt x="2621963" y="101011"/>
                  <a:pt x="2617684" y="102632"/>
                </a:cubicBezTo>
                <a:cubicBezTo>
                  <a:pt x="2613404" y="104253"/>
                  <a:pt x="2608813" y="105063"/>
                  <a:pt x="2603909" y="105063"/>
                </a:cubicBezTo>
                <a:cubicBezTo>
                  <a:pt x="2595813" y="105063"/>
                  <a:pt x="2589591" y="103084"/>
                  <a:pt x="2585242" y="99125"/>
                </a:cubicBezTo>
                <a:cubicBezTo>
                  <a:pt x="2580893" y="95167"/>
                  <a:pt x="2578719" y="90109"/>
                  <a:pt x="2578719" y="83952"/>
                </a:cubicBezTo>
                <a:cubicBezTo>
                  <a:pt x="2578719" y="80342"/>
                  <a:pt x="2579540" y="77044"/>
                  <a:pt x="2581182" y="74059"/>
                </a:cubicBezTo>
                <a:cubicBezTo>
                  <a:pt x="2582825" y="71072"/>
                  <a:pt x="2584976" y="68676"/>
                  <a:pt x="2587636" y="66870"/>
                </a:cubicBezTo>
                <a:cubicBezTo>
                  <a:pt x="2590296" y="65064"/>
                  <a:pt x="2593292" y="63699"/>
                  <a:pt x="2596623" y="62774"/>
                </a:cubicBezTo>
                <a:cubicBezTo>
                  <a:pt x="2599075" y="62125"/>
                  <a:pt x="2602776" y="61499"/>
                  <a:pt x="2607726" y="60898"/>
                </a:cubicBezTo>
                <a:cubicBezTo>
                  <a:pt x="2617811" y="59704"/>
                  <a:pt x="2625236" y="58280"/>
                  <a:pt x="2630001" y="56626"/>
                </a:cubicBezTo>
                <a:cubicBezTo>
                  <a:pt x="2630047" y="54921"/>
                  <a:pt x="2630071" y="53838"/>
                  <a:pt x="2630071" y="53377"/>
                </a:cubicBezTo>
                <a:cubicBezTo>
                  <a:pt x="2630071" y="48307"/>
                  <a:pt x="2628891" y="44735"/>
                  <a:pt x="2626532" y="42662"/>
                </a:cubicBezTo>
                <a:cubicBezTo>
                  <a:pt x="2623339" y="39850"/>
                  <a:pt x="2618597" y="38444"/>
                  <a:pt x="2612306" y="38444"/>
                </a:cubicBezTo>
                <a:cubicBezTo>
                  <a:pt x="2606430" y="38444"/>
                  <a:pt x="2602093" y="39474"/>
                  <a:pt x="2599294" y="41532"/>
                </a:cubicBezTo>
                <a:cubicBezTo>
                  <a:pt x="2596495" y="43591"/>
                  <a:pt x="2594425" y="47234"/>
                  <a:pt x="2593083" y="52462"/>
                </a:cubicBezTo>
                <a:lnTo>
                  <a:pt x="2580870" y="50797"/>
                </a:lnTo>
                <a:cubicBezTo>
                  <a:pt x="2581980" y="45553"/>
                  <a:pt x="2583808" y="41319"/>
                  <a:pt x="2586352" y="38093"/>
                </a:cubicBezTo>
                <a:cubicBezTo>
                  <a:pt x="2588897" y="34868"/>
                  <a:pt x="2592575" y="32385"/>
                  <a:pt x="2597386" y="30646"/>
                </a:cubicBezTo>
                <a:cubicBezTo>
                  <a:pt x="2602197" y="28906"/>
                  <a:pt x="2607772" y="28035"/>
                  <a:pt x="2614110" y="28035"/>
                </a:cubicBezTo>
                <a:cubicBezTo>
                  <a:pt x="2620402" y="28035"/>
                  <a:pt x="2625514" y="28776"/>
                  <a:pt x="2629446" y="30256"/>
                </a:cubicBezTo>
                <a:cubicBezTo>
                  <a:pt x="2633378" y="31736"/>
                  <a:pt x="2636270" y="33598"/>
                  <a:pt x="2638120" y="35842"/>
                </a:cubicBezTo>
                <a:cubicBezTo>
                  <a:pt x="2639971" y="38086"/>
                  <a:pt x="2641266" y="40919"/>
                  <a:pt x="2642006" y="44343"/>
                </a:cubicBezTo>
                <a:cubicBezTo>
                  <a:pt x="2642423" y="46471"/>
                  <a:pt x="2642631" y="50311"/>
                  <a:pt x="2642631" y="55862"/>
                </a:cubicBezTo>
                <a:lnTo>
                  <a:pt x="2642631" y="72517"/>
                </a:lnTo>
                <a:cubicBezTo>
                  <a:pt x="2642631" y="84129"/>
                  <a:pt x="2642897" y="91473"/>
                  <a:pt x="2643429" y="94550"/>
                </a:cubicBezTo>
                <a:cubicBezTo>
                  <a:pt x="2643961" y="97626"/>
                  <a:pt x="2645014" y="100575"/>
                  <a:pt x="2646586" y="103397"/>
                </a:cubicBezTo>
                <a:lnTo>
                  <a:pt x="2633540" y="103397"/>
                </a:lnTo>
                <a:cubicBezTo>
                  <a:pt x="2632245" y="100804"/>
                  <a:pt x="2631412" y="97771"/>
                  <a:pt x="2631042" y="94298"/>
                </a:cubicBezTo>
                <a:moveTo>
                  <a:pt x="2630001" y="66341"/>
                </a:moveTo>
                <a:cubicBezTo>
                  <a:pt x="2625467" y="68207"/>
                  <a:pt x="2618667" y="69793"/>
                  <a:pt x="2609599" y="71099"/>
                </a:cubicBezTo>
                <a:cubicBezTo>
                  <a:pt x="2604464" y="71842"/>
                  <a:pt x="2600832" y="72678"/>
                  <a:pt x="2598704" y="73608"/>
                </a:cubicBezTo>
                <a:cubicBezTo>
                  <a:pt x="2596576" y="74536"/>
                  <a:pt x="2594934" y="75895"/>
                  <a:pt x="2593777" y="77685"/>
                </a:cubicBezTo>
                <a:cubicBezTo>
                  <a:pt x="2592621" y="79473"/>
                  <a:pt x="2592043" y="81459"/>
                  <a:pt x="2592043" y="83642"/>
                </a:cubicBezTo>
                <a:cubicBezTo>
                  <a:pt x="2592043" y="86986"/>
                  <a:pt x="2593303" y="89773"/>
                  <a:pt x="2595825" y="92004"/>
                </a:cubicBezTo>
                <a:cubicBezTo>
                  <a:pt x="2598346" y="94233"/>
                  <a:pt x="2602035" y="95348"/>
                  <a:pt x="2606893" y="95348"/>
                </a:cubicBezTo>
                <a:cubicBezTo>
                  <a:pt x="2611704" y="95348"/>
                  <a:pt x="2615984" y="94290"/>
                  <a:pt x="2619731" y="92175"/>
                </a:cubicBezTo>
                <a:cubicBezTo>
                  <a:pt x="2623478" y="90060"/>
                  <a:pt x="2626231" y="87166"/>
                  <a:pt x="2627989" y="83494"/>
                </a:cubicBezTo>
                <a:cubicBezTo>
                  <a:pt x="2629330" y="80658"/>
                  <a:pt x="2630001" y="76474"/>
                  <a:pt x="2630001" y="70943"/>
                </a:cubicBezTo>
                <a:lnTo>
                  <a:pt x="2630001" y="66341"/>
                </a:lnTo>
                <a:close/>
                <a:moveTo>
                  <a:pt x="2682441" y="103397"/>
                </a:moveTo>
                <a:lnTo>
                  <a:pt x="2654406" y="29701"/>
                </a:lnTo>
                <a:lnTo>
                  <a:pt x="2667591" y="29701"/>
                </a:lnTo>
                <a:lnTo>
                  <a:pt x="2683413" y="73836"/>
                </a:lnTo>
                <a:cubicBezTo>
                  <a:pt x="2685125" y="78601"/>
                  <a:pt x="2686698" y="83551"/>
                  <a:pt x="2688132" y="88686"/>
                </a:cubicBezTo>
                <a:cubicBezTo>
                  <a:pt x="2689242" y="84800"/>
                  <a:pt x="2690792" y="80127"/>
                  <a:pt x="2692781" y="74668"/>
                </a:cubicBezTo>
                <a:lnTo>
                  <a:pt x="2709158" y="29701"/>
                </a:lnTo>
                <a:lnTo>
                  <a:pt x="2721996" y="29701"/>
                </a:lnTo>
                <a:lnTo>
                  <a:pt x="2694100" y="103397"/>
                </a:lnTo>
                <a:lnTo>
                  <a:pt x="2682441" y="103397"/>
                </a:lnTo>
                <a:close/>
                <a:moveTo>
                  <a:pt x="2733099" y="16099"/>
                </a:moveTo>
                <a:lnTo>
                  <a:pt x="2733099" y="1665"/>
                </a:lnTo>
                <a:lnTo>
                  <a:pt x="2745590" y="1665"/>
                </a:lnTo>
                <a:lnTo>
                  <a:pt x="2745590" y="16099"/>
                </a:lnTo>
                <a:lnTo>
                  <a:pt x="2733099" y="16099"/>
                </a:lnTo>
                <a:moveTo>
                  <a:pt x="2733099" y="103397"/>
                </a:moveTo>
                <a:lnTo>
                  <a:pt x="2733099" y="29701"/>
                </a:lnTo>
                <a:lnTo>
                  <a:pt x="2745590" y="29701"/>
                </a:lnTo>
                <a:lnTo>
                  <a:pt x="2745590" y="103397"/>
                </a:lnTo>
                <a:lnTo>
                  <a:pt x="2733099" y="103397"/>
                </a:lnTo>
                <a:close/>
                <a:moveTo>
                  <a:pt x="2762290" y="109504"/>
                </a:moveTo>
                <a:lnTo>
                  <a:pt x="2774434" y="111308"/>
                </a:lnTo>
                <a:cubicBezTo>
                  <a:pt x="2774943" y="115056"/>
                  <a:pt x="2776354" y="117785"/>
                  <a:pt x="2778667" y="119497"/>
                </a:cubicBezTo>
                <a:cubicBezTo>
                  <a:pt x="2781767" y="121810"/>
                  <a:pt x="2786000" y="122967"/>
                  <a:pt x="2791367" y="122967"/>
                </a:cubicBezTo>
                <a:cubicBezTo>
                  <a:pt x="2797149" y="122967"/>
                  <a:pt x="2801614" y="121807"/>
                  <a:pt x="2804760" y="119488"/>
                </a:cubicBezTo>
                <a:cubicBezTo>
                  <a:pt x="2807905" y="117171"/>
                  <a:pt x="2810034" y="113925"/>
                  <a:pt x="2811144" y="109751"/>
                </a:cubicBezTo>
                <a:cubicBezTo>
                  <a:pt x="2811792" y="107203"/>
                  <a:pt x="2812092" y="101848"/>
                  <a:pt x="2812046" y="93687"/>
                </a:cubicBezTo>
                <a:cubicBezTo>
                  <a:pt x="2806587" y="100161"/>
                  <a:pt x="2799786" y="103397"/>
                  <a:pt x="2791644" y="103397"/>
                </a:cubicBezTo>
                <a:cubicBezTo>
                  <a:pt x="2781513" y="103397"/>
                  <a:pt x="2773671" y="99743"/>
                  <a:pt x="2768119" y="92433"/>
                </a:cubicBezTo>
                <a:cubicBezTo>
                  <a:pt x="2762568" y="85124"/>
                  <a:pt x="2759792" y="76357"/>
                  <a:pt x="2759792" y="66133"/>
                </a:cubicBezTo>
                <a:cubicBezTo>
                  <a:pt x="2759792" y="59101"/>
                  <a:pt x="2761064" y="52612"/>
                  <a:pt x="2763609" y="46668"/>
                </a:cubicBezTo>
                <a:cubicBezTo>
                  <a:pt x="2766153" y="40723"/>
                  <a:pt x="2769843" y="36131"/>
                  <a:pt x="2774677" y="32893"/>
                </a:cubicBezTo>
                <a:cubicBezTo>
                  <a:pt x="2779512" y="29654"/>
                  <a:pt x="2785190" y="28035"/>
                  <a:pt x="2791713" y="28035"/>
                </a:cubicBezTo>
                <a:cubicBezTo>
                  <a:pt x="2800411" y="28035"/>
                  <a:pt x="2807582" y="31574"/>
                  <a:pt x="2813226" y="38653"/>
                </a:cubicBezTo>
                <a:lnTo>
                  <a:pt x="2813226" y="29701"/>
                </a:lnTo>
                <a:lnTo>
                  <a:pt x="2824745" y="29701"/>
                </a:lnTo>
                <a:lnTo>
                  <a:pt x="2824745" y="93448"/>
                </a:lnTo>
                <a:cubicBezTo>
                  <a:pt x="2824745" y="104928"/>
                  <a:pt x="2823577" y="113064"/>
                  <a:pt x="2821241" y="117855"/>
                </a:cubicBezTo>
                <a:cubicBezTo>
                  <a:pt x="2818904" y="122646"/>
                  <a:pt x="2815203" y="126431"/>
                  <a:pt x="2810138" y="129208"/>
                </a:cubicBezTo>
                <a:cubicBezTo>
                  <a:pt x="2805072" y="131986"/>
                  <a:pt x="2798838" y="133376"/>
                  <a:pt x="2791436" y="133376"/>
                </a:cubicBezTo>
                <a:cubicBezTo>
                  <a:pt x="2782646" y="133376"/>
                  <a:pt x="2775545" y="131392"/>
                  <a:pt x="2770132" y="127425"/>
                </a:cubicBezTo>
                <a:cubicBezTo>
                  <a:pt x="2764719" y="123458"/>
                  <a:pt x="2762105" y="117485"/>
                  <a:pt x="2762290" y="109504"/>
                </a:cubicBezTo>
                <a:moveTo>
                  <a:pt x="2772630" y="65233"/>
                </a:moveTo>
                <a:cubicBezTo>
                  <a:pt x="2772630" y="74877"/>
                  <a:pt x="2774550" y="81914"/>
                  <a:pt x="2778390" y="86344"/>
                </a:cubicBezTo>
                <a:cubicBezTo>
                  <a:pt x="2782230" y="90774"/>
                  <a:pt x="2787041" y="92988"/>
                  <a:pt x="2792824" y="92988"/>
                </a:cubicBezTo>
                <a:cubicBezTo>
                  <a:pt x="2798560" y="92988"/>
                  <a:pt x="2803372" y="90785"/>
                  <a:pt x="2807258" y="86379"/>
                </a:cubicBezTo>
                <a:cubicBezTo>
                  <a:pt x="2811144" y="81972"/>
                  <a:pt x="2813087" y="75061"/>
                  <a:pt x="2813087" y="65647"/>
                </a:cubicBezTo>
                <a:cubicBezTo>
                  <a:pt x="2813087" y="56649"/>
                  <a:pt x="2811086" y="49866"/>
                  <a:pt x="2807084" y="45297"/>
                </a:cubicBezTo>
                <a:cubicBezTo>
                  <a:pt x="2803083" y="40729"/>
                  <a:pt x="2798260" y="38444"/>
                  <a:pt x="2792616" y="38444"/>
                </a:cubicBezTo>
                <a:cubicBezTo>
                  <a:pt x="2787064" y="38444"/>
                  <a:pt x="2782345" y="40694"/>
                  <a:pt x="2778459" y="45193"/>
                </a:cubicBezTo>
                <a:cubicBezTo>
                  <a:pt x="2774573" y="49692"/>
                  <a:pt x="2772630" y="56372"/>
                  <a:pt x="2772630" y="65233"/>
                </a:cubicBezTo>
                <a:close/>
                <a:moveTo>
                  <a:pt x="2891689" y="94298"/>
                </a:moveTo>
                <a:cubicBezTo>
                  <a:pt x="2887063" y="98233"/>
                  <a:pt x="2882610" y="101011"/>
                  <a:pt x="2878331" y="102632"/>
                </a:cubicBezTo>
                <a:cubicBezTo>
                  <a:pt x="2874052" y="104253"/>
                  <a:pt x="2869460" y="105063"/>
                  <a:pt x="2864556" y="105063"/>
                </a:cubicBezTo>
                <a:cubicBezTo>
                  <a:pt x="2856460" y="105063"/>
                  <a:pt x="2850238" y="103084"/>
                  <a:pt x="2845889" y="99125"/>
                </a:cubicBezTo>
                <a:cubicBezTo>
                  <a:pt x="2841540" y="95167"/>
                  <a:pt x="2839366" y="90109"/>
                  <a:pt x="2839366" y="83952"/>
                </a:cubicBezTo>
                <a:cubicBezTo>
                  <a:pt x="2839366" y="80342"/>
                  <a:pt x="2840187" y="77044"/>
                  <a:pt x="2841829" y="74059"/>
                </a:cubicBezTo>
                <a:cubicBezTo>
                  <a:pt x="2843472" y="71072"/>
                  <a:pt x="2845623" y="68676"/>
                  <a:pt x="2848283" y="66870"/>
                </a:cubicBezTo>
                <a:cubicBezTo>
                  <a:pt x="2850943" y="65064"/>
                  <a:pt x="2853939" y="63699"/>
                  <a:pt x="2857270" y="62774"/>
                </a:cubicBezTo>
                <a:cubicBezTo>
                  <a:pt x="2859722" y="62125"/>
                  <a:pt x="2863423" y="61499"/>
                  <a:pt x="2868373" y="60898"/>
                </a:cubicBezTo>
                <a:cubicBezTo>
                  <a:pt x="2878458" y="59704"/>
                  <a:pt x="2885883" y="58280"/>
                  <a:pt x="2890648" y="56626"/>
                </a:cubicBezTo>
                <a:cubicBezTo>
                  <a:pt x="2890695" y="54921"/>
                  <a:pt x="2890718" y="53838"/>
                  <a:pt x="2890718" y="53377"/>
                </a:cubicBezTo>
                <a:cubicBezTo>
                  <a:pt x="2890718" y="48307"/>
                  <a:pt x="2889538" y="44735"/>
                  <a:pt x="2887179" y="42662"/>
                </a:cubicBezTo>
                <a:cubicBezTo>
                  <a:pt x="2883987" y="39850"/>
                  <a:pt x="2879245" y="38444"/>
                  <a:pt x="2872953" y="38444"/>
                </a:cubicBezTo>
                <a:cubicBezTo>
                  <a:pt x="2867077" y="38444"/>
                  <a:pt x="2862740" y="39474"/>
                  <a:pt x="2859941" y="41532"/>
                </a:cubicBezTo>
                <a:cubicBezTo>
                  <a:pt x="2857142" y="43591"/>
                  <a:pt x="2855072" y="47234"/>
                  <a:pt x="2853731" y="52462"/>
                </a:cubicBezTo>
                <a:lnTo>
                  <a:pt x="2841517" y="50797"/>
                </a:lnTo>
                <a:cubicBezTo>
                  <a:pt x="2842628" y="45553"/>
                  <a:pt x="2844455" y="41319"/>
                  <a:pt x="2846999" y="38093"/>
                </a:cubicBezTo>
                <a:cubicBezTo>
                  <a:pt x="2849544" y="34868"/>
                  <a:pt x="2853222" y="32385"/>
                  <a:pt x="2858033" y="30646"/>
                </a:cubicBezTo>
                <a:cubicBezTo>
                  <a:pt x="2862844" y="28906"/>
                  <a:pt x="2868419" y="28035"/>
                  <a:pt x="2874757" y="28035"/>
                </a:cubicBezTo>
                <a:cubicBezTo>
                  <a:pt x="2881049" y="28035"/>
                  <a:pt x="2886161" y="28776"/>
                  <a:pt x="2890093" y="30256"/>
                </a:cubicBezTo>
                <a:cubicBezTo>
                  <a:pt x="2894026" y="31736"/>
                  <a:pt x="2896917" y="33598"/>
                  <a:pt x="2898768" y="35842"/>
                </a:cubicBezTo>
                <a:cubicBezTo>
                  <a:pt x="2900618" y="38086"/>
                  <a:pt x="2901913" y="40919"/>
                  <a:pt x="2902654" y="44343"/>
                </a:cubicBezTo>
                <a:cubicBezTo>
                  <a:pt x="2903070" y="46471"/>
                  <a:pt x="2903278" y="50311"/>
                  <a:pt x="2903278" y="55862"/>
                </a:cubicBezTo>
                <a:lnTo>
                  <a:pt x="2903278" y="72517"/>
                </a:lnTo>
                <a:cubicBezTo>
                  <a:pt x="2903278" y="84129"/>
                  <a:pt x="2903544" y="91473"/>
                  <a:pt x="2904076" y="94550"/>
                </a:cubicBezTo>
                <a:cubicBezTo>
                  <a:pt x="2904608" y="97626"/>
                  <a:pt x="2905661" y="100575"/>
                  <a:pt x="2907234" y="103397"/>
                </a:cubicBezTo>
                <a:lnTo>
                  <a:pt x="2894187" y="103397"/>
                </a:lnTo>
                <a:cubicBezTo>
                  <a:pt x="2892892" y="100804"/>
                  <a:pt x="2892059" y="97771"/>
                  <a:pt x="2891689" y="94298"/>
                </a:cubicBezTo>
                <a:moveTo>
                  <a:pt x="2890648" y="66341"/>
                </a:moveTo>
                <a:cubicBezTo>
                  <a:pt x="2886115" y="68207"/>
                  <a:pt x="2879314" y="69793"/>
                  <a:pt x="2870246" y="71099"/>
                </a:cubicBezTo>
                <a:cubicBezTo>
                  <a:pt x="2865111" y="71842"/>
                  <a:pt x="2861480" y="72678"/>
                  <a:pt x="2859352" y="73608"/>
                </a:cubicBezTo>
                <a:cubicBezTo>
                  <a:pt x="2857223" y="74536"/>
                  <a:pt x="2855581" y="75895"/>
                  <a:pt x="2854425" y="77685"/>
                </a:cubicBezTo>
                <a:cubicBezTo>
                  <a:pt x="2853268" y="79473"/>
                  <a:pt x="2852690" y="81459"/>
                  <a:pt x="2852690" y="83642"/>
                </a:cubicBezTo>
                <a:cubicBezTo>
                  <a:pt x="2852690" y="86986"/>
                  <a:pt x="2853950" y="89773"/>
                  <a:pt x="2856472" y="92004"/>
                </a:cubicBezTo>
                <a:cubicBezTo>
                  <a:pt x="2858993" y="94233"/>
                  <a:pt x="2862682" y="95348"/>
                  <a:pt x="2867540" y="95348"/>
                </a:cubicBezTo>
                <a:cubicBezTo>
                  <a:pt x="2872351" y="95348"/>
                  <a:pt x="2876631" y="94290"/>
                  <a:pt x="2880378" y="92175"/>
                </a:cubicBezTo>
                <a:cubicBezTo>
                  <a:pt x="2884125" y="90060"/>
                  <a:pt x="2886878" y="87166"/>
                  <a:pt x="2888636" y="83494"/>
                </a:cubicBezTo>
                <a:cubicBezTo>
                  <a:pt x="2889978" y="80658"/>
                  <a:pt x="2890648" y="76474"/>
                  <a:pt x="2890648" y="70943"/>
                </a:cubicBezTo>
                <a:lnTo>
                  <a:pt x="2890648" y="66341"/>
                </a:lnTo>
                <a:close/>
                <a:moveTo>
                  <a:pt x="2949889" y="92364"/>
                </a:moveTo>
                <a:lnTo>
                  <a:pt x="2951693" y="103397"/>
                </a:lnTo>
                <a:cubicBezTo>
                  <a:pt x="2948177" y="104045"/>
                  <a:pt x="2945032" y="104369"/>
                  <a:pt x="2942256" y="104369"/>
                </a:cubicBezTo>
                <a:cubicBezTo>
                  <a:pt x="2937722" y="104369"/>
                  <a:pt x="2934206" y="103652"/>
                  <a:pt x="2931708" y="102218"/>
                </a:cubicBezTo>
                <a:cubicBezTo>
                  <a:pt x="2929210" y="100784"/>
                  <a:pt x="2927452" y="98898"/>
                  <a:pt x="2926434" y="96562"/>
                </a:cubicBezTo>
                <a:cubicBezTo>
                  <a:pt x="2925416" y="94226"/>
                  <a:pt x="2924907" y="89310"/>
                  <a:pt x="2924907" y="81816"/>
                </a:cubicBezTo>
                <a:lnTo>
                  <a:pt x="2924907" y="39416"/>
                </a:lnTo>
                <a:lnTo>
                  <a:pt x="2915747" y="39416"/>
                </a:lnTo>
                <a:lnTo>
                  <a:pt x="2915747" y="29701"/>
                </a:lnTo>
                <a:lnTo>
                  <a:pt x="2924907" y="29701"/>
                </a:lnTo>
                <a:lnTo>
                  <a:pt x="2924907" y="11400"/>
                </a:lnTo>
                <a:lnTo>
                  <a:pt x="2937329" y="3886"/>
                </a:lnTo>
                <a:lnTo>
                  <a:pt x="2937329" y="29701"/>
                </a:lnTo>
                <a:lnTo>
                  <a:pt x="2949889" y="29701"/>
                </a:lnTo>
                <a:lnTo>
                  <a:pt x="2949889" y="39416"/>
                </a:lnTo>
                <a:lnTo>
                  <a:pt x="2937329" y="39416"/>
                </a:lnTo>
                <a:lnTo>
                  <a:pt x="2937329" y="82510"/>
                </a:lnTo>
                <a:cubicBezTo>
                  <a:pt x="2937329" y="86072"/>
                  <a:pt x="2937549" y="88362"/>
                  <a:pt x="2937988" y="89380"/>
                </a:cubicBezTo>
                <a:cubicBezTo>
                  <a:pt x="2938428" y="90398"/>
                  <a:pt x="2939145" y="91207"/>
                  <a:pt x="2940139" y="91809"/>
                </a:cubicBezTo>
                <a:cubicBezTo>
                  <a:pt x="2941134" y="92410"/>
                  <a:pt x="2942557" y="92711"/>
                  <a:pt x="2944407" y="92711"/>
                </a:cubicBezTo>
                <a:cubicBezTo>
                  <a:pt x="2945795" y="92711"/>
                  <a:pt x="2947622" y="92595"/>
                  <a:pt x="2949889" y="92364"/>
                </a:cubicBezTo>
                <a:close/>
                <a:moveTo>
                  <a:pt x="2962196" y="16099"/>
                </a:moveTo>
                <a:lnTo>
                  <a:pt x="2962196" y="1665"/>
                </a:lnTo>
                <a:lnTo>
                  <a:pt x="2974687" y="1665"/>
                </a:lnTo>
                <a:lnTo>
                  <a:pt x="2974687" y="16099"/>
                </a:lnTo>
                <a:lnTo>
                  <a:pt x="2962196" y="16099"/>
                </a:lnTo>
                <a:moveTo>
                  <a:pt x="2962196" y="103397"/>
                </a:moveTo>
                <a:lnTo>
                  <a:pt x="2962196" y="29701"/>
                </a:lnTo>
                <a:lnTo>
                  <a:pt x="2974687" y="29701"/>
                </a:lnTo>
                <a:lnTo>
                  <a:pt x="2974687" y="103397"/>
                </a:lnTo>
                <a:lnTo>
                  <a:pt x="2962196" y="103397"/>
                </a:lnTo>
                <a:close/>
                <a:moveTo>
                  <a:pt x="2989028" y="66549"/>
                </a:moveTo>
                <a:cubicBezTo>
                  <a:pt x="2989028" y="52902"/>
                  <a:pt x="2992821" y="42793"/>
                  <a:pt x="3000408" y="36224"/>
                </a:cubicBezTo>
                <a:cubicBezTo>
                  <a:pt x="3006746" y="30765"/>
                  <a:pt x="3014472" y="28035"/>
                  <a:pt x="3023586" y="28035"/>
                </a:cubicBezTo>
                <a:cubicBezTo>
                  <a:pt x="3033717" y="28035"/>
                  <a:pt x="3041999" y="31355"/>
                  <a:pt x="3048429" y="37993"/>
                </a:cubicBezTo>
                <a:cubicBezTo>
                  <a:pt x="3054860" y="44632"/>
                  <a:pt x="3058075" y="53804"/>
                  <a:pt x="3058075" y="65508"/>
                </a:cubicBezTo>
                <a:cubicBezTo>
                  <a:pt x="3058075" y="74992"/>
                  <a:pt x="3056652" y="82452"/>
                  <a:pt x="3053807" y="87888"/>
                </a:cubicBezTo>
                <a:cubicBezTo>
                  <a:pt x="3050962" y="93324"/>
                  <a:pt x="3046821" y="97545"/>
                  <a:pt x="3041386" y="100552"/>
                </a:cubicBezTo>
                <a:cubicBezTo>
                  <a:pt x="3035950" y="103559"/>
                  <a:pt x="3030016" y="105063"/>
                  <a:pt x="3023586" y="105063"/>
                </a:cubicBezTo>
                <a:cubicBezTo>
                  <a:pt x="3013269" y="105063"/>
                  <a:pt x="3004930" y="101755"/>
                  <a:pt x="2998569" y="95140"/>
                </a:cubicBezTo>
                <a:cubicBezTo>
                  <a:pt x="2992208" y="88524"/>
                  <a:pt x="2989028" y="78994"/>
                  <a:pt x="2989028" y="66549"/>
                </a:cubicBezTo>
                <a:moveTo>
                  <a:pt x="3001865" y="66514"/>
                </a:moveTo>
                <a:cubicBezTo>
                  <a:pt x="3001865" y="75917"/>
                  <a:pt x="3003924" y="82958"/>
                  <a:pt x="3008042" y="87636"/>
                </a:cubicBezTo>
                <a:cubicBezTo>
                  <a:pt x="3012159" y="92315"/>
                  <a:pt x="3017340" y="94654"/>
                  <a:pt x="3023586" y="94654"/>
                </a:cubicBezTo>
                <a:cubicBezTo>
                  <a:pt x="3029785" y="94654"/>
                  <a:pt x="3034943" y="92303"/>
                  <a:pt x="3039061" y="87602"/>
                </a:cubicBezTo>
                <a:cubicBezTo>
                  <a:pt x="3043178" y="82900"/>
                  <a:pt x="3045237" y="75733"/>
                  <a:pt x="3045237" y="66100"/>
                </a:cubicBezTo>
                <a:cubicBezTo>
                  <a:pt x="3045237" y="57020"/>
                  <a:pt x="3043167" y="50140"/>
                  <a:pt x="3039026" y="45462"/>
                </a:cubicBezTo>
                <a:cubicBezTo>
                  <a:pt x="3034886" y="40784"/>
                  <a:pt x="3029739" y="38444"/>
                  <a:pt x="3023586" y="38444"/>
                </a:cubicBezTo>
                <a:cubicBezTo>
                  <a:pt x="3017340" y="38444"/>
                  <a:pt x="3012159" y="40772"/>
                  <a:pt x="3008042" y="45427"/>
                </a:cubicBezTo>
                <a:cubicBezTo>
                  <a:pt x="3003924" y="50082"/>
                  <a:pt x="3001865" y="57111"/>
                  <a:pt x="3001865" y="66514"/>
                </a:cubicBezTo>
                <a:close/>
                <a:moveTo>
                  <a:pt x="3072696" y="103397"/>
                </a:moveTo>
                <a:lnTo>
                  <a:pt x="3072696" y="29701"/>
                </a:lnTo>
                <a:lnTo>
                  <a:pt x="3083938" y="29701"/>
                </a:lnTo>
                <a:lnTo>
                  <a:pt x="3083938" y="40110"/>
                </a:lnTo>
                <a:cubicBezTo>
                  <a:pt x="3089350" y="32060"/>
                  <a:pt x="3097169" y="28035"/>
                  <a:pt x="3107393" y="28035"/>
                </a:cubicBezTo>
                <a:cubicBezTo>
                  <a:pt x="3111834" y="28035"/>
                  <a:pt x="3115917" y="28833"/>
                  <a:pt x="3119641" y="30429"/>
                </a:cubicBezTo>
                <a:cubicBezTo>
                  <a:pt x="3123365" y="32025"/>
                  <a:pt x="3126152" y="34119"/>
                  <a:pt x="3128003" y="36710"/>
                </a:cubicBezTo>
                <a:cubicBezTo>
                  <a:pt x="3129853" y="39300"/>
                  <a:pt x="3131149" y="42377"/>
                  <a:pt x="3131889" y="45939"/>
                </a:cubicBezTo>
                <a:cubicBezTo>
                  <a:pt x="3132352" y="48252"/>
                  <a:pt x="3132583" y="52300"/>
                  <a:pt x="3132583" y="58083"/>
                </a:cubicBezTo>
                <a:lnTo>
                  <a:pt x="3132583" y="103397"/>
                </a:lnTo>
                <a:lnTo>
                  <a:pt x="3120092" y="103397"/>
                </a:lnTo>
                <a:lnTo>
                  <a:pt x="3120092" y="58521"/>
                </a:lnTo>
                <a:cubicBezTo>
                  <a:pt x="3120092" y="53426"/>
                  <a:pt x="3119606" y="49617"/>
                  <a:pt x="3118635" y="47093"/>
                </a:cubicBezTo>
                <a:cubicBezTo>
                  <a:pt x="3117663" y="44568"/>
                  <a:pt x="3115940" y="42554"/>
                  <a:pt x="3113465" y="41049"/>
                </a:cubicBezTo>
                <a:cubicBezTo>
                  <a:pt x="3110990" y="39544"/>
                  <a:pt x="3108087" y="38791"/>
                  <a:pt x="3104756" y="38791"/>
                </a:cubicBezTo>
                <a:cubicBezTo>
                  <a:pt x="3099436" y="38791"/>
                  <a:pt x="3094844" y="40482"/>
                  <a:pt x="3090981" y="43864"/>
                </a:cubicBezTo>
                <a:cubicBezTo>
                  <a:pt x="3087118" y="47244"/>
                  <a:pt x="3085187" y="53658"/>
                  <a:pt x="3085187" y="63105"/>
                </a:cubicBezTo>
                <a:lnTo>
                  <a:pt x="3085187" y="103397"/>
                </a:lnTo>
                <a:lnTo>
                  <a:pt x="3072696" y="103397"/>
                </a:lnTo>
                <a:close/>
                <a:moveTo>
                  <a:pt x="3191223" y="103397"/>
                </a:moveTo>
                <a:lnTo>
                  <a:pt x="3191223" y="29701"/>
                </a:lnTo>
                <a:lnTo>
                  <a:pt x="3202396" y="29701"/>
                </a:lnTo>
                <a:lnTo>
                  <a:pt x="3202396" y="39971"/>
                </a:lnTo>
                <a:cubicBezTo>
                  <a:pt x="3204709" y="36383"/>
                  <a:pt x="3207785" y="33496"/>
                  <a:pt x="3211625" y="31312"/>
                </a:cubicBezTo>
                <a:cubicBezTo>
                  <a:pt x="3215465" y="29128"/>
                  <a:pt x="3219837" y="28035"/>
                  <a:pt x="3224741" y="28035"/>
                </a:cubicBezTo>
                <a:cubicBezTo>
                  <a:pt x="3230200" y="28035"/>
                  <a:pt x="3234676" y="29163"/>
                  <a:pt x="3238169" y="31418"/>
                </a:cubicBezTo>
                <a:cubicBezTo>
                  <a:pt x="3241661" y="33672"/>
                  <a:pt x="3244125" y="36824"/>
                  <a:pt x="3245559" y="40873"/>
                </a:cubicBezTo>
                <a:cubicBezTo>
                  <a:pt x="3251388" y="32315"/>
                  <a:pt x="3258975" y="28035"/>
                  <a:pt x="3268320" y="28035"/>
                </a:cubicBezTo>
                <a:cubicBezTo>
                  <a:pt x="3275630" y="28035"/>
                  <a:pt x="3281251" y="30059"/>
                  <a:pt x="3285183" y="34107"/>
                </a:cubicBezTo>
                <a:cubicBezTo>
                  <a:pt x="3289116" y="38155"/>
                  <a:pt x="3291082" y="44389"/>
                  <a:pt x="3291082" y="52809"/>
                </a:cubicBezTo>
                <a:lnTo>
                  <a:pt x="3291082" y="103397"/>
                </a:lnTo>
                <a:lnTo>
                  <a:pt x="3278660" y="103397"/>
                </a:lnTo>
                <a:lnTo>
                  <a:pt x="3278660" y="56923"/>
                </a:lnTo>
                <a:cubicBezTo>
                  <a:pt x="3278660" y="51921"/>
                  <a:pt x="3278255" y="48320"/>
                  <a:pt x="3277446" y="46121"/>
                </a:cubicBezTo>
                <a:cubicBezTo>
                  <a:pt x="3276636" y="43921"/>
                  <a:pt x="3275167" y="42149"/>
                  <a:pt x="3273039" y="40806"/>
                </a:cubicBezTo>
                <a:cubicBezTo>
                  <a:pt x="3270911" y="39463"/>
                  <a:pt x="3268413" y="38791"/>
                  <a:pt x="3265545" y="38791"/>
                </a:cubicBezTo>
                <a:cubicBezTo>
                  <a:pt x="3260363" y="38791"/>
                  <a:pt x="3256061" y="40517"/>
                  <a:pt x="3252637" y="43968"/>
                </a:cubicBezTo>
                <a:cubicBezTo>
                  <a:pt x="3249214" y="47417"/>
                  <a:pt x="3247502" y="52940"/>
                  <a:pt x="3247502" y="60536"/>
                </a:cubicBezTo>
                <a:lnTo>
                  <a:pt x="3247502" y="103397"/>
                </a:lnTo>
                <a:lnTo>
                  <a:pt x="3235011" y="103397"/>
                </a:lnTo>
                <a:lnTo>
                  <a:pt x="3235011" y="55463"/>
                </a:lnTo>
                <a:cubicBezTo>
                  <a:pt x="3235011" y="49906"/>
                  <a:pt x="3233993" y="45738"/>
                  <a:pt x="3231958" y="42959"/>
                </a:cubicBezTo>
                <a:cubicBezTo>
                  <a:pt x="3229922" y="40181"/>
                  <a:pt x="3226591" y="38791"/>
                  <a:pt x="3221965" y="38791"/>
                </a:cubicBezTo>
                <a:cubicBezTo>
                  <a:pt x="3218449" y="38791"/>
                  <a:pt x="3215199" y="39718"/>
                  <a:pt x="3212215" y="41572"/>
                </a:cubicBezTo>
                <a:cubicBezTo>
                  <a:pt x="3209231" y="43423"/>
                  <a:pt x="3207068" y="46133"/>
                  <a:pt x="3205727" y="49699"/>
                </a:cubicBezTo>
                <a:cubicBezTo>
                  <a:pt x="3204385" y="53264"/>
                  <a:pt x="3203714" y="58405"/>
                  <a:pt x="3203714" y="65120"/>
                </a:cubicBezTo>
                <a:lnTo>
                  <a:pt x="3203714" y="103397"/>
                </a:lnTo>
                <a:lnTo>
                  <a:pt x="3191223" y="103397"/>
                </a:lnTo>
                <a:close/>
                <a:moveTo>
                  <a:pt x="3304959" y="66549"/>
                </a:moveTo>
                <a:cubicBezTo>
                  <a:pt x="3304959" y="52902"/>
                  <a:pt x="3308753" y="42793"/>
                  <a:pt x="3316340" y="36224"/>
                </a:cubicBezTo>
                <a:cubicBezTo>
                  <a:pt x="3322678" y="30765"/>
                  <a:pt x="3330404" y="28035"/>
                  <a:pt x="3339518" y="28035"/>
                </a:cubicBezTo>
                <a:cubicBezTo>
                  <a:pt x="3349649" y="28035"/>
                  <a:pt x="3357930" y="31355"/>
                  <a:pt x="3364361" y="37993"/>
                </a:cubicBezTo>
                <a:cubicBezTo>
                  <a:pt x="3370791" y="44632"/>
                  <a:pt x="3374007" y="53804"/>
                  <a:pt x="3374007" y="65508"/>
                </a:cubicBezTo>
                <a:cubicBezTo>
                  <a:pt x="3374007" y="74992"/>
                  <a:pt x="3372584" y="82452"/>
                  <a:pt x="3369739" y="87888"/>
                </a:cubicBezTo>
                <a:cubicBezTo>
                  <a:pt x="3366894" y="93324"/>
                  <a:pt x="3362753" y="97545"/>
                  <a:pt x="3357317" y="100552"/>
                </a:cubicBezTo>
                <a:cubicBezTo>
                  <a:pt x="3351881" y="103559"/>
                  <a:pt x="3345948" y="105063"/>
                  <a:pt x="3339518" y="105063"/>
                </a:cubicBezTo>
                <a:cubicBezTo>
                  <a:pt x="3329201" y="105063"/>
                  <a:pt x="3320862" y="101755"/>
                  <a:pt x="3314501" y="95140"/>
                </a:cubicBezTo>
                <a:cubicBezTo>
                  <a:pt x="3308140" y="88524"/>
                  <a:pt x="3304959" y="78994"/>
                  <a:pt x="3304959" y="66549"/>
                </a:cubicBezTo>
                <a:moveTo>
                  <a:pt x="3317797" y="66514"/>
                </a:moveTo>
                <a:cubicBezTo>
                  <a:pt x="3317797" y="75917"/>
                  <a:pt x="3319856" y="82958"/>
                  <a:pt x="3323973" y="87636"/>
                </a:cubicBezTo>
                <a:cubicBezTo>
                  <a:pt x="3328091" y="92315"/>
                  <a:pt x="3333272" y="94654"/>
                  <a:pt x="3339518" y="94654"/>
                </a:cubicBezTo>
                <a:cubicBezTo>
                  <a:pt x="3345717" y="94654"/>
                  <a:pt x="3350875" y="92303"/>
                  <a:pt x="3354993" y="87602"/>
                </a:cubicBezTo>
                <a:cubicBezTo>
                  <a:pt x="3359110" y="82900"/>
                  <a:pt x="3361169" y="75733"/>
                  <a:pt x="3361169" y="66100"/>
                </a:cubicBezTo>
                <a:cubicBezTo>
                  <a:pt x="3361169" y="57020"/>
                  <a:pt x="3359098" y="50140"/>
                  <a:pt x="3354958" y="45462"/>
                </a:cubicBezTo>
                <a:cubicBezTo>
                  <a:pt x="3350817" y="40784"/>
                  <a:pt x="3345671" y="38444"/>
                  <a:pt x="3339518" y="38444"/>
                </a:cubicBezTo>
                <a:cubicBezTo>
                  <a:pt x="3333272" y="38444"/>
                  <a:pt x="3328091" y="40772"/>
                  <a:pt x="3323973" y="45427"/>
                </a:cubicBezTo>
                <a:cubicBezTo>
                  <a:pt x="3319856" y="50082"/>
                  <a:pt x="3317797" y="57111"/>
                  <a:pt x="3317797" y="66514"/>
                </a:cubicBezTo>
                <a:close/>
                <a:moveTo>
                  <a:pt x="3436440" y="103397"/>
                </a:moveTo>
                <a:lnTo>
                  <a:pt x="3436440" y="94099"/>
                </a:lnTo>
                <a:cubicBezTo>
                  <a:pt x="3431768" y="101408"/>
                  <a:pt x="3424898" y="105063"/>
                  <a:pt x="3415830" y="105063"/>
                </a:cubicBezTo>
                <a:cubicBezTo>
                  <a:pt x="3409955" y="105063"/>
                  <a:pt x="3404553" y="103444"/>
                  <a:pt x="3399626" y="100205"/>
                </a:cubicBezTo>
                <a:cubicBezTo>
                  <a:pt x="3394699" y="96967"/>
                  <a:pt x="3390883" y="92445"/>
                  <a:pt x="3388176" y="86639"/>
                </a:cubicBezTo>
                <a:cubicBezTo>
                  <a:pt x="3385470" y="80833"/>
                  <a:pt x="3384117" y="74159"/>
                  <a:pt x="3384117" y="66619"/>
                </a:cubicBezTo>
                <a:cubicBezTo>
                  <a:pt x="3384117" y="59263"/>
                  <a:pt x="3385343" y="52589"/>
                  <a:pt x="3387795" y="46598"/>
                </a:cubicBezTo>
                <a:cubicBezTo>
                  <a:pt x="3390247" y="40607"/>
                  <a:pt x="3393925" y="36016"/>
                  <a:pt x="3398828" y="32823"/>
                </a:cubicBezTo>
                <a:cubicBezTo>
                  <a:pt x="3403732" y="29631"/>
                  <a:pt x="3409214" y="28035"/>
                  <a:pt x="3415275" y="28035"/>
                </a:cubicBezTo>
                <a:cubicBezTo>
                  <a:pt x="3419716" y="28035"/>
                  <a:pt x="3423672" y="28972"/>
                  <a:pt x="3427141" y="30846"/>
                </a:cubicBezTo>
                <a:cubicBezTo>
                  <a:pt x="3430611" y="32719"/>
                  <a:pt x="3433433" y="35160"/>
                  <a:pt x="3435607" y="38167"/>
                </a:cubicBezTo>
                <a:lnTo>
                  <a:pt x="3435607" y="1665"/>
                </a:lnTo>
                <a:lnTo>
                  <a:pt x="3448029" y="1665"/>
                </a:lnTo>
                <a:lnTo>
                  <a:pt x="3448029" y="103397"/>
                </a:lnTo>
                <a:lnTo>
                  <a:pt x="3436440" y="103397"/>
                </a:lnTo>
                <a:moveTo>
                  <a:pt x="3396955" y="66584"/>
                </a:moveTo>
                <a:cubicBezTo>
                  <a:pt x="3396955" y="75987"/>
                  <a:pt x="3398944" y="83016"/>
                  <a:pt x="3402923" y="87671"/>
                </a:cubicBezTo>
                <a:cubicBezTo>
                  <a:pt x="3406901" y="92326"/>
                  <a:pt x="3411597" y="94654"/>
                  <a:pt x="3417010" y="94654"/>
                </a:cubicBezTo>
                <a:cubicBezTo>
                  <a:pt x="3422469" y="94654"/>
                  <a:pt x="3427107" y="92430"/>
                  <a:pt x="3430923" y="87983"/>
                </a:cubicBezTo>
                <a:cubicBezTo>
                  <a:pt x="3434740" y="83535"/>
                  <a:pt x="3436648" y="76747"/>
                  <a:pt x="3436648" y="67620"/>
                </a:cubicBezTo>
                <a:cubicBezTo>
                  <a:pt x="3436648" y="57573"/>
                  <a:pt x="3434705" y="50198"/>
                  <a:pt x="3430819" y="45497"/>
                </a:cubicBezTo>
                <a:cubicBezTo>
                  <a:pt x="3426933" y="40795"/>
                  <a:pt x="3422145" y="38444"/>
                  <a:pt x="3416455" y="38444"/>
                </a:cubicBezTo>
                <a:cubicBezTo>
                  <a:pt x="3410903" y="38444"/>
                  <a:pt x="3406265" y="40703"/>
                  <a:pt x="3402541" y="45221"/>
                </a:cubicBezTo>
                <a:cubicBezTo>
                  <a:pt x="3398817" y="49738"/>
                  <a:pt x="3396955" y="56858"/>
                  <a:pt x="3396955" y="66584"/>
                </a:cubicBezTo>
                <a:close/>
                <a:moveTo>
                  <a:pt x="3515944" y="103397"/>
                </a:moveTo>
                <a:lnTo>
                  <a:pt x="3515944" y="92572"/>
                </a:lnTo>
                <a:cubicBezTo>
                  <a:pt x="3510207" y="100899"/>
                  <a:pt x="3502412" y="105063"/>
                  <a:pt x="3492558" y="105063"/>
                </a:cubicBezTo>
                <a:cubicBezTo>
                  <a:pt x="3488209" y="105063"/>
                  <a:pt x="3484150" y="104230"/>
                  <a:pt x="3480379" y="102565"/>
                </a:cubicBezTo>
                <a:cubicBezTo>
                  <a:pt x="3476609" y="100899"/>
                  <a:pt x="3473810" y="98806"/>
                  <a:pt x="3471983" y="96285"/>
                </a:cubicBezTo>
                <a:cubicBezTo>
                  <a:pt x="3470155" y="93763"/>
                  <a:pt x="3468872" y="90675"/>
                  <a:pt x="3468131" y="87020"/>
                </a:cubicBezTo>
                <a:cubicBezTo>
                  <a:pt x="3467622" y="84569"/>
                  <a:pt x="3467368" y="80682"/>
                  <a:pt x="3467368" y="75362"/>
                </a:cubicBezTo>
                <a:lnTo>
                  <a:pt x="3467368" y="29701"/>
                </a:lnTo>
                <a:lnTo>
                  <a:pt x="3479859" y="29701"/>
                </a:lnTo>
                <a:lnTo>
                  <a:pt x="3479859" y="70574"/>
                </a:lnTo>
                <a:cubicBezTo>
                  <a:pt x="3479859" y="77097"/>
                  <a:pt x="3480113" y="81492"/>
                  <a:pt x="3480622" y="83759"/>
                </a:cubicBezTo>
                <a:cubicBezTo>
                  <a:pt x="3481409" y="87044"/>
                  <a:pt x="3483074" y="89623"/>
                  <a:pt x="3485619" y="91496"/>
                </a:cubicBezTo>
                <a:cubicBezTo>
                  <a:pt x="3488163" y="93370"/>
                  <a:pt x="3491309" y="94307"/>
                  <a:pt x="3495056" y="94307"/>
                </a:cubicBezTo>
                <a:cubicBezTo>
                  <a:pt x="3498804" y="94307"/>
                  <a:pt x="3502320" y="93347"/>
                  <a:pt x="3505604" y="91427"/>
                </a:cubicBezTo>
                <a:cubicBezTo>
                  <a:pt x="3508889" y="89507"/>
                  <a:pt x="3511214" y="86893"/>
                  <a:pt x="3512578" y="83585"/>
                </a:cubicBezTo>
                <a:cubicBezTo>
                  <a:pt x="3513943" y="80278"/>
                  <a:pt x="3514626" y="75478"/>
                  <a:pt x="3514626" y="69186"/>
                </a:cubicBezTo>
                <a:lnTo>
                  <a:pt x="3514626" y="29701"/>
                </a:lnTo>
                <a:lnTo>
                  <a:pt x="3527117" y="29701"/>
                </a:lnTo>
                <a:lnTo>
                  <a:pt x="3527117" y="103397"/>
                </a:lnTo>
                <a:lnTo>
                  <a:pt x="3515944" y="103397"/>
                </a:lnTo>
                <a:close/>
                <a:moveTo>
                  <a:pt x="3546386" y="103397"/>
                </a:moveTo>
                <a:lnTo>
                  <a:pt x="3546386" y="1665"/>
                </a:lnTo>
                <a:lnTo>
                  <a:pt x="3558877" y="1665"/>
                </a:lnTo>
                <a:lnTo>
                  <a:pt x="3558877" y="103397"/>
                </a:lnTo>
                <a:lnTo>
                  <a:pt x="3546386" y="103397"/>
                </a:lnTo>
                <a:close/>
                <a:moveTo>
                  <a:pt x="3628664" y="79665"/>
                </a:moveTo>
                <a:lnTo>
                  <a:pt x="3641572" y="81261"/>
                </a:lnTo>
                <a:cubicBezTo>
                  <a:pt x="3639536" y="88802"/>
                  <a:pt x="3635766" y="94654"/>
                  <a:pt x="3630260" y="98817"/>
                </a:cubicBezTo>
                <a:cubicBezTo>
                  <a:pt x="3624755" y="102981"/>
                  <a:pt x="3617723" y="105063"/>
                  <a:pt x="3609164" y="105063"/>
                </a:cubicBezTo>
                <a:cubicBezTo>
                  <a:pt x="3598385" y="105063"/>
                  <a:pt x="3589838" y="101744"/>
                  <a:pt x="3583523" y="95105"/>
                </a:cubicBezTo>
                <a:cubicBezTo>
                  <a:pt x="3577208" y="88466"/>
                  <a:pt x="3574051" y="79156"/>
                  <a:pt x="3574051" y="67174"/>
                </a:cubicBezTo>
                <a:cubicBezTo>
                  <a:pt x="3574051" y="54775"/>
                  <a:pt x="3577243" y="45153"/>
                  <a:pt x="3583627" y="38306"/>
                </a:cubicBezTo>
                <a:cubicBezTo>
                  <a:pt x="3590012" y="31459"/>
                  <a:pt x="3598293" y="28035"/>
                  <a:pt x="3608470" y="28035"/>
                </a:cubicBezTo>
                <a:cubicBezTo>
                  <a:pt x="3618324" y="28035"/>
                  <a:pt x="3626374" y="31384"/>
                  <a:pt x="3632620" y="38082"/>
                </a:cubicBezTo>
                <a:cubicBezTo>
                  <a:pt x="3638865" y="44779"/>
                  <a:pt x="3641988" y="54201"/>
                  <a:pt x="3641988" y="66347"/>
                </a:cubicBezTo>
                <a:cubicBezTo>
                  <a:pt x="3641988" y="67086"/>
                  <a:pt x="3641965" y="68194"/>
                  <a:pt x="3641919" y="69672"/>
                </a:cubicBezTo>
                <a:lnTo>
                  <a:pt x="3586958" y="69672"/>
                </a:lnTo>
                <a:cubicBezTo>
                  <a:pt x="3587421" y="77745"/>
                  <a:pt x="3589711" y="83927"/>
                  <a:pt x="3593828" y="88217"/>
                </a:cubicBezTo>
                <a:cubicBezTo>
                  <a:pt x="3597946" y="92508"/>
                  <a:pt x="3603081" y="94654"/>
                  <a:pt x="3609234" y="94654"/>
                </a:cubicBezTo>
                <a:cubicBezTo>
                  <a:pt x="3613814" y="94654"/>
                  <a:pt x="3617723" y="93463"/>
                  <a:pt x="3620961" y="91080"/>
                </a:cubicBezTo>
                <a:cubicBezTo>
                  <a:pt x="3624200" y="88696"/>
                  <a:pt x="3626767" y="84891"/>
                  <a:pt x="3628664" y="79665"/>
                </a:cubicBezTo>
                <a:moveTo>
                  <a:pt x="3587652" y="59263"/>
                </a:moveTo>
                <a:lnTo>
                  <a:pt x="3628803" y="59263"/>
                </a:lnTo>
                <a:cubicBezTo>
                  <a:pt x="3628248" y="53165"/>
                  <a:pt x="3626675" y="48591"/>
                  <a:pt x="3624084" y="45542"/>
                </a:cubicBezTo>
                <a:cubicBezTo>
                  <a:pt x="3620106" y="40810"/>
                  <a:pt x="3614947" y="38444"/>
                  <a:pt x="3608609" y="38444"/>
                </a:cubicBezTo>
                <a:cubicBezTo>
                  <a:pt x="3602873" y="38444"/>
                  <a:pt x="3598050" y="40333"/>
                  <a:pt x="3594141" y="44111"/>
                </a:cubicBezTo>
                <a:cubicBezTo>
                  <a:pt x="3590231" y="47887"/>
                  <a:pt x="3588069" y="52938"/>
                  <a:pt x="3587652" y="59263"/>
                </a:cubicBezTo>
                <a:close/>
                <a:moveTo>
                  <a:pt x="3758920" y="91392"/>
                </a:moveTo>
                <a:lnTo>
                  <a:pt x="3758920" y="103397"/>
                </a:lnTo>
                <a:lnTo>
                  <a:pt x="3691676" y="103397"/>
                </a:lnTo>
                <a:cubicBezTo>
                  <a:pt x="3691584" y="100392"/>
                  <a:pt x="3692070" y="97502"/>
                  <a:pt x="3693134" y="94728"/>
                </a:cubicBezTo>
                <a:cubicBezTo>
                  <a:pt x="3694845" y="90150"/>
                  <a:pt x="3697587" y="85643"/>
                  <a:pt x="3701357" y="81204"/>
                </a:cubicBezTo>
                <a:cubicBezTo>
                  <a:pt x="3705127" y="76766"/>
                  <a:pt x="3710575" y="71634"/>
                  <a:pt x="3717699" y="65807"/>
                </a:cubicBezTo>
                <a:cubicBezTo>
                  <a:pt x="3728756" y="56749"/>
                  <a:pt x="3736228" y="49573"/>
                  <a:pt x="3740114" y="44280"/>
                </a:cubicBezTo>
                <a:cubicBezTo>
                  <a:pt x="3744000" y="38987"/>
                  <a:pt x="3745943" y="33984"/>
                  <a:pt x="3745943" y="29269"/>
                </a:cubicBezTo>
                <a:cubicBezTo>
                  <a:pt x="3745943" y="24323"/>
                  <a:pt x="3744173" y="20152"/>
                  <a:pt x="3740634" y="16754"/>
                </a:cubicBezTo>
                <a:cubicBezTo>
                  <a:pt x="3737095" y="13357"/>
                  <a:pt x="3732480" y="11658"/>
                  <a:pt x="3726790" y="11658"/>
                </a:cubicBezTo>
                <a:cubicBezTo>
                  <a:pt x="3720776" y="11658"/>
                  <a:pt x="3715964" y="13462"/>
                  <a:pt x="3712356" y="17071"/>
                </a:cubicBezTo>
                <a:cubicBezTo>
                  <a:pt x="3708747" y="20679"/>
                  <a:pt x="3706920" y="25676"/>
                  <a:pt x="3706874" y="32060"/>
                </a:cubicBezTo>
                <a:lnTo>
                  <a:pt x="3694036" y="30740"/>
                </a:lnTo>
                <a:cubicBezTo>
                  <a:pt x="3694915" y="21141"/>
                  <a:pt x="3698223" y="13827"/>
                  <a:pt x="3703959" y="8796"/>
                </a:cubicBezTo>
                <a:cubicBezTo>
                  <a:pt x="3709696" y="3765"/>
                  <a:pt x="3717399" y="1249"/>
                  <a:pt x="3727068" y="1249"/>
                </a:cubicBezTo>
                <a:cubicBezTo>
                  <a:pt x="3736829" y="1249"/>
                  <a:pt x="3744555" y="3956"/>
                  <a:pt x="3750245" y="9370"/>
                </a:cubicBezTo>
                <a:cubicBezTo>
                  <a:pt x="3755936" y="14785"/>
                  <a:pt x="3758781" y="21495"/>
                  <a:pt x="3758781" y="29501"/>
                </a:cubicBezTo>
                <a:cubicBezTo>
                  <a:pt x="3758781" y="33574"/>
                  <a:pt x="3757948" y="37577"/>
                  <a:pt x="3756283" y="41511"/>
                </a:cubicBezTo>
                <a:cubicBezTo>
                  <a:pt x="3754617" y="45445"/>
                  <a:pt x="3751853" y="49587"/>
                  <a:pt x="3747990" y="53937"/>
                </a:cubicBezTo>
                <a:cubicBezTo>
                  <a:pt x="3744127" y="58285"/>
                  <a:pt x="3737708" y="64255"/>
                  <a:pt x="3728733" y="71845"/>
                </a:cubicBezTo>
                <a:cubicBezTo>
                  <a:pt x="3721238" y="78129"/>
                  <a:pt x="3716427" y="82393"/>
                  <a:pt x="3714299" y="84635"/>
                </a:cubicBezTo>
                <a:cubicBezTo>
                  <a:pt x="3712171" y="86876"/>
                  <a:pt x="3710413" y="89128"/>
                  <a:pt x="3709025" y="91392"/>
                </a:cubicBezTo>
                <a:lnTo>
                  <a:pt x="3758920" y="91392"/>
                </a:lnTo>
                <a:close/>
                <a:moveTo>
                  <a:pt x="3779022" y="103397"/>
                </a:moveTo>
                <a:lnTo>
                  <a:pt x="3779022" y="89102"/>
                </a:lnTo>
                <a:lnTo>
                  <a:pt x="3793247" y="89102"/>
                </a:lnTo>
                <a:lnTo>
                  <a:pt x="3793247" y="103356"/>
                </a:lnTo>
                <a:cubicBezTo>
                  <a:pt x="3793247" y="108596"/>
                  <a:pt x="3792322" y="112826"/>
                  <a:pt x="3790472" y="116047"/>
                </a:cubicBezTo>
                <a:cubicBezTo>
                  <a:pt x="3788621" y="119269"/>
                  <a:pt x="3785684" y="121761"/>
                  <a:pt x="3781659" y="123522"/>
                </a:cubicBezTo>
                <a:lnTo>
                  <a:pt x="3778189" y="118109"/>
                </a:lnTo>
                <a:cubicBezTo>
                  <a:pt x="3780826" y="116958"/>
                  <a:pt x="3782769" y="115266"/>
                  <a:pt x="3784018" y="113032"/>
                </a:cubicBezTo>
                <a:cubicBezTo>
                  <a:pt x="3785267" y="110799"/>
                  <a:pt x="3785961" y="107587"/>
                  <a:pt x="3786100" y="103397"/>
                </a:cubicBezTo>
                <a:lnTo>
                  <a:pt x="3779022" y="103397"/>
                </a:lnTo>
                <a:close/>
                <a:moveTo>
                  <a:pt x="3902870" y="94298"/>
                </a:moveTo>
                <a:cubicBezTo>
                  <a:pt x="3898243" y="98233"/>
                  <a:pt x="3893791" y="101011"/>
                  <a:pt x="3889511" y="102632"/>
                </a:cubicBezTo>
                <a:cubicBezTo>
                  <a:pt x="3885232" y="104253"/>
                  <a:pt x="3880640" y="105063"/>
                  <a:pt x="3875737" y="105063"/>
                </a:cubicBezTo>
                <a:cubicBezTo>
                  <a:pt x="3867641" y="105063"/>
                  <a:pt x="3861418" y="103084"/>
                  <a:pt x="3857069" y="99125"/>
                </a:cubicBezTo>
                <a:cubicBezTo>
                  <a:pt x="3852721" y="95167"/>
                  <a:pt x="3850546" y="90109"/>
                  <a:pt x="3850546" y="83952"/>
                </a:cubicBezTo>
                <a:cubicBezTo>
                  <a:pt x="3850546" y="80342"/>
                  <a:pt x="3851368" y="77044"/>
                  <a:pt x="3853010" y="74059"/>
                </a:cubicBezTo>
                <a:cubicBezTo>
                  <a:pt x="3854652" y="71072"/>
                  <a:pt x="3856803" y="68676"/>
                  <a:pt x="3859464" y="66870"/>
                </a:cubicBezTo>
                <a:cubicBezTo>
                  <a:pt x="3862124" y="65064"/>
                  <a:pt x="3865119" y="63699"/>
                  <a:pt x="3868450" y="62774"/>
                </a:cubicBezTo>
                <a:cubicBezTo>
                  <a:pt x="3870902" y="62125"/>
                  <a:pt x="3874603" y="61499"/>
                  <a:pt x="3879553" y="60898"/>
                </a:cubicBezTo>
                <a:cubicBezTo>
                  <a:pt x="3889638" y="59704"/>
                  <a:pt x="3897064" y="58280"/>
                  <a:pt x="3901829" y="56626"/>
                </a:cubicBezTo>
                <a:cubicBezTo>
                  <a:pt x="3901875" y="54921"/>
                  <a:pt x="3901898" y="53838"/>
                  <a:pt x="3901898" y="53377"/>
                </a:cubicBezTo>
                <a:cubicBezTo>
                  <a:pt x="3901898" y="48307"/>
                  <a:pt x="3900718" y="44735"/>
                  <a:pt x="3898359" y="42662"/>
                </a:cubicBezTo>
                <a:cubicBezTo>
                  <a:pt x="3895167" y="39850"/>
                  <a:pt x="3890425" y="38444"/>
                  <a:pt x="3884133" y="38444"/>
                </a:cubicBezTo>
                <a:cubicBezTo>
                  <a:pt x="3878258" y="38444"/>
                  <a:pt x="3873921" y="39474"/>
                  <a:pt x="3871122" y="41532"/>
                </a:cubicBezTo>
                <a:cubicBezTo>
                  <a:pt x="3868323" y="43591"/>
                  <a:pt x="3866253" y="47234"/>
                  <a:pt x="3864911" y="52462"/>
                </a:cubicBezTo>
                <a:lnTo>
                  <a:pt x="3852698" y="50797"/>
                </a:lnTo>
                <a:cubicBezTo>
                  <a:pt x="3853808" y="45553"/>
                  <a:pt x="3855635" y="41319"/>
                  <a:pt x="3858180" y="38093"/>
                </a:cubicBezTo>
                <a:cubicBezTo>
                  <a:pt x="3860724" y="34868"/>
                  <a:pt x="3864402" y="32385"/>
                  <a:pt x="3869213" y="30646"/>
                </a:cubicBezTo>
                <a:cubicBezTo>
                  <a:pt x="3874025" y="28906"/>
                  <a:pt x="3879599" y="28035"/>
                  <a:pt x="3885937" y="28035"/>
                </a:cubicBezTo>
                <a:cubicBezTo>
                  <a:pt x="3892229" y="28035"/>
                  <a:pt x="3897341" y="28776"/>
                  <a:pt x="3901274" y="30256"/>
                </a:cubicBezTo>
                <a:cubicBezTo>
                  <a:pt x="3905206" y="31736"/>
                  <a:pt x="3908097" y="33598"/>
                  <a:pt x="3909948" y="35842"/>
                </a:cubicBezTo>
                <a:cubicBezTo>
                  <a:pt x="3911798" y="38086"/>
                  <a:pt x="3913094" y="40919"/>
                  <a:pt x="3913834" y="44343"/>
                </a:cubicBezTo>
                <a:cubicBezTo>
                  <a:pt x="3914250" y="46471"/>
                  <a:pt x="3914459" y="50311"/>
                  <a:pt x="3914459" y="55862"/>
                </a:cubicBezTo>
                <a:lnTo>
                  <a:pt x="3914459" y="72517"/>
                </a:lnTo>
                <a:cubicBezTo>
                  <a:pt x="3914459" y="84129"/>
                  <a:pt x="3914725" y="91473"/>
                  <a:pt x="3915257" y="94550"/>
                </a:cubicBezTo>
                <a:cubicBezTo>
                  <a:pt x="3915789" y="97626"/>
                  <a:pt x="3916841" y="100575"/>
                  <a:pt x="3918414" y="103397"/>
                </a:cubicBezTo>
                <a:lnTo>
                  <a:pt x="3905368" y="103397"/>
                </a:lnTo>
                <a:cubicBezTo>
                  <a:pt x="3904073" y="100804"/>
                  <a:pt x="3903240" y="97771"/>
                  <a:pt x="3902870" y="94298"/>
                </a:cubicBezTo>
                <a:moveTo>
                  <a:pt x="3901829" y="66341"/>
                </a:moveTo>
                <a:cubicBezTo>
                  <a:pt x="3897295" y="68207"/>
                  <a:pt x="3890494" y="69793"/>
                  <a:pt x="3881427" y="71099"/>
                </a:cubicBezTo>
                <a:cubicBezTo>
                  <a:pt x="3876292" y="71842"/>
                  <a:pt x="3872660" y="72678"/>
                  <a:pt x="3870532" y="73608"/>
                </a:cubicBezTo>
                <a:cubicBezTo>
                  <a:pt x="3868404" y="74536"/>
                  <a:pt x="3866762" y="75895"/>
                  <a:pt x="3865605" y="77685"/>
                </a:cubicBezTo>
                <a:cubicBezTo>
                  <a:pt x="3864448" y="79473"/>
                  <a:pt x="3863870" y="81459"/>
                  <a:pt x="3863870" y="83642"/>
                </a:cubicBezTo>
                <a:cubicBezTo>
                  <a:pt x="3863870" y="86986"/>
                  <a:pt x="3865131" y="89773"/>
                  <a:pt x="3867652" y="92004"/>
                </a:cubicBezTo>
                <a:cubicBezTo>
                  <a:pt x="3870173" y="94233"/>
                  <a:pt x="3873863" y="95348"/>
                  <a:pt x="3878720" y="95348"/>
                </a:cubicBezTo>
                <a:cubicBezTo>
                  <a:pt x="3883532" y="95348"/>
                  <a:pt x="3887811" y="94290"/>
                  <a:pt x="3891558" y="92175"/>
                </a:cubicBezTo>
                <a:cubicBezTo>
                  <a:pt x="3895306" y="90060"/>
                  <a:pt x="3898058" y="87166"/>
                  <a:pt x="3899816" y="83494"/>
                </a:cubicBezTo>
                <a:cubicBezTo>
                  <a:pt x="3901158" y="80658"/>
                  <a:pt x="3901829" y="76474"/>
                  <a:pt x="3901829" y="70943"/>
                </a:cubicBezTo>
                <a:lnTo>
                  <a:pt x="3901829" y="66341"/>
                </a:lnTo>
                <a:close/>
                <a:moveTo>
                  <a:pt x="3933798" y="103397"/>
                </a:moveTo>
                <a:lnTo>
                  <a:pt x="3933798" y="29701"/>
                </a:lnTo>
                <a:lnTo>
                  <a:pt x="3945039" y="29701"/>
                </a:lnTo>
                <a:lnTo>
                  <a:pt x="3945039" y="40110"/>
                </a:lnTo>
                <a:cubicBezTo>
                  <a:pt x="3950452" y="32060"/>
                  <a:pt x="3958271" y="28035"/>
                  <a:pt x="3968495" y="28035"/>
                </a:cubicBezTo>
                <a:cubicBezTo>
                  <a:pt x="3972936" y="28035"/>
                  <a:pt x="3977019" y="28833"/>
                  <a:pt x="3980743" y="30429"/>
                </a:cubicBezTo>
                <a:cubicBezTo>
                  <a:pt x="3984467" y="32025"/>
                  <a:pt x="3987254" y="34119"/>
                  <a:pt x="3989105" y="36710"/>
                </a:cubicBezTo>
                <a:cubicBezTo>
                  <a:pt x="3990955" y="39300"/>
                  <a:pt x="3992251" y="42377"/>
                  <a:pt x="3992991" y="45939"/>
                </a:cubicBezTo>
                <a:cubicBezTo>
                  <a:pt x="3993454" y="48252"/>
                  <a:pt x="3993685" y="52300"/>
                  <a:pt x="3993685" y="58083"/>
                </a:cubicBezTo>
                <a:lnTo>
                  <a:pt x="3993685" y="103397"/>
                </a:lnTo>
                <a:lnTo>
                  <a:pt x="3981194" y="103397"/>
                </a:lnTo>
                <a:lnTo>
                  <a:pt x="3981194" y="58521"/>
                </a:lnTo>
                <a:cubicBezTo>
                  <a:pt x="3981194" y="53426"/>
                  <a:pt x="3980708" y="49617"/>
                  <a:pt x="3979737" y="47093"/>
                </a:cubicBezTo>
                <a:cubicBezTo>
                  <a:pt x="3978765" y="44568"/>
                  <a:pt x="3977042" y="42554"/>
                  <a:pt x="3974567" y="41049"/>
                </a:cubicBezTo>
                <a:cubicBezTo>
                  <a:pt x="3972092" y="39544"/>
                  <a:pt x="3969189" y="38791"/>
                  <a:pt x="3965858" y="38791"/>
                </a:cubicBezTo>
                <a:cubicBezTo>
                  <a:pt x="3960538" y="38791"/>
                  <a:pt x="3955946" y="40482"/>
                  <a:pt x="3952083" y="43864"/>
                </a:cubicBezTo>
                <a:cubicBezTo>
                  <a:pt x="3948220" y="47244"/>
                  <a:pt x="3946289" y="53658"/>
                  <a:pt x="3946289" y="63105"/>
                </a:cubicBezTo>
                <a:lnTo>
                  <a:pt x="3946289" y="103397"/>
                </a:lnTo>
                <a:lnTo>
                  <a:pt x="3933798" y="103397"/>
                </a:lnTo>
                <a:close/>
                <a:moveTo>
                  <a:pt x="4060629" y="103397"/>
                </a:moveTo>
                <a:lnTo>
                  <a:pt x="4060629" y="94099"/>
                </a:lnTo>
                <a:cubicBezTo>
                  <a:pt x="4055956" y="101408"/>
                  <a:pt x="4049086" y="105063"/>
                  <a:pt x="4040019" y="105063"/>
                </a:cubicBezTo>
                <a:cubicBezTo>
                  <a:pt x="4034143" y="105063"/>
                  <a:pt x="4028742" y="103444"/>
                  <a:pt x="4023815" y="100205"/>
                </a:cubicBezTo>
                <a:cubicBezTo>
                  <a:pt x="4018888" y="96967"/>
                  <a:pt x="4015071" y="92445"/>
                  <a:pt x="4012365" y="86639"/>
                </a:cubicBezTo>
                <a:cubicBezTo>
                  <a:pt x="4009659" y="80833"/>
                  <a:pt x="4008305" y="74159"/>
                  <a:pt x="4008305" y="66619"/>
                </a:cubicBezTo>
                <a:cubicBezTo>
                  <a:pt x="4008305" y="59263"/>
                  <a:pt x="4009531" y="52589"/>
                  <a:pt x="4011983" y="46598"/>
                </a:cubicBezTo>
                <a:cubicBezTo>
                  <a:pt x="4014435" y="40607"/>
                  <a:pt x="4018113" y="36016"/>
                  <a:pt x="4023017" y="32823"/>
                </a:cubicBezTo>
                <a:cubicBezTo>
                  <a:pt x="4027921" y="29631"/>
                  <a:pt x="4033403" y="28035"/>
                  <a:pt x="4039463" y="28035"/>
                </a:cubicBezTo>
                <a:cubicBezTo>
                  <a:pt x="4043905" y="28035"/>
                  <a:pt x="4047860" y="28972"/>
                  <a:pt x="4051330" y="30846"/>
                </a:cubicBezTo>
                <a:cubicBezTo>
                  <a:pt x="4054800" y="32719"/>
                  <a:pt x="4057622" y="35160"/>
                  <a:pt x="4059796" y="38167"/>
                </a:cubicBezTo>
                <a:lnTo>
                  <a:pt x="4059796" y="1665"/>
                </a:lnTo>
                <a:lnTo>
                  <a:pt x="4072218" y="1665"/>
                </a:lnTo>
                <a:lnTo>
                  <a:pt x="4072218" y="103397"/>
                </a:lnTo>
                <a:lnTo>
                  <a:pt x="4060629" y="103397"/>
                </a:lnTo>
                <a:moveTo>
                  <a:pt x="4021143" y="66584"/>
                </a:moveTo>
                <a:cubicBezTo>
                  <a:pt x="4021143" y="75987"/>
                  <a:pt x="4023133" y="83016"/>
                  <a:pt x="4027111" y="87671"/>
                </a:cubicBezTo>
                <a:cubicBezTo>
                  <a:pt x="4031090" y="92326"/>
                  <a:pt x="4035786" y="94654"/>
                  <a:pt x="4041198" y="94654"/>
                </a:cubicBezTo>
                <a:cubicBezTo>
                  <a:pt x="4046657" y="94654"/>
                  <a:pt x="4051295" y="92430"/>
                  <a:pt x="4055112" y="87983"/>
                </a:cubicBezTo>
                <a:cubicBezTo>
                  <a:pt x="4058929" y="83535"/>
                  <a:pt x="4060837" y="76747"/>
                  <a:pt x="4060837" y="67620"/>
                </a:cubicBezTo>
                <a:cubicBezTo>
                  <a:pt x="4060837" y="57573"/>
                  <a:pt x="4058894" y="50198"/>
                  <a:pt x="4055008" y="45497"/>
                </a:cubicBezTo>
                <a:cubicBezTo>
                  <a:pt x="4051122" y="40795"/>
                  <a:pt x="4046333" y="38444"/>
                  <a:pt x="4040643" y="38444"/>
                </a:cubicBezTo>
                <a:cubicBezTo>
                  <a:pt x="4035092" y="38444"/>
                  <a:pt x="4030454" y="40703"/>
                  <a:pt x="4026730" y="45221"/>
                </a:cubicBezTo>
                <a:cubicBezTo>
                  <a:pt x="4023005" y="49738"/>
                  <a:pt x="4021143" y="56858"/>
                  <a:pt x="4021143" y="66584"/>
                </a:cubicBezTo>
                <a:close/>
                <a:moveTo>
                  <a:pt x="4158616" y="92364"/>
                </a:moveTo>
                <a:lnTo>
                  <a:pt x="4160420" y="103397"/>
                </a:lnTo>
                <a:cubicBezTo>
                  <a:pt x="4156904" y="104045"/>
                  <a:pt x="4153758" y="104369"/>
                  <a:pt x="4150982" y="104369"/>
                </a:cubicBezTo>
                <a:cubicBezTo>
                  <a:pt x="4146449" y="104369"/>
                  <a:pt x="4142933" y="103652"/>
                  <a:pt x="4140434" y="102218"/>
                </a:cubicBezTo>
                <a:cubicBezTo>
                  <a:pt x="4137936" y="100784"/>
                  <a:pt x="4136178" y="98898"/>
                  <a:pt x="4135160" y="96562"/>
                </a:cubicBezTo>
                <a:cubicBezTo>
                  <a:pt x="4134143" y="94226"/>
                  <a:pt x="4133634" y="89310"/>
                  <a:pt x="4133634" y="81816"/>
                </a:cubicBezTo>
                <a:lnTo>
                  <a:pt x="4133634" y="39416"/>
                </a:lnTo>
                <a:lnTo>
                  <a:pt x="4124474" y="39416"/>
                </a:lnTo>
                <a:lnTo>
                  <a:pt x="4124474" y="29701"/>
                </a:lnTo>
                <a:lnTo>
                  <a:pt x="4133634" y="29701"/>
                </a:lnTo>
                <a:lnTo>
                  <a:pt x="4133634" y="11400"/>
                </a:lnTo>
                <a:lnTo>
                  <a:pt x="4146055" y="3886"/>
                </a:lnTo>
                <a:lnTo>
                  <a:pt x="4146055" y="29701"/>
                </a:lnTo>
                <a:lnTo>
                  <a:pt x="4158616" y="29701"/>
                </a:lnTo>
                <a:lnTo>
                  <a:pt x="4158616" y="39416"/>
                </a:lnTo>
                <a:lnTo>
                  <a:pt x="4146055" y="39416"/>
                </a:lnTo>
                <a:lnTo>
                  <a:pt x="4146055" y="82510"/>
                </a:lnTo>
                <a:cubicBezTo>
                  <a:pt x="4146055" y="86072"/>
                  <a:pt x="4146275" y="88362"/>
                  <a:pt x="4146715" y="89380"/>
                </a:cubicBezTo>
                <a:cubicBezTo>
                  <a:pt x="4147154" y="90398"/>
                  <a:pt x="4147871" y="91207"/>
                  <a:pt x="4148866" y="91809"/>
                </a:cubicBezTo>
                <a:cubicBezTo>
                  <a:pt x="4149860" y="92410"/>
                  <a:pt x="4151283" y="92711"/>
                  <a:pt x="4153134" y="92711"/>
                </a:cubicBezTo>
                <a:cubicBezTo>
                  <a:pt x="4154521" y="92711"/>
                  <a:pt x="4156349" y="92595"/>
                  <a:pt x="4158616" y="92364"/>
                </a:cubicBezTo>
                <a:close/>
                <a:moveTo>
                  <a:pt x="4170853" y="103397"/>
                </a:moveTo>
                <a:lnTo>
                  <a:pt x="4170853" y="1665"/>
                </a:lnTo>
                <a:lnTo>
                  <a:pt x="4183344" y="1665"/>
                </a:lnTo>
                <a:lnTo>
                  <a:pt x="4183344" y="38167"/>
                </a:lnTo>
                <a:cubicBezTo>
                  <a:pt x="4189173" y="31412"/>
                  <a:pt x="4196529" y="28035"/>
                  <a:pt x="4205412" y="28035"/>
                </a:cubicBezTo>
                <a:cubicBezTo>
                  <a:pt x="4210871" y="28035"/>
                  <a:pt x="4215613" y="29111"/>
                  <a:pt x="4219637" y="31262"/>
                </a:cubicBezTo>
                <a:cubicBezTo>
                  <a:pt x="4223662" y="33413"/>
                  <a:pt x="4226542" y="36386"/>
                  <a:pt x="4228277" y="40179"/>
                </a:cubicBezTo>
                <a:cubicBezTo>
                  <a:pt x="4230012" y="43973"/>
                  <a:pt x="4230879" y="49478"/>
                  <a:pt x="4230879" y="56695"/>
                </a:cubicBezTo>
                <a:lnTo>
                  <a:pt x="4230879" y="103397"/>
                </a:lnTo>
                <a:lnTo>
                  <a:pt x="4218388" y="103397"/>
                </a:lnTo>
                <a:lnTo>
                  <a:pt x="4218388" y="56695"/>
                </a:lnTo>
                <a:cubicBezTo>
                  <a:pt x="4218388" y="50450"/>
                  <a:pt x="4217035" y="45904"/>
                  <a:pt x="4214329" y="43059"/>
                </a:cubicBezTo>
                <a:cubicBezTo>
                  <a:pt x="4211622" y="40214"/>
                  <a:pt x="4207794" y="38791"/>
                  <a:pt x="4202844" y="38791"/>
                </a:cubicBezTo>
                <a:cubicBezTo>
                  <a:pt x="4199143" y="38791"/>
                  <a:pt x="4195662" y="39751"/>
                  <a:pt x="4192400" y="41671"/>
                </a:cubicBezTo>
                <a:cubicBezTo>
                  <a:pt x="4189139" y="43591"/>
                  <a:pt x="4186814" y="46193"/>
                  <a:pt x="4185426" y="49478"/>
                </a:cubicBezTo>
                <a:cubicBezTo>
                  <a:pt x="4184038" y="52763"/>
                  <a:pt x="4183344" y="57297"/>
                  <a:pt x="4183344" y="63079"/>
                </a:cubicBezTo>
                <a:lnTo>
                  <a:pt x="4183344" y="103397"/>
                </a:lnTo>
                <a:lnTo>
                  <a:pt x="4170853" y="103397"/>
                </a:lnTo>
                <a:close/>
                <a:moveTo>
                  <a:pt x="4300321" y="79665"/>
                </a:moveTo>
                <a:lnTo>
                  <a:pt x="4313228" y="81261"/>
                </a:lnTo>
                <a:cubicBezTo>
                  <a:pt x="4311193" y="88802"/>
                  <a:pt x="4307422" y="94654"/>
                  <a:pt x="4301917" y="98817"/>
                </a:cubicBezTo>
                <a:cubicBezTo>
                  <a:pt x="4296412" y="102981"/>
                  <a:pt x="4289380" y="105063"/>
                  <a:pt x="4280821" y="105063"/>
                </a:cubicBezTo>
                <a:cubicBezTo>
                  <a:pt x="4270042" y="105063"/>
                  <a:pt x="4261495" y="101744"/>
                  <a:pt x="4255180" y="95105"/>
                </a:cubicBezTo>
                <a:cubicBezTo>
                  <a:pt x="4248865" y="88466"/>
                  <a:pt x="4245708" y="79156"/>
                  <a:pt x="4245708" y="67174"/>
                </a:cubicBezTo>
                <a:cubicBezTo>
                  <a:pt x="4245708" y="54775"/>
                  <a:pt x="4248900" y="45153"/>
                  <a:pt x="4255284" y="38306"/>
                </a:cubicBezTo>
                <a:cubicBezTo>
                  <a:pt x="4261668" y="31459"/>
                  <a:pt x="4269949" y="28035"/>
                  <a:pt x="4280127" y="28035"/>
                </a:cubicBezTo>
                <a:cubicBezTo>
                  <a:pt x="4289981" y="28035"/>
                  <a:pt x="4298031" y="31384"/>
                  <a:pt x="4304277" y="38082"/>
                </a:cubicBezTo>
                <a:cubicBezTo>
                  <a:pt x="4310522" y="44779"/>
                  <a:pt x="4313645" y="54201"/>
                  <a:pt x="4313645" y="66347"/>
                </a:cubicBezTo>
                <a:cubicBezTo>
                  <a:pt x="4313645" y="67086"/>
                  <a:pt x="4313622" y="68194"/>
                  <a:pt x="4313575" y="69672"/>
                </a:cubicBezTo>
                <a:lnTo>
                  <a:pt x="4258615" y="69672"/>
                </a:lnTo>
                <a:cubicBezTo>
                  <a:pt x="4259078" y="77745"/>
                  <a:pt x="4261368" y="83927"/>
                  <a:pt x="4265485" y="88217"/>
                </a:cubicBezTo>
                <a:cubicBezTo>
                  <a:pt x="4269602" y="92508"/>
                  <a:pt x="4274738" y="94654"/>
                  <a:pt x="4280891" y="94654"/>
                </a:cubicBezTo>
                <a:cubicBezTo>
                  <a:pt x="4285471" y="94654"/>
                  <a:pt x="4289380" y="93463"/>
                  <a:pt x="4292618" y="91080"/>
                </a:cubicBezTo>
                <a:cubicBezTo>
                  <a:pt x="4295857" y="88696"/>
                  <a:pt x="4298424" y="84891"/>
                  <a:pt x="4300321" y="79665"/>
                </a:cubicBezTo>
                <a:moveTo>
                  <a:pt x="4259309" y="59263"/>
                </a:moveTo>
                <a:lnTo>
                  <a:pt x="4300460" y="59263"/>
                </a:lnTo>
                <a:cubicBezTo>
                  <a:pt x="4299905" y="53165"/>
                  <a:pt x="4298332" y="48591"/>
                  <a:pt x="4295741" y="45542"/>
                </a:cubicBezTo>
                <a:cubicBezTo>
                  <a:pt x="4291762" y="40810"/>
                  <a:pt x="4286604" y="38444"/>
                  <a:pt x="4280266" y="38444"/>
                </a:cubicBezTo>
                <a:cubicBezTo>
                  <a:pt x="4274529" y="38444"/>
                  <a:pt x="4269707" y="40333"/>
                  <a:pt x="4265797" y="44111"/>
                </a:cubicBezTo>
                <a:cubicBezTo>
                  <a:pt x="4261888" y="47887"/>
                  <a:pt x="4259725" y="52938"/>
                  <a:pt x="4259309" y="59263"/>
                </a:cubicBezTo>
                <a:close/>
                <a:moveTo>
                  <a:pt x="4368260" y="103397"/>
                </a:moveTo>
                <a:lnTo>
                  <a:pt x="4368260" y="29701"/>
                </a:lnTo>
                <a:lnTo>
                  <a:pt x="4379502" y="29701"/>
                </a:lnTo>
                <a:lnTo>
                  <a:pt x="4379502" y="40804"/>
                </a:lnTo>
                <a:cubicBezTo>
                  <a:pt x="4382370" y="35605"/>
                  <a:pt x="4385019" y="32177"/>
                  <a:pt x="4387448" y="30520"/>
                </a:cubicBezTo>
                <a:cubicBezTo>
                  <a:pt x="4389877" y="28864"/>
                  <a:pt x="4392548" y="28035"/>
                  <a:pt x="4395463" y="28035"/>
                </a:cubicBezTo>
                <a:cubicBezTo>
                  <a:pt x="4399673" y="28035"/>
                  <a:pt x="4403952" y="29371"/>
                  <a:pt x="4408301" y="32043"/>
                </a:cubicBezTo>
                <a:lnTo>
                  <a:pt x="4403998" y="43580"/>
                </a:lnTo>
                <a:cubicBezTo>
                  <a:pt x="4400945" y="41775"/>
                  <a:pt x="4397892" y="40873"/>
                  <a:pt x="4394838" y="40873"/>
                </a:cubicBezTo>
                <a:cubicBezTo>
                  <a:pt x="4392109" y="40873"/>
                  <a:pt x="4389657" y="41696"/>
                  <a:pt x="4387482" y="43341"/>
                </a:cubicBezTo>
                <a:cubicBezTo>
                  <a:pt x="4385308" y="44985"/>
                  <a:pt x="4383758" y="47265"/>
                  <a:pt x="4382833" y="50183"/>
                </a:cubicBezTo>
                <a:cubicBezTo>
                  <a:pt x="4381445" y="54628"/>
                  <a:pt x="4380751" y="59491"/>
                  <a:pt x="4380751" y="64771"/>
                </a:cubicBezTo>
                <a:lnTo>
                  <a:pt x="4380751" y="103397"/>
                </a:lnTo>
                <a:lnTo>
                  <a:pt x="4368260" y="103397"/>
                </a:lnTo>
                <a:close/>
                <a:moveTo>
                  <a:pt x="4466174" y="79665"/>
                </a:moveTo>
                <a:lnTo>
                  <a:pt x="4479082" y="81261"/>
                </a:lnTo>
                <a:cubicBezTo>
                  <a:pt x="4477046" y="88802"/>
                  <a:pt x="4473276" y="94654"/>
                  <a:pt x="4467770" y="98817"/>
                </a:cubicBezTo>
                <a:cubicBezTo>
                  <a:pt x="4462265" y="102981"/>
                  <a:pt x="4455233" y="105063"/>
                  <a:pt x="4446675" y="105063"/>
                </a:cubicBezTo>
                <a:cubicBezTo>
                  <a:pt x="4435895" y="105063"/>
                  <a:pt x="4427348" y="101744"/>
                  <a:pt x="4421033" y="95105"/>
                </a:cubicBezTo>
                <a:cubicBezTo>
                  <a:pt x="4414718" y="88466"/>
                  <a:pt x="4411561" y="79156"/>
                  <a:pt x="4411561" y="67174"/>
                </a:cubicBezTo>
                <a:cubicBezTo>
                  <a:pt x="4411561" y="54775"/>
                  <a:pt x="4414753" y="45153"/>
                  <a:pt x="4421137" y="38306"/>
                </a:cubicBezTo>
                <a:cubicBezTo>
                  <a:pt x="4427522" y="31459"/>
                  <a:pt x="4435803" y="28035"/>
                  <a:pt x="4445981" y="28035"/>
                </a:cubicBezTo>
                <a:cubicBezTo>
                  <a:pt x="4455835" y="28035"/>
                  <a:pt x="4463884" y="31384"/>
                  <a:pt x="4470130" y="38082"/>
                </a:cubicBezTo>
                <a:cubicBezTo>
                  <a:pt x="4476375" y="44779"/>
                  <a:pt x="4479498" y="54201"/>
                  <a:pt x="4479498" y="66347"/>
                </a:cubicBezTo>
                <a:cubicBezTo>
                  <a:pt x="4479498" y="67086"/>
                  <a:pt x="4479475" y="68194"/>
                  <a:pt x="4479429" y="69672"/>
                </a:cubicBezTo>
                <a:lnTo>
                  <a:pt x="4424468" y="69672"/>
                </a:lnTo>
                <a:cubicBezTo>
                  <a:pt x="4424931" y="77745"/>
                  <a:pt x="4427221" y="83927"/>
                  <a:pt x="4431338" y="88217"/>
                </a:cubicBezTo>
                <a:cubicBezTo>
                  <a:pt x="4435456" y="92508"/>
                  <a:pt x="4440591" y="94654"/>
                  <a:pt x="4446744" y="94654"/>
                </a:cubicBezTo>
                <a:cubicBezTo>
                  <a:pt x="4451324" y="94654"/>
                  <a:pt x="4455233" y="93463"/>
                  <a:pt x="4458472" y="91080"/>
                </a:cubicBezTo>
                <a:cubicBezTo>
                  <a:pt x="4461710" y="88696"/>
                  <a:pt x="4464278" y="84891"/>
                  <a:pt x="4466174" y="79665"/>
                </a:cubicBezTo>
                <a:moveTo>
                  <a:pt x="4425162" y="59263"/>
                </a:moveTo>
                <a:lnTo>
                  <a:pt x="4466313" y="59263"/>
                </a:lnTo>
                <a:cubicBezTo>
                  <a:pt x="4465758" y="53165"/>
                  <a:pt x="4464185" y="48591"/>
                  <a:pt x="4461594" y="45542"/>
                </a:cubicBezTo>
                <a:cubicBezTo>
                  <a:pt x="4457616" y="40810"/>
                  <a:pt x="4452457" y="38444"/>
                  <a:pt x="4446119" y="38444"/>
                </a:cubicBezTo>
                <a:cubicBezTo>
                  <a:pt x="4440383" y="38444"/>
                  <a:pt x="4435560" y="40333"/>
                  <a:pt x="4431651" y="44111"/>
                </a:cubicBezTo>
                <a:cubicBezTo>
                  <a:pt x="4427741" y="47887"/>
                  <a:pt x="4425579" y="52938"/>
                  <a:pt x="4425162" y="59263"/>
                </a:cubicBezTo>
                <a:close/>
                <a:moveTo>
                  <a:pt x="4542833" y="94298"/>
                </a:moveTo>
                <a:cubicBezTo>
                  <a:pt x="4538207" y="98233"/>
                  <a:pt x="4533754" y="101011"/>
                  <a:pt x="4529475" y="102632"/>
                </a:cubicBezTo>
                <a:cubicBezTo>
                  <a:pt x="4525196" y="104253"/>
                  <a:pt x="4520604" y="105063"/>
                  <a:pt x="4515700" y="105063"/>
                </a:cubicBezTo>
                <a:cubicBezTo>
                  <a:pt x="4507604" y="105063"/>
                  <a:pt x="4501382" y="103084"/>
                  <a:pt x="4497033" y="99125"/>
                </a:cubicBezTo>
                <a:cubicBezTo>
                  <a:pt x="4492684" y="95167"/>
                  <a:pt x="4490510" y="90109"/>
                  <a:pt x="4490510" y="83952"/>
                </a:cubicBezTo>
                <a:cubicBezTo>
                  <a:pt x="4490510" y="80342"/>
                  <a:pt x="4491331" y="77044"/>
                  <a:pt x="4492974" y="74059"/>
                </a:cubicBezTo>
                <a:cubicBezTo>
                  <a:pt x="4494616" y="71072"/>
                  <a:pt x="4496767" y="68676"/>
                  <a:pt x="4499427" y="66870"/>
                </a:cubicBezTo>
                <a:cubicBezTo>
                  <a:pt x="4502087" y="65064"/>
                  <a:pt x="4505083" y="63699"/>
                  <a:pt x="4508414" y="62774"/>
                </a:cubicBezTo>
                <a:cubicBezTo>
                  <a:pt x="4510866" y="62125"/>
                  <a:pt x="4514567" y="61499"/>
                  <a:pt x="4519517" y="60898"/>
                </a:cubicBezTo>
                <a:cubicBezTo>
                  <a:pt x="4529602" y="59704"/>
                  <a:pt x="4537027" y="58280"/>
                  <a:pt x="4541792" y="56626"/>
                </a:cubicBezTo>
                <a:cubicBezTo>
                  <a:pt x="4541839" y="54921"/>
                  <a:pt x="4541862" y="53838"/>
                  <a:pt x="4541862" y="53377"/>
                </a:cubicBezTo>
                <a:cubicBezTo>
                  <a:pt x="4541862" y="48307"/>
                  <a:pt x="4540682" y="44735"/>
                  <a:pt x="4538323" y="42662"/>
                </a:cubicBezTo>
                <a:cubicBezTo>
                  <a:pt x="4535131" y="39850"/>
                  <a:pt x="4530389" y="38444"/>
                  <a:pt x="4524097" y="38444"/>
                </a:cubicBezTo>
                <a:cubicBezTo>
                  <a:pt x="4518222" y="38444"/>
                  <a:pt x="4513884" y="39474"/>
                  <a:pt x="4511085" y="41532"/>
                </a:cubicBezTo>
                <a:cubicBezTo>
                  <a:pt x="4508287" y="43591"/>
                  <a:pt x="4506216" y="47234"/>
                  <a:pt x="4504875" y="52462"/>
                </a:cubicBezTo>
                <a:lnTo>
                  <a:pt x="4492661" y="50797"/>
                </a:lnTo>
                <a:cubicBezTo>
                  <a:pt x="4493772" y="45553"/>
                  <a:pt x="4495599" y="41319"/>
                  <a:pt x="4498143" y="38093"/>
                </a:cubicBezTo>
                <a:cubicBezTo>
                  <a:pt x="4500688" y="34868"/>
                  <a:pt x="4504366" y="32385"/>
                  <a:pt x="4509177" y="30646"/>
                </a:cubicBezTo>
                <a:cubicBezTo>
                  <a:pt x="4513988" y="28906"/>
                  <a:pt x="4519563" y="28035"/>
                  <a:pt x="4525901" y="28035"/>
                </a:cubicBezTo>
                <a:cubicBezTo>
                  <a:pt x="4532193" y="28035"/>
                  <a:pt x="4537305" y="28776"/>
                  <a:pt x="4541237" y="30256"/>
                </a:cubicBezTo>
                <a:cubicBezTo>
                  <a:pt x="4545170" y="31736"/>
                  <a:pt x="4548061" y="33598"/>
                  <a:pt x="4549912" y="35842"/>
                </a:cubicBezTo>
                <a:cubicBezTo>
                  <a:pt x="4551762" y="38086"/>
                  <a:pt x="4553057" y="40919"/>
                  <a:pt x="4553798" y="44343"/>
                </a:cubicBezTo>
                <a:cubicBezTo>
                  <a:pt x="4554214" y="46471"/>
                  <a:pt x="4554422" y="50311"/>
                  <a:pt x="4554422" y="55862"/>
                </a:cubicBezTo>
                <a:lnTo>
                  <a:pt x="4554422" y="72517"/>
                </a:lnTo>
                <a:cubicBezTo>
                  <a:pt x="4554422" y="84129"/>
                  <a:pt x="4554688" y="91473"/>
                  <a:pt x="4555220" y="94550"/>
                </a:cubicBezTo>
                <a:cubicBezTo>
                  <a:pt x="4555752" y="97626"/>
                  <a:pt x="4556805" y="100575"/>
                  <a:pt x="4558378" y="103397"/>
                </a:cubicBezTo>
                <a:lnTo>
                  <a:pt x="4545332" y="103397"/>
                </a:lnTo>
                <a:cubicBezTo>
                  <a:pt x="4544036" y="100804"/>
                  <a:pt x="4543203" y="97771"/>
                  <a:pt x="4542833" y="94298"/>
                </a:cubicBezTo>
                <a:moveTo>
                  <a:pt x="4541792" y="66341"/>
                </a:moveTo>
                <a:cubicBezTo>
                  <a:pt x="4537259" y="68207"/>
                  <a:pt x="4530458" y="69793"/>
                  <a:pt x="4521391" y="71099"/>
                </a:cubicBezTo>
                <a:cubicBezTo>
                  <a:pt x="4516255" y="71842"/>
                  <a:pt x="4512624" y="72678"/>
                  <a:pt x="4510496" y="73608"/>
                </a:cubicBezTo>
                <a:cubicBezTo>
                  <a:pt x="4508368" y="74536"/>
                  <a:pt x="4506725" y="75895"/>
                  <a:pt x="4505569" y="77685"/>
                </a:cubicBezTo>
                <a:cubicBezTo>
                  <a:pt x="4504412" y="79473"/>
                  <a:pt x="4503834" y="81459"/>
                  <a:pt x="4503834" y="83642"/>
                </a:cubicBezTo>
                <a:cubicBezTo>
                  <a:pt x="4503834" y="86986"/>
                  <a:pt x="4505094" y="89773"/>
                  <a:pt x="4507616" y="92004"/>
                </a:cubicBezTo>
                <a:cubicBezTo>
                  <a:pt x="4510137" y="94233"/>
                  <a:pt x="4513827" y="95348"/>
                  <a:pt x="4518684" y="95348"/>
                </a:cubicBezTo>
                <a:cubicBezTo>
                  <a:pt x="4523495" y="95348"/>
                  <a:pt x="4527775" y="94290"/>
                  <a:pt x="4531522" y="92175"/>
                </a:cubicBezTo>
                <a:cubicBezTo>
                  <a:pt x="4535269" y="90060"/>
                  <a:pt x="4538022" y="87166"/>
                  <a:pt x="4539780" y="83494"/>
                </a:cubicBezTo>
                <a:cubicBezTo>
                  <a:pt x="4541122" y="80658"/>
                  <a:pt x="4541792" y="76474"/>
                  <a:pt x="4541792" y="70943"/>
                </a:cubicBezTo>
                <a:lnTo>
                  <a:pt x="4541792" y="66341"/>
                </a:lnTo>
                <a:close/>
                <a:moveTo>
                  <a:pt x="4568766" y="81330"/>
                </a:moveTo>
                <a:lnTo>
                  <a:pt x="4581118" y="79387"/>
                </a:lnTo>
                <a:cubicBezTo>
                  <a:pt x="4581812" y="84316"/>
                  <a:pt x="4583743" y="88092"/>
                  <a:pt x="4586912" y="90718"/>
                </a:cubicBezTo>
                <a:cubicBezTo>
                  <a:pt x="4590081" y="93342"/>
                  <a:pt x="4594511" y="94654"/>
                  <a:pt x="4600201" y="94654"/>
                </a:cubicBezTo>
                <a:cubicBezTo>
                  <a:pt x="4605938" y="94654"/>
                  <a:pt x="4610194" y="93495"/>
                  <a:pt x="4612970" y="91178"/>
                </a:cubicBezTo>
                <a:cubicBezTo>
                  <a:pt x="4615746" y="88859"/>
                  <a:pt x="4617134" y="86139"/>
                  <a:pt x="4617134" y="83019"/>
                </a:cubicBezTo>
                <a:cubicBezTo>
                  <a:pt x="4617134" y="80219"/>
                  <a:pt x="4615908" y="78016"/>
                  <a:pt x="4613456" y="76410"/>
                </a:cubicBezTo>
                <a:cubicBezTo>
                  <a:pt x="4611744" y="75308"/>
                  <a:pt x="4607488" y="73908"/>
                  <a:pt x="4600687" y="72209"/>
                </a:cubicBezTo>
                <a:cubicBezTo>
                  <a:pt x="4591527" y="69895"/>
                  <a:pt x="4585178" y="67892"/>
                  <a:pt x="4581638" y="66202"/>
                </a:cubicBezTo>
                <a:cubicBezTo>
                  <a:pt x="4578099" y="64512"/>
                  <a:pt x="4575416" y="62174"/>
                  <a:pt x="4573589" y="59187"/>
                </a:cubicBezTo>
                <a:cubicBezTo>
                  <a:pt x="4571761" y="56200"/>
                  <a:pt x="4570848" y="52901"/>
                  <a:pt x="4570848" y="49289"/>
                </a:cubicBezTo>
                <a:cubicBezTo>
                  <a:pt x="4570848" y="46002"/>
                  <a:pt x="4571599" y="42957"/>
                  <a:pt x="4573103" y="40155"/>
                </a:cubicBezTo>
                <a:cubicBezTo>
                  <a:pt x="4574606" y="37354"/>
                  <a:pt x="4576654" y="35027"/>
                  <a:pt x="4579244" y="33175"/>
                </a:cubicBezTo>
                <a:cubicBezTo>
                  <a:pt x="4581187" y="31739"/>
                  <a:pt x="4583836" y="30524"/>
                  <a:pt x="4587190" y="29529"/>
                </a:cubicBezTo>
                <a:cubicBezTo>
                  <a:pt x="4590544" y="28533"/>
                  <a:pt x="4594141" y="28035"/>
                  <a:pt x="4597981" y="28035"/>
                </a:cubicBezTo>
                <a:cubicBezTo>
                  <a:pt x="4603764" y="28035"/>
                  <a:pt x="4608841" y="28874"/>
                  <a:pt x="4613213" y="30551"/>
                </a:cubicBezTo>
                <a:cubicBezTo>
                  <a:pt x="4617585" y="32226"/>
                  <a:pt x="4620811" y="34497"/>
                  <a:pt x="4622893" y="37362"/>
                </a:cubicBezTo>
                <a:cubicBezTo>
                  <a:pt x="4624975" y="40226"/>
                  <a:pt x="4626409" y="44057"/>
                  <a:pt x="4627196" y="48854"/>
                </a:cubicBezTo>
                <a:lnTo>
                  <a:pt x="4614982" y="50519"/>
                </a:lnTo>
                <a:cubicBezTo>
                  <a:pt x="4614427" y="46725"/>
                  <a:pt x="4612820" y="43765"/>
                  <a:pt x="4610159" y="41637"/>
                </a:cubicBezTo>
                <a:cubicBezTo>
                  <a:pt x="4607499" y="39508"/>
                  <a:pt x="4603740" y="38444"/>
                  <a:pt x="4598883" y="38444"/>
                </a:cubicBezTo>
                <a:cubicBezTo>
                  <a:pt x="4593146" y="38444"/>
                  <a:pt x="4589052" y="39388"/>
                  <a:pt x="4586600" y="41277"/>
                </a:cubicBezTo>
                <a:cubicBezTo>
                  <a:pt x="4584148" y="43163"/>
                  <a:pt x="4582922" y="45373"/>
                  <a:pt x="4582922" y="47906"/>
                </a:cubicBezTo>
                <a:cubicBezTo>
                  <a:pt x="4582922" y="49516"/>
                  <a:pt x="4583431" y="50966"/>
                  <a:pt x="4584449" y="52256"/>
                </a:cubicBezTo>
                <a:cubicBezTo>
                  <a:pt x="4585467" y="53590"/>
                  <a:pt x="4587063" y="54695"/>
                  <a:pt x="4589237" y="55570"/>
                </a:cubicBezTo>
                <a:cubicBezTo>
                  <a:pt x="4590486" y="56031"/>
                  <a:pt x="4594164" y="57090"/>
                  <a:pt x="4600271" y="58747"/>
                </a:cubicBezTo>
                <a:cubicBezTo>
                  <a:pt x="4609107" y="61105"/>
                  <a:pt x="4615271" y="63035"/>
                  <a:pt x="4618764" y="64537"/>
                </a:cubicBezTo>
                <a:cubicBezTo>
                  <a:pt x="4622257" y="66039"/>
                  <a:pt x="4624998" y="68223"/>
                  <a:pt x="4626988" y="71090"/>
                </a:cubicBezTo>
                <a:cubicBezTo>
                  <a:pt x="4628977" y="73956"/>
                  <a:pt x="4629972" y="77514"/>
                  <a:pt x="4629972" y="81766"/>
                </a:cubicBezTo>
                <a:cubicBezTo>
                  <a:pt x="4629972" y="85927"/>
                  <a:pt x="4628757" y="89845"/>
                  <a:pt x="4626328" y="93520"/>
                </a:cubicBezTo>
                <a:cubicBezTo>
                  <a:pt x="4623900" y="97193"/>
                  <a:pt x="4620395" y="100035"/>
                  <a:pt x="4615815" y="102046"/>
                </a:cubicBezTo>
                <a:cubicBezTo>
                  <a:pt x="4611235" y="104057"/>
                  <a:pt x="4606054" y="105063"/>
                  <a:pt x="4600271" y="105063"/>
                </a:cubicBezTo>
                <a:cubicBezTo>
                  <a:pt x="4590694" y="105063"/>
                  <a:pt x="4583396" y="103068"/>
                  <a:pt x="4578377" y="99078"/>
                </a:cubicBezTo>
                <a:cubicBezTo>
                  <a:pt x="4573357" y="95088"/>
                  <a:pt x="4570154" y="89172"/>
                  <a:pt x="4568766" y="81330"/>
                </a:cubicBezTo>
                <a:close/>
                <a:moveTo>
                  <a:pt x="4640172" y="66549"/>
                </a:moveTo>
                <a:cubicBezTo>
                  <a:pt x="4640172" y="52902"/>
                  <a:pt x="4643966" y="42793"/>
                  <a:pt x="4651553" y="36224"/>
                </a:cubicBezTo>
                <a:cubicBezTo>
                  <a:pt x="4657891" y="30765"/>
                  <a:pt x="4665617" y="28035"/>
                  <a:pt x="4674731" y="28035"/>
                </a:cubicBezTo>
                <a:cubicBezTo>
                  <a:pt x="4684862" y="28035"/>
                  <a:pt x="4693143" y="31355"/>
                  <a:pt x="4699574" y="37993"/>
                </a:cubicBezTo>
                <a:cubicBezTo>
                  <a:pt x="4706004" y="44632"/>
                  <a:pt x="4709219" y="53804"/>
                  <a:pt x="4709219" y="65508"/>
                </a:cubicBezTo>
                <a:cubicBezTo>
                  <a:pt x="4709219" y="74992"/>
                  <a:pt x="4707797" y="82452"/>
                  <a:pt x="4704952" y="87888"/>
                </a:cubicBezTo>
                <a:cubicBezTo>
                  <a:pt x="4702107" y="93324"/>
                  <a:pt x="4697966" y="97545"/>
                  <a:pt x="4692530" y="100552"/>
                </a:cubicBezTo>
                <a:cubicBezTo>
                  <a:pt x="4687094" y="103559"/>
                  <a:pt x="4681161" y="105063"/>
                  <a:pt x="4674731" y="105063"/>
                </a:cubicBezTo>
                <a:cubicBezTo>
                  <a:pt x="4664414" y="105063"/>
                  <a:pt x="4656075" y="101755"/>
                  <a:pt x="4649714" y="95140"/>
                </a:cubicBezTo>
                <a:cubicBezTo>
                  <a:pt x="4643353" y="88524"/>
                  <a:pt x="4640172" y="78994"/>
                  <a:pt x="4640172" y="66549"/>
                </a:cubicBezTo>
                <a:moveTo>
                  <a:pt x="4653010" y="66514"/>
                </a:moveTo>
                <a:cubicBezTo>
                  <a:pt x="4653010" y="75917"/>
                  <a:pt x="4655069" y="82958"/>
                  <a:pt x="4659186" y="87636"/>
                </a:cubicBezTo>
                <a:cubicBezTo>
                  <a:pt x="4663304" y="92315"/>
                  <a:pt x="4668485" y="94654"/>
                  <a:pt x="4674731" y="94654"/>
                </a:cubicBezTo>
                <a:cubicBezTo>
                  <a:pt x="4680930" y="94654"/>
                  <a:pt x="4686088" y="92303"/>
                  <a:pt x="4690205" y="87602"/>
                </a:cubicBezTo>
                <a:cubicBezTo>
                  <a:pt x="4694323" y="82900"/>
                  <a:pt x="4696382" y="75733"/>
                  <a:pt x="4696382" y="66100"/>
                </a:cubicBezTo>
                <a:cubicBezTo>
                  <a:pt x="4696382" y="57020"/>
                  <a:pt x="4694311" y="50140"/>
                  <a:pt x="4690171" y="45462"/>
                </a:cubicBezTo>
                <a:cubicBezTo>
                  <a:pt x="4686030" y="40784"/>
                  <a:pt x="4680884" y="38444"/>
                  <a:pt x="4674731" y="38444"/>
                </a:cubicBezTo>
                <a:cubicBezTo>
                  <a:pt x="4668485" y="38444"/>
                  <a:pt x="4663304" y="40772"/>
                  <a:pt x="4659186" y="45427"/>
                </a:cubicBezTo>
                <a:cubicBezTo>
                  <a:pt x="4655069" y="50082"/>
                  <a:pt x="4653010" y="57111"/>
                  <a:pt x="4653010" y="66514"/>
                </a:cubicBezTo>
                <a:close/>
                <a:moveTo>
                  <a:pt x="4723841" y="103397"/>
                </a:moveTo>
                <a:lnTo>
                  <a:pt x="4723841" y="29701"/>
                </a:lnTo>
                <a:lnTo>
                  <a:pt x="4735082" y="29701"/>
                </a:lnTo>
                <a:lnTo>
                  <a:pt x="4735082" y="40110"/>
                </a:lnTo>
                <a:cubicBezTo>
                  <a:pt x="4740495" y="32060"/>
                  <a:pt x="4748314" y="28035"/>
                  <a:pt x="4758538" y="28035"/>
                </a:cubicBezTo>
                <a:cubicBezTo>
                  <a:pt x="4762979" y="28035"/>
                  <a:pt x="4767062" y="28833"/>
                  <a:pt x="4770786" y="30429"/>
                </a:cubicBezTo>
                <a:cubicBezTo>
                  <a:pt x="4774510" y="32025"/>
                  <a:pt x="4777297" y="34119"/>
                  <a:pt x="4779148" y="36710"/>
                </a:cubicBezTo>
                <a:cubicBezTo>
                  <a:pt x="4780998" y="39300"/>
                  <a:pt x="4782294" y="42377"/>
                  <a:pt x="4783034" y="45939"/>
                </a:cubicBezTo>
                <a:cubicBezTo>
                  <a:pt x="4783497" y="48252"/>
                  <a:pt x="4783728" y="52300"/>
                  <a:pt x="4783728" y="58083"/>
                </a:cubicBezTo>
                <a:lnTo>
                  <a:pt x="4783728" y="103397"/>
                </a:lnTo>
                <a:lnTo>
                  <a:pt x="4771237" y="103397"/>
                </a:lnTo>
                <a:lnTo>
                  <a:pt x="4771237" y="58521"/>
                </a:lnTo>
                <a:cubicBezTo>
                  <a:pt x="4771237" y="53426"/>
                  <a:pt x="4770751" y="49617"/>
                  <a:pt x="4769780" y="47093"/>
                </a:cubicBezTo>
                <a:cubicBezTo>
                  <a:pt x="4768808" y="44568"/>
                  <a:pt x="4767085" y="42554"/>
                  <a:pt x="4764610" y="41049"/>
                </a:cubicBezTo>
                <a:cubicBezTo>
                  <a:pt x="4762135" y="39544"/>
                  <a:pt x="4759232" y="38791"/>
                  <a:pt x="4755901" y="38791"/>
                </a:cubicBezTo>
                <a:cubicBezTo>
                  <a:pt x="4750581" y="38791"/>
                  <a:pt x="4745989" y="40482"/>
                  <a:pt x="4742126" y="43864"/>
                </a:cubicBezTo>
                <a:cubicBezTo>
                  <a:pt x="4738263" y="47244"/>
                  <a:pt x="4736332" y="53658"/>
                  <a:pt x="4736332" y="63105"/>
                </a:cubicBezTo>
                <a:lnTo>
                  <a:pt x="4736332" y="103397"/>
                </a:lnTo>
                <a:lnTo>
                  <a:pt x="4723841" y="103397"/>
                </a:lnTo>
                <a:close/>
                <a:moveTo>
                  <a:pt x="4850950" y="94298"/>
                </a:moveTo>
                <a:cubicBezTo>
                  <a:pt x="4846323" y="98233"/>
                  <a:pt x="4841871" y="101011"/>
                  <a:pt x="4837591" y="102632"/>
                </a:cubicBezTo>
                <a:cubicBezTo>
                  <a:pt x="4833312" y="104253"/>
                  <a:pt x="4828720" y="105063"/>
                  <a:pt x="4823816" y="105063"/>
                </a:cubicBezTo>
                <a:cubicBezTo>
                  <a:pt x="4815720" y="105063"/>
                  <a:pt x="4809498" y="103084"/>
                  <a:pt x="4805149" y="99125"/>
                </a:cubicBezTo>
                <a:cubicBezTo>
                  <a:pt x="4800801" y="95167"/>
                  <a:pt x="4798626" y="90109"/>
                  <a:pt x="4798626" y="83952"/>
                </a:cubicBezTo>
                <a:cubicBezTo>
                  <a:pt x="4798626" y="80342"/>
                  <a:pt x="4799447" y="77044"/>
                  <a:pt x="4801090" y="74059"/>
                </a:cubicBezTo>
                <a:cubicBezTo>
                  <a:pt x="4802732" y="71072"/>
                  <a:pt x="4804883" y="68676"/>
                  <a:pt x="4807543" y="66870"/>
                </a:cubicBezTo>
                <a:cubicBezTo>
                  <a:pt x="4810204" y="65064"/>
                  <a:pt x="4813199" y="63699"/>
                  <a:pt x="4816530" y="62774"/>
                </a:cubicBezTo>
                <a:cubicBezTo>
                  <a:pt x="4818982" y="62125"/>
                  <a:pt x="4822683" y="61499"/>
                  <a:pt x="4827633" y="60898"/>
                </a:cubicBezTo>
                <a:cubicBezTo>
                  <a:pt x="4837718" y="59704"/>
                  <a:pt x="4845144" y="58280"/>
                  <a:pt x="4849909" y="56626"/>
                </a:cubicBezTo>
                <a:cubicBezTo>
                  <a:pt x="4849955" y="54921"/>
                  <a:pt x="4849978" y="53838"/>
                  <a:pt x="4849978" y="53377"/>
                </a:cubicBezTo>
                <a:cubicBezTo>
                  <a:pt x="4849978" y="48307"/>
                  <a:pt x="4848798" y="44735"/>
                  <a:pt x="4846439" y="42662"/>
                </a:cubicBezTo>
                <a:cubicBezTo>
                  <a:pt x="4843247" y="39850"/>
                  <a:pt x="4838505" y="38444"/>
                  <a:pt x="4832213" y="38444"/>
                </a:cubicBezTo>
                <a:cubicBezTo>
                  <a:pt x="4826338" y="38444"/>
                  <a:pt x="4822001" y="39474"/>
                  <a:pt x="4819202" y="41532"/>
                </a:cubicBezTo>
                <a:cubicBezTo>
                  <a:pt x="4816403" y="43591"/>
                  <a:pt x="4814333" y="47234"/>
                  <a:pt x="4812991" y="52462"/>
                </a:cubicBezTo>
                <a:lnTo>
                  <a:pt x="4800778" y="50797"/>
                </a:lnTo>
                <a:cubicBezTo>
                  <a:pt x="4801888" y="45553"/>
                  <a:pt x="4803715" y="41319"/>
                  <a:pt x="4806260" y="38093"/>
                </a:cubicBezTo>
                <a:cubicBezTo>
                  <a:pt x="4808804" y="34868"/>
                  <a:pt x="4812482" y="32385"/>
                  <a:pt x="4817293" y="30646"/>
                </a:cubicBezTo>
                <a:cubicBezTo>
                  <a:pt x="4822105" y="28906"/>
                  <a:pt x="4827679" y="28035"/>
                  <a:pt x="4834017" y="28035"/>
                </a:cubicBezTo>
                <a:cubicBezTo>
                  <a:pt x="4840309" y="28035"/>
                  <a:pt x="4845421" y="28776"/>
                  <a:pt x="4849354" y="30256"/>
                </a:cubicBezTo>
                <a:cubicBezTo>
                  <a:pt x="4853286" y="31736"/>
                  <a:pt x="4856177" y="33598"/>
                  <a:pt x="4858028" y="35842"/>
                </a:cubicBezTo>
                <a:cubicBezTo>
                  <a:pt x="4859878" y="38086"/>
                  <a:pt x="4861174" y="40919"/>
                  <a:pt x="4861914" y="44343"/>
                </a:cubicBezTo>
                <a:cubicBezTo>
                  <a:pt x="4862330" y="46471"/>
                  <a:pt x="4862538" y="50311"/>
                  <a:pt x="4862538" y="55862"/>
                </a:cubicBezTo>
                <a:lnTo>
                  <a:pt x="4862538" y="72517"/>
                </a:lnTo>
                <a:cubicBezTo>
                  <a:pt x="4862538" y="84129"/>
                  <a:pt x="4862804" y="91473"/>
                  <a:pt x="4863336" y="94550"/>
                </a:cubicBezTo>
                <a:cubicBezTo>
                  <a:pt x="4863868" y="97626"/>
                  <a:pt x="4864921" y="100575"/>
                  <a:pt x="4866494" y="103397"/>
                </a:cubicBezTo>
                <a:lnTo>
                  <a:pt x="4853448" y="103397"/>
                </a:lnTo>
                <a:cubicBezTo>
                  <a:pt x="4852152" y="100804"/>
                  <a:pt x="4851320" y="97771"/>
                  <a:pt x="4850950" y="94298"/>
                </a:cubicBezTo>
                <a:moveTo>
                  <a:pt x="4849909" y="66341"/>
                </a:moveTo>
                <a:cubicBezTo>
                  <a:pt x="4845375" y="68207"/>
                  <a:pt x="4838574" y="69793"/>
                  <a:pt x="4829507" y="71099"/>
                </a:cubicBezTo>
                <a:cubicBezTo>
                  <a:pt x="4824372" y="71842"/>
                  <a:pt x="4820740" y="72678"/>
                  <a:pt x="4818612" y="73608"/>
                </a:cubicBezTo>
                <a:cubicBezTo>
                  <a:pt x="4816484" y="74536"/>
                  <a:pt x="4814841" y="75895"/>
                  <a:pt x="4813685" y="77685"/>
                </a:cubicBezTo>
                <a:cubicBezTo>
                  <a:pt x="4812528" y="79473"/>
                  <a:pt x="4811950" y="81459"/>
                  <a:pt x="4811950" y="83642"/>
                </a:cubicBezTo>
                <a:cubicBezTo>
                  <a:pt x="4811950" y="86986"/>
                  <a:pt x="4813211" y="89773"/>
                  <a:pt x="4815732" y="92004"/>
                </a:cubicBezTo>
                <a:cubicBezTo>
                  <a:pt x="4818253" y="94233"/>
                  <a:pt x="4821943" y="95348"/>
                  <a:pt x="4826800" y="95348"/>
                </a:cubicBezTo>
                <a:cubicBezTo>
                  <a:pt x="4831612" y="95348"/>
                  <a:pt x="4835891" y="94290"/>
                  <a:pt x="4839638" y="92175"/>
                </a:cubicBezTo>
                <a:cubicBezTo>
                  <a:pt x="4843386" y="90060"/>
                  <a:pt x="4846138" y="87166"/>
                  <a:pt x="4847896" y="83494"/>
                </a:cubicBezTo>
                <a:cubicBezTo>
                  <a:pt x="4849238" y="80658"/>
                  <a:pt x="4849909" y="76474"/>
                  <a:pt x="4849909" y="70943"/>
                </a:cubicBezTo>
                <a:lnTo>
                  <a:pt x="4849909" y="66341"/>
                </a:lnTo>
                <a:close/>
                <a:moveTo>
                  <a:pt x="4893397" y="103397"/>
                </a:moveTo>
                <a:lnTo>
                  <a:pt x="4881808" y="103397"/>
                </a:lnTo>
                <a:lnTo>
                  <a:pt x="4881808" y="1665"/>
                </a:lnTo>
                <a:lnTo>
                  <a:pt x="4894299" y="1665"/>
                </a:lnTo>
                <a:lnTo>
                  <a:pt x="4894299" y="38093"/>
                </a:lnTo>
                <a:cubicBezTo>
                  <a:pt x="4899573" y="31388"/>
                  <a:pt x="4906305" y="28035"/>
                  <a:pt x="4914493" y="28035"/>
                </a:cubicBezTo>
                <a:cubicBezTo>
                  <a:pt x="4919027" y="28035"/>
                  <a:pt x="4923318" y="28949"/>
                  <a:pt x="4927366" y="30776"/>
                </a:cubicBezTo>
                <a:cubicBezTo>
                  <a:pt x="4931414" y="32604"/>
                  <a:pt x="4934745" y="35171"/>
                  <a:pt x="4937359" y="38479"/>
                </a:cubicBezTo>
                <a:cubicBezTo>
                  <a:pt x="4939972" y="41787"/>
                  <a:pt x="4942020" y="45777"/>
                  <a:pt x="4943500" y="50450"/>
                </a:cubicBezTo>
                <a:cubicBezTo>
                  <a:pt x="4944980" y="55122"/>
                  <a:pt x="4945721" y="60119"/>
                  <a:pt x="4945721" y="65439"/>
                </a:cubicBezTo>
                <a:cubicBezTo>
                  <a:pt x="4945721" y="78069"/>
                  <a:pt x="4942598" y="87830"/>
                  <a:pt x="4936352" y="94723"/>
                </a:cubicBezTo>
                <a:cubicBezTo>
                  <a:pt x="4930107" y="101616"/>
                  <a:pt x="4922612" y="105063"/>
                  <a:pt x="4913869" y="105063"/>
                </a:cubicBezTo>
                <a:cubicBezTo>
                  <a:pt x="4905171" y="105063"/>
                  <a:pt x="4898347" y="101385"/>
                  <a:pt x="4893397" y="94029"/>
                </a:cubicBezTo>
                <a:lnTo>
                  <a:pt x="4893397" y="103397"/>
                </a:lnTo>
                <a:moveTo>
                  <a:pt x="4893258" y="65996"/>
                </a:moveTo>
                <a:cubicBezTo>
                  <a:pt x="4893258" y="74789"/>
                  <a:pt x="4894461" y="81142"/>
                  <a:pt x="4896867" y="85056"/>
                </a:cubicBezTo>
                <a:cubicBezTo>
                  <a:pt x="4900799" y="91454"/>
                  <a:pt x="4906120" y="94654"/>
                  <a:pt x="4912828" y="94654"/>
                </a:cubicBezTo>
                <a:cubicBezTo>
                  <a:pt x="4918287" y="94654"/>
                  <a:pt x="4923005" y="92294"/>
                  <a:pt x="4926984" y="87576"/>
                </a:cubicBezTo>
                <a:cubicBezTo>
                  <a:pt x="4930963" y="82857"/>
                  <a:pt x="4932952" y="75825"/>
                  <a:pt x="4932952" y="66480"/>
                </a:cubicBezTo>
                <a:cubicBezTo>
                  <a:pt x="4932952" y="56905"/>
                  <a:pt x="4931044" y="49839"/>
                  <a:pt x="4927227" y="45282"/>
                </a:cubicBezTo>
                <a:cubicBezTo>
                  <a:pt x="4923410" y="40724"/>
                  <a:pt x="4918796" y="38444"/>
                  <a:pt x="4913383" y="38444"/>
                </a:cubicBezTo>
                <a:cubicBezTo>
                  <a:pt x="4907924" y="38444"/>
                  <a:pt x="4903205" y="40804"/>
                  <a:pt x="4899226" y="45523"/>
                </a:cubicBezTo>
                <a:cubicBezTo>
                  <a:pt x="4895248" y="50241"/>
                  <a:pt x="4893258" y="57066"/>
                  <a:pt x="4893258" y="65996"/>
                </a:cubicBezTo>
                <a:close/>
                <a:moveTo>
                  <a:pt x="4960619" y="103397"/>
                </a:moveTo>
                <a:lnTo>
                  <a:pt x="4960619" y="1665"/>
                </a:lnTo>
                <a:lnTo>
                  <a:pt x="4973110" y="1665"/>
                </a:lnTo>
                <a:lnTo>
                  <a:pt x="4973110" y="103397"/>
                </a:lnTo>
                <a:lnTo>
                  <a:pt x="4960619" y="103397"/>
                </a:lnTo>
                <a:close/>
                <a:moveTo>
                  <a:pt x="5042897" y="79665"/>
                </a:moveTo>
                <a:lnTo>
                  <a:pt x="5055804" y="81261"/>
                </a:lnTo>
                <a:cubicBezTo>
                  <a:pt x="5053769" y="88802"/>
                  <a:pt x="5049998" y="94654"/>
                  <a:pt x="5044493" y="98817"/>
                </a:cubicBezTo>
                <a:cubicBezTo>
                  <a:pt x="5038988" y="102981"/>
                  <a:pt x="5031956" y="105063"/>
                  <a:pt x="5023397" y="105063"/>
                </a:cubicBezTo>
                <a:cubicBezTo>
                  <a:pt x="5012618" y="105063"/>
                  <a:pt x="5004071" y="101744"/>
                  <a:pt x="4997756" y="95105"/>
                </a:cubicBezTo>
                <a:cubicBezTo>
                  <a:pt x="4991441" y="88466"/>
                  <a:pt x="4988284" y="79156"/>
                  <a:pt x="4988284" y="67174"/>
                </a:cubicBezTo>
                <a:cubicBezTo>
                  <a:pt x="4988284" y="54775"/>
                  <a:pt x="4991476" y="45153"/>
                  <a:pt x="4997860" y="38306"/>
                </a:cubicBezTo>
                <a:cubicBezTo>
                  <a:pt x="5004244" y="31459"/>
                  <a:pt x="5012525" y="28035"/>
                  <a:pt x="5022703" y="28035"/>
                </a:cubicBezTo>
                <a:cubicBezTo>
                  <a:pt x="5032557" y="28035"/>
                  <a:pt x="5040607" y="31384"/>
                  <a:pt x="5046852" y="38082"/>
                </a:cubicBezTo>
                <a:cubicBezTo>
                  <a:pt x="5053098" y="44779"/>
                  <a:pt x="5056221" y="54201"/>
                  <a:pt x="5056221" y="66347"/>
                </a:cubicBezTo>
                <a:cubicBezTo>
                  <a:pt x="5056221" y="67086"/>
                  <a:pt x="5056198" y="68194"/>
                  <a:pt x="5056151" y="69672"/>
                </a:cubicBezTo>
                <a:lnTo>
                  <a:pt x="5001191" y="69672"/>
                </a:lnTo>
                <a:cubicBezTo>
                  <a:pt x="5001654" y="77745"/>
                  <a:pt x="5003944" y="83927"/>
                  <a:pt x="5008061" y="88217"/>
                </a:cubicBezTo>
                <a:cubicBezTo>
                  <a:pt x="5012178" y="92508"/>
                  <a:pt x="5017314" y="94654"/>
                  <a:pt x="5023467" y="94654"/>
                </a:cubicBezTo>
                <a:cubicBezTo>
                  <a:pt x="5028047" y="94654"/>
                  <a:pt x="5031956" y="93463"/>
                  <a:pt x="5035194" y="91080"/>
                </a:cubicBezTo>
                <a:cubicBezTo>
                  <a:pt x="5038433" y="88696"/>
                  <a:pt x="5041000" y="84891"/>
                  <a:pt x="5042897" y="79665"/>
                </a:cubicBezTo>
                <a:moveTo>
                  <a:pt x="5001885" y="59263"/>
                </a:moveTo>
                <a:lnTo>
                  <a:pt x="5043036" y="59263"/>
                </a:lnTo>
                <a:cubicBezTo>
                  <a:pt x="5042481" y="53165"/>
                  <a:pt x="5040908" y="48591"/>
                  <a:pt x="5038317" y="45542"/>
                </a:cubicBezTo>
                <a:cubicBezTo>
                  <a:pt x="5034338" y="40810"/>
                  <a:pt x="5029180" y="38444"/>
                  <a:pt x="5022842" y="38444"/>
                </a:cubicBezTo>
                <a:cubicBezTo>
                  <a:pt x="5017105" y="38444"/>
                  <a:pt x="5012283" y="40333"/>
                  <a:pt x="5008373" y="44111"/>
                </a:cubicBezTo>
                <a:cubicBezTo>
                  <a:pt x="5004464" y="47887"/>
                  <a:pt x="5002301" y="52938"/>
                  <a:pt x="5001885" y="59263"/>
                </a:cubicBezTo>
                <a:close/>
                <a:moveTo>
                  <a:pt x="5113959" y="103397"/>
                </a:moveTo>
                <a:lnTo>
                  <a:pt x="5113959" y="39416"/>
                </a:lnTo>
                <a:lnTo>
                  <a:pt x="5102925" y="39416"/>
                </a:lnTo>
                <a:lnTo>
                  <a:pt x="5102925" y="29701"/>
                </a:lnTo>
                <a:lnTo>
                  <a:pt x="5113959" y="29701"/>
                </a:lnTo>
                <a:lnTo>
                  <a:pt x="5113959" y="21877"/>
                </a:lnTo>
                <a:cubicBezTo>
                  <a:pt x="5113959" y="16938"/>
                  <a:pt x="5114398" y="13269"/>
                  <a:pt x="5115277" y="10869"/>
                </a:cubicBezTo>
                <a:cubicBezTo>
                  <a:pt x="5116480" y="7639"/>
                  <a:pt x="5118597" y="5020"/>
                  <a:pt x="5121627" y="3012"/>
                </a:cubicBezTo>
                <a:cubicBezTo>
                  <a:pt x="5124657" y="1004"/>
                  <a:pt x="5128902" y="0"/>
                  <a:pt x="5134361" y="0"/>
                </a:cubicBezTo>
                <a:cubicBezTo>
                  <a:pt x="5137877" y="0"/>
                  <a:pt x="5141763" y="416"/>
                  <a:pt x="5146019" y="1249"/>
                </a:cubicBezTo>
                <a:lnTo>
                  <a:pt x="5144145" y="12144"/>
                </a:lnTo>
                <a:cubicBezTo>
                  <a:pt x="5141555" y="11681"/>
                  <a:pt x="5139103" y="11450"/>
                  <a:pt x="5136790" y="11450"/>
                </a:cubicBezTo>
                <a:cubicBezTo>
                  <a:pt x="5132996" y="11450"/>
                  <a:pt x="5130313" y="12257"/>
                  <a:pt x="5128740" y="13870"/>
                </a:cubicBezTo>
                <a:cubicBezTo>
                  <a:pt x="5127167" y="15484"/>
                  <a:pt x="5126381" y="18502"/>
                  <a:pt x="5126381" y="22926"/>
                </a:cubicBezTo>
                <a:lnTo>
                  <a:pt x="5126381" y="29701"/>
                </a:lnTo>
                <a:lnTo>
                  <a:pt x="5140745" y="29701"/>
                </a:lnTo>
                <a:lnTo>
                  <a:pt x="5140745" y="39416"/>
                </a:lnTo>
                <a:lnTo>
                  <a:pt x="5126381" y="39416"/>
                </a:lnTo>
                <a:lnTo>
                  <a:pt x="5126381" y="103397"/>
                </a:lnTo>
                <a:lnTo>
                  <a:pt x="5113959" y="103397"/>
                </a:lnTo>
                <a:close/>
                <a:moveTo>
                  <a:pt x="5150206" y="103397"/>
                </a:moveTo>
                <a:lnTo>
                  <a:pt x="5150206" y="1665"/>
                </a:lnTo>
                <a:lnTo>
                  <a:pt x="5162697" y="1665"/>
                </a:lnTo>
                <a:lnTo>
                  <a:pt x="5162697" y="103397"/>
                </a:lnTo>
                <a:lnTo>
                  <a:pt x="5150206" y="103397"/>
                </a:lnTo>
                <a:close/>
                <a:moveTo>
                  <a:pt x="5230125" y="94298"/>
                </a:moveTo>
                <a:cubicBezTo>
                  <a:pt x="5225499" y="98233"/>
                  <a:pt x="5221046" y="101011"/>
                  <a:pt x="5216767" y="102632"/>
                </a:cubicBezTo>
                <a:cubicBezTo>
                  <a:pt x="5212487" y="104253"/>
                  <a:pt x="5207896" y="105063"/>
                  <a:pt x="5202992" y="105063"/>
                </a:cubicBezTo>
                <a:cubicBezTo>
                  <a:pt x="5194896" y="105063"/>
                  <a:pt x="5188673" y="103084"/>
                  <a:pt x="5184325" y="99125"/>
                </a:cubicBezTo>
                <a:cubicBezTo>
                  <a:pt x="5179976" y="95167"/>
                  <a:pt x="5177802" y="90109"/>
                  <a:pt x="5177802" y="83952"/>
                </a:cubicBezTo>
                <a:cubicBezTo>
                  <a:pt x="5177802" y="80342"/>
                  <a:pt x="5178623" y="77044"/>
                  <a:pt x="5180265" y="74059"/>
                </a:cubicBezTo>
                <a:cubicBezTo>
                  <a:pt x="5181908" y="71072"/>
                  <a:pt x="5184059" y="68676"/>
                  <a:pt x="5186719" y="66870"/>
                </a:cubicBezTo>
                <a:cubicBezTo>
                  <a:pt x="5189379" y="65064"/>
                  <a:pt x="5192374" y="63699"/>
                  <a:pt x="5195705" y="62774"/>
                </a:cubicBezTo>
                <a:cubicBezTo>
                  <a:pt x="5198157" y="62125"/>
                  <a:pt x="5201858" y="61499"/>
                  <a:pt x="5206809" y="60898"/>
                </a:cubicBezTo>
                <a:cubicBezTo>
                  <a:pt x="5216894" y="59704"/>
                  <a:pt x="5224319" y="58280"/>
                  <a:pt x="5229084" y="56626"/>
                </a:cubicBezTo>
                <a:cubicBezTo>
                  <a:pt x="5229130" y="54921"/>
                  <a:pt x="5229153" y="53838"/>
                  <a:pt x="5229153" y="53377"/>
                </a:cubicBezTo>
                <a:cubicBezTo>
                  <a:pt x="5229153" y="48307"/>
                  <a:pt x="5227974" y="44735"/>
                  <a:pt x="5225614" y="42662"/>
                </a:cubicBezTo>
                <a:cubicBezTo>
                  <a:pt x="5222422" y="39850"/>
                  <a:pt x="5217680" y="38444"/>
                  <a:pt x="5211389" y="38444"/>
                </a:cubicBezTo>
                <a:cubicBezTo>
                  <a:pt x="5205513" y="38444"/>
                  <a:pt x="5201176" y="39474"/>
                  <a:pt x="5198377" y="41532"/>
                </a:cubicBezTo>
                <a:cubicBezTo>
                  <a:pt x="5195578" y="43591"/>
                  <a:pt x="5193508" y="47234"/>
                  <a:pt x="5192166" y="52462"/>
                </a:cubicBezTo>
                <a:lnTo>
                  <a:pt x="5179953" y="50797"/>
                </a:lnTo>
                <a:cubicBezTo>
                  <a:pt x="5181063" y="45553"/>
                  <a:pt x="5182891" y="41319"/>
                  <a:pt x="5185435" y="38093"/>
                </a:cubicBezTo>
                <a:cubicBezTo>
                  <a:pt x="5187980" y="34868"/>
                  <a:pt x="5191657" y="32385"/>
                  <a:pt x="5196469" y="30646"/>
                </a:cubicBezTo>
                <a:cubicBezTo>
                  <a:pt x="5201280" y="28906"/>
                  <a:pt x="5206855" y="28035"/>
                  <a:pt x="5213193" y="28035"/>
                </a:cubicBezTo>
                <a:cubicBezTo>
                  <a:pt x="5219485" y="28035"/>
                  <a:pt x="5224597" y="28776"/>
                  <a:pt x="5228529" y="30256"/>
                </a:cubicBezTo>
                <a:cubicBezTo>
                  <a:pt x="5232461" y="31736"/>
                  <a:pt x="5235353" y="33598"/>
                  <a:pt x="5237203" y="35842"/>
                </a:cubicBezTo>
                <a:cubicBezTo>
                  <a:pt x="5239054" y="38086"/>
                  <a:pt x="5240349" y="40919"/>
                  <a:pt x="5241089" y="44343"/>
                </a:cubicBezTo>
                <a:cubicBezTo>
                  <a:pt x="5241506" y="46471"/>
                  <a:pt x="5241714" y="50311"/>
                  <a:pt x="5241714" y="55862"/>
                </a:cubicBezTo>
                <a:lnTo>
                  <a:pt x="5241714" y="72517"/>
                </a:lnTo>
                <a:cubicBezTo>
                  <a:pt x="5241714" y="84129"/>
                  <a:pt x="5241980" y="91473"/>
                  <a:pt x="5242512" y="94550"/>
                </a:cubicBezTo>
                <a:cubicBezTo>
                  <a:pt x="5243044" y="97626"/>
                  <a:pt x="5244096" y="100575"/>
                  <a:pt x="5245669" y="103397"/>
                </a:cubicBezTo>
                <a:lnTo>
                  <a:pt x="5232623" y="103397"/>
                </a:lnTo>
                <a:cubicBezTo>
                  <a:pt x="5231328" y="100804"/>
                  <a:pt x="5230495" y="97771"/>
                  <a:pt x="5230125" y="94298"/>
                </a:cubicBezTo>
                <a:moveTo>
                  <a:pt x="5229084" y="66341"/>
                </a:moveTo>
                <a:cubicBezTo>
                  <a:pt x="5224550" y="68207"/>
                  <a:pt x="5217750" y="69793"/>
                  <a:pt x="5208682" y="71099"/>
                </a:cubicBezTo>
                <a:cubicBezTo>
                  <a:pt x="5203547" y="71842"/>
                  <a:pt x="5199915" y="72678"/>
                  <a:pt x="5197787" y="73608"/>
                </a:cubicBezTo>
                <a:cubicBezTo>
                  <a:pt x="5195659" y="74536"/>
                  <a:pt x="5194017" y="75895"/>
                  <a:pt x="5192860" y="77685"/>
                </a:cubicBezTo>
                <a:cubicBezTo>
                  <a:pt x="5191704" y="79473"/>
                  <a:pt x="5191125" y="81459"/>
                  <a:pt x="5191125" y="83642"/>
                </a:cubicBezTo>
                <a:cubicBezTo>
                  <a:pt x="5191125" y="86986"/>
                  <a:pt x="5192386" y="89773"/>
                  <a:pt x="5194907" y="92004"/>
                </a:cubicBezTo>
                <a:cubicBezTo>
                  <a:pt x="5197429" y="94233"/>
                  <a:pt x="5201118" y="95348"/>
                  <a:pt x="5205976" y="95348"/>
                </a:cubicBezTo>
                <a:cubicBezTo>
                  <a:pt x="5210787" y="95348"/>
                  <a:pt x="5215066" y="94290"/>
                  <a:pt x="5218814" y="92175"/>
                </a:cubicBezTo>
                <a:cubicBezTo>
                  <a:pt x="5222561" y="90060"/>
                  <a:pt x="5225314" y="87166"/>
                  <a:pt x="5227072" y="83494"/>
                </a:cubicBezTo>
                <a:cubicBezTo>
                  <a:pt x="5228413" y="80658"/>
                  <a:pt x="5229084" y="76474"/>
                  <a:pt x="5229084" y="70943"/>
                </a:cubicBezTo>
                <a:lnTo>
                  <a:pt x="5229084" y="66341"/>
                </a:lnTo>
                <a:close/>
                <a:moveTo>
                  <a:pt x="5258763" y="109504"/>
                </a:moveTo>
                <a:lnTo>
                  <a:pt x="5270907" y="111308"/>
                </a:lnTo>
                <a:cubicBezTo>
                  <a:pt x="5271416" y="115056"/>
                  <a:pt x="5272827" y="117785"/>
                  <a:pt x="5275141" y="119497"/>
                </a:cubicBezTo>
                <a:cubicBezTo>
                  <a:pt x="5278240" y="121810"/>
                  <a:pt x="5282473" y="122967"/>
                  <a:pt x="5287840" y="122967"/>
                </a:cubicBezTo>
                <a:cubicBezTo>
                  <a:pt x="5293623" y="122967"/>
                  <a:pt x="5298087" y="121807"/>
                  <a:pt x="5301233" y="119488"/>
                </a:cubicBezTo>
                <a:cubicBezTo>
                  <a:pt x="5304379" y="117171"/>
                  <a:pt x="5306507" y="113925"/>
                  <a:pt x="5307617" y="109751"/>
                </a:cubicBezTo>
                <a:cubicBezTo>
                  <a:pt x="5308265" y="107203"/>
                  <a:pt x="5308565" y="101848"/>
                  <a:pt x="5308519" y="93687"/>
                </a:cubicBezTo>
                <a:cubicBezTo>
                  <a:pt x="5303060" y="100161"/>
                  <a:pt x="5296260" y="103397"/>
                  <a:pt x="5288117" y="103397"/>
                </a:cubicBezTo>
                <a:cubicBezTo>
                  <a:pt x="5277986" y="103397"/>
                  <a:pt x="5270144" y="99743"/>
                  <a:pt x="5264593" y="92433"/>
                </a:cubicBezTo>
                <a:cubicBezTo>
                  <a:pt x="5259041" y="85124"/>
                  <a:pt x="5256265" y="76357"/>
                  <a:pt x="5256265" y="66133"/>
                </a:cubicBezTo>
                <a:cubicBezTo>
                  <a:pt x="5256265" y="59101"/>
                  <a:pt x="5257538" y="52612"/>
                  <a:pt x="5260082" y="46668"/>
                </a:cubicBezTo>
                <a:cubicBezTo>
                  <a:pt x="5262626" y="40723"/>
                  <a:pt x="5266316" y="36131"/>
                  <a:pt x="5271150" y="32893"/>
                </a:cubicBezTo>
                <a:cubicBezTo>
                  <a:pt x="5275985" y="29654"/>
                  <a:pt x="5281664" y="28035"/>
                  <a:pt x="5288187" y="28035"/>
                </a:cubicBezTo>
                <a:cubicBezTo>
                  <a:pt x="5296884" y="28035"/>
                  <a:pt x="5304055" y="31574"/>
                  <a:pt x="5309699" y="38653"/>
                </a:cubicBezTo>
                <a:lnTo>
                  <a:pt x="5309699" y="29701"/>
                </a:lnTo>
                <a:lnTo>
                  <a:pt x="5321218" y="29701"/>
                </a:lnTo>
                <a:lnTo>
                  <a:pt x="5321218" y="93448"/>
                </a:lnTo>
                <a:cubicBezTo>
                  <a:pt x="5321218" y="104928"/>
                  <a:pt x="5320050" y="113064"/>
                  <a:pt x="5317714" y="117855"/>
                </a:cubicBezTo>
                <a:cubicBezTo>
                  <a:pt x="5315378" y="122646"/>
                  <a:pt x="5311677" y="126431"/>
                  <a:pt x="5306611" y="129208"/>
                </a:cubicBezTo>
                <a:cubicBezTo>
                  <a:pt x="5301545" y="131986"/>
                  <a:pt x="5295311" y="133376"/>
                  <a:pt x="5287909" y="133376"/>
                </a:cubicBezTo>
                <a:cubicBezTo>
                  <a:pt x="5279119" y="133376"/>
                  <a:pt x="5272018" y="131392"/>
                  <a:pt x="5266605" y="127425"/>
                </a:cubicBezTo>
                <a:cubicBezTo>
                  <a:pt x="5261192" y="123458"/>
                  <a:pt x="5258578" y="117485"/>
                  <a:pt x="5258763" y="109504"/>
                </a:cubicBezTo>
                <a:moveTo>
                  <a:pt x="5269103" y="65233"/>
                </a:moveTo>
                <a:cubicBezTo>
                  <a:pt x="5269103" y="74877"/>
                  <a:pt x="5271023" y="81914"/>
                  <a:pt x="5274863" y="86344"/>
                </a:cubicBezTo>
                <a:cubicBezTo>
                  <a:pt x="5278703" y="90774"/>
                  <a:pt x="5283514" y="92988"/>
                  <a:pt x="5289297" y="92988"/>
                </a:cubicBezTo>
                <a:cubicBezTo>
                  <a:pt x="5295034" y="92988"/>
                  <a:pt x="5299845" y="90785"/>
                  <a:pt x="5303731" y="86379"/>
                </a:cubicBezTo>
                <a:cubicBezTo>
                  <a:pt x="5307617" y="81972"/>
                  <a:pt x="5309560" y="75061"/>
                  <a:pt x="5309560" y="65647"/>
                </a:cubicBezTo>
                <a:cubicBezTo>
                  <a:pt x="5309560" y="56649"/>
                  <a:pt x="5307559" y="49866"/>
                  <a:pt x="5303557" y="45297"/>
                </a:cubicBezTo>
                <a:cubicBezTo>
                  <a:pt x="5299556" y="40729"/>
                  <a:pt x="5294733" y="38444"/>
                  <a:pt x="5289089" y="38444"/>
                </a:cubicBezTo>
                <a:cubicBezTo>
                  <a:pt x="5283537" y="38444"/>
                  <a:pt x="5278818" y="40694"/>
                  <a:pt x="5274932" y="45193"/>
                </a:cubicBezTo>
                <a:cubicBezTo>
                  <a:pt x="5271046" y="49692"/>
                  <a:pt x="5269103" y="56372"/>
                  <a:pt x="5269103" y="65233"/>
                </a:cubicBezTo>
                <a:close/>
                <a:moveTo>
                  <a:pt x="5335076" y="81330"/>
                </a:moveTo>
                <a:lnTo>
                  <a:pt x="5347428" y="79387"/>
                </a:lnTo>
                <a:cubicBezTo>
                  <a:pt x="5348122" y="84316"/>
                  <a:pt x="5350053" y="88092"/>
                  <a:pt x="5353222" y="90718"/>
                </a:cubicBezTo>
                <a:cubicBezTo>
                  <a:pt x="5356391" y="93342"/>
                  <a:pt x="5360821" y="94654"/>
                  <a:pt x="5366511" y="94654"/>
                </a:cubicBezTo>
                <a:cubicBezTo>
                  <a:pt x="5372248" y="94654"/>
                  <a:pt x="5376504" y="93495"/>
                  <a:pt x="5379280" y="91178"/>
                </a:cubicBezTo>
                <a:cubicBezTo>
                  <a:pt x="5382055" y="88859"/>
                  <a:pt x="5383443" y="86139"/>
                  <a:pt x="5383443" y="83019"/>
                </a:cubicBezTo>
                <a:cubicBezTo>
                  <a:pt x="5383443" y="80219"/>
                  <a:pt x="5382217" y="78016"/>
                  <a:pt x="5379765" y="76410"/>
                </a:cubicBezTo>
                <a:cubicBezTo>
                  <a:pt x="5378054" y="75308"/>
                  <a:pt x="5373798" y="73908"/>
                  <a:pt x="5366997" y="72209"/>
                </a:cubicBezTo>
                <a:cubicBezTo>
                  <a:pt x="5357837" y="69895"/>
                  <a:pt x="5351487" y="67892"/>
                  <a:pt x="5347948" y="66202"/>
                </a:cubicBezTo>
                <a:cubicBezTo>
                  <a:pt x="5344409" y="64512"/>
                  <a:pt x="5341726" y="62174"/>
                  <a:pt x="5339898" y="59187"/>
                </a:cubicBezTo>
                <a:cubicBezTo>
                  <a:pt x="5338071" y="56200"/>
                  <a:pt x="5337157" y="52901"/>
                  <a:pt x="5337157" y="49289"/>
                </a:cubicBezTo>
                <a:cubicBezTo>
                  <a:pt x="5337157" y="46002"/>
                  <a:pt x="5337909" y="42957"/>
                  <a:pt x="5339413" y="40155"/>
                </a:cubicBezTo>
                <a:cubicBezTo>
                  <a:pt x="5340916" y="37354"/>
                  <a:pt x="5342963" y="35027"/>
                  <a:pt x="5345554" y="33175"/>
                </a:cubicBezTo>
                <a:cubicBezTo>
                  <a:pt x="5347497" y="31739"/>
                  <a:pt x="5350146" y="30524"/>
                  <a:pt x="5353500" y="29529"/>
                </a:cubicBezTo>
                <a:cubicBezTo>
                  <a:pt x="5356854" y="28533"/>
                  <a:pt x="5360451" y="28035"/>
                  <a:pt x="5364291" y="28035"/>
                </a:cubicBezTo>
                <a:cubicBezTo>
                  <a:pt x="5370073" y="28035"/>
                  <a:pt x="5375151" y="28874"/>
                  <a:pt x="5379523" y="30551"/>
                </a:cubicBezTo>
                <a:cubicBezTo>
                  <a:pt x="5383894" y="32226"/>
                  <a:pt x="5387121" y="34497"/>
                  <a:pt x="5389203" y="37362"/>
                </a:cubicBezTo>
                <a:cubicBezTo>
                  <a:pt x="5391285" y="40226"/>
                  <a:pt x="5392719" y="44057"/>
                  <a:pt x="5393506" y="48854"/>
                </a:cubicBezTo>
                <a:lnTo>
                  <a:pt x="5381292" y="50519"/>
                </a:lnTo>
                <a:cubicBezTo>
                  <a:pt x="5380737" y="46725"/>
                  <a:pt x="5379129" y="43765"/>
                  <a:pt x="5376469" y="41637"/>
                </a:cubicBezTo>
                <a:cubicBezTo>
                  <a:pt x="5373809" y="39508"/>
                  <a:pt x="5370050" y="38444"/>
                  <a:pt x="5365193" y="38444"/>
                </a:cubicBezTo>
                <a:cubicBezTo>
                  <a:pt x="5359456" y="38444"/>
                  <a:pt x="5355362" y="39388"/>
                  <a:pt x="5352910" y="41277"/>
                </a:cubicBezTo>
                <a:cubicBezTo>
                  <a:pt x="5350458" y="43163"/>
                  <a:pt x="5349232" y="45373"/>
                  <a:pt x="5349232" y="47906"/>
                </a:cubicBezTo>
                <a:cubicBezTo>
                  <a:pt x="5349232" y="49516"/>
                  <a:pt x="5349741" y="50966"/>
                  <a:pt x="5350759" y="52256"/>
                </a:cubicBezTo>
                <a:cubicBezTo>
                  <a:pt x="5351776" y="53590"/>
                  <a:pt x="5353372" y="54695"/>
                  <a:pt x="5355547" y="55570"/>
                </a:cubicBezTo>
                <a:cubicBezTo>
                  <a:pt x="5356796" y="56031"/>
                  <a:pt x="5360474" y="57090"/>
                  <a:pt x="5366581" y="58747"/>
                </a:cubicBezTo>
                <a:cubicBezTo>
                  <a:pt x="5375417" y="61105"/>
                  <a:pt x="5381581" y="63035"/>
                  <a:pt x="5385074" y="64537"/>
                </a:cubicBezTo>
                <a:cubicBezTo>
                  <a:pt x="5388567" y="66039"/>
                  <a:pt x="5391308" y="68223"/>
                  <a:pt x="5393297" y="71090"/>
                </a:cubicBezTo>
                <a:cubicBezTo>
                  <a:pt x="5395287" y="73956"/>
                  <a:pt x="5396281" y="77514"/>
                  <a:pt x="5396281" y="81766"/>
                </a:cubicBezTo>
                <a:cubicBezTo>
                  <a:pt x="5396281" y="85927"/>
                  <a:pt x="5395067" y="89845"/>
                  <a:pt x="5392638" y="93520"/>
                </a:cubicBezTo>
                <a:cubicBezTo>
                  <a:pt x="5390209" y="97193"/>
                  <a:pt x="5386705" y="100035"/>
                  <a:pt x="5382125" y="102046"/>
                </a:cubicBezTo>
                <a:cubicBezTo>
                  <a:pt x="5377545" y="104057"/>
                  <a:pt x="5372363" y="105063"/>
                  <a:pt x="5366581" y="105063"/>
                </a:cubicBezTo>
                <a:cubicBezTo>
                  <a:pt x="5357004" y="105063"/>
                  <a:pt x="5349706" y="103068"/>
                  <a:pt x="5344687" y="99078"/>
                </a:cubicBezTo>
                <a:cubicBezTo>
                  <a:pt x="5339667" y="95088"/>
                  <a:pt x="5336463" y="89172"/>
                  <a:pt x="5335076" y="81330"/>
                </a:cubicBezTo>
                <a:close/>
                <a:moveTo>
                  <a:pt x="5445991" y="66549"/>
                </a:moveTo>
                <a:cubicBezTo>
                  <a:pt x="5445991" y="52902"/>
                  <a:pt x="5449785" y="42793"/>
                  <a:pt x="5457372" y="36224"/>
                </a:cubicBezTo>
                <a:cubicBezTo>
                  <a:pt x="5463710" y="30765"/>
                  <a:pt x="5471436" y="28035"/>
                  <a:pt x="5480550" y="28035"/>
                </a:cubicBezTo>
                <a:cubicBezTo>
                  <a:pt x="5490681" y="28035"/>
                  <a:pt x="5498962" y="31355"/>
                  <a:pt x="5505393" y="37993"/>
                </a:cubicBezTo>
                <a:cubicBezTo>
                  <a:pt x="5511824" y="44632"/>
                  <a:pt x="5515039" y="53804"/>
                  <a:pt x="5515039" y="65508"/>
                </a:cubicBezTo>
                <a:cubicBezTo>
                  <a:pt x="5515039" y="74992"/>
                  <a:pt x="5513616" y="82452"/>
                  <a:pt x="5510771" y="87888"/>
                </a:cubicBezTo>
                <a:cubicBezTo>
                  <a:pt x="5507926" y="93324"/>
                  <a:pt x="5503785" y="97545"/>
                  <a:pt x="5498349" y="100552"/>
                </a:cubicBezTo>
                <a:cubicBezTo>
                  <a:pt x="5492914" y="103559"/>
                  <a:pt x="5486980" y="105063"/>
                  <a:pt x="5480550" y="105063"/>
                </a:cubicBezTo>
                <a:cubicBezTo>
                  <a:pt x="5470233" y="105063"/>
                  <a:pt x="5461894" y="101755"/>
                  <a:pt x="5455533" y="95140"/>
                </a:cubicBezTo>
                <a:cubicBezTo>
                  <a:pt x="5449172" y="88524"/>
                  <a:pt x="5445991" y="78994"/>
                  <a:pt x="5445991" y="66549"/>
                </a:cubicBezTo>
                <a:moveTo>
                  <a:pt x="5458829" y="66514"/>
                </a:moveTo>
                <a:cubicBezTo>
                  <a:pt x="5458829" y="75917"/>
                  <a:pt x="5460888" y="82958"/>
                  <a:pt x="5465006" y="87636"/>
                </a:cubicBezTo>
                <a:cubicBezTo>
                  <a:pt x="5469123" y="92315"/>
                  <a:pt x="5474304" y="94654"/>
                  <a:pt x="5480550" y="94654"/>
                </a:cubicBezTo>
                <a:cubicBezTo>
                  <a:pt x="5486749" y="94654"/>
                  <a:pt x="5491907" y="92303"/>
                  <a:pt x="5496025" y="87602"/>
                </a:cubicBezTo>
                <a:cubicBezTo>
                  <a:pt x="5500142" y="82900"/>
                  <a:pt x="5502201" y="75733"/>
                  <a:pt x="5502201" y="66100"/>
                </a:cubicBezTo>
                <a:cubicBezTo>
                  <a:pt x="5502201" y="57020"/>
                  <a:pt x="5500131" y="50140"/>
                  <a:pt x="5495990" y="45462"/>
                </a:cubicBezTo>
                <a:cubicBezTo>
                  <a:pt x="5491850" y="40784"/>
                  <a:pt x="5486703" y="38444"/>
                  <a:pt x="5480550" y="38444"/>
                </a:cubicBezTo>
                <a:cubicBezTo>
                  <a:pt x="5474304" y="38444"/>
                  <a:pt x="5469123" y="40772"/>
                  <a:pt x="5465006" y="45427"/>
                </a:cubicBezTo>
                <a:cubicBezTo>
                  <a:pt x="5460888" y="50082"/>
                  <a:pt x="5458829" y="57111"/>
                  <a:pt x="5458829" y="66514"/>
                </a:cubicBezTo>
                <a:close/>
                <a:moveTo>
                  <a:pt x="5532643" y="103397"/>
                </a:moveTo>
                <a:lnTo>
                  <a:pt x="5532643" y="39416"/>
                </a:lnTo>
                <a:lnTo>
                  <a:pt x="5521610" y="39416"/>
                </a:lnTo>
                <a:lnTo>
                  <a:pt x="5521610" y="29701"/>
                </a:lnTo>
                <a:lnTo>
                  <a:pt x="5532643" y="29701"/>
                </a:lnTo>
                <a:lnTo>
                  <a:pt x="5532643" y="21877"/>
                </a:lnTo>
                <a:cubicBezTo>
                  <a:pt x="5532643" y="16938"/>
                  <a:pt x="5533083" y="13269"/>
                  <a:pt x="5533962" y="10869"/>
                </a:cubicBezTo>
                <a:cubicBezTo>
                  <a:pt x="5535165" y="7639"/>
                  <a:pt x="5537281" y="5020"/>
                  <a:pt x="5540311" y="3012"/>
                </a:cubicBezTo>
                <a:cubicBezTo>
                  <a:pt x="5543342" y="1004"/>
                  <a:pt x="5547586" y="0"/>
                  <a:pt x="5553045" y="0"/>
                </a:cubicBezTo>
                <a:cubicBezTo>
                  <a:pt x="5556561" y="0"/>
                  <a:pt x="5560447" y="416"/>
                  <a:pt x="5564703" y="1249"/>
                </a:cubicBezTo>
                <a:lnTo>
                  <a:pt x="5562830" y="12144"/>
                </a:lnTo>
                <a:cubicBezTo>
                  <a:pt x="5560239" y="11681"/>
                  <a:pt x="5557787" y="11450"/>
                  <a:pt x="5555474" y="11450"/>
                </a:cubicBezTo>
                <a:cubicBezTo>
                  <a:pt x="5551680" y="11450"/>
                  <a:pt x="5548997" y="12257"/>
                  <a:pt x="5547424" y="13870"/>
                </a:cubicBezTo>
                <a:cubicBezTo>
                  <a:pt x="5545851" y="15484"/>
                  <a:pt x="5545065" y="18502"/>
                  <a:pt x="5545065" y="22926"/>
                </a:cubicBezTo>
                <a:lnTo>
                  <a:pt x="5545065" y="29701"/>
                </a:lnTo>
                <a:lnTo>
                  <a:pt x="5559429" y="29701"/>
                </a:lnTo>
                <a:lnTo>
                  <a:pt x="5559429" y="39416"/>
                </a:lnTo>
                <a:lnTo>
                  <a:pt x="5545065" y="39416"/>
                </a:lnTo>
                <a:lnTo>
                  <a:pt x="5545065" y="103397"/>
                </a:lnTo>
                <a:lnTo>
                  <a:pt x="5532643" y="103397"/>
                </a:lnTo>
                <a:close/>
                <a:moveTo>
                  <a:pt x="5620197" y="103397"/>
                </a:moveTo>
                <a:lnTo>
                  <a:pt x="5608608" y="103397"/>
                </a:lnTo>
                <a:lnTo>
                  <a:pt x="5608608" y="1665"/>
                </a:lnTo>
                <a:lnTo>
                  <a:pt x="5621099" y="1665"/>
                </a:lnTo>
                <a:lnTo>
                  <a:pt x="5621099" y="38093"/>
                </a:lnTo>
                <a:cubicBezTo>
                  <a:pt x="5626373" y="31388"/>
                  <a:pt x="5633105" y="28035"/>
                  <a:pt x="5641293" y="28035"/>
                </a:cubicBezTo>
                <a:cubicBezTo>
                  <a:pt x="5645827" y="28035"/>
                  <a:pt x="5650118" y="28949"/>
                  <a:pt x="5654166" y="30776"/>
                </a:cubicBezTo>
                <a:cubicBezTo>
                  <a:pt x="5658214" y="32604"/>
                  <a:pt x="5661545" y="35171"/>
                  <a:pt x="5664159" y="38479"/>
                </a:cubicBezTo>
                <a:cubicBezTo>
                  <a:pt x="5666772" y="41787"/>
                  <a:pt x="5668819" y="45777"/>
                  <a:pt x="5670300" y="50450"/>
                </a:cubicBezTo>
                <a:cubicBezTo>
                  <a:pt x="5671780" y="55122"/>
                  <a:pt x="5672521" y="60119"/>
                  <a:pt x="5672521" y="65439"/>
                </a:cubicBezTo>
                <a:cubicBezTo>
                  <a:pt x="5672521" y="78069"/>
                  <a:pt x="5669398" y="87830"/>
                  <a:pt x="5663152" y="94723"/>
                </a:cubicBezTo>
                <a:cubicBezTo>
                  <a:pt x="5656907" y="101616"/>
                  <a:pt x="5649412" y="105063"/>
                  <a:pt x="5640669" y="105063"/>
                </a:cubicBezTo>
                <a:cubicBezTo>
                  <a:pt x="5631971" y="105063"/>
                  <a:pt x="5625147" y="101385"/>
                  <a:pt x="5620197" y="94029"/>
                </a:cubicBezTo>
                <a:lnTo>
                  <a:pt x="5620197" y="103397"/>
                </a:lnTo>
                <a:moveTo>
                  <a:pt x="5620058" y="65996"/>
                </a:moveTo>
                <a:cubicBezTo>
                  <a:pt x="5620058" y="74789"/>
                  <a:pt x="5621261" y="81142"/>
                  <a:pt x="5623667" y="85056"/>
                </a:cubicBezTo>
                <a:cubicBezTo>
                  <a:pt x="5627599" y="91454"/>
                  <a:pt x="5632920" y="94654"/>
                  <a:pt x="5639628" y="94654"/>
                </a:cubicBezTo>
                <a:cubicBezTo>
                  <a:pt x="5645087" y="94654"/>
                  <a:pt x="5649805" y="92294"/>
                  <a:pt x="5653784" y="87576"/>
                </a:cubicBezTo>
                <a:cubicBezTo>
                  <a:pt x="5657763" y="82857"/>
                  <a:pt x="5659752" y="75825"/>
                  <a:pt x="5659752" y="66480"/>
                </a:cubicBezTo>
                <a:cubicBezTo>
                  <a:pt x="5659752" y="56905"/>
                  <a:pt x="5657844" y="49839"/>
                  <a:pt x="5654027" y="45282"/>
                </a:cubicBezTo>
                <a:cubicBezTo>
                  <a:pt x="5650210" y="40724"/>
                  <a:pt x="5645596" y="38444"/>
                  <a:pt x="5640183" y="38444"/>
                </a:cubicBezTo>
                <a:cubicBezTo>
                  <a:pt x="5634724" y="38444"/>
                  <a:pt x="5630005" y="40804"/>
                  <a:pt x="5626026" y="45523"/>
                </a:cubicBezTo>
                <a:cubicBezTo>
                  <a:pt x="5622048" y="50241"/>
                  <a:pt x="5620058" y="57066"/>
                  <a:pt x="5620058" y="65996"/>
                </a:cubicBezTo>
                <a:close/>
                <a:moveTo>
                  <a:pt x="5683047" y="66549"/>
                </a:moveTo>
                <a:cubicBezTo>
                  <a:pt x="5683047" y="52902"/>
                  <a:pt x="5686840" y="42793"/>
                  <a:pt x="5694427" y="36224"/>
                </a:cubicBezTo>
                <a:cubicBezTo>
                  <a:pt x="5700765" y="30765"/>
                  <a:pt x="5708491" y="28035"/>
                  <a:pt x="5717605" y="28035"/>
                </a:cubicBezTo>
                <a:cubicBezTo>
                  <a:pt x="5727737" y="28035"/>
                  <a:pt x="5736018" y="31355"/>
                  <a:pt x="5742448" y="37993"/>
                </a:cubicBezTo>
                <a:cubicBezTo>
                  <a:pt x="5748879" y="44632"/>
                  <a:pt x="5752094" y="53804"/>
                  <a:pt x="5752094" y="65508"/>
                </a:cubicBezTo>
                <a:cubicBezTo>
                  <a:pt x="5752094" y="74992"/>
                  <a:pt x="5750672" y="82452"/>
                  <a:pt x="5747826" y="87888"/>
                </a:cubicBezTo>
                <a:cubicBezTo>
                  <a:pt x="5744981" y="93324"/>
                  <a:pt x="5740841" y="97545"/>
                  <a:pt x="5735405" y="100552"/>
                </a:cubicBezTo>
                <a:cubicBezTo>
                  <a:pt x="5729969" y="103559"/>
                  <a:pt x="5724036" y="105063"/>
                  <a:pt x="5717605" y="105063"/>
                </a:cubicBezTo>
                <a:cubicBezTo>
                  <a:pt x="5707289" y="105063"/>
                  <a:pt x="5698950" y="101755"/>
                  <a:pt x="5692589" y="95140"/>
                </a:cubicBezTo>
                <a:cubicBezTo>
                  <a:pt x="5686227" y="88524"/>
                  <a:pt x="5683047" y="78994"/>
                  <a:pt x="5683047" y="66549"/>
                </a:cubicBezTo>
                <a:moveTo>
                  <a:pt x="5695885" y="66514"/>
                </a:moveTo>
                <a:cubicBezTo>
                  <a:pt x="5695885" y="75917"/>
                  <a:pt x="5697943" y="82958"/>
                  <a:pt x="5702061" y="87636"/>
                </a:cubicBezTo>
                <a:cubicBezTo>
                  <a:pt x="5706178" y="92315"/>
                  <a:pt x="5711360" y="94654"/>
                  <a:pt x="5717605" y="94654"/>
                </a:cubicBezTo>
                <a:cubicBezTo>
                  <a:pt x="5723804" y="94654"/>
                  <a:pt x="5728963" y="92303"/>
                  <a:pt x="5733080" y="87602"/>
                </a:cubicBezTo>
                <a:cubicBezTo>
                  <a:pt x="5737197" y="82900"/>
                  <a:pt x="5739256" y="75733"/>
                  <a:pt x="5739256" y="66100"/>
                </a:cubicBezTo>
                <a:cubicBezTo>
                  <a:pt x="5739256" y="57020"/>
                  <a:pt x="5737186" y="50140"/>
                  <a:pt x="5733045" y="45462"/>
                </a:cubicBezTo>
                <a:cubicBezTo>
                  <a:pt x="5728905" y="40784"/>
                  <a:pt x="5723758" y="38444"/>
                  <a:pt x="5717605" y="38444"/>
                </a:cubicBezTo>
                <a:cubicBezTo>
                  <a:pt x="5711360" y="38444"/>
                  <a:pt x="5706178" y="40772"/>
                  <a:pt x="5702061" y="45427"/>
                </a:cubicBezTo>
                <a:cubicBezTo>
                  <a:pt x="5697943" y="50082"/>
                  <a:pt x="5695885" y="57111"/>
                  <a:pt x="5695885" y="66514"/>
                </a:cubicBezTo>
                <a:close/>
                <a:moveTo>
                  <a:pt x="5793987" y="92364"/>
                </a:moveTo>
                <a:lnTo>
                  <a:pt x="5795791" y="103397"/>
                </a:lnTo>
                <a:cubicBezTo>
                  <a:pt x="5792275" y="104045"/>
                  <a:pt x="5789130" y="104369"/>
                  <a:pt x="5786354" y="104369"/>
                </a:cubicBezTo>
                <a:cubicBezTo>
                  <a:pt x="5781820" y="104369"/>
                  <a:pt x="5778304" y="103652"/>
                  <a:pt x="5775806" y="102218"/>
                </a:cubicBezTo>
                <a:cubicBezTo>
                  <a:pt x="5773308" y="100784"/>
                  <a:pt x="5771550" y="98898"/>
                  <a:pt x="5770532" y="96562"/>
                </a:cubicBezTo>
                <a:cubicBezTo>
                  <a:pt x="5769514" y="94226"/>
                  <a:pt x="5769005" y="89310"/>
                  <a:pt x="5769005" y="81816"/>
                </a:cubicBezTo>
                <a:lnTo>
                  <a:pt x="5769005" y="39416"/>
                </a:lnTo>
                <a:lnTo>
                  <a:pt x="5759845" y="39416"/>
                </a:lnTo>
                <a:lnTo>
                  <a:pt x="5759845" y="29701"/>
                </a:lnTo>
                <a:lnTo>
                  <a:pt x="5769005" y="29701"/>
                </a:lnTo>
                <a:lnTo>
                  <a:pt x="5769005" y="11400"/>
                </a:lnTo>
                <a:lnTo>
                  <a:pt x="5781427" y="3886"/>
                </a:lnTo>
                <a:lnTo>
                  <a:pt x="5781427" y="29701"/>
                </a:lnTo>
                <a:lnTo>
                  <a:pt x="5793987" y="29701"/>
                </a:lnTo>
                <a:lnTo>
                  <a:pt x="5793987" y="39416"/>
                </a:lnTo>
                <a:lnTo>
                  <a:pt x="5781427" y="39416"/>
                </a:lnTo>
                <a:lnTo>
                  <a:pt x="5781427" y="82510"/>
                </a:lnTo>
                <a:cubicBezTo>
                  <a:pt x="5781427" y="86072"/>
                  <a:pt x="5781647" y="88362"/>
                  <a:pt x="5782086" y="89380"/>
                </a:cubicBezTo>
                <a:cubicBezTo>
                  <a:pt x="5782526" y="90398"/>
                  <a:pt x="5783243" y="91207"/>
                  <a:pt x="5784237" y="91809"/>
                </a:cubicBezTo>
                <a:cubicBezTo>
                  <a:pt x="5785232" y="92410"/>
                  <a:pt x="5786655" y="92711"/>
                  <a:pt x="5788505" y="92711"/>
                </a:cubicBezTo>
                <a:cubicBezTo>
                  <a:pt x="5789893" y="92711"/>
                  <a:pt x="5791720" y="92595"/>
                  <a:pt x="5793987" y="92364"/>
                </a:cubicBezTo>
                <a:close/>
                <a:moveTo>
                  <a:pt x="5806224" y="103397"/>
                </a:moveTo>
                <a:lnTo>
                  <a:pt x="5806224" y="1665"/>
                </a:lnTo>
                <a:lnTo>
                  <a:pt x="5818715" y="1665"/>
                </a:lnTo>
                <a:lnTo>
                  <a:pt x="5818715" y="38167"/>
                </a:lnTo>
                <a:cubicBezTo>
                  <a:pt x="5824545" y="31412"/>
                  <a:pt x="5831900" y="28035"/>
                  <a:pt x="5840783" y="28035"/>
                </a:cubicBezTo>
                <a:cubicBezTo>
                  <a:pt x="5846242" y="28035"/>
                  <a:pt x="5850984" y="29111"/>
                  <a:pt x="5855009" y="31262"/>
                </a:cubicBezTo>
                <a:cubicBezTo>
                  <a:pt x="5859034" y="33413"/>
                  <a:pt x="5861913" y="36386"/>
                  <a:pt x="5863648" y="40179"/>
                </a:cubicBezTo>
                <a:cubicBezTo>
                  <a:pt x="5865383" y="43973"/>
                  <a:pt x="5866251" y="49478"/>
                  <a:pt x="5866251" y="56695"/>
                </a:cubicBezTo>
                <a:lnTo>
                  <a:pt x="5866251" y="103397"/>
                </a:lnTo>
                <a:lnTo>
                  <a:pt x="5853760" y="103397"/>
                </a:lnTo>
                <a:lnTo>
                  <a:pt x="5853760" y="56695"/>
                </a:lnTo>
                <a:cubicBezTo>
                  <a:pt x="5853760" y="50450"/>
                  <a:pt x="5852406" y="45904"/>
                  <a:pt x="5849700" y="43059"/>
                </a:cubicBezTo>
                <a:cubicBezTo>
                  <a:pt x="5846994" y="40214"/>
                  <a:pt x="5843165" y="38791"/>
                  <a:pt x="5838215" y="38791"/>
                </a:cubicBezTo>
                <a:cubicBezTo>
                  <a:pt x="5834514" y="38791"/>
                  <a:pt x="5831033" y="39751"/>
                  <a:pt x="5827771" y="41671"/>
                </a:cubicBezTo>
                <a:cubicBezTo>
                  <a:pt x="5824510" y="43591"/>
                  <a:pt x="5822185" y="46193"/>
                  <a:pt x="5820797" y="49478"/>
                </a:cubicBezTo>
                <a:cubicBezTo>
                  <a:pt x="5819409" y="52763"/>
                  <a:pt x="5818715" y="57297"/>
                  <a:pt x="5818715" y="63079"/>
                </a:cubicBezTo>
                <a:lnTo>
                  <a:pt x="5818715" y="103397"/>
                </a:lnTo>
                <a:lnTo>
                  <a:pt x="5806224" y="103397"/>
                </a:lnTo>
                <a:close/>
                <a:moveTo>
                  <a:pt x="5924821" y="16099"/>
                </a:moveTo>
                <a:lnTo>
                  <a:pt x="5924821" y="1665"/>
                </a:lnTo>
                <a:lnTo>
                  <a:pt x="5937312" y="1665"/>
                </a:lnTo>
                <a:lnTo>
                  <a:pt x="5937312" y="16099"/>
                </a:lnTo>
                <a:lnTo>
                  <a:pt x="5924821" y="16099"/>
                </a:lnTo>
                <a:moveTo>
                  <a:pt x="5924821" y="103397"/>
                </a:moveTo>
                <a:lnTo>
                  <a:pt x="5924821" y="29701"/>
                </a:lnTo>
                <a:lnTo>
                  <a:pt x="5937312" y="29701"/>
                </a:lnTo>
                <a:lnTo>
                  <a:pt x="5937312" y="103397"/>
                </a:lnTo>
                <a:lnTo>
                  <a:pt x="5924821" y="103397"/>
                </a:lnTo>
                <a:close/>
                <a:moveTo>
                  <a:pt x="5956302" y="103397"/>
                </a:moveTo>
                <a:lnTo>
                  <a:pt x="5956302" y="29701"/>
                </a:lnTo>
                <a:lnTo>
                  <a:pt x="5967544" y="29701"/>
                </a:lnTo>
                <a:lnTo>
                  <a:pt x="5967544" y="40110"/>
                </a:lnTo>
                <a:cubicBezTo>
                  <a:pt x="5972957" y="32060"/>
                  <a:pt x="5980775" y="28035"/>
                  <a:pt x="5991000" y="28035"/>
                </a:cubicBezTo>
                <a:cubicBezTo>
                  <a:pt x="5995441" y="28035"/>
                  <a:pt x="5999523" y="28833"/>
                  <a:pt x="6003248" y="30429"/>
                </a:cubicBezTo>
                <a:cubicBezTo>
                  <a:pt x="6006972" y="32025"/>
                  <a:pt x="6009759" y="34119"/>
                  <a:pt x="6011610" y="36710"/>
                </a:cubicBezTo>
                <a:cubicBezTo>
                  <a:pt x="6013460" y="39300"/>
                  <a:pt x="6014755" y="42377"/>
                  <a:pt x="6015496" y="45939"/>
                </a:cubicBezTo>
                <a:cubicBezTo>
                  <a:pt x="6015958" y="48252"/>
                  <a:pt x="6016190" y="52300"/>
                  <a:pt x="6016190" y="58083"/>
                </a:cubicBezTo>
                <a:lnTo>
                  <a:pt x="6016190" y="103397"/>
                </a:lnTo>
                <a:lnTo>
                  <a:pt x="6003699" y="103397"/>
                </a:lnTo>
                <a:lnTo>
                  <a:pt x="6003699" y="58521"/>
                </a:lnTo>
                <a:cubicBezTo>
                  <a:pt x="6003699" y="53426"/>
                  <a:pt x="6003213" y="49617"/>
                  <a:pt x="6002241" y="47093"/>
                </a:cubicBezTo>
                <a:cubicBezTo>
                  <a:pt x="6001270" y="44568"/>
                  <a:pt x="5999547" y="42554"/>
                  <a:pt x="5997072" y="41049"/>
                </a:cubicBezTo>
                <a:cubicBezTo>
                  <a:pt x="5994596" y="39544"/>
                  <a:pt x="5991693" y="38791"/>
                  <a:pt x="5988363" y="38791"/>
                </a:cubicBezTo>
                <a:cubicBezTo>
                  <a:pt x="5983042" y="38791"/>
                  <a:pt x="5978451" y="40482"/>
                  <a:pt x="5974588" y="43864"/>
                </a:cubicBezTo>
                <a:cubicBezTo>
                  <a:pt x="5970725" y="47244"/>
                  <a:pt x="5968793" y="53658"/>
                  <a:pt x="5968793" y="63105"/>
                </a:cubicBezTo>
                <a:lnTo>
                  <a:pt x="5968793" y="103397"/>
                </a:lnTo>
                <a:lnTo>
                  <a:pt x="5956302" y="103397"/>
                </a:lnTo>
                <a:close/>
                <a:moveTo>
                  <a:pt x="6085771" y="79665"/>
                </a:moveTo>
                <a:lnTo>
                  <a:pt x="6098678" y="81261"/>
                </a:lnTo>
                <a:cubicBezTo>
                  <a:pt x="6096643" y="88802"/>
                  <a:pt x="6092872" y="94654"/>
                  <a:pt x="6087367" y="98817"/>
                </a:cubicBezTo>
                <a:cubicBezTo>
                  <a:pt x="6081862" y="102981"/>
                  <a:pt x="6074830" y="105063"/>
                  <a:pt x="6066271" y="105063"/>
                </a:cubicBezTo>
                <a:cubicBezTo>
                  <a:pt x="6055492" y="105063"/>
                  <a:pt x="6046945" y="101744"/>
                  <a:pt x="6040630" y="95105"/>
                </a:cubicBezTo>
                <a:cubicBezTo>
                  <a:pt x="6034315" y="88466"/>
                  <a:pt x="6031158" y="79156"/>
                  <a:pt x="6031158" y="67174"/>
                </a:cubicBezTo>
                <a:cubicBezTo>
                  <a:pt x="6031158" y="54775"/>
                  <a:pt x="6034350" y="45153"/>
                  <a:pt x="6040734" y="38306"/>
                </a:cubicBezTo>
                <a:cubicBezTo>
                  <a:pt x="6047118" y="31459"/>
                  <a:pt x="6055399" y="28035"/>
                  <a:pt x="6065577" y="28035"/>
                </a:cubicBezTo>
                <a:cubicBezTo>
                  <a:pt x="6075431" y="28035"/>
                  <a:pt x="6083481" y="31384"/>
                  <a:pt x="6089727" y="38082"/>
                </a:cubicBezTo>
                <a:cubicBezTo>
                  <a:pt x="6095972" y="44779"/>
                  <a:pt x="6099095" y="54201"/>
                  <a:pt x="6099095" y="66347"/>
                </a:cubicBezTo>
                <a:cubicBezTo>
                  <a:pt x="6099095" y="67086"/>
                  <a:pt x="6099072" y="68194"/>
                  <a:pt x="6099025" y="69672"/>
                </a:cubicBezTo>
                <a:lnTo>
                  <a:pt x="6044065" y="69672"/>
                </a:lnTo>
                <a:cubicBezTo>
                  <a:pt x="6044528" y="77745"/>
                  <a:pt x="6046818" y="83927"/>
                  <a:pt x="6050935" y="88217"/>
                </a:cubicBezTo>
                <a:cubicBezTo>
                  <a:pt x="6055053" y="92508"/>
                  <a:pt x="6060188" y="94654"/>
                  <a:pt x="6066341" y="94654"/>
                </a:cubicBezTo>
                <a:cubicBezTo>
                  <a:pt x="6070921" y="94654"/>
                  <a:pt x="6074830" y="93463"/>
                  <a:pt x="6078068" y="91080"/>
                </a:cubicBezTo>
                <a:cubicBezTo>
                  <a:pt x="6081307" y="88696"/>
                  <a:pt x="6083874" y="84891"/>
                  <a:pt x="6085771" y="79665"/>
                </a:cubicBezTo>
                <a:moveTo>
                  <a:pt x="6044759" y="59263"/>
                </a:moveTo>
                <a:lnTo>
                  <a:pt x="6085910" y="59263"/>
                </a:lnTo>
                <a:cubicBezTo>
                  <a:pt x="6085355" y="53165"/>
                  <a:pt x="6083782" y="48591"/>
                  <a:pt x="6081191" y="45542"/>
                </a:cubicBezTo>
                <a:cubicBezTo>
                  <a:pt x="6077212" y="40810"/>
                  <a:pt x="6072054" y="38444"/>
                  <a:pt x="6065716" y="38444"/>
                </a:cubicBezTo>
                <a:cubicBezTo>
                  <a:pt x="6059979" y="38444"/>
                  <a:pt x="6055157" y="40333"/>
                  <a:pt x="6051247" y="44111"/>
                </a:cubicBezTo>
                <a:cubicBezTo>
                  <a:pt x="6047338" y="47887"/>
                  <a:pt x="6045175" y="52938"/>
                  <a:pt x="6044759" y="59263"/>
                </a:cubicBezTo>
                <a:close/>
                <a:moveTo>
                  <a:pt x="6114201" y="103397"/>
                </a:moveTo>
                <a:lnTo>
                  <a:pt x="6114201" y="29701"/>
                </a:lnTo>
                <a:lnTo>
                  <a:pt x="6125443" y="29701"/>
                </a:lnTo>
                <a:lnTo>
                  <a:pt x="6125443" y="40804"/>
                </a:lnTo>
                <a:cubicBezTo>
                  <a:pt x="6128312" y="35605"/>
                  <a:pt x="6130960" y="32177"/>
                  <a:pt x="6133389" y="30520"/>
                </a:cubicBezTo>
                <a:cubicBezTo>
                  <a:pt x="6135818" y="28864"/>
                  <a:pt x="6138489" y="28035"/>
                  <a:pt x="6141404" y="28035"/>
                </a:cubicBezTo>
                <a:cubicBezTo>
                  <a:pt x="6145614" y="28035"/>
                  <a:pt x="6149893" y="29371"/>
                  <a:pt x="6154242" y="32043"/>
                </a:cubicBezTo>
                <a:lnTo>
                  <a:pt x="6149939" y="43580"/>
                </a:lnTo>
                <a:cubicBezTo>
                  <a:pt x="6146886" y="41775"/>
                  <a:pt x="6143833" y="40873"/>
                  <a:pt x="6140779" y="40873"/>
                </a:cubicBezTo>
                <a:cubicBezTo>
                  <a:pt x="6138050" y="40873"/>
                  <a:pt x="6135598" y="41696"/>
                  <a:pt x="6133424" y="43341"/>
                </a:cubicBezTo>
                <a:cubicBezTo>
                  <a:pt x="6131249" y="44985"/>
                  <a:pt x="6129699" y="47265"/>
                  <a:pt x="6128774" y="50183"/>
                </a:cubicBezTo>
                <a:cubicBezTo>
                  <a:pt x="6127386" y="54628"/>
                  <a:pt x="6126692" y="59491"/>
                  <a:pt x="6126692" y="64771"/>
                </a:cubicBezTo>
                <a:lnTo>
                  <a:pt x="6126692" y="103397"/>
                </a:lnTo>
                <a:lnTo>
                  <a:pt x="6114201" y="103397"/>
                </a:lnTo>
                <a:close/>
                <a:moveTo>
                  <a:pt x="6188937" y="92364"/>
                </a:moveTo>
                <a:lnTo>
                  <a:pt x="6190742" y="103397"/>
                </a:lnTo>
                <a:cubicBezTo>
                  <a:pt x="6187226" y="104045"/>
                  <a:pt x="6184080" y="104369"/>
                  <a:pt x="6181304" y="104369"/>
                </a:cubicBezTo>
                <a:cubicBezTo>
                  <a:pt x="6176770" y="104369"/>
                  <a:pt x="6173254" y="103652"/>
                  <a:pt x="6170756" y="102218"/>
                </a:cubicBezTo>
                <a:cubicBezTo>
                  <a:pt x="6168258" y="100784"/>
                  <a:pt x="6166500" y="98898"/>
                  <a:pt x="6165482" y="96562"/>
                </a:cubicBezTo>
                <a:cubicBezTo>
                  <a:pt x="6164464" y="94226"/>
                  <a:pt x="6163955" y="89310"/>
                  <a:pt x="6163955" y="81816"/>
                </a:cubicBezTo>
                <a:lnTo>
                  <a:pt x="6163955" y="39416"/>
                </a:lnTo>
                <a:lnTo>
                  <a:pt x="6154795" y="39416"/>
                </a:lnTo>
                <a:lnTo>
                  <a:pt x="6154795" y="29701"/>
                </a:lnTo>
                <a:lnTo>
                  <a:pt x="6163955" y="29701"/>
                </a:lnTo>
                <a:lnTo>
                  <a:pt x="6163955" y="11400"/>
                </a:lnTo>
                <a:lnTo>
                  <a:pt x="6176377" y="3886"/>
                </a:lnTo>
                <a:lnTo>
                  <a:pt x="6176377" y="29701"/>
                </a:lnTo>
                <a:lnTo>
                  <a:pt x="6188937" y="29701"/>
                </a:lnTo>
                <a:lnTo>
                  <a:pt x="6188937" y="39416"/>
                </a:lnTo>
                <a:lnTo>
                  <a:pt x="6176377" y="39416"/>
                </a:lnTo>
                <a:lnTo>
                  <a:pt x="6176377" y="82510"/>
                </a:lnTo>
                <a:cubicBezTo>
                  <a:pt x="6176377" y="86072"/>
                  <a:pt x="6176597" y="88362"/>
                  <a:pt x="6177036" y="89380"/>
                </a:cubicBezTo>
                <a:cubicBezTo>
                  <a:pt x="6177476" y="90398"/>
                  <a:pt x="6178193" y="91207"/>
                  <a:pt x="6179188" y="91809"/>
                </a:cubicBezTo>
                <a:cubicBezTo>
                  <a:pt x="6180182" y="92410"/>
                  <a:pt x="6181605" y="92711"/>
                  <a:pt x="6183455" y="92711"/>
                </a:cubicBezTo>
                <a:cubicBezTo>
                  <a:pt x="6184843" y="92711"/>
                  <a:pt x="6186671" y="92595"/>
                  <a:pt x="6188937" y="92364"/>
                </a:cubicBezTo>
                <a:close/>
                <a:moveTo>
                  <a:pt x="6201244" y="16099"/>
                </a:moveTo>
                <a:lnTo>
                  <a:pt x="6201244" y="1665"/>
                </a:lnTo>
                <a:lnTo>
                  <a:pt x="6213735" y="1665"/>
                </a:lnTo>
                <a:lnTo>
                  <a:pt x="6213735" y="16099"/>
                </a:lnTo>
                <a:lnTo>
                  <a:pt x="6201244" y="16099"/>
                </a:lnTo>
                <a:moveTo>
                  <a:pt x="6201244" y="103397"/>
                </a:moveTo>
                <a:lnTo>
                  <a:pt x="6201244" y="29701"/>
                </a:lnTo>
                <a:lnTo>
                  <a:pt x="6213735" y="29701"/>
                </a:lnTo>
                <a:lnTo>
                  <a:pt x="6213735" y="103397"/>
                </a:lnTo>
                <a:lnTo>
                  <a:pt x="6201244" y="103397"/>
                </a:lnTo>
                <a:close/>
                <a:moveTo>
                  <a:pt x="6280816" y="94298"/>
                </a:moveTo>
                <a:cubicBezTo>
                  <a:pt x="6276189" y="98233"/>
                  <a:pt x="6271737" y="101011"/>
                  <a:pt x="6267457" y="102632"/>
                </a:cubicBezTo>
                <a:cubicBezTo>
                  <a:pt x="6263178" y="104253"/>
                  <a:pt x="6258586" y="105063"/>
                  <a:pt x="6253683" y="105063"/>
                </a:cubicBezTo>
                <a:cubicBezTo>
                  <a:pt x="6245587" y="105063"/>
                  <a:pt x="6239364" y="103084"/>
                  <a:pt x="6235016" y="99125"/>
                </a:cubicBezTo>
                <a:cubicBezTo>
                  <a:pt x="6230667" y="95167"/>
                  <a:pt x="6228492" y="90109"/>
                  <a:pt x="6228492" y="83952"/>
                </a:cubicBezTo>
                <a:cubicBezTo>
                  <a:pt x="6228492" y="80342"/>
                  <a:pt x="6229314" y="77044"/>
                  <a:pt x="6230956" y="74059"/>
                </a:cubicBezTo>
                <a:cubicBezTo>
                  <a:pt x="6232598" y="71072"/>
                  <a:pt x="6234749" y="68676"/>
                  <a:pt x="6237410" y="66870"/>
                </a:cubicBezTo>
                <a:cubicBezTo>
                  <a:pt x="6240070" y="65064"/>
                  <a:pt x="6243065" y="63699"/>
                  <a:pt x="6246396" y="62774"/>
                </a:cubicBezTo>
                <a:cubicBezTo>
                  <a:pt x="6248848" y="62125"/>
                  <a:pt x="6252549" y="61499"/>
                  <a:pt x="6257499" y="60898"/>
                </a:cubicBezTo>
                <a:cubicBezTo>
                  <a:pt x="6267585" y="59704"/>
                  <a:pt x="6275010" y="58280"/>
                  <a:pt x="6279775" y="56626"/>
                </a:cubicBezTo>
                <a:cubicBezTo>
                  <a:pt x="6279821" y="54921"/>
                  <a:pt x="6279844" y="53838"/>
                  <a:pt x="6279844" y="53377"/>
                </a:cubicBezTo>
                <a:cubicBezTo>
                  <a:pt x="6279844" y="48307"/>
                  <a:pt x="6278665" y="44735"/>
                  <a:pt x="6276305" y="42662"/>
                </a:cubicBezTo>
                <a:cubicBezTo>
                  <a:pt x="6273113" y="39850"/>
                  <a:pt x="6268371" y="38444"/>
                  <a:pt x="6262079" y="38444"/>
                </a:cubicBezTo>
                <a:cubicBezTo>
                  <a:pt x="6256204" y="38444"/>
                  <a:pt x="6251867" y="39474"/>
                  <a:pt x="6249068" y="41532"/>
                </a:cubicBezTo>
                <a:cubicBezTo>
                  <a:pt x="6246269" y="43591"/>
                  <a:pt x="6244199" y="47234"/>
                  <a:pt x="6242857" y="52462"/>
                </a:cubicBezTo>
                <a:lnTo>
                  <a:pt x="6230644" y="50797"/>
                </a:lnTo>
                <a:cubicBezTo>
                  <a:pt x="6231754" y="45553"/>
                  <a:pt x="6233581" y="41319"/>
                  <a:pt x="6236126" y="38093"/>
                </a:cubicBezTo>
                <a:cubicBezTo>
                  <a:pt x="6238670" y="34868"/>
                  <a:pt x="6242348" y="32385"/>
                  <a:pt x="6247160" y="30646"/>
                </a:cubicBezTo>
                <a:cubicBezTo>
                  <a:pt x="6251971" y="28906"/>
                  <a:pt x="6257546" y="28035"/>
                  <a:pt x="6263884" y="28035"/>
                </a:cubicBezTo>
                <a:cubicBezTo>
                  <a:pt x="6270175" y="28035"/>
                  <a:pt x="6275287" y="28776"/>
                  <a:pt x="6279220" y="30256"/>
                </a:cubicBezTo>
                <a:cubicBezTo>
                  <a:pt x="6283152" y="31736"/>
                  <a:pt x="6286043" y="33598"/>
                  <a:pt x="6287894" y="35842"/>
                </a:cubicBezTo>
                <a:cubicBezTo>
                  <a:pt x="6289744" y="38086"/>
                  <a:pt x="6291040" y="40919"/>
                  <a:pt x="6291780" y="44343"/>
                </a:cubicBezTo>
                <a:cubicBezTo>
                  <a:pt x="6292196" y="46471"/>
                  <a:pt x="6292405" y="50311"/>
                  <a:pt x="6292405" y="55862"/>
                </a:cubicBezTo>
                <a:lnTo>
                  <a:pt x="6292405" y="72517"/>
                </a:lnTo>
                <a:cubicBezTo>
                  <a:pt x="6292405" y="84129"/>
                  <a:pt x="6292671" y="91473"/>
                  <a:pt x="6293203" y="94550"/>
                </a:cubicBezTo>
                <a:cubicBezTo>
                  <a:pt x="6293735" y="97626"/>
                  <a:pt x="6294787" y="100575"/>
                  <a:pt x="6296360" y="103397"/>
                </a:cubicBezTo>
                <a:lnTo>
                  <a:pt x="6283314" y="103397"/>
                </a:lnTo>
                <a:cubicBezTo>
                  <a:pt x="6282019" y="100804"/>
                  <a:pt x="6281186" y="97771"/>
                  <a:pt x="6280816" y="94298"/>
                </a:cubicBezTo>
                <a:moveTo>
                  <a:pt x="6279775" y="66341"/>
                </a:moveTo>
                <a:cubicBezTo>
                  <a:pt x="6275241" y="68207"/>
                  <a:pt x="6268440" y="69793"/>
                  <a:pt x="6259373" y="71099"/>
                </a:cubicBezTo>
                <a:cubicBezTo>
                  <a:pt x="6254238" y="71842"/>
                  <a:pt x="6250606" y="72678"/>
                  <a:pt x="6248478" y="73608"/>
                </a:cubicBezTo>
                <a:cubicBezTo>
                  <a:pt x="6246350" y="74536"/>
                  <a:pt x="6244708" y="75895"/>
                  <a:pt x="6243551" y="77685"/>
                </a:cubicBezTo>
                <a:cubicBezTo>
                  <a:pt x="6242394" y="79473"/>
                  <a:pt x="6241816" y="81459"/>
                  <a:pt x="6241816" y="83642"/>
                </a:cubicBezTo>
                <a:cubicBezTo>
                  <a:pt x="6241816" y="86986"/>
                  <a:pt x="6243077" y="89773"/>
                  <a:pt x="6245598" y="92004"/>
                </a:cubicBezTo>
                <a:cubicBezTo>
                  <a:pt x="6248119" y="94233"/>
                  <a:pt x="6251809" y="95348"/>
                  <a:pt x="6256667" y="95348"/>
                </a:cubicBezTo>
                <a:cubicBezTo>
                  <a:pt x="6261478" y="95348"/>
                  <a:pt x="6265757" y="94290"/>
                  <a:pt x="6269504" y="92175"/>
                </a:cubicBezTo>
                <a:cubicBezTo>
                  <a:pt x="6273252" y="90060"/>
                  <a:pt x="6276004" y="87166"/>
                  <a:pt x="6277762" y="83494"/>
                </a:cubicBezTo>
                <a:cubicBezTo>
                  <a:pt x="6279104" y="80658"/>
                  <a:pt x="6279775" y="76474"/>
                  <a:pt x="6279775" y="70943"/>
                </a:cubicBezTo>
                <a:lnTo>
                  <a:pt x="6279775" y="66341"/>
                </a:lnTo>
                <a:close/>
                <a:moveTo>
                  <a:pt x="6311466" y="103397"/>
                </a:moveTo>
                <a:lnTo>
                  <a:pt x="6311466" y="1665"/>
                </a:lnTo>
                <a:lnTo>
                  <a:pt x="6323957" y="1665"/>
                </a:lnTo>
                <a:lnTo>
                  <a:pt x="6323957" y="103397"/>
                </a:lnTo>
                <a:lnTo>
                  <a:pt x="6311466" y="103397"/>
                </a:lnTo>
                <a:close/>
                <a:moveTo>
                  <a:pt x="6382804" y="103397"/>
                </a:moveTo>
                <a:lnTo>
                  <a:pt x="6382804" y="29701"/>
                </a:lnTo>
                <a:lnTo>
                  <a:pt x="6394046" y="29701"/>
                </a:lnTo>
                <a:lnTo>
                  <a:pt x="6394046" y="40110"/>
                </a:lnTo>
                <a:cubicBezTo>
                  <a:pt x="6399459" y="32060"/>
                  <a:pt x="6407277" y="28035"/>
                  <a:pt x="6417501" y="28035"/>
                </a:cubicBezTo>
                <a:cubicBezTo>
                  <a:pt x="6421942" y="28035"/>
                  <a:pt x="6426025" y="28833"/>
                  <a:pt x="6429749" y="30429"/>
                </a:cubicBezTo>
                <a:cubicBezTo>
                  <a:pt x="6433473" y="32025"/>
                  <a:pt x="6436261" y="34119"/>
                  <a:pt x="6438111" y="36710"/>
                </a:cubicBezTo>
                <a:cubicBezTo>
                  <a:pt x="6439962" y="39300"/>
                  <a:pt x="6441257" y="42377"/>
                  <a:pt x="6441997" y="45939"/>
                </a:cubicBezTo>
                <a:cubicBezTo>
                  <a:pt x="6442460" y="48252"/>
                  <a:pt x="6442691" y="52300"/>
                  <a:pt x="6442691" y="58083"/>
                </a:cubicBezTo>
                <a:lnTo>
                  <a:pt x="6442691" y="103397"/>
                </a:lnTo>
                <a:lnTo>
                  <a:pt x="6430200" y="103397"/>
                </a:lnTo>
                <a:lnTo>
                  <a:pt x="6430200" y="58521"/>
                </a:lnTo>
                <a:cubicBezTo>
                  <a:pt x="6430200" y="53426"/>
                  <a:pt x="6429715" y="49617"/>
                  <a:pt x="6428743" y="47093"/>
                </a:cubicBezTo>
                <a:cubicBezTo>
                  <a:pt x="6427771" y="44568"/>
                  <a:pt x="6426048" y="42554"/>
                  <a:pt x="6423573" y="41049"/>
                </a:cubicBezTo>
                <a:cubicBezTo>
                  <a:pt x="6421098" y="39544"/>
                  <a:pt x="6418195" y="38791"/>
                  <a:pt x="6414864" y="38791"/>
                </a:cubicBezTo>
                <a:cubicBezTo>
                  <a:pt x="6409544" y="38791"/>
                  <a:pt x="6404952" y="40482"/>
                  <a:pt x="6401089" y="43864"/>
                </a:cubicBezTo>
                <a:cubicBezTo>
                  <a:pt x="6397226" y="47244"/>
                  <a:pt x="6395295" y="53658"/>
                  <a:pt x="6395295" y="63105"/>
                </a:cubicBezTo>
                <a:lnTo>
                  <a:pt x="6395295" y="103397"/>
                </a:lnTo>
                <a:lnTo>
                  <a:pt x="6382804" y="103397"/>
                </a:lnTo>
                <a:close/>
                <a:moveTo>
                  <a:pt x="6509913" y="94298"/>
                </a:moveTo>
                <a:cubicBezTo>
                  <a:pt x="6505286" y="98233"/>
                  <a:pt x="6500834" y="101011"/>
                  <a:pt x="6496554" y="102632"/>
                </a:cubicBezTo>
                <a:cubicBezTo>
                  <a:pt x="6492275" y="104253"/>
                  <a:pt x="6487683" y="105063"/>
                  <a:pt x="6482779" y="105063"/>
                </a:cubicBezTo>
                <a:cubicBezTo>
                  <a:pt x="6474683" y="105063"/>
                  <a:pt x="6468461" y="103084"/>
                  <a:pt x="6464112" y="99125"/>
                </a:cubicBezTo>
                <a:cubicBezTo>
                  <a:pt x="6459764" y="95167"/>
                  <a:pt x="6457589" y="90109"/>
                  <a:pt x="6457589" y="83952"/>
                </a:cubicBezTo>
                <a:cubicBezTo>
                  <a:pt x="6457589" y="80342"/>
                  <a:pt x="6458411" y="77044"/>
                  <a:pt x="6460053" y="74059"/>
                </a:cubicBezTo>
                <a:cubicBezTo>
                  <a:pt x="6461695" y="71072"/>
                  <a:pt x="6463846" y="68676"/>
                  <a:pt x="6466507" y="66870"/>
                </a:cubicBezTo>
                <a:cubicBezTo>
                  <a:pt x="6469167" y="65064"/>
                  <a:pt x="6472162" y="63699"/>
                  <a:pt x="6475493" y="62774"/>
                </a:cubicBezTo>
                <a:cubicBezTo>
                  <a:pt x="6477945" y="62125"/>
                  <a:pt x="6481646" y="61499"/>
                  <a:pt x="6486596" y="60898"/>
                </a:cubicBezTo>
                <a:cubicBezTo>
                  <a:pt x="6496681" y="59704"/>
                  <a:pt x="6504107" y="58280"/>
                  <a:pt x="6508872" y="56626"/>
                </a:cubicBezTo>
                <a:cubicBezTo>
                  <a:pt x="6508918" y="54921"/>
                  <a:pt x="6508941" y="53838"/>
                  <a:pt x="6508941" y="53377"/>
                </a:cubicBezTo>
                <a:cubicBezTo>
                  <a:pt x="6508941" y="48307"/>
                  <a:pt x="6507761" y="44735"/>
                  <a:pt x="6505402" y="42662"/>
                </a:cubicBezTo>
                <a:cubicBezTo>
                  <a:pt x="6502210" y="39850"/>
                  <a:pt x="6497468" y="38444"/>
                  <a:pt x="6491176" y="38444"/>
                </a:cubicBezTo>
                <a:cubicBezTo>
                  <a:pt x="6485301" y="38444"/>
                  <a:pt x="6480964" y="39474"/>
                  <a:pt x="6478165" y="41532"/>
                </a:cubicBezTo>
                <a:cubicBezTo>
                  <a:pt x="6475366" y="43591"/>
                  <a:pt x="6473296" y="47234"/>
                  <a:pt x="6471954" y="52462"/>
                </a:cubicBezTo>
                <a:lnTo>
                  <a:pt x="6459741" y="50797"/>
                </a:lnTo>
                <a:cubicBezTo>
                  <a:pt x="6460851" y="45553"/>
                  <a:pt x="6462678" y="41319"/>
                  <a:pt x="6465223" y="38093"/>
                </a:cubicBezTo>
                <a:cubicBezTo>
                  <a:pt x="6467767" y="34868"/>
                  <a:pt x="6471445" y="32385"/>
                  <a:pt x="6476256" y="30646"/>
                </a:cubicBezTo>
                <a:cubicBezTo>
                  <a:pt x="6481068" y="28906"/>
                  <a:pt x="6486642" y="28035"/>
                  <a:pt x="6492980" y="28035"/>
                </a:cubicBezTo>
                <a:cubicBezTo>
                  <a:pt x="6499272" y="28035"/>
                  <a:pt x="6504384" y="28776"/>
                  <a:pt x="6508317" y="30256"/>
                </a:cubicBezTo>
                <a:cubicBezTo>
                  <a:pt x="6512249" y="31736"/>
                  <a:pt x="6515140" y="33598"/>
                  <a:pt x="6516991" y="35842"/>
                </a:cubicBezTo>
                <a:cubicBezTo>
                  <a:pt x="6518841" y="38086"/>
                  <a:pt x="6520137" y="40919"/>
                  <a:pt x="6520877" y="44343"/>
                </a:cubicBezTo>
                <a:cubicBezTo>
                  <a:pt x="6521293" y="46471"/>
                  <a:pt x="6521501" y="50311"/>
                  <a:pt x="6521501" y="55862"/>
                </a:cubicBezTo>
                <a:lnTo>
                  <a:pt x="6521501" y="72517"/>
                </a:lnTo>
                <a:cubicBezTo>
                  <a:pt x="6521501" y="84129"/>
                  <a:pt x="6521768" y="91473"/>
                  <a:pt x="6522300" y="94550"/>
                </a:cubicBezTo>
                <a:cubicBezTo>
                  <a:pt x="6522832" y="97626"/>
                  <a:pt x="6523884" y="100575"/>
                  <a:pt x="6525457" y="103397"/>
                </a:cubicBezTo>
                <a:lnTo>
                  <a:pt x="6512411" y="103397"/>
                </a:lnTo>
                <a:cubicBezTo>
                  <a:pt x="6511115" y="100804"/>
                  <a:pt x="6510283" y="97771"/>
                  <a:pt x="6509913" y="94298"/>
                </a:cubicBezTo>
                <a:moveTo>
                  <a:pt x="6508872" y="66341"/>
                </a:moveTo>
                <a:cubicBezTo>
                  <a:pt x="6504338" y="68207"/>
                  <a:pt x="6497537" y="69793"/>
                  <a:pt x="6488470" y="71099"/>
                </a:cubicBezTo>
                <a:cubicBezTo>
                  <a:pt x="6483335" y="71842"/>
                  <a:pt x="6479703" y="72678"/>
                  <a:pt x="6477575" y="73608"/>
                </a:cubicBezTo>
                <a:cubicBezTo>
                  <a:pt x="6475447" y="74536"/>
                  <a:pt x="6473804" y="75895"/>
                  <a:pt x="6472648" y="77685"/>
                </a:cubicBezTo>
                <a:cubicBezTo>
                  <a:pt x="6471491" y="79473"/>
                  <a:pt x="6470913" y="81459"/>
                  <a:pt x="6470913" y="83642"/>
                </a:cubicBezTo>
                <a:cubicBezTo>
                  <a:pt x="6470913" y="86986"/>
                  <a:pt x="6472174" y="89773"/>
                  <a:pt x="6474695" y="92004"/>
                </a:cubicBezTo>
                <a:cubicBezTo>
                  <a:pt x="6477216" y="94233"/>
                  <a:pt x="6480906" y="95348"/>
                  <a:pt x="6485763" y="95348"/>
                </a:cubicBezTo>
                <a:cubicBezTo>
                  <a:pt x="6490575" y="95348"/>
                  <a:pt x="6494854" y="94290"/>
                  <a:pt x="6498601" y="92175"/>
                </a:cubicBezTo>
                <a:cubicBezTo>
                  <a:pt x="6502349" y="90060"/>
                  <a:pt x="6505101" y="87166"/>
                  <a:pt x="6506859" y="83494"/>
                </a:cubicBezTo>
                <a:cubicBezTo>
                  <a:pt x="6508201" y="80658"/>
                  <a:pt x="6508872" y="76474"/>
                  <a:pt x="6508872" y="70943"/>
                </a:cubicBezTo>
                <a:lnTo>
                  <a:pt x="6508872" y="66341"/>
                </a:lnTo>
                <a:close/>
                <a:moveTo>
                  <a:pt x="6561312" y="103397"/>
                </a:moveTo>
                <a:lnTo>
                  <a:pt x="6533277" y="29701"/>
                </a:lnTo>
                <a:lnTo>
                  <a:pt x="6546462" y="29701"/>
                </a:lnTo>
                <a:lnTo>
                  <a:pt x="6562284" y="73836"/>
                </a:lnTo>
                <a:cubicBezTo>
                  <a:pt x="6563996" y="78601"/>
                  <a:pt x="6565569" y="83551"/>
                  <a:pt x="6567003" y="88686"/>
                </a:cubicBezTo>
                <a:cubicBezTo>
                  <a:pt x="6568113" y="84800"/>
                  <a:pt x="6569663" y="80127"/>
                  <a:pt x="6571652" y="74668"/>
                </a:cubicBezTo>
                <a:lnTo>
                  <a:pt x="6588029" y="29701"/>
                </a:lnTo>
                <a:lnTo>
                  <a:pt x="6600867" y="29701"/>
                </a:lnTo>
                <a:lnTo>
                  <a:pt x="6572971" y="103397"/>
                </a:lnTo>
                <a:lnTo>
                  <a:pt x="6561312" y="103397"/>
                </a:lnTo>
                <a:close/>
                <a:moveTo>
                  <a:pt x="6611971" y="16099"/>
                </a:moveTo>
                <a:lnTo>
                  <a:pt x="6611971" y="1665"/>
                </a:lnTo>
                <a:lnTo>
                  <a:pt x="6624462" y="1665"/>
                </a:lnTo>
                <a:lnTo>
                  <a:pt x="6624462" y="16099"/>
                </a:lnTo>
                <a:lnTo>
                  <a:pt x="6611971" y="16099"/>
                </a:lnTo>
                <a:moveTo>
                  <a:pt x="6611971" y="103397"/>
                </a:moveTo>
                <a:lnTo>
                  <a:pt x="6611971" y="29701"/>
                </a:lnTo>
                <a:lnTo>
                  <a:pt x="6624462" y="29701"/>
                </a:lnTo>
                <a:lnTo>
                  <a:pt x="6624462" y="103397"/>
                </a:lnTo>
                <a:lnTo>
                  <a:pt x="6611971" y="103397"/>
                </a:lnTo>
                <a:close/>
                <a:moveTo>
                  <a:pt x="6641162" y="109504"/>
                </a:moveTo>
                <a:lnTo>
                  <a:pt x="6653306" y="111308"/>
                </a:lnTo>
                <a:cubicBezTo>
                  <a:pt x="6653815" y="115056"/>
                  <a:pt x="6655226" y="117785"/>
                  <a:pt x="6657539" y="119497"/>
                </a:cubicBezTo>
                <a:cubicBezTo>
                  <a:pt x="6660639" y="121810"/>
                  <a:pt x="6664872" y="122967"/>
                  <a:pt x="6670238" y="122967"/>
                </a:cubicBezTo>
                <a:cubicBezTo>
                  <a:pt x="6676021" y="122967"/>
                  <a:pt x="6680485" y="121807"/>
                  <a:pt x="6683631" y="119488"/>
                </a:cubicBezTo>
                <a:cubicBezTo>
                  <a:pt x="6686777" y="117171"/>
                  <a:pt x="6688905" y="113925"/>
                  <a:pt x="6690016" y="109751"/>
                </a:cubicBezTo>
                <a:cubicBezTo>
                  <a:pt x="6690663" y="107203"/>
                  <a:pt x="6690964" y="101848"/>
                  <a:pt x="6690918" y="93687"/>
                </a:cubicBezTo>
                <a:cubicBezTo>
                  <a:pt x="6685459" y="100161"/>
                  <a:pt x="6678658" y="103397"/>
                  <a:pt x="6670516" y="103397"/>
                </a:cubicBezTo>
                <a:cubicBezTo>
                  <a:pt x="6660384" y="103397"/>
                  <a:pt x="6652543" y="99743"/>
                  <a:pt x="6646991" y="92433"/>
                </a:cubicBezTo>
                <a:cubicBezTo>
                  <a:pt x="6641440" y="85124"/>
                  <a:pt x="6638664" y="76357"/>
                  <a:pt x="6638664" y="66133"/>
                </a:cubicBezTo>
                <a:cubicBezTo>
                  <a:pt x="6638664" y="59101"/>
                  <a:pt x="6639936" y="52612"/>
                  <a:pt x="6642480" y="46668"/>
                </a:cubicBezTo>
                <a:cubicBezTo>
                  <a:pt x="6645025" y="40723"/>
                  <a:pt x="6648714" y="36131"/>
                  <a:pt x="6653549" y="32893"/>
                </a:cubicBezTo>
                <a:cubicBezTo>
                  <a:pt x="6658383" y="29654"/>
                  <a:pt x="6664062" y="28035"/>
                  <a:pt x="6670585" y="28035"/>
                </a:cubicBezTo>
                <a:cubicBezTo>
                  <a:pt x="6679283" y="28035"/>
                  <a:pt x="6686453" y="31574"/>
                  <a:pt x="6692097" y="38653"/>
                </a:cubicBezTo>
                <a:lnTo>
                  <a:pt x="6692097" y="29701"/>
                </a:lnTo>
                <a:lnTo>
                  <a:pt x="6703617" y="29701"/>
                </a:lnTo>
                <a:lnTo>
                  <a:pt x="6703617" y="93448"/>
                </a:lnTo>
                <a:cubicBezTo>
                  <a:pt x="6703617" y="104928"/>
                  <a:pt x="6702449" y="113064"/>
                  <a:pt x="6700112" y="117855"/>
                </a:cubicBezTo>
                <a:cubicBezTo>
                  <a:pt x="6697776" y="122646"/>
                  <a:pt x="6694075" y="126431"/>
                  <a:pt x="6689009" y="129208"/>
                </a:cubicBezTo>
                <a:cubicBezTo>
                  <a:pt x="6683944" y="131986"/>
                  <a:pt x="6677710" y="133376"/>
                  <a:pt x="6670308" y="133376"/>
                </a:cubicBezTo>
                <a:cubicBezTo>
                  <a:pt x="6661518" y="133376"/>
                  <a:pt x="6654416" y="131392"/>
                  <a:pt x="6649004" y="127425"/>
                </a:cubicBezTo>
                <a:cubicBezTo>
                  <a:pt x="6643591" y="123458"/>
                  <a:pt x="6640977" y="117485"/>
                  <a:pt x="6641162" y="109504"/>
                </a:cubicBezTo>
                <a:moveTo>
                  <a:pt x="6651502" y="65233"/>
                </a:moveTo>
                <a:cubicBezTo>
                  <a:pt x="6651502" y="74877"/>
                  <a:pt x="6653422" y="81914"/>
                  <a:pt x="6657261" y="86344"/>
                </a:cubicBezTo>
                <a:cubicBezTo>
                  <a:pt x="6661101" y="90774"/>
                  <a:pt x="6665913" y="92988"/>
                  <a:pt x="6671695" y="92988"/>
                </a:cubicBezTo>
                <a:cubicBezTo>
                  <a:pt x="6677432" y="92988"/>
                  <a:pt x="6682243" y="90785"/>
                  <a:pt x="6686129" y="86379"/>
                </a:cubicBezTo>
                <a:cubicBezTo>
                  <a:pt x="6690016" y="81972"/>
                  <a:pt x="6691959" y="75061"/>
                  <a:pt x="6691959" y="65647"/>
                </a:cubicBezTo>
                <a:cubicBezTo>
                  <a:pt x="6691959" y="56649"/>
                  <a:pt x="6689958" y="49866"/>
                  <a:pt x="6685956" y="45297"/>
                </a:cubicBezTo>
                <a:cubicBezTo>
                  <a:pt x="6681954" y="40729"/>
                  <a:pt x="6677131" y="38444"/>
                  <a:pt x="6671487" y="38444"/>
                </a:cubicBezTo>
                <a:cubicBezTo>
                  <a:pt x="6665936" y="38444"/>
                  <a:pt x="6661217" y="40694"/>
                  <a:pt x="6657331" y="45193"/>
                </a:cubicBezTo>
                <a:cubicBezTo>
                  <a:pt x="6653445" y="49692"/>
                  <a:pt x="6651502" y="56372"/>
                  <a:pt x="6651502" y="65233"/>
                </a:cubicBezTo>
                <a:close/>
                <a:moveTo>
                  <a:pt x="6770560" y="94298"/>
                </a:moveTo>
                <a:cubicBezTo>
                  <a:pt x="6765934" y="98233"/>
                  <a:pt x="6761481" y="101011"/>
                  <a:pt x="6757202" y="102632"/>
                </a:cubicBezTo>
                <a:cubicBezTo>
                  <a:pt x="6752923" y="104253"/>
                  <a:pt x="6748331" y="105063"/>
                  <a:pt x="6743427" y="105063"/>
                </a:cubicBezTo>
                <a:cubicBezTo>
                  <a:pt x="6735331" y="105063"/>
                  <a:pt x="6729109" y="103084"/>
                  <a:pt x="6724760" y="99125"/>
                </a:cubicBezTo>
                <a:cubicBezTo>
                  <a:pt x="6720411" y="95167"/>
                  <a:pt x="6718237" y="90109"/>
                  <a:pt x="6718237" y="83952"/>
                </a:cubicBezTo>
                <a:cubicBezTo>
                  <a:pt x="6718237" y="80342"/>
                  <a:pt x="6719058" y="77044"/>
                  <a:pt x="6720701" y="74059"/>
                </a:cubicBezTo>
                <a:cubicBezTo>
                  <a:pt x="6722343" y="71072"/>
                  <a:pt x="6724494" y="68676"/>
                  <a:pt x="6727154" y="66870"/>
                </a:cubicBezTo>
                <a:cubicBezTo>
                  <a:pt x="6729814" y="65064"/>
                  <a:pt x="6732810" y="63699"/>
                  <a:pt x="6736141" y="62774"/>
                </a:cubicBezTo>
                <a:cubicBezTo>
                  <a:pt x="6738593" y="62125"/>
                  <a:pt x="6742294" y="61499"/>
                  <a:pt x="6747244" y="60898"/>
                </a:cubicBezTo>
                <a:cubicBezTo>
                  <a:pt x="6757329" y="59704"/>
                  <a:pt x="6764754" y="58280"/>
                  <a:pt x="6769519" y="56626"/>
                </a:cubicBezTo>
                <a:cubicBezTo>
                  <a:pt x="6769566" y="54921"/>
                  <a:pt x="6769589" y="53838"/>
                  <a:pt x="6769589" y="53377"/>
                </a:cubicBezTo>
                <a:cubicBezTo>
                  <a:pt x="6769589" y="48307"/>
                  <a:pt x="6768409" y="44735"/>
                  <a:pt x="6766050" y="42662"/>
                </a:cubicBezTo>
                <a:cubicBezTo>
                  <a:pt x="6762858" y="39850"/>
                  <a:pt x="6758116" y="38444"/>
                  <a:pt x="6751824" y="38444"/>
                </a:cubicBezTo>
                <a:cubicBezTo>
                  <a:pt x="6745949" y="38444"/>
                  <a:pt x="6741611" y="39474"/>
                  <a:pt x="6738812" y="41532"/>
                </a:cubicBezTo>
                <a:cubicBezTo>
                  <a:pt x="6736014" y="43591"/>
                  <a:pt x="6733943" y="47234"/>
                  <a:pt x="6732602" y="52462"/>
                </a:cubicBezTo>
                <a:lnTo>
                  <a:pt x="6720388" y="50797"/>
                </a:lnTo>
                <a:cubicBezTo>
                  <a:pt x="6721499" y="45553"/>
                  <a:pt x="6723326" y="41319"/>
                  <a:pt x="6725870" y="38093"/>
                </a:cubicBezTo>
                <a:cubicBezTo>
                  <a:pt x="6728415" y="34868"/>
                  <a:pt x="6732093" y="32385"/>
                  <a:pt x="6736904" y="30646"/>
                </a:cubicBezTo>
                <a:cubicBezTo>
                  <a:pt x="6741715" y="28906"/>
                  <a:pt x="6747290" y="28035"/>
                  <a:pt x="6753628" y="28035"/>
                </a:cubicBezTo>
                <a:cubicBezTo>
                  <a:pt x="6759920" y="28035"/>
                  <a:pt x="6765032" y="28776"/>
                  <a:pt x="6768964" y="30256"/>
                </a:cubicBezTo>
                <a:cubicBezTo>
                  <a:pt x="6772897" y="31736"/>
                  <a:pt x="6775788" y="33598"/>
                  <a:pt x="6777639" y="35842"/>
                </a:cubicBezTo>
                <a:cubicBezTo>
                  <a:pt x="6779489" y="38086"/>
                  <a:pt x="6780784" y="40919"/>
                  <a:pt x="6781525" y="44343"/>
                </a:cubicBezTo>
                <a:cubicBezTo>
                  <a:pt x="6781941" y="46471"/>
                  <a:pt x="6782149" y="50311"/>
                  <a:pt x="6782149" y="55862"/>
                </a:cubicBezTo>
                <a:lnTo>
                  <a:pt x="6782149" y="72517"/>
                </a:lnTo>
                <a:cubicBezTo>
                  <a:pt x="6782149" y="84129"/>
                  <a:pt x="6782415" y="91473"/>
                  <a:pt x="6782947" y="94550"/>
                </a:cubicBezTo>
                <a:cubicBezTo>
                  <a:pt x="6783479" y="97626"/>
                  <a:pt x="6784532" y="100575"/>
                  <a:pt x="6786105" y="103397"/>
                </a:cubicBezTo>
                <a:lnTo>
                  <a:pt x="6773059" y="103397"/>
                </a:lnTo>
                <a:cubicBezTo>
                  <a:pt x="6771763" y="100804"/>
                  <a:pt x="6770930" y="97771"/>
                  <a:pt x="6770560" y="94298"/>
                </a:cubicBezTo>
                <a:moveTo>
                  <a:pt x="6769519" y="66341"/>
                </a:moveTo>
                <a:cubicBezTo>
                  <a:pt x="6764986" y="68207"/>
                  <a:pt x="6758185" y="69793"/>
                  <a:pt x="6749118" y="71099"/>
                </a:cubicBezTo>
                <a:cubicBezTo>
                  <a:pt x="6743982" y="71842"/>
                  <a:pt x="6740351" y="72678"/>
                  <a:pt x="6738223" y="73608"/>
                </a:cubicBezTo>
                <a:cubicBezTo>
                  <a:pt x="6736095" y="74536"/>
                  <a:pt x="6734452" y="75895"/>
                  <a:pt x="6733296" y="77685"/>
                </a:cubicBezTo>
                <a:cubicBezTo>
                  <a:pt x="6732139" y="79473"/>
                  <a:pt x="6731561" y="81459"/>
                  <a:pt x="6731561" y="83642"/>
                </a:cubicBezTo>
                <a:cubicBezTo>
                  <a:pt x="6731561" y="86986"/>
                  <a:pt x="6732821" y="89773"/>
                  <a:pt x="6735343" y="92004"/>
                </a:cubicBezTo>
                <a:cubicBezTo>
                  <a:pt x="6737864" y="94233"/>
                  <a:pt x="6741554" y="95348"/>
                  <a:pt x="6746411" y="95348"/>
                </a:cubicBezTo>
                <a:cubicBezTo>
                  <a:pt x="6751222" y="95348"/>
                  <a:pt x="6755502" y="94290"/>
                  <a:pt x="6759249" y="92175"/>
                </a:cubicBezTo>
                <a:cubicBezTo>
                  <a:pt x="6762996" y="90060"/>
                  <a:pt x="6765749" y="87166"/>
                  <a:pt x="6767507" y="83494"/>
                </a:cubicBezTo>
                <a:cubicBezTo>
                  <a:pt x="6768849" y="80658"/>
                  <a:pt x="6769519" y="76474"/>
                  <a:pt x="6769519" y="70943"/>
                </a:cubicBezTo>
                <a:lnTo>
                  <a:pt x="6769519" y="66341"/>
                </a:lnTo>
                <a:close/>
                <a:moveTo>
                  <a:pt x="6828761" y="92364"/>
                </a:moveTo>
                <a:lnTo>
                  <a:pt x="6830565" y="103397"/>
                </a:lnTo>
                <a:cubicBezTo>
                  <a:pt x="6827049" y="104045"/>
                  <a:pt x="6823904" y="104369"/>
                  <a:pt x="6821128" y="104369"/>
                </a:cubicBezTo>
                <a:cubicBezTo>
                  <a:pt x="6816594" y="104369"/>
                  <a:pt x="6813078" y="103652"/>
                  <a:pt x="6810580" y="102218"/>
                </a:cubicBezTo>
                <a:cubicBezTo>
                  <a:pt x="6808082" y="100784"/>
                  <a:pt x="6806324" y="98898"/>
                  <a:pt x="6805306" y="96562"/>
                </a:cubicBezTo>
                <a:cubicBezTo>
                  <a:pt x="6804288" y="94226"/>
                  <a:pt x="6803779" y="89310"/>
                  <a:pt x="6803779" y="81816"/>
                </a:cubicBezTo>
                <a:lnTo>
                  <a:pt x="6803779" y="39416"/>
                </a:lnTo>
                <a:lnTo>
                  <a:pt x="6794619" y="39416"/>
                </a:lnTo>
                <a:lnTo>
                  <a:pt x="6794619" y="29701"/>
                </a:lnTo>
                <a:lnTo>
                  <a:pt x="6803779" y="29701"/>
                </a:lnTo>
                <a:lnTo>
                  <a:pt x="6803779" y="11400"/>
                </a:lnTo>
                <a:lnTo>
                  <a:pt x="6816201" y="3886"/>
                </a:lnTo>
                <a:lnTo>
                  <a:pt x="6816201" y="29701"/>
                </a:lnTo>
                <a:lnTo>
                  <a:pt x="6828761" y="29701"/>
                </a:lnTo>
                <a:lnTo>
                  <a:pt x="6828761" y="39416"/>
                </a:lnTo>
                <a:lnTo>
                  <a:pt x="6816201" y="39416"/>
                </a:lnTo>
                <a:lnTo>
                  <a:pt x="6816201" y="82510"/>
                </a:lnTo>
                <a:cubicBezTo>
                  <a:pt x="6816201" y="86072"/>
                  <a:pt x="6816420" y="88362"/>
                  <a:pt x="6816860" y="89380"/>
                </a:cubicBezTo>
                <a:cubicBezTo>
                  <a:pt x="6817299" y="90398"/>
                  <a:pt x="6818017" y="91207"/>
                  <a:pt x="6819011" y="91809"/>
                </a:cubicBezTo>
                <a:cubicBezTo>
                  <a:pt x="6820006" y="92410"/>
                  <a:pt x="6821428" y="92711"/>
                  <a:pt x="6823279" y="92711"/>
                </a:cubicBezTo>
                <a:cubicBezTo>
                  <a:pt x="6824667" y="92711"/>
                  <a:pt x="6826494" y="92595"/>
                  <a:pt x="6828761" y="92364"/>
                </a:cubicBezTo>
                <a:close/>
                <a:moveTo>
                  <a:pt x="6841067" y="16099"/>
                </a:moveTo>
                <a:lnTo>
                  <a:pt x="6841067" y="1665"/>
                </a:lnTo>
                <a:lnTo>
                  <a:pt x="6853558" y="1665"/>
                </a:lnTo>
                <a:lnTo>
                  <a:pt x="6853558" y="16099"/>
                </a:lnTo>
                <a:lnTo>
                  <a:pt x="6841067" y="16099"/>
                </a:lnTo>
                <a:moveTo>
                  <a:pt x="6841067" y="103397"/>
                </a:moveTo>
                <a:lnTo>
                  <a:pt x="6841067" y="29701"/>
                </a:lnTo>
                <a:lnTo>
                  <a:pt x="6853558" y="29701"/>
                </a:lnTo>
                <a:lnTo>
                  <a:pt x="6853558" y="103397"/>
                </a:lnTo>
                <a:lnTo>
                  <a:pt x="6841067" y="103397"/>
                </a:lnTo>
                <a:close/>
                <a:moveTo>
                  <a:pt x="6867899" y="66549"/>
                </a:moveTo>
                <a:cubicBezTo>
                  <a:pt x="6867899" y="52902"/>
                  <a:pt x="6871692" y="42793"/>
                  <a:pt x="6879280" y="36224"/>
                </a:cubicBezTo>
                <a:cubicBezTo>
                  <a:pt x="6885618" y="30765"/>
                  <a:pt x="6893343" y="28035"/>
                  <a:pt x="6902457" y="28035"/>
                </a:cubicBezTo>
                <a:cubicBezTo>
                  <a:pt x="6912589" y="28035"/>
                  <a:pt x="6920870" y="31355"/>
                  <a:pt x="6927300" y="37993"/>
                </a:cubicBezTo>
                <a:cubicBezTo>
                  <a:pt x="6933731" y="44632"/>
                  <a:pt x="6936946" y="53804"/>
                  <a:pt x="6936946" y="65508"/>
                </a:cubicBezTo>
                <a:cubicBezTo>
                  <a:pt x="6936946" y="74992"/>
                  <a:pt x="6935524" y="82452"/>
                  <a:pt x="6932678" y="87888"/>
                </a:cubicBezTo>
                <a:cubicBezTo>
                  <a:pt x="6929833" y="93324"/>
                  <a:pt x="6925693" y="97545"/>
                  <a:pt x="6920257" y="100552"/>
                </a:cubicBezTo>
                <a:cubicBezTo>
                  <a:pt x="6914821" y="103559"/>
                  <a:pt x="6908888" y="105063"/>
                  <a:pt x="6902457" y="105063"/>
                </a:cubicBezTo>
                <a:cubicBezTo>
                  <a:pt x="6892141" y="105063"/>
                  <a:pt x="6883802" y="101755"/>
                  <a:pt x="6877441" y="95140"/>
                </a:cubicBezTo>
                <a:cubicBezTo>
                  <a:pt x="6871079" y="88524"/>
                  <a:pt x="6867899" y="78994"/>
                  <a:pt x="6867899" y="66549"/>
                </a:cubicBezTo>
                <a:moveTo>
                  <a:pt x="6880737" y="66514"/>
                </a:moveTo>
                <a:cubicBezTo>
                  <a:pt x="6880737" y="75917"/>
                  <a:pt x="6882796" y="82958"/>
                  <a:pt x="6886913" y="87636"/>
                </a:cubicBezTo>
                <a:cubicBezTo>
                  <a:pt x="6891030" y="92315"/>
                  <a:pt x="6896212" y="94654"/>
                  <a:pt x="6902457" y="94654"/>
                </a:cubicBezTo>
                <a:cubicBezTo>
                  <a:pt x="6908656" y="94654"/>
                  <a:pt x="6913815" y="92303"/>
                  <a:pt x="6917932" y="87602"/>
                </a:cubicBezTo>
                <a:cubicBezTo>
                  <a:pt x="6922050" y="82900"/>
                  <a:pt x="6924108" y="75733"/>
                  <a:pt x="6924108" y="66100"/>
                </a:cubicBezTo>
                <a:cubicBezTo>
                  <a:pt x="6924108" y="57020"/>
                  <a:pt x="6922038" y="50140"/>
                  <a:pt x="6917897" y="45462"/>
                </a:cubicBezTo>
                <a:cubicBezTo>
                  <a:pt x="6913757" y="40784"/>
                  <a:pt x="6908610" y="38444"/>
                  <a:pt x="6902457" y="38444"/>
                </a:cubicBezTo>
                <a:cubicBezTo>
                  <a:pt x="6896212" y="38444"/>
                  <a:pt x="6891030" y="40772"/>
                  <a:pt x="6886913" y="45427"/>
                </a:cubicBezTo>
                <a:cubicBezTo>
                  <a:pt x="6882796" y="50082"/>
                  <a:pt x="6880737" y="57111"/>
                  <a:pt x="6880737" y="66514"/>
                </a:cubicBezTo>
                <a:close/>
                <a:moveTo>
                  <a:pt x="6951567" y="103397"/>
                </a:moveTo>
                <a:lnTo>
                  <a:pt x="6951567" y="29701"/>
                </a:lnTo>
                <a:lnTo>
                  <a:pt x="6962809" y="29701"/>
                </a:lnTo>
                <a:lnTo>
                  <a:pt x="6962809" y="40110"/>
                </a:lnTo>
                <a:cubicBezTo>
                  <a:pt x="6968222" y="32060"/>
                  <a:pt x="6976040" y="28035"/>
                  <a:pt x="6986264" y="28035"/>
                </a:cubicBezTo>
                <a:cubicBezTo>
                  <a:pt x="6990706" y="28035"/>
                  <a:pt x="6994788" y="28833"/>
                  <a:pt x="6998513" y="30429"/>
                </a:cubicBezTo>
                <a:cubicBezTo>
                  <a:pt x="7002237" y="32025"/>
                  <a:pt x="7005024" y="34119"/>
                  <a:pt x="7006875" y="36710"/>
                </a:cubicBezTo>
                <a:cubicBezTo>
                  <a:pt x="7008725" y="39300"/>
                  <a:pt x="7010020" y="42377"/>
                  <a:pt x="7010761" y="45939"/>
                </a:cubicBezTo>
                <a:cubicBezTo>
                  <a:pt x="7011223" y="48252"/>
                  <a:pt x="7011455" y="52300"/>
                  <a:pt x="7011455" y="58083"/>
                </a:cubicBezTo>
                <a:lnTo>
                  <a:pt x="7011455" y="103397"/>
                </a:lnTo>
                <a:lnTo>
                  <a:pt x="6998964" y="103397"/>
                </a:lnTo>
                <a:lnTo>
                  <a:pt x="6998964" y="58521"/>
                </a:lnTo>
                <a:cubicBezTo>
                  <a:pt x="6998964" y="53426"/>
                  <a:pt x="6998478" y="49617"/>
                  <a:pt x="6997506" y="47093"/>
                </a:cubicBezTo>
                <a:cubicBezTo>
                  <a:pt x="6996535" y="44568"/>
                  <a:pt x="6994812" y="42554"/>
                  <a:pt x="6992336" y="41049"/>
                </a:cubicBezTo>
                <a:cubicBezTo>
                  <a:pt x="6989861" y="39544"/>
                  <a:pt x="6986958" y="38791"/>
                  <a:pt x="6983627" y="38791"/>
                </a:cubicBezTo>
                <a:cubicBezTo>
                  <a:pt x="6978307" y="38791"/>
                  <a:pt x="6973716" y="40482"/>
                  <a:pt x="6969853" y="43864"/>
                </a:cubicBezTo>
                <a:cubicBezTo>
                  <a:pt x="6965990" y="47244"/>
                  <a:pt x="6964058" y="53658"/>
                  <a:pt x="6964058" y="63105"/>
                </a:cubicBezTo>
                <a:lnTo>
                  <a:pt x="6964058" y="103397"/>
                </a:lnTo>
                <a:lnTo>
                  <a:pt x="6951567" y="103397"/>
                </a:lnTo>
                <a:close/>
                <a:moveTo>
                  <a:pt x="7070095" y="103397"/>
                </a:moveTo>
                <a:lnTo>
                  <a:pt x="7070095" y="29701"/>
                </a:lnTo>
                <a:lnTo>
                  <a:pt x="7081267" y="29701"/>
                </a:lnTo>
                <a:lnTo>
                  <a:pt x="7081267" y="39971"/>
                </a:lnTo>
                <a:cubicBezTo>
                  <a:pt x="7083580" y="36383"/>
                  <a:pt x="7086657" y="33496"/>
                  <a:pt x="7090497" y="31312"/>
                </a:cubicBezTo>
                <a:cubicBezTo>
                  <a:pt x="7094336" y="29128"/>
                  <a:pt x="7098708" y="28035"/>
                  <a:pt x="7103612" y="28035"/>
                </a:cubicBezTo>
                <a:cubicBezTo>
                  <a:pt x="7109071" y="28035"/>
                  <a:pt x="7113547" y="29163"/>
                  <a:pt x="7117040" y="31418"/>
                </a:cubicBezTo>
                <a:cubicBezTo>
                  <a:pt x="7120533" y="33672"/>
                  <a:pt x="7122996" y="36824"/>
                  <a:pt x="7124430" y="40873"/>
                </a:cubicBezTo>
                <a:cubicBezTo>
                  <a:pt x="7130260" y="32315"/>
                  <a:pt x="7137847" y="28035"/>
                  <a:pt x="7147192" y="28035"/>
                </a:cubicBezTo>
                <a:cubicBezTo>
                  <a:pt x="7154501" y="28035"/>
                  <a:pt x="7160122" y="30059"/>
                  <a:pt x="7164055" y="34107"/>
                </a:cubicBezTo>
                <a:cubicBezTo>
                  <a:pt x="7167987" y="38155"/>
                  <a:pt x="7169953" y="44389"/>
                  <a:pt x="7169953" y="52809"/>
                </a:cubicBezTo>
                <a:lnTo>
                  <a:pt x="7169953" y="103397"/>
                </a:lnTo>
                <a:lnTo>
                  <a:pt x="7157532" y="103397"/>
                </a:lnTo>
                <a:lnTo>
                  <a:pt x="7157532" y="56923"/>
                </a:lnTo>
                <a:cubicBezTo>
                  <a:pt x="7157532" y="51921"/>
                  <a:pt x="7157127" y="48320"/>
                  <a:pt x="7156317" y="46121"/>
                </a:cubicBezTo>
                <a:cubicBezTo>
                  <a:pt x="7155508" y="43921"/>
                  <a:pt x="7154039" y="42149"/>
                  <a:pt x="7151911" y="40806"/>
                </a:cubicBezTo>
                <a:cubicBezTo>
                  <a:pt x="7149782" y="39463"/>
                  <a:pt x="7147284" y="38791"/>
                  <a:pt x="7144416" y="38791"/>
                </a:cubicBezTo>
                <a:cubicBezTo>
                  <a:pt x="7139235" y="38791"/>
                  <a:pt x="7134932" y="40517"/>
                  <a:pt x="7131509" y="43968"/>
                </a:cubicBezTo>
                <a:cubicBezTo>
                  <a:pt x="7128085" y="47417"/>
                  <a:pt x="7126373" y="52940"/>
                  <a:pt x="7126373" y="60536"/>
                </a:cubicBezTo>
                <a:lnTo>
                  <a:pt x="7126373" y="103397"/>
                </a:lnTo>
                <a:lnTo>
                  <a:pt x="7113883" y="103397"/>
                </a:lnTo>
                <a:lnTo>
                  <a:pt x="7113883" y="55463"/>
                </a:lnTo>
                <a:cubicBezTo>
                  <a:pt x="7113883" y="49906"/>
                  <a:pt x="7112865" y="45738"/>
                  <a:pt x="7110829" y="42959"/>
                </a:cubicBezTo>
                <a:cubicBezTo>
                  <a:pt x="7108794" y="40181"/>
                  <a:pt x="7105463" y="38791"/>
                  <a:pt x="7100836" y="38791"/>
                </a:cubicBezTo>
                <a:cubicBezTo>
                  <a:pt x="7097320" y="38791"/>
                  <a:pt x="7094070" y="39718"/>
                  <a:pt x="7091086" y="41572"/>
                </a:cubicBezTo>
                <a:cubicBezTo>
                  <a:pt x="7088103" y="43423"/>
                  <a:pt x="7085940" y="46133"/>
                  <a:pt x="7084598" y="49699"/>
                </a:cubicBezTo>
                <a:cubicBezTo>
                  <a:pt x="7083257" y="53264"/>
                  <a:pt x="7082586" y="58405"/>
                  <a:pt x="7082586" y="65120"/>
                </a:cubicBezTo>
                <a:lnTo>
                  <a:pt x="7082586" y="103397"/>
                </a:lnTo>
                <a:lnTo>
                  <a:pt x="7070095" y="103397"/>
                </a:lnTo>
                <a:close/>
                <a:moveTo>
                  <a:pt x="7183831" y="66549"/>
                </a:moveTo>
                <a:cubicBezTo>
                  <a:pt x="7183831" y="52902"/>
                  <a:pt x="7187625" y="42793"/>
                  <a:pt x="7195212" y="36224"/>
                </a:cubicBezTo>
                <a:cubicBezTo>
                  <a:pt x="7201550" y="30765"/>
                  <a:pt x="7209276" y="28035"/>
                  <a:pt x="7218389" y="28035"/>
                </a:cubicBezTo>
                <a:cubicBezTo>
                  <a:pt x="7228521" y="28035"/>
                  <a:pt x="7236802" y="31355"/>
                  <a:pt x="7243232" y="37993"/>
                </a:cubicBezTo>
                <a:cubicBezTo>
                  <a:pt x="7249663" y="44632"/>
                  <a:pt x="7252878" y="53804"/>
                  <a:pt x="7252878" y="65508"/>
                </a:cubicBezTo>
                <a:cubicBezTo>
                  <a:pt x="7252878" y="74992"/>
                  <a:pt x="7251456" y="82452"/>
                  <a:pt x="7248611" y="87888"/>
                </a:cubicBezTo>
                <a:cubicBezTo>
                  <a:pt x="7245765" y="93324"/>
                  <a:pt x="7241625" y="97545"/>
                  <a:pt x="7236189" y="100552"/>
                </a:cubicBezTo>
                <a:cubicBezTo>
                  <a:pt x="7230753" y="103559"/>
                  <a:pt x="7224820" y="105063"/>
                  <a:pt x="7218389" y="105063"/>
                </a:cubicBezTo>
                <a:cubicBezTo>
                  <a:pt x="7208073" y="105063"/>
                  <a:pt x="7199734" y="101755"/>
                  <a:pt x="7193373" y="95140"/>
                </a:cubicBezTo>
                <a:cubicBezTo>
                  <a:pt x="7187012" y="88524"/>
                  <a:pt x="7183831" y="78994"/>
                  <a:pt x="7183831" y="66549"/>
                </a:cubicBezTo>
                <a:moveTo>
                  <a:pt x="7196669" y="66514"/>
                </a:moveTo>
                <a:cubicBezTo>
                  <a:pt x="7196669" y="75917"/>
                  <a:pt x="7198728" y="82958"/>
                  <a:pt x="7202845" y="87636"/>
                </a:cubicBezTo>
                <a:cubicBezTo>
                  <a:pt x="7206962" y="92315"/>
                  <a:pt x="7212144" y="94654"/>
                  <a:pt x="7218389" y="94654"/>
                </a:cubicBezTo>
                <a:cubicBezTo>
                  <a:pt x="7224589" y="94654"/>
                  <a:pt x="7229747" y="92303"/>
                  <a:pt x="7233864" y="87602"/>
                </a:cubicBezTo>
                <a:cubicBezTo>
                  <a:pt x="7237982" y="82900"/>
                  <a:pt x="7240040" y="75733"/>
                  <a:pt x="7240040" y="66100"/>
                </a:cubicBezTo>
                <a:cubicBezTo>
                  <a:pt x="7240040" y="57020"/>
                  <a:pt x="7237970" y="50140"/>
                  <a:pt x="7233830" y="45462"/>
                </a:cubicBezTo>
                <a:cubicBezTo>
                  <a:pt x="7229689" y="40784"/>
                  <a:pt x="7224542" y="38444"/>
                  <a:pt x="7218389" y="38444"/>
                </a:cubicBezTo>
                <a:cubicBezTo>
                  <a:pt x="7212144" y="38444"/>
                  <a:pt x="7206962" y="40772"/>
                  <a:pt x="7202845" y="45427"/>
                </a:cubicBezTo>
                <a:cubicBezTo>
                  <a:pt x="7198728" y="50082"/>
                  <a:pt x="7196669" y="57111"/>
                  <a:pt x="7196669" y="66514"/>
                </a:cubicBezTo>
                <a:close/>
                <a:moveTo>
                  <a:pt x="7315312" y="103397"/>
                </a:moveTo>
                <a:lnTo>
                  <a:pt x="7315312" y="94099"/>
                </a:lnTo>
                <a:cubicBezTo>
                  <a:pt x="7310640" y="101408"/>
                  <a:pt x="7303769" y="105063"/>
                  <a:pt x="7294702" y="105063"/>
                </a:cubicBezTo>
                <a:cubicBezTo>
                  <a:pt x="7288827" y="105063"/>
                  <a:pt x="7283425" y="103444"/>
                  <a:pt x="7278498" y="100205"/>
                </a:cubicBezTo>
                <a:cubicBezTo>
                  <a:pt x="7273571" y="96967"/>
                  <a:pt x="7269755" y="92445"/>
                  <a:pt x="7267048" y="86639"/>
                </a:cubicBezTo>
                <a:cubicBezTo>
                  <a:pt x="7264342" y="80833"/>
                  <a:pt x="7262989" y="74159"/>
                  <a:pt x="7262989" y="66619"/>
                </a:cubicBezTo>
                <a:cubicBezTo>
                  <a:pt x="7262989" y="59263"/>
                  <a:pt x="7264215" y="52589"/>
                  <a:pt x="7266667" y="46598"/>
                </a:cubicBezTo>
                <a:cubicBezTo>
                  <a:pt x="7269119" y="40607"/>
                  <a:pt x="7272796" y="36016"/>
                  <a:pt x="7277700" y="32823"/>
                </a:cubicBezTo>
                <a:cubicBezTo>
                  <a:pt x="7282604" y="29631"/>
                  <a:pt x="7288086" y="28035"/>
                  <a:pt x="7294147" y="28035"/>
                </a:cubicBezTo>
                <a:cubicBezTo>
                  <a:pt x="7298588" y="28035"/>
                  <a:pt x="7302544" y="28972"/>
                  <a:pt x="7306013" y="30846"/>
                </a:cubicBezTo>
                <a:cubicBezTo>
                  <a:pt x="7309483" y="32719"/>
                  <a:pt x="7312305" y="35160"/>
                  <a:pt x="7314479" y="38167"/>
                </a:cubicBezTo>
                <a:lnTo>
                  <a:pt x="7314479" y="1665"/>
                </a:lnTo>
                <a:lnTo>
                  <a:pt x="7326901" y="1665"/>
                </a:lnTo>
                <a:lnTo>
                  <a:pt x="7326901" y="103397"/>
                </a:lnTo>
                <a:lnTo>
                  <a:pt x="7315312" y="103397"/>
                </a:lnTo>
                <a:moveTo>
                  <a:pt x="7275827" y="66584"/>
                </a:moveTo>
                <a:cubicBezTo>
                  <a:pt x="7275827" y="75987"/>
                  <a:pt x="7277816" y="83016"/>
                  <a:pt x="7281795" y="87671"/>
                </a:cubicBezTo>
                <a:cubicBezTo>
                  <a:pt x="7285773" y="92326"/>
                  <a:pt x="7290469" y="94654"/>
                  <a:pt x="7295882" y="94654"/>
                </a:cubicBezTo>
                <a:cubicBezTo>
                  <a:pt x="7301341" y="94654"/>
                  <a:pt x="7305979" y="92430"/>
                  <a:pt x="7309795" y="87983"/>
                </a:cubicBezTo>
                <a:cubicBezTo>
                  <a:pt x="7313612" y="83535"/>
                  <a:pt x="7315520" y="76747"/>
                  <a:pt x="7315520" y="67620"/>
                </a:cubicBezTo>
                <a:cubicBezTo>
                  <a:pt x="7315520" y="57573"/>
                  <a:pt x="7313577" y="50198"/>
                  <a:pt x="7309691" y="45497"/>
                </a:cubicBezTo>
                <a:cubicBezTo>
                  <a:pt x="7305805" y="40795"/>
                  <a:pt x="7301017" y="38444"/>
                  <a:pt x="7295327" y="38444"/>
                </a:cubicBezTo>
                <a:cubicBezTo>
                  <a:pt x="7289775" y="38444"/>
                  <a:pt x="7285137" y="40703"/>
                  <a:pt x="7281413" y="45221"/>
                </a:cubicBezTo>
                <a:cubicBezTo>
                  <a:pt x="7277689" y="49738"/>
                  <a:pt x="7275827" y="56858"/>
                  <a:pt x="7275827" y="66584"/>
                </a:cubicBezTo>
                <a:close/>
                <a:moveTo>
                  <a:pt x="7394816" y="103397"/>
                </a:moveTo>
                <a:lnTo>
                  <a:pt x="7394816" y="92572"/>
                </a:lnTo>
                <a:cubicBezTo>
                  <a:pt x="7389079" y="100899"/>
                  <a:pt x="7381284" y="105063"/>
                  <a:pt x="7371430" y="105063"/>
                </a:cubicBezTo>
                <a:cubicBezTo>
                  <a:pt x="7367081" y="105063"/>
                  <a:pt x="7363022" y="104230"/>
                  <a:pt x="7359251" y="102565"/>
                </a:cubicBezTo>
                <a:cubicBezTo>
                  <a:pt x="7355481" y="100899"/>
                  <a:pt x="7352682" y="98806"/>
                  <a:pt x="7350855" y="96285"/>
                </a:cubicBezTo>
                <a:cubicBezTo>
                  <a:pt x="7349027" y="93763"/>
                  <a:pt x="7347744" y="90675"/>
                  <a:pt x="7347003" y="87020"/>
                </a:cubicBezTo>
                <a:cubicBezTo>
                  <a:pt x="7346494" y="84569"/>
                  <a:pt x="7346240" y="80682"/>
                  <a:pt x="7346240" y="75362"/>
                </a:cubicBezTo>
                <a:lnTo>
                  <a:pt x="7346240" y="29701"/>
                </a:lnTo>
                <a:lnTo>
                  <a:pt x="7358731" y="29701"/>
                </a:lnTo>
                <a:lnTo>
                  <a:pt x="7358731" y="70574"/>
                </a:lnTo>
                <a:cubicBezTo>
                  <a:pt x="7358731" y="77097"/>
                  <a:pt x="7358985" y="81492"/>
                  <a:pt x="7359494" y="83759"/>
                </a:cubicBezTo>
                <a:cubicBezTo>
                  <a:pt x="7360281" y="87044"/>
                  <a:pt x="7361946" y="89623"/>
                  <a:pt x="7364491" y="91496"/>
                </a:cubicBezTo>
                <a:cubicBezTo>
                  <a:pt x="7367035" y="93370"/>
                  <a:pt x="7370181" y="94307"/>
                  <a:pt x="7373928" y="94307"/>
                </a:cubicBezTo>
                <a:cubicBezTo>
                  <a:pt x="7377676" y="94307"/>
                  <a:pt x="7381192" y="93347"/>
                  <a:pt x="7384476" y="91427"/>
                </a:cubicBezTo>
                <a:cubicBezTo>
                  <a:pt x="7387761" y="89507"/>
                  <a:pt x="7390086" y="86893"/>
                  <a:pt x="7391450" y="83585"/>
                </a:cubicBezTo>
                <a:cubicBezTo>
                  <a:pt x="7392815" y="80278"/>
                  <a:pt x="7393497" y="75478"/>
                  <a:pt x="7393497" y="69186"/>
                </a:cubicBezTo>
                <a:lnTo>
                  <a:pt x="7393497" y="29701"/>
                </a:lnTo>
                <a:lnTo>
                  <a:pt x="7405988" y="29701"/>
                </a:lnTo>
                <a:lnTo>
                  <a:pt x="7405988" y="103397"/>
                </a:lnTo>
                <a:lnTo>
                  <a:pt x="7394816" y="103397"/>
                </a:lnTo>
                <a:close/>
                <a:moveTo>
                  <a:pt x="7425259" y="103397"/>
                </a:moveTo>
                <a:lnTo>
                  <a:pt x="7425259" y="1665"/>
                </a:lnTo>
                <a:lnTo>
                  <a:pt x="7437750" y="1665"/>
                </a:lnTo>
                <a:lnTo>
                  <a:pt x="7437750" y="103397"/>
                </a:lnTo>
                <a:lnTo>
                  <a:pt x="7425259" y="103397"/>
                </a:lnTo>
                <a:close/>
                <a:moveTo>
                  <a:pt x="7507537" y="79665"/>
                </a:moveTo>
                <a:lnTo>
                  <a:pt x="7520444" y="81261"/>
                </a:lnTo>
                <a:cubicBezTo>
                  <a:pt x="7518409" y="88802"/>
                  <a:pt x="7514638" y="94654"/>
                  <a:pt x="7509133" y="98817"/>
                </a:cubicBezTo>
                <a:cubicBezTo>
                  <a:pt x="7503628" y="102981"/>
                  <a:pt x="7496596" y="105063"/>
                  <a:pt x="7488037" y="105063"/>
                </a:cubicBezTo>
                <a:cubicBezTo>
                  <a:pt x="7477258" y="105063"/>
                  <a:pt x="7468711" y="101744"/>
                  <a:pt x="7462396" y="95105"/>
                </a:cubicBezTo>
                <a:cubicBezTo>
                  <a:pt x="7456081" y="88466"/>
                  <a:pt x="7452923" y="79156"/>
                  <a:pt x="7452923" y="67174"/>
                </a:cubicBezTo>
                <a:cubicBezTo>
                  <a:pt x="7452923" y="54775"/>
                  <a:pt x="7456116" y="45153"/>
                  <a:pt x="7462500" y="38306"/>
                </a:cubicBezTo>
                <a:cubicBezTo>
                  <a:pt x="7468884" y="31459"/>
                  <a:pt x="7477165" y="28035"/>
                  <a:pt x="7487343" y="28035"/>
                </a:cubicBezTo>
                <a:cubicBezTo>
                  <a:pt x="7497197" y="28035"/>
                  <a:pt x="7505247" y="31384"/>
                  <a:pt x="7511492" y="38082"/>
                </a:cubicBezTo>
                <a:cubicBezTo>
                  <a:pt x="7517738" y="44779"/>
                  <a:pt x="7520860" y="54201"/>
                  <a:pt x="7520860" y="66347"/>
                </a:cubicBezTo>
                <a:cubicBezTo>
                  <a:pt x="7520860" y="67086"/>
                  <a:pt x="7520837" y="68194"/>
                  <a:pt x="7520791" y="69672"/>
                </a:cubicBezTo>
                <a:lnTo>
                  <a:pt x="7465831" y="69672"/>
                </a:lnTo>
                <a:cubicBezTo>
                  <a:pt x="7466293" y="77745"/>
                  <a:pt x="7468583" y="83927"/>
                  <a:pt x="7472701" y="88217"/>
                </a:cubicBezTo>
                <a:cubicBezTo>
                  <a:pt x="7476818" y="92508"/>
                  <a:pt x="7481953" y="94654"/>
                  <a:pt x="7488106" y="94654"/>
                </a:cubicBezTo>
                <a:cubicBezTo>
                  <a:pt x="7492686" y="94654"/>
                  <a:pt x="7496596" y="93463"/>
                  <a:pt x="7499834" y="91080"/>
                </a:cubicBezTo>
                <a:cubicBezTo>
                  <a:pt x="7503072" y="88696"/>
                  <a:pt x="7505640" y="84891"/>
                  <a:pt x="7507537" y="79665"/>
                </a:cubicBezTo>
                <a:moveTo>
                  <a:pt x="7466525" y="59263"/>
                </a:moveTo>
                <a:lnTo>
                  <a:pt x="7507676" y="59263"/>
                </a:lnTo>
                <a:cubicBezTo>
                  <a:pt x="7507120" y="53165"/>
                  <a:pt x="7505547" y="48591"/>
                  <a:pt x="7502957" y="45542"/>
                </a:cubicBezTo>
                <a:cubicBezTo>
                  <a:pt x="7498978" y="40810"/>
                  <a:pt x="7493820" y="38444"/>
                  <a:pt x="7487482" y="38444"/>
                </a:cubicBezTo>
                <a:cubicBezTo>
                  <a:pt x="7481745" y="38444"/>
                  <a:pt x="7476922" y="40333"/>
                  <a:pt x="7473013" y="44111"/>
                </a:cubicBezTo>
                <a:cubicBezTo>
                  <a:pt x="7469104" y="47887"/>
                  <a:pt x="7466941" y="52938"/>
                  <a:pt x="7466525" y="59263"/>
                </a:cubicBezTo>
                <a:close/>
                <a:moveTo>
                  <a:pt x="7531110" y="81330"/>
                </a:moveTo>
                <a:lnTo>
                  <a:pt x="7543462" y="79387"/>
                </a:lnTo>
                <a:cubicBezTo>
                  <a:pt x="7544156" y="84316"/>
                  <a:pt x="7546087" y="88092"/>
                  <a:pt x="7549256" y="90718"/>
                </a:cubicBezTo>
                <a:cubicBezTo>
                  <a:pt x="7552425" y="93342"/>
                  <a:pt x="7556855" y="94654"/>
                  <a:pt x="7562545" y="94654"/>
                </a:cubicBezTo>
                <a:cubicBezTo>
                  <a:pt x="7568282" y="94654"/>
                  <a:pt x="7572538" y="93495"/>
                  <a:pt x="7575314" y="91178"/>
                </a:cubicBezTo>
                <a:cubicBezTo>
                  <a:pt x="7578090" y="88859"/>
                  <a:pt x="7579478" y="86139"/>
                  <a:pt x="7579478" y="83019"/>
                </a:cubicBezTo>
                <a:cubicBezTo>
                  <a:pt x="7579478" y="80219"/>
                  <a:pt x="7578252" y="78016"/>
                  <a:pt x="7575800" y="76410"/>
                </a:cubicBezTo>
                <a:cubicBezTo>
                  <a:pt x="7574088" y="75308"/>
                  <a:pt x="7569832" y="73908"/>
                  <a:pt x="7563031" y="72209"/>
                </a:cubicBezTo>
                <a:cubicBezTo>
                  <a:pt x="7553871" y="69895"/>
                  <a:pt x="7547521" y="67892"/>
                  <a:pt x="7543982" y="66202"/>
                </a:cubicBezTo>
                <a:cubicBezTo>
                  <a:pt x="7540443" y="64512"/>
                  <a:pt x="7537760" y="62174"/>
                  <a:pt x="7535933" y="59187"/>
                </a:cubicBezTo>
                <a:cubicBezTo>
                  <a:pt x="7534105" y="56200"/>
                  <a:pt x="7533192" y="52901"/>
                  <a:pt x="7533192" y="49289"/>
                </a:cubicBezTo>
                <a:cubicBezTo>
                  <a:pt x="7533192" y="46002"/>
                  <a:pt x="7533943" y="42957"/>
                  <a:pt x="7535447" y="40155"/>
                </a:cubicBezTo>
                <a:cubicBezTo>
                  <a:pt x="7536950" y="37354"/>
                  <a:pt x="7538998" y="35027"/>
                  <a:pt x="7541588" y="33175"/>
                </a:cubicBezTo>
                <a:cubicBezTo>
                  <a:pt x="7543531" y="31739"/>
                  <a:pt x="7546180" y="30524"/>
                  <a:pt x="7549534" y="29529"/>
                </a:cubicBezTo>
                <a:cubicBezTo>
                  <a:pt x="7552888" y="28533"/>
                  <a:pt x="7556485" y="28035"/>
                  <a:pt x="7560325" y="28035"/>
                </a:cubicBezTo>
                <a:cubicBezTo>
                  <a:pt x="7566108" y="28035"/>
                  <a:pt x="7571185" y="28874"/>
                  <a:pt x="7575557" y="30551"/>
                </a:cubicBezTo>
                <a:cubicBezTo>
                  <a:pt x="7579929" y="32226"/>
                  <a:pt x="7583155" y="34497"/>
                  <a:pt x="7585237" y="37362"/>
                </a:cubicBezTo>
                <a:cubicBezTo>
                  <a:pt x="7587319" y="40226"/>
                  <a:pt x="7588753" y="44057"/>
                  <a:pt x="7589540" y="48854"/>
                </a:cubicBezTo>
                <a:lnTo>
                  <a:pt x="7577326" y="50519"/>
                </a:lnTo>
                <a:cubicBezTo>
                  <a:pt x="7576771" y="46725"/>
                  <a:pt x="7575164" y="43765"/>
                  <a:pt x="7572503" y="41637"/>
                </a:cubicBezTo>
                <a:cubicBezTo>
                  <a:pt x="7569843" y="39508"/>
                  <a:pt x="7566084" y="38444"/>
                  <a:pt x="7561227" y="38444"/>
                </a:cubicBezTo>
                <a:cubicBezTo>
                  <a:pt x="7555490" y="38444"/>
                  <a:pt x="7551396" y="39388"/>
                  <a:pt x="7548944" y="41277"/>
                </a:cubicBezTo>
                <a:cubicBezTo>
                  <a:pt x="7546492" y="43163"/>
                  <a:pt x="7545266" y="45373"/>
                  <a:pt x="7545266" y="47906"/>
                </a:cubicBezTo>
                <a:cubicBezTo>
                  <a:pt x="7545266" y="49516"/>
                  <a:pt x="7545775" y="50966"/>
                  <a:pt x="7546793" y="52256"/>
                </a:cubicBezTo>
                <a:cubicBezTo>
                  <a:pt x="7547811" y="53590"/>
                  <a:pt x="7549407" y="54695"/>
                  <a:pt x="7551581" y="55570"/>
                </a:cubicBezTo>
                <a:cubicBezTo>
                  <a:pt x="7552830" y="56031"/>
                  <a:pt x="7556508" y="57090"/>
                  <a:pt x="7562615" y="58747"/>
                </a:cubicBezTo>
                <a:cubicBezTo>
                  <a:pt x="7571451" y="61105"/>
                  <a:pt x="7577615" y="63035"/>
                  <a:pt x="7581108" y="64537"/>
                </a:cubicBezTo>
                <a:cubicBezTo>
                  <a:pt x="7584601" y="66039"/>
                  <a:pt x="7587342" y="68223"/>
                  <a:pt x="7589332" y="71090"/>
                </a:cubicBezTo>
                <a:cubicBezTo>
                  <a:pt x="7591321" y="73956"/>
                  <a:pt x="7592315" y="77514"/>
                  <a:pt x="7592315" y="81766"/>
                </a:cubicBezTo>
                <a:cubicBezTo>
                  <a:pt x="7592315" y="85927"/>
                  <a:pt x="7591101" y="89845"/>
                  <a:pt x="7588672" y="93520"/>
                </a:cubicBezTo>
                <a:cubicBezTo>
                  <a:pt x="7586243" y="97193"/>
                  <a:pt x="7582739" y="100035"/>
                  <a:pt x="7578159" y="102046"/>
                </a:cubicBezTo>
                <a:cubicBezTo>
                  <a:pt x="7573579" y="104057"/>
                  <a:pt x="7568398" y="105063"/>
                  <a:pt x="7562615" y="105063"/>
                </a:cubicBezTo>
                <a:cubicBezTo>
                  <a:pt x="7553038" y="105063"/>
                  <a:pt x="7545740" y="103068"/>
                  <a:pt x="7540721" y="99078"/>
                </a:cubicBezTo>
                <a:cubicBezTo>
                  <a:pt x="7535701" y="95088"/>
                  <a:pt x="7532498" y="89172"/>
                  <a:pt x="7531110" y="81330"/>
                </a:cubicBezTo>
                <a:close/>
                <a:moveTo>
                  <a:pt x="7646744" y="16099"/>
                </a:moveTo>
                <a:lnTo>
                  <a:pt x="7646744" y="1665"/>
                </a:lnTo>
                <a:lnTo>
                  <a:pt x="7659235" y="1665"/>
                </a:lnTo>
                <a:lnTo>
                  <a:pt x="7659235" y="16099"/>
                </a:lnTo>
                <a:lnTo>
                  <a:pt x="7646744" y="16099"/>
                </a:lnTo>
                <a:moveTo>
                  <a:pt x="7646744" y="103397"/>
                </a:moveTo>
                <a:lnTo>
                  <a:pt x="7646744" y="29701"/>
                </a:lnTo>
                <a:lnTo>
                  <a:pt x="7659235" y="29701"/>
                </a:lnTo>
                <a:lnTo>
                  <a:pt x="7659235" y="103397"/>
                </a:lnTo>
                <a:lnTo>
                  <a:pt x="7646744" y="103397"/>
                </a:lnTo>
                <a:close/>
                <a:moveTo>
                  <a:pt x="7673229" y="81330"/>
                </a:moveTo>
                <a:lnTo>
                  <a:pt x="7685582" y="79387"/>
                </a:lnTo>
                <a:cubicBezTo>
                  <a:pt x="7686276" y="84316"/>
                  <a:pt x="7688207" y="88092"/>
                  <a:pt x="7691376" y="90718"/>
                </a:cubicBezTo>
                <a:cubicBezTo>
                  <a:pt x="7694545" y="93342"/>
                  <a:pt x="7698975" y="94654"/>
                  <a:pt x="7704665" y="94654"/>
                </a:cubicBezTo>
                <a:cubicBezTo>
                  <a:pt x="7710402" y="94654"/>
                  <a:pt x="7714658" y="93495"/>
                  <a:pt x="7717434" y="91178"/>
                </a:cubicBezTo>
                <a:cubicBezTo>
                  <a:pt x="7720209" y="88859"/>
                  <a:pt x="7721597" y="86139"/>
                  <a:pt x="7721597" y="83019"/>
                </a:cubicBezTo>
                <a:cubicBezTo>
                  <a:pt x="7721597" y="80219"/>
                  <a:pt x="7720371" y="78016"/>
                  <a:pt x="7717919" y="76410"/>
                </a:cubicBezTo>
                <a:cubicBezTo>
                  <a:pt x="7716208" y="75308"/>
                  <a:pt x="7711951" y="73908"/>
                  <a:pt x="7705151" y="72209"/>
                </a:cubicBezTo>
                <a:cubicBezTo>
                  <a:pt x="7695991" y="69895"/>
                  <a:pt x="7689641" y="67892"/>
                  <a:pt x="7686102" y="66202"/>
                </a:cubicBezTo>
                <a:cubicBezTo>
                  <a:pt x="7682563" y="64512"/>
                  <a:pt x="7679880" y="62174"/>
                  <a:pt x="7678052" y="59187"/>
                </a:cubicBezTo>
                <a:cubicBezTo>
                  <a:pt x="7676225" y="56200"/>
                  <a:pt x="7675311" y="52901"/>
                  <a:pt x="7675311" y="49289"/>
                </a:cubicBezTo>
                <a:cubicBezTo>
                  <a:pt x="7675311" y="46002"/>
                  <a:pt x="7676063" y="42957"/>
                  <a:pt x="7677567" y="40155"/>
                </a:cubicBezTo>
                <a:cubicBezTo>
                  <a:pt x="7679070" y="37354"/>
                  <a:pt x="7681117" y="35027"/>
                  <a:pt x="7683708" y="33175"/>
                </a:cubicBezTo>
                <a:cubicBezTo>
                  <a:pt x="7685651" y="31739"/>
                  <a:pt x="7688300" y="30524"/>
                  <a:pt x="7691654" y="29529"/>
                </a:cubicBezTo>
                <a:cubicBezTo>
                  <a:pt x="7695008" y="28533"/>
                  <a:pt x="7698605" y="28035"/>
                  <a:pt x="7702444" y="28035"/>
                </a:cubicBezTo>
                <a:cubicBezTo>
                  <a:pt x="7708227" y="28035"/>
                  <a:pt x="7713305" y="28874"/>
                  <a:pt x="7717677" y="30551"/>
                </a:cubicBezTo>
                <a:cubicBezTo>
                  <a:pt x="7722048" y="32226"/>
                  <a:pt x="7725275" y="34497"/>
                  <a:pt x="7727357" y="37362"/>
                </a:cubicBezTo>
                <a:cubicBezTo>
                  <a:pt x="7729439" y="40226"/>
                  <a:pt x="7730873" y="44057"/>
                  <a:pt x="7731659" y="48854"/>
                </a:cubicBezTo>
                <a:lnTo>
                  <a:pt x="7719446" y="50519"/>
                </a:lnTo>
                <a:cubicBezTo>
                  <a:pt x="7718891" y="46725"/>
                  <a:pt x="7717283" y="43765"/>
                  <a:pt x="7714623" y="41637"/>
                </a:cubicBezTo>
                <a:cubicBezTo>
                  <a:pt x="7711963" y="39508"/>
                  <a:pt x="7708204" y="38444"/>
                  <a:pt x="7703347" y="38444"/>
                </a:cubicBezTo>
                <a:cubicBezTo>
                  <a:pt x="7697610" y="38444"/>
                  <a:pt x="7693516" y="39388"/>
                  <a:pt x="7691064" y="41277"/>
                </a:cubicBezTo>
                <a:cubicBezTo>
                  <a:pt x="7688612" y="43163"/>
                  <a:pt x="7687386" y="45373"/>
                  <a:pt x="7687386" y="47906"/>
                </a:cubicBezTo>
                <a:cubicBezTo>
                  <a:pt x="7687386" y="49516"/>
                  <a:pt x="7687895" y="50966"/>
                  <a:pt x="7688913" y="52256"/>
                </a:cubicBezTo>
                <a:cubicBezTo>
                  <a:pt x="7689930" y="53590"/>
                  <a:pt x="7691526" y="54695"/>
                  <a:pt x="7693701" y="55570"/>
                </a:cubicBezTo>
                <a:cubicBezTo>
                  <a:pt x="7694950" y="56031"/>
                  <a:pt x="7698628" y="57090"/>
                  <a:pt x="7704734" y="58747"/>
                </a:cubicBezTo>
                <a:cubicBezTo>
                  <a:pt x="7713571" y="61105"/>
                  <a:pt x="7719735" y="63035"/>
                  <a:pt x="7723228" y="64537"/>
                </a:cubicBezTo>
                <a:cubicBezTo>
                  <a:pt x="7726721" y="66039"/>
                  <a:pt x="7729462" y="68223"/>
                  <a:pt x="7731451" y="71090"/>
                </a:cubicBezTo>
                <a:cubicBezTo>
                  <a:pt x="7733441" y="73956"/>
                  <a:pt x="7734435" y="77514"/>
                  <a:pt x="7734435" y="81766"/>
                </a:cubicBezTo>
                <a:cubicBezTo>
                  <a:pt x="7734435" y="85927"/>
                  <a:pt x="7733221" y="89845"/>
                  <a:pt x="7730792" y="93520"/>
                </a:cubicBezTo>
                <a:cubicBezTo>
                  <a:pt x="7728363" y="97193"/>
                  <a:pt x="7724859" y="100035"/>
                  <a:pt x="7720279" y="102046"/>
                </a:cubicBezTo>
                <a:cubicBezTo>
                  <a:pt x="7715699" y="104057"/>
                  <a:pt x="7710517" y="105063"/>
                  <a:pt x="7704734" y="105063"/>
                </a:cubicBezTo>
                <a:cubicBezTo>
                  <a:pt x="7695158" y="105063"/>
                  <a:pt x="7687860" y="103068"/>
                  <a:pt x="7682841" y="99078"/>
                </a:cubicBezTo>
                <a:cubicBezTo>
                  <a:pt x="7677821" y="95088"/>
                  <a:pt x="7674617" y="89172"/>
                  <a:pt x="7673229" y="81330"/>
                </a:cubicBezTo>
                <a:close/>
                <a:moveTo>
                  <a:pt x="7816066" y="92364"/>
                </a:moveTo>
                <a:lnTo>
                  <a:pt x="7817870" y="103397"/>
                </a:lnTo>
                <a:cubicBezTo>
                  <a:pt x="7814354" y="104045"/>
                  <a:pt x="7811209" y="104369"/>
                  <a:pt x="7808433" y="104369"/>
                </a:cubicBezTo>
                <a:cubicBezTo>
                  <a:pt x="7803899" y="104369"/>
                  <a:pt x="7800383" y="103652"/>
                  <a:pt x="7797885" y="102218"/>
                </a:cubicBezTo>
                <a:cubicBezTo>
                  <a:pt x="7795387" y="100784"/>
                  <a:pt x="7793629" y="98898"/>
                  <a:pt x="7792611" y="96562"/>
                </a:cubicBezTo>
                <a:cubicBezTo>
                  <a:pt x="7791593" y="94226"/>
                  <a:pt x="7791084" y="89310"/>
                  <a:pt x="7791084" y="81816"/>
                </a:cubicBezTo>
                <a:lnTo>
                  <a:pt x="7791084" y="39416"/>
                </a:lnTo>
                <a:lnTo>
                  <a:pt x="7781924" y="39416"/>
                </a:lnTo>
                <a:lnTo>
                  <a:pt x="7781924" y="29701"/>
                </a:lnTo>
                <a:lnTo>
                  <a:pt x="7791084" y="29701"/>
                </a:lnTo>
                <a:lnTo>
                  <a:pt x="7791084" y="11400"/>
                </a:lnTo>
                <a:lnTo>
                  <a:pt x="7803506" y="3886"/>
                </a:lnTo>
                <a:lnTo>
                  <a:pt x="7803506" y="29701"/>
                </a:lnTo>
                <a:lnTo>
                  <a:pt x="7816066" y="29701"/>
                </a:lnTo>
                <a:lnTo>
                  <a:pt x="7816066" y="39416"/>
                </a:lnTo>
                <a:lnTo>
                  <a:pt x="7803506" y="39416"/>
                </a:lnTo>
                <a:lnTo>
                  <a:pt x="7803506" y="82510"/>
                </a:lnTo>
                <a:cubicBezTo>
                  <a:pt x="7803506" y="86072"/>
                  <a:pt x="7803726" y="88362"/>
                  <a:pt x="7804165" y="89380"/>
                </a:cubicBezTo>
                <a:cubicBezTo>
                  <a:pt x="7804605" y="90398"/>
                  <a:pt x="7805322" y="91207"/>
                  <a:pt x="7806316" y="91809"/>
                </a:cubicBezTo>
                <a:cubicBezTo>
                  <a:pt x="7807311" y="92410"/>
                  <a:pt x="7808734" y="92711"/>
                  <a:pt x="7810584" y="92711"/>
                </a:cubicBezTo>
                <a:cubicBezTo>
                  <a:pt x="7811972" y="92711"/>
                  <a:pt x="7813799" y="92595"/>
                  <a:pt x="7816066" y="92364"/>
                </a:cubicBezTo>
                <a:close/>
                <a:moveTo>
                  <a:pt x="7828164" y="103397"/>
                </a:moveTo>
                <a:lnTo>
                  <a:pt x="7828164" y="29701"/>
                </a:lnTo>
                <a:lnTo>
                  <a:pt x="7839406" y="29701"/>
                </a:lnTo>
                <a:lnTo>
                  <a:pt x="7839406" y="40804"/>
                </a:lnTo>
                <a:cubicBezTo>
                  <a:pt x="7842274" y="35605"/>
                  <a:pt x="7844923" y="32177"/>
                  <a:pt x="7847352" y="30520"/>
                </a:cubicBezTo>
                <a:cubicBezTo>
                  <a:pt x="7849780" y="28864"/>
                  <a:pt x="7852452" y="28035"/>
                  <a:pt x="7855367" y="28035"/>
                </a:cubicBezTo>
                <a:cubicBezTo>
                  <a:pt x="7859577" y="28035"/>
                  <a:pt x="7863856" y="29371"/>
                  <a:pt x="7868205" y="32043"/>
                </a:cubicBezTo>
                <a:lnTo>
                  <a:pt x="7863902" y="43580"/>
                </a:lnTo>
                <a:cubicBezTo>
                  <a:pt x="7860849" y="41775"/>
                  <a:pt x="7857795" y="40873"/>
                  <a:pt x="7854742" y="40873"/>
                </a:cubicBezTo>
                <a:cubicBezTo>
                  <a:pt x="7852013" y="40873"/>
                  <a:pt x="7849561" y="41696"/>
                  <a:pt x="7847386" y="43341"/>
                </a:cubicBezTo>
                <a:cubicBezTo>
                  <a:pt x="7845212" y="44985"/>
                  <a:pt x="7843662" y="47265"/>
                  <a:pt x="7842737" y="50183"/>
                </a:cubicBezTo>
                <a:cubicBezTo>
                  <a:pt x="7841349" y="54628"/>
                  <a:pt x="7840655" y="59491"/>
                  <a:pt x="7840655" y="64771"/>
                </a:cubicBezTo>
                <a:lnTo>
                  <a:pt x="7840655" y="103397"/>
                </a:lnTo>
                <a:lnTo>
                  <a:pt x="7828164" y="103397"/>
                </a:lnTo>
                <a:close/>
                <a:moveTo>
                  <a:pt x="7923927" y="103397"/>
                </a:moveTo>
                <a:lnTo>
                  <a:pt x="7923927" y="92572"/>
                </a:lnTo>
                <a:cubicBezTo>
                  <a:pt x="7918190" y="100899"/>
                  <a:pt x="7910395" y="105063"/>
                  <a:pt x="7900541" y="105063"/>
                </a:cubicBezTo>
                <a:cubicBezTo>
                  <a:pt x="7896192" y="105063"/>
                  <a:pt x="7892133" y="104230"/>
                  <a:pt x="7888362" y="102565"/>
                </a:cubicBezTo>
                <a:cubicBezTo>
                  <a:pt x="7884592" y="100899"/>
                  <a:pt x="7881793" y="98806"/>
                  <a:pt x="7879966" y="96285"/>
                </a:cubicBezTo>
                <a:cubicBezTo>
                  <a:pt x="7878138" y="93763"/>
                  <a:pt x="7876855" y="90675"/>
                  <a:pt x="7876114" y="87020"/>
                </a:cubicBezTo>
                <a:cubicBezTo>
                  <a:pt x="7875605" y="84569"/>
                  <a:pt x="7875351" y="80682"/>
                  <a:pt x="7875351" y="75362"/>
                </a:cubicBezTo>
                <a:lnTo>
                  <a:pt x="7875351" y="29701"/>
                </a:lnTo>
                <a:lnTo>
                  <a:pt x="7887842" y="29701"/>
                </a:lnTo>
                <a:lnTo>
                  <a:pt x="7887842" y="70574"/>
                </a:lnTo>
                <a:cubicBezTo>
                  <a:pt x="7887842" y="77097"/>
                  <a:pt x="7888096" y="81492"/>
                  <a:pt x="7888605" y="83759"/>
                </a:cubicBezTo>
                <a:cubicBezTo>
                  <a:pt x="7889392" y="87044"/>
                  <a:pt x="7891057" y="89623"/>
                  <a:pt x="7893602" y="91496"/>
                </a:cubicBezTo>
                <a:cubicBezTo>
                  <a:pt x="7896146" y="93370"/>
                  <a:pt x="7899292" y="94307"/>
                  <a:pt x="7903039" y="94307"/>
                </a:cubicBezTo>
                <a:cubicBezTo>
                  <a:pt x="7906787" y="94307"/>
                  <a:pt x="7910303" y="93347"/>
                  <a:pt x="7913587" y="91427"/>
                </a:cubicBezTo>
                <a:cubicBezTo>
                  <a:pt x="7916872" y="89507"/>
                  <a:pt x="7919197" y="86893"/>
                  <a:pt x="7920561" y="83585"/>
                </a:cubicBezTo>
                <a:cubicBezTo>
                  <a:pt x="7921926" y="80278"/>
                  <a:pt x="7922608" y="75478"/>
                  <a:pt x="7922608" y="69186"/>
                </a:cubicBezTo>
                <a:lnTo>
                  <a:pt x="7922608" y="29701"/>
                </a:lnTo>
                <a:lnTo>
                  <a:pt x="7935099" y="29701"/>
                </a:lnTo>
                <a:lnTo>
                  <a:pt x="7935099" y="103397"/>
                </a:lnTo>
                <a:lnTo>
                  <a:pt x="7923927" y="103397"/>
                </a:lnTo>
                <a:close/>
                <a:moveTo>
                  <a:pt x="8005097" y="79665"/>
                </a:moveTo>
                <a:lnTo>
                  <a:pt x="8018005" y="81261"/>
                </a:lnTo>
                <a:cubicBezTo>
                  <a:pt x="8015969" y="88802"/>
                  <a:pt x="8012199" y="94654"/>
                  <a:pt x="8006693" y="98817"/>
                </a:cubicBezTo>
                <a:cubicBezTo>
                  <a:pt x="8001188" y="102981"/>
                  <a:pt x="7994156" y="105063"/>
                  <a:pt x="7985597" y="105063"/>
                </a:cubicBezTo>
                <a:cubicBezTo>
                  <a:pt x="7974818" y="105063"/>
                  <a:pt x="7966271" y="101744"/>
                  <a:pt x="7959956" y="95105"/>
                </a:cubicBezTo>
                <a:cubicBezTo>
                  <a:pt x="7953641" y="88466"/>
                  <a:pt x="7950484" y="79156"/>
                  <a:pt x="7950484" y="67174"/>
                </a:cubicBezTo>
                <a:cubicBezTo>
                  <a:pt x="7950484" y="54775"/>
                  <a:pt x="7953676" y="45153"/>
                  <a:pt x="7960060" y="38306"/>
                </a:cubicBezTo>
                <a:cubicBezTo>
                  <a:pt x="7966445" y="31459"/>
                  <a:pt x="7974726" y="28035"/>
                  <a:pt x="7984903" y="28035"/>
                </a:cubicBezTo>
                <a:cubicBezTo>
                  <a:pt x="7994757" y="28035"/>
                  <a:pt x="8002807" y="31384"/>
                  <a:pt x="8009053" y="38082"/>
                </a:cubicBezTo>
                <a:cubicBezTo>
                  <a:pt x="8015298" y="44779"/>
                  <a:pt x="8018421" y="54201"/>
                  <a:pt x="8018421" y="66347"/>
                </a:cubicBezTo>
                <a:cubicBezTo>
                  <a:pt x="8018421" y="67086"/>
                  <a:pt x="8018398" y="68194"/>
                  <a:pt x="8018352" y="69672"/>
                </a:cubicBezTo>
                <a:lnTo>
                  <a:pt x="7963391" y="69672"/>
                </a:lnTo>
                <a:cubicBezTo>
                  <a:pt x="7963854" y="77745"/>
                  <a:pt x="7966144" y="83927"/>
                  <a:pt x="7970261" y="88217"/>
                </a:cubicBezTo>
                <a:cubicBezTo>
                  <a:pt x="7974379" y="92508"/>
                  <a:pt x="7979514" y="94654"/>
                  <a:pt x="7985667" y="94654"/>
                </a:cubicBezTo>
                <a:cubicBezTo>
                  <a:pt x="7990247" y="94654"/>
                  <a:pt x="7994156" y="93463"/>
                  <a:pt x="7997394" y="91080"/>
                </a:cubicBezTo>
                <a:cubicBezTo>
                  <a:pt x="8000633" y="88696"/>
                  <a:pt x="8003200" y="84891"/>
                  <a:pt x="8005097" y="79665"/>
                </a:cubicBezTo>
                <a:moveTo>
                  <a:pt x="7964085" y="59263"/>
                </a:moveTo>
                <a:lnTo>
                  <a:pt x="8005236" y="59263"/>
                </a:lnTo>
                <a:cubicBezTo>
                  <a:pt x="8004681" y="53165"/>
                  <a:pt x="8003108" y="48591"/>
                  <a:pt x="8000517" y="45542"/>
                </a:cubicBezTo>
                <a:cubicBezTo>
                  <a:pt x="7996539" y="40810"/>
                  <a:pt x="7991380" y="38444"/>
                  <a:pt x="7985042" y="38444"/>
                </a:cubicBezTo>
                <a:cubicBezTo>
                  <a:pt x="7979306" y="38444"/>
                  <a:pt x="7974483" y="40333"/>
                  <a:pt x="7970574" y="44111"/>
                </a:cubicBezTo>
                <a:cubicBezTo>
                  <a:pt x="7966664" y="47887"/>
                  <a:pt x="7964502" y="52938"/>
                  <a:pt x="7964085" y="59263"/>
                </a:cubicBezTo>
                <a:close/>
                <a:moveTo>
                  <a:pt x="8037206" y="103397"/>
                </a:moveTo>
                <a:lnTo>
                  <a:pt x="8037206" y="89102"/>
                </a:lnTo>
                <a:lnTo>
                  <a:pt x="8051432" y="89102"/>
                </a:lnTo>
                <a:lnTo>
                  <a:pt x="8051432" y="103397"/>
                </a:lnTo>
                <a:lnTo>
                  <a:pt x="8037206" y="103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20876-ED13-4B09-8F94-194D9563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47" y="844671"/>
            <a:ext cx="2927661" cy="378985"/>
          </a:xfrm>
          <a:custGeom xmlns:a="http://schemas.openxmlformats.org/drawingml/2006/main">
            <a:pathLst>
              <a:path w="2927661" h="378985">
                <a:moveTo>
                  <a:pt x="0" y="0"/>
                </a:moveTo>
                <a:lnTo>
                  <a:pt x="2927661" y="0"/>
                </a:lnTo>
                <a:lnTo>
                  <a:pt x="2927661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F5C20-AB3F-4549-896C-3637FA7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47" y="844671"/>
            <a:ext cx="2927661" cy="378985"/>
          </a:xfrm>
          <a:custGeom xmlns:a="http://schemas.openxmlformats.org/drawingml/2006/main">
            <a:pathLst>
              <a:path w="2927661" h="378985" fill="none">
                <a:moveTo>
                  <a:pt x="0" y="0"/>
                </a:moveTo>
                <a:lnTo>
                  <a:pt x="2927661" y="0"/>
                </a:lnTo>
                <a:lnTo>
                  <a:pt x="2927661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3D4E1-E1A0-4A8B-917D-675748D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097" y="816247"/>
            <a:ext cx="2927661" cy="378985"/>
          </a:xfrm>
          <a:custGeom xmlns:a="http://schemas.openxmlformats.org/drawingml/2006/main">
            <a:pathLst>
              <a:path w="2927661" h="378985">
                <a:moveTo>
                  <a:pt x="0" y="0"/>
                </a:moveTo>
                <a:lnTo>
                  <a:pt x="2927661" y="0"/>
                </a:lnTo>
                <a:lnTo>
                  <a:pt x="2927661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A1B3A-41F5-4351-ACC7-D07DBC03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097" y="816247"/>
            <a:ext cx="2927661" cy="378985"/>
          </a:xfrm>
          <a:custGeom xmlns:a="http://schemas.openxmlformats.org/drawingml/2006/main">
            <a:pathLst>
              <a:path w="2927661" h="378985" fill="none">
                <a:moveTo>
                  <a:pt x="0" y="0"/>
                </a:moveTo>
                <a:lnTo>
                  <a:pt x="2927661" y="0"/>
                </a:lnTo>
                <a:lnTo>
                  <a:pt x="2927661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13" name="Text Step3:UnaryOperatorExtraction">
            <a:extLst xmlns:a="http://schemas.openxmlformats.org/drawingml/2006/main">
              <a:ext uri="{FF2B5EF4-FFF2-40B4-BE49-F238E27FC236}">
                <a16:creationId xmlns:a16="http://schemas.microsoft.com/office/drawing/2014/main" id="{FB79E204-64DE-48E3-ACA5-A43BF19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475" y="875945"/>
            <a:ext cx="2123768" cy="124614"/>
          </a:xfrm>
          <a:custGeom xmlns:a="http://schemas.openxmlformats.org/drawingml/2006/main">
            <a:pathLst>
              <a:path w="2123768" h="124614">
                <a:moveTo>
                  <a:pt x="424492" y="46115"/>
                </a:moveTo>
                <a:lnTo>
                  <a:pt x="424492" y="27850"/>
                </a:lnTo>
                <a:lnTo>
                  <a:pt x="406292" y="27850"/>
                </a:lnTo>
                <a:lnTo>
                  <a:pt x="406292" y="46115"/>
                </a:lnTo>
                <a:lnTo>
                  <a:pt x="424492" y="46115"/>
                </a:lnTo>
                <a:close/>
                <a:moveTo>
                  <a:pt x="893366" y="58776"/>
                </a:moveTo>
                <a:lnTo>
                  <a:pt x="893605" y="60481"/>
                </a:lnTo>
                <a:lnTo>
                  <a:pt x="893887" y="62153"/>
                </a:lnTo>
                <a:lnTo>
                  <a:pt x="894212" y="63790"/>
                </a:lnTo>
                <a:lnTo>
                  <a:pt x="894581" y="65394"/>
                </a:lnTo>
                <a:lnTo>
                  <a:pt x="894993" y="66963"/>
                </a:lnTo>
                <a:lnTo>
                  <a:pt x="895449" y="68499"/>
                </a:lnTo>
                <a:lnTo>
                  <a:pt x="895948" y="70001"/>
                </a:lnTo>
                <a:lnTo>
                  <a:pt x="896491" y="71469"/>
                </a:lnTo>
                <a:lnTo>
                  <a:pt x="897077" y="72903"/>
                </a:lnTo>
                <a:lnTo>
                  <a:pt x="897706" y="74303"/>
                </a:lnTo>
                <a:lnTo>
                  <a:pt x="898379" y="75670"/>
                </a:lnTo>
                <a:lnTo>
                  <a:pt x="899095" y="77002"/>
                </a:lnTo>
                <a:lnTo>
                  <a:pt x="899855" y="78301"/>
                </a:lnTo>
                <a:lnTo>
                  <a:pt x="900658" y="79565"/>
                </a:lnTo>
                <a:lnTo>
                  <a:pt x="901504" y="80796"/>
                </a:lnTo>
                <a:lnTo>
                  <a:pt x="902394" y="81993"/>
                </a:lnTo>
                <a:lnTo>
                  <a:pt x="903327" y="83156"/>
                </a:lnTo>
                <a:lnTo>
                  <a:pt x="904304" y="84285"/>
                </a:lnTo>
                <a:lnTo>
                  <a:pt x="905324" y="85380"/>
                </a:lnTo>
                <a:lnTo>
                  <a:pt x="906380" y="86436"/>
                </a:lnTo>
                <a:lnTo>
                  <a:pt x="907467" y="87447"/>
                </a:lnTo>
                <a:lnTo>
                  <a:pt x="908584" y="88413"/>
                </a:lnTo>
                <a:lnTo>
                  <a:pt x="909731" y="89334"/>
                </a:lnTo>
                <a:lnTo>
                  <a:pt x="910909" y="90209"/>
                </a:lnTo>
                <a:lnTo>
                  <a:pt x="912116" y="91041"/>
                </a:lnTo>
                <a:lnTo>
                  <a:pt x="913354" y="91827"/>
                </a:lnTo>
                <a:lnTo>
                  <a:pt x="914621" y="92568"/>
                </a:lnTo>
                <a:lnTo>
                  <a:pt x="915919" y="93264"/>
                </a:lnTo>
                <a:lnTo>
                  <a:pt x="917247" y="93916"/>
                </a:lnTo>
                <a:lnTo>
                  <a:pt x="918605" y="94522"/>
                </a:lnTo>
                <a:lnTo>
                  <a:pt x="919993" y="95083"/>
                </a:lnTo>
                <a:lnTo>
                  <a:pt x="921412" y="95600"/>
                </a:lnTo>
                <a:lnTo>
                  <a:pt x="922860" y="96072"/>
                </a:lnTo>
                <a:lnTo>
                  <a:pt x="924339" y="96498"/>
                </a:lnTo>
                <a:lnTo>
                  <a:pt x="925848" y="96880"/>
                </a:lnTo>
                <a:lnTo>
                  <a:pt x="927387" y="97217"/>
                </a:lnTo>
                <a:lnTo>
                  <a:pt x="928956" y="97509"/>
                </a:lnTo>
                <a:lnTo>
                  <a:pt x="930555" y="97756"/>
                </a:lnTo>
                <a:lnTo>
                  <a:pt x="932184" y="97958"/>
                </a:lnTo>
                <a:lnTo>
                  <a:pt x="933844" y="98116"/>
                </a:lnTo>
                <a:lnTo>
                  <a:pt x="935533" y="98228"/>
                </a:lnTo>
                <a:lnTo>
                  <a:pt x="937253" y="98295"/>
                </a:lnTo>
                <a:lnTo>
                  <a:pt x="939003" y="98318"/>
                </a:lnTo>
                <a:lnTo>
                  <a:pt x="940732" y="98295"/>
                </a:lnTo>
                <a:lnTo>
                  <a:pt x="942431" y="98228"/>
                </a:lnTo>
                <a:lnTo>
                  <a:pt x="944101" y="98115"/>
                </a:lnTo>
                <a:lnTo>
                  <a:pt x="945742" y="97957"/>
                </a:lnTo>
                <a:lnTo>
                  <a:pt x="947354" y="97753"/>
                </a:lnTo>
                <a:lnTo>
                  <a:pt x="948937" y="97505"/>
                </a:lnTo>
                <a:lnTo>
                  <a:pt x="950490" y="97212"/>
                </a:lnTo>
                <a:lnTo>
                  <a:pt x="952014" y="96873"/>
                </a:lnTo>
                <a:lnTo>
                  <a:pt x="953509" y="96489"/>
                </a:lnTo>
                <a:lnTo>
                  <a:pt x="954974" y="96060"/>
                </a:lnTo>
                <a:lnTo>
                  <a:pt x="956411" y="95586"/>
                </a:lnTo>
                <a:lnTo>
                  <a:pt x="957818" y="95067"/>
                </a:lnTo>
                <a:lnTo>
                  <a:pt x="959196" y="94503"/>
                </a:lnTo>
                <a:lnTo>
                  <a:pt x="960545" y="93893"/>
                </a:lnTo>
                <a:lnTo>
                  <a:pt x="961864" y="93239"/>
                </a:lnTo>
                <a:lnTo>
                  <a:pt x="963154" y="92539"/>
                </a:lnTo>
                <a:lnTo>
                  <a:pt x="964415" y="91794"/>
                </a:lnTo>
                <a:lnTo>
                  <a:pt x="965647" y="91004"/>
                </a:lnTo>
                <a:lnTo>
                  <a:pt x="966849" y="90169"/>
                </a:lnTo>
                <a:lnTo>
                  <a:pt x="968023" y="89289"/>
                </a:lnTo>
                <a:lnTo>
                  <a:pt x="969167" y="88363"/>
                </a:lnTo>
                <a:lnTo>
                  <a:pt x="970281" y="87392"/>
                </a:lnTo>
                <a:lnTo>
                  <a:pt x="971367" y="86377"/>
                </a:lnTo>
                <a:lnTo>
                  <a:pt x="972423" y="85316"/>
                </a:lnTo>
                <a:lnTo>
                  <a:pt x="973443" y="84215"/>
                </a:lnTo>
                <a:lnTo>
                  <a:pt x="974420" y="83079"/>
                </a:lnTo>
                <a:lnTo>
                  <a:pt x="975353" y="81908"/>
                </a:lnTo>
                <a:lnTo>
                  <a:pt x="976243" y="80703"/>
                </a:lnTo>
                <a:lnTo>
                  <a:pt x="977089" y="79462"/>
                </a:lnTo>
                <a:lnTo>
                  <a:pt x="977892" y="78187"/>
                </a:lnTo>
                <a:lnTo>
                  <a:pt x="978652" y="76878"/>
                </a:lnTo>
                <a:lnTo>
                  <a:pt x="979368" y="75533"/>
                </a:lnTo>
                <a:lnTo>
                  <a:pt x="980040" y="74154"/>
                </a:lnTo>
                <a:lnTo>
                  <a:pt x="980670" y="72739"/>
                </a:lnTo>
                <a:lnTo>
                  <a:pt x="981256" y="71290"/>
                </a:lnTo>
                <a:lnTo>
                  <a:pt x="981798" y="69807"/>
                </a:lnTo>
                <a:lnTo>
                  <a:pt x="982297" y="68288"/>
                </a:lnTo>
                <a:lnTo>
                  <a:pt x="982753" y="66735"/>
                </a:lnTo>
                <a:lnTo>
                  <a:pt x="983166" y="65147"/>
                </a:lnTo>
                <a:lnTo>
                  <a:pt x="983534" y="63524"/>
                </a:lnTo>
                <a:lnTo>
                  <a:pt x="983860" y="61866"/>
                </a:lnTo>
                <a:lnTo>
                  <a:pt x="984142" y="60174"/>
                </a:lnTo>
                <a:lnTo>
                  <a:pt x="984381" y="58447"/>
                </a:lnTo>
                <a:lnTo>
                  <a:pt x="984576" y="56684"/>
                </a:lnTo>
                <a:lnTo>
                  <a:pt x="984728" y="54888"/>
                </a:lnTo>
                <a:lnTo>
                  <a:pt x="984837" y="53056"/>
                </a:lnTo>
                <a:lnTo>
                  <a:pt x="984902" y="51190"/>
                </a:lnTo>
                <a:lnTo>
                  <a:pt x="984923" y="49288"/>
                </a:lnTo>
                <a:lnTo>
                  <a:pt x="984902" y="47371"/>
                </a:lnTo>
                <a:lnTo>
                  <a:pt x="984836" y="45490"/>
                </a:lnTo>
                <a:lnTo>
                  <a:pt x="984727" y="43643"/>
                </a:lnTo>
                <a:lnTo>
                  <a:pt x="984573" y="41832"/>
                </a:lnTo>
                <a:lnTo>
                  <a:pt x="984377" y="40057"/>
                </a:lnTo>
                <a:lnTo>
                  <a:pt x="984136" y="38316"/>
                </a:lnTo>
                <a:lnTo>
                  <a:pt x="983852" y="36611"/>
                </a:lnTo>
                <a:lnTo>
                  <a:pt x="983524" y="34942"/>
                </a:lnTo>
                <a:lnTo>
                  <a:pt x="983152" y="33307"/>
                </a:lnTo>
                <a:lnTo>
                  <a:pt x="982736" y="31709"/>
                </a:lnTo>
                <a:lnTo>
                  <a:pt x="982277" y="30145"/>
                </a:lnTo>
                <a:lnTo>
                  <a:pt x="981774" y="28617"/>
                </a:lnTo>
                <a:lnTo>
                  <a:pt x="981227" y="27124"/>
                </a:lnTo>
                <a:lnTo>
                  <a:pt x="980637" y="25667"/>
                </a:lnTo>
                <a:lnTo>
                  <a:pt x="980003" y="24244"/>
                </a:lnTo>
                <a:lnTo>
                  <a:pt x="979325" y="22858"/>
                </a:lnTo>
                <a:lnTo>
                  <a:pt x="978603" y="21506"/>
                </a:lnTo>
                <a:lnTo>
                  <a:pt x="977837" y="20190"/>
                </a:lnTo>
                <a:lnTo>
                  <a:pt x="977028" y="18910"/>
                </a:lnTo>
                <a:lnTo>
                  <a:pt x="976175" y="17664"/>
                </a:lnTo>
                <a:lnTo>
                  <a:pt x="975279" y="16454"/>
                </a:lnTo>
                <a:lnTo>
                  <a:pt x="974338" y="15280"/>
                </a:lnTo>
                <a:lnTo>
                  <a:pt x="973354" y="14140"/>
                </a:lnTo>
                <a:lnTo>
                  <a:pt x="972326" y="13037"/>
                </a:lnTo>
                <a:lnTo>
                  <a:pt x="971262" y="11973"/>
                </a:lnTo>
                <a:lnTo>
                  <a:pt x="970168" y="10954"/>
                </a:lnTo>
                <a:lnTo>
                  <a:pt x="969046" y="9981"/>
                </a:lnTo>
                <a:lnTo>
                  <a:pt x="967894" y="9053"/>
                </a:lnTo>
                <a:lnTo>
                  <a:pt x="966713" y="8170"/>
                </a:lnTo>
                <a:lnTo>
                  <a:pt x="965503" y="7333"/>
                </a:lnTo>
                <a:lnTo>
                  <a:pt x="964264" y="6541"/>
                </a:lnTo>
                <a:lnTo>
                  <a:pt x="962996" y="5794"/>
                </a:lnTo>
                <a:lnTo>
                  <a:pt x="961699" y="5092"/>
                </a:lnTo>
                <a:lnTo>
                  <a:pt x="960372" y="4436"/>
                </a:lnTo>
                <a:lnTo>
                  <a:pt x="959016" y="3825"/>
                </a:lnTo>
                <a:lnTo>
                  <a:pt x="957632" y="3259"/>
                </a:lnTo>
                <a:lnTo>
                  <a:pt x="956218" y="2739"/>
                </a:lnTo>
                <a:lnTo>
                  <a:pt x="954775" y="2263"/>
                </a:lnTo>
                <a:lnTo>
                  <a:pt x="953303" y="1833"/>
                </a:lnTo>
                <a:lnTo>
                  <a:pt x="951802" y="1449"/>
                </a:lnTo>
                <a:lnTo>
                  <a:pt x="950271" y="1109"/>
                </a:lnTo>
                <a:lnTo>
                  <a:pt x="948712" y="815"/>
                </a:lnTo>
                <a:lnTo>
                  <a:pt x="947123" y="566"/>
                </a:lnTo>
                <a:lnTo>
                  <a:pt x="945506" y="362"/>
                </a:lnTo>
                <a:lnTo>
                  <a:pt x="943859" y="204"/>
                </a:lnTo>
                <a:lnTo>
                  <a:pt x="942183" y="91"/>
                </a:lnTo>
                <a:lnTo>
                  <a:pt x="940478" y="23"/>
                </a:lnTo>
                <a:lnTo>
                  <a:pt x="938744" y="0"/>
                </a:lnTo>
                <a:lnTo>
                  <a:pt x="937782" y="7"/>
                </a:lnTo>
                <a:lnTo>
                  <a:pt x="936830" y="26"/>
                </a:lnTo>
                <a:lnTo>
                  <a:pt x="935888" y="59"/>
                </a:lnTo>
                <a:lnTo>
                  <a:pt x="934955" y="104"/>
                </a:lnTo>
                <a:lnTo>
                  <a:pt x="934031" y="163"/>
                </a:lnTo>
                <a:lnTo>
                  <a:pt x="933117" y="235"/>
                </a:lnTo>
                <a:lnTo>
                  <a:pt x="932212" y="320"/>
                </a:lnTo>
                <a:lnTo>
                  <a:pt x="931317" y="418"/>
                </a:lnTo>
                <a:lnTo>
                  <a:pt x="930431" y="529"/>
                </a:lnTo>
                <a:lnTo>
                  <a:pt x="929555" y="653"/>
                </a:lnTo>
                <a:lnTo>
                  <a:pt x="928688" y="790"/>
                </a:lnTo>
                <a:lnTo>
                  <a:pt x="927830" y="940"/>
                </a:lnTo>
                <a:lnTo>
                  <a:pt x="926982" y="1103"/>
                </a:lnTo>
                <a:lnTo>
                  <a:pt x="926144" y="1280"/>
                </a:lnTo>
                <a:lnTo>
                  <a:pt x="925315" y="1469"/>
                </a:lnTo>
                <a:lnTo>
                  <a:pt x="924495" y="1671"/>
                </a:lnTo>
                <a:lnTo>
                  <a:pt x="923685" y="1887"/>
                </a:lnTo>
                <a:lnTo>
                  <a:pt x="922884" y="2115"/>
                </a:lnTo>
                <a:lnTo>
                  <a:pt x="922092" y="2357"/>
                </a:lnTo>
                <a:lnTo>
                  <a:pt x="921310" y="2612"/>
                </a:lnTo>
                <a:lnTo>
                  <a:pt x="920538" y="2879"/>
                </a:lnTo>
                <a:lnTo>
                  <a:pt x="919775" y="3160"/>
                </a:lnTo>
                <a:lnTo>
                  <a:pt x="919021" y="3454"/>
                </a:lnTo>
                <a:lnTo>
                  <a:pt x="918277" y="3761"/>
                </a:lnTo>
                <a:lnTo>
                  <a:pt x="917723" y="3998"/>
                </a:lnTo>
                <a:lnTo>
                  <a:pt x="917173" y="4246"/>
                </a:lnTo>
                <a:lnTo>
                  <a:pt x="916626" y="4504"/>
                </a:lnTo>
                <a:lnTo>
                  <a:pt x="916083" y="4773"/>
                </a:lnTo>
                <a:lnTo>
                  <a:pt x="915544" y="5052"/>
                </a:lnTo>
                <a:lnTo>
                  <a:pt x="915008" y="5342"/>
                </a:lnTo>
                <a:lnTo>
                  <a:pt x="914477" y="5641"/>
                </a:lnTo>
                <a:lnTo>
                  <a:pt x="913948" y="5951"/>
                </a:lnTo>
                <a:lnTo>
                  <a:pt x="913424" y="6272"/>
                </a:lnTo>
                <a:lnTo>
                  <a:pt x="912903" y="6603"/>
                </a:lnTo>
                <a:lnTo>
                  <a:pt x="912386" y="6944"/>
                </a:lnTo>
                <a:lnTo>
                  <a:pt x="911873" y="7296"/>
                </a:lnTo>
                <a:lnTo>
                  <a:pt x="911364" y="7657"/>
                </a:lnTo>
                <a:lnTo>
                  <a:pt x="910858" y="8030"/>
                </a:lnTo>
                <a:lnTo>
                  <a:pt x="910356" y="8412"/>
                </a:lnTo>
                <a:lnTo>
                  <a:pt x="909857" y="8805"/>
                </a:lnTo>
                <a:lnTo>
                  <a:pt x="909363" y="9209"/>
                </a:lnTo>
                <a:lnTo>
                  <a:pt x="908872" y="9622"/>
                </a:lnTo>
                <a:lnTo>
                  <a:pt x="908384" y="10046"/>
                </a:lnTo>
                <a:lnTo>
                  <a:pt x="907901" y="10481"/>
                </a:lnTo>
                <a:lnTo>
                  <a:pt x="907421" y="10926"/>
                </a:lnTo>
                <a:lnTo>
                  <a:pt x="906945" y="11381"/>
                </a:lnTo>
                <a:lnTo>
                  <a:pt x="906472" y="11846"/>
                </a:lnTo>
                <a:lnTo>
                  <a:pt x="906004" y="12322"/>
                </a:lnTo>
                <a:lnTo>
                  <a:pt x="905541" y="12806"/>
                </a:lnTo>
                <a:lnTo>
                  <a:pt x="905086" y="13295"/>
                </a:lnTo>
                <a:lnTo>
                  <a:pt x="904640" y="13789"/>
                </a:lnTo>
                <a:lnTo>
                  <a:pt x="904202" y="14288"/>
                </a:lnTo>
                <a:lnTo>
                  <a:pt x="903772" y="14792"/>
                </a:lnTo>
                <a:lnTo>
                  <a:pt x="903350" y="15302"/>
                </a:lnTo>
                <a:lnTo>
                  <a:pt x="902937" y="15816"/>
                </a:lnTo>
                <a:lnTo>
                  <a:pt x="902531" y="16336"/>
                </a:lnTo>
                <a:lnTo>
                  <a:pt x="902134" y="16861"/>
                </a:lnTo>
                <a:lnTo>
                  <a:pt x="901745" y="17391"/>
                </a:lnTo>
                <a:lnTo>
                  <a:pt x="901365" y="17927"/>
                </a:lnTo>
                <a:lnTo>
                  <a:pt x="900992" y="18467"/>
                </a:lnTo>
                <a:lnTo>
                  <a:pt x="900628" y="19013"/>
                </a:lnTo>
                <a:lnTo>
                  <a:pt x="900272" y="19564"/>
                </a:lnTo>
                <a:lnTo>
                  <a:pt x="899924" y="20120"/>
                </a:lnTo>
                <a:lnTo>
                  <a:pt x="899584" y="20682"/>
                </a:lnTo>
                <a:lnTo>
                  <a:pt x="899253" y="21248"/>
                </a:lnTo>
                <a:lnTo>
                  <a:pt x="898930" y="21820"/>
                </a:lnTo>
                <a:lnTo>
                  <a:pt x="898615" y="22397"/>
                </a:lnTo>
                <a:lnTo>
                  <a:pt x="898308" y="22979"/>
                </a:lnTo>
                <a:lnTo>
                  <a:pt x="898009" y="23566"/>
                </a:lnTo>
                <a:lnTo>
                  <a:pt x="897719" y="24158"/>
                </a:lnTo>
                <a:lnTo>
                  <a:pt x="897437" y="24756"/>
                </a:lnTo>
                <a:lnTo>
                  <a:pt x="897163" y="25359"/>
                </a:lnTo>
                <a:lnTo>
                  <a:pt x="896809" y="26188"/>
                </a:lnTo>
                <a:lnTo>
                  <a:pt x="896470" y="27034"/>
                </a:lnTo>
                <a:lnTo>
                  <a:pt x="896146" y="27896"/>
                </a:lnTo>
                <a:lnTo>
                  <a:pt x="895837" y="28774"/>
                </a:lnTo>
                <a:lnTo>
                  <a:pt x="895543" y="29668"/>
                </a:lnTo>
                <a:lnTo>
                  <a:pt x="895264" y="30579"/>
                </a:lnTo>
                <a:lnTo>
                  <a:pt x="895001" y="31506"/>
                </a:lnTo>
                <a:lnTo>
                  <a:pt x="894752" y="32449"/>
                </a:lnTo>
                <a:lnTo>
                  <a:pt x="894518" y="33408"/>
                </a:lnTo>
                <a:lnTo>
                  <a:pt x="894300" y="34383"/>
                </a:lnTo>
                <a:lnTo>
                  <a:pt x="894097" y="35375"/>
                </a:lnTo>
                <a:lnTo>
                  <a:pt x="893908" y="36383"/>
                </a:lnTo>
                <a:lnTo>
                  <a:pt x="893735" y="37407"/>
                </a:lnTo>
                <a:lnTo>
                  <a:pt x="893577" y="38447"/>
                </a:lnTo>
                <a:lnTo>
                  <a:pt x="893434" y="39504"/>
                </a:lnTo>
                <a:lnTo>
                  <a:pt x="893305" y="40576"/>
                </a:lnTo>
                <a:lnTo>
                  <a:pt x="893192" y="41665"/>
                </a:lnTo>
                <a:lnTo>
                  <a:pt x="893095" y="42771"/>
                </a:lnTo>
                <a:lnTo>
                  <a:pt x="893012" y="43892"/>
                </a:lnTo>
                <a:lnTo>
                  <a:pt x="892944" y="45029"/>
                </a:lnTo>
                <a:lnTo>
                  <a:pt x="892891" y="46183"/>
                </a:lnTo>
                <a:lnTo>
                  <a:pt x="892853" y="47353"/>
                </a:lnTo>
                <a:lnTo>
                  <a:pt x="892831" y="48539"/>
                </a:lnTo>
                <a:lnTo>
                  <a:pt x="892823" y="49742"/>
                </a:lnTo>
                <a:lnTo>
                  <a:pt x="892845" y="51616"/>
                </a:lnTo>
                <a:lnTo>
                  <a:pt x="892910" y="53457"/>
                </a:lnTo>
                <a:lnTo>
                  <a:pt x="893019" y="55264"/>
                </a:lnTo>
                <a:lnTo>
                  <a:pt x="893171" y="57037"/>
                </a:lnTo>
                <a:lnTo>
                  <a:pt x="893366" y="58776"/>
                </a:lnTo>
                <a:close/>
                <a:moveTo>
                  <a:pt x="912892" y="42625"/>
                </a:moveTo>
                <a:lnTo>
                  <a:pt x="913031" y="41417"/>
                </a:lnTo>
                <a:lnTo>
                  <a:pt x="913195" y="40238"/>
                </a:lnTo>
                <a:lnTo>
                  <a:pt x="913384" y="39087"/>
                </a:lnTo>
                <a:lnTo>
                  <a:pt x="913598" y="37966"/>
                </a:lnTo>
                <a:lnTo>
                  <a:pt x="913837" y="36873"/>
                </a:lnTo>
                <a:lnTo>
                  <a:pt x="914101" y="35808"/>
                </a:lnTo>
                <a:lnTo>
                  <a:pt x="914391" y="34772"/>
                </a:lnTo>
                <a:lnTo>
                  <a:pt x="914706" y="33765"/>
                </a:lnTo>
                <a:lnTo>
                  <a:pt x="915046" y="32787"/>
                </a:lnTo>
                <a:lnTo>
                  <a:pt x="915411" y="31837"/>
                </a:lnTo>
                <a:lnTo>
                  <a:pt x="915802" y="30916"/>
                </a:lnTo>
                <a:lnTo>
                  <a:pt x="916217" y="30024"/>
                </a:lnTo>
                <a:lnTo>
                  <a:pt x="916658" y="29160"/>
                </a:lnTo>
                <a:lnTo>
                  <a:pt x="917124" y="28325"/>
                </a:lnTo>
                <a:lnTo>
                  <a:pt x="917615" y="27518"/>
                </a:lnTo>
                <a:lnTo>
                  <a:pt x="918131" y="26741"/>
                </a:lnTo>
                <a:lnTo>
                  <a:pt x="918673" y="25992"/>
                </a:lnTo>
                <a:lnTo>
                  <a:pt x="919240" y="25271"/>
                </a:lnTo>
                <a:lnTo>
                  <a:pt x="919832" y="24579"/>
                </a:lnTo>
                <a:lnTo>
                  <a:pt x="920444" y="23916"/>
                </a:lnTo>
                <a:lnTo>
                  <a:pt x="921072" y="23281"/>
                </a:lnTo>
                <a:lnTo>
                  <a:pt x="921717" y="22674"/>
                </a:lnTo>
                <a:lnTo>
                  <a:pt x="922377" y="22096"/>
                </a:lnTo>
                <a:lnTo>
                  <a:pt x="923054" y="21545"/>
                </a:lnTo>
                <a:lnTo>
                  <a:pt x="923746" y="21023"/>
                </a:lnTo>
                <a:lnTo>
                  <a:pt x="924454" y="20529"/>
                </a:lnTo>
                <a:lnTo>
                  <a:pt x="925179" y="20064"/>
                </a:lnTo>
                <a:lnTo>
                  <a:pt x="925919" y="19626"/>
                </a:lnTo>
                <a:lnTo>
                  <a:pt x="926675" y="19217"/>
                </a:lnTo>
                <a:lnTo>
                  <a:pt x="927447" y="18836"/>
                </a:lnTo>
                <a:lnTo>
                  <a:pt x="928235" y="18483"/>
                </a:lnTo>
                <a:lnTo>
                  <a:pt x="929039" y="18159"/>
                </a:lnTo>
                <a:lnTo>
                  <a:pt x="929859" y="17862"/>
                </a:lnTo>
                <a:lnTo>
                  <a:pt x="930695" y="17594"/>
                </a:lnTo>
                <a:lnTo>
                  <a:pt x="931547" y="17354"/>
                </a:lnTo>
                <a:lnTo>
                  <a:pt x="932415" y="17143"/>
                </a:lnTo>
                <a:lnTo>
                  <a:pt x="933299" y="16959"/>
                </a:lnTo>
                <a:lnTo>
                  <a:pt x="934199" y="16804"/>
                </a:lnTo>
                <a:lnTo>
                  <a:pt x="935115" y="16677"/>
                </a:lnTo>
                <a:lnTo>
                  <a:pt x="936047" y="16578"/>
                </a:lnTo>
                <a:lnTo>
                  <a:pt x="936995" y="16508"/>
                </a:lnTo>
                <a:lnTo>
                  <a:pt x="937958" y="16465"/>
                </a:lnTo>
                <a:lnTo>
                  <a:pt x="938938" y="16451"/>
                </a:lnTo>
                <a:lnTo>
                  <a:pt x="939918" y="16465"/>
                </a:lnTo>
                <a:lnTo>
                  <a:pt x="940881" y="16507"/>
                </a:lnTo>
                <a:lnTo>
                  <a:pt x="941828" y="16577"/>
                </a:lnTo>
                <a:lnTo>
                  <a:pt x="942759" y="16674"/>
                </a:lnTo>
                <a:lnTo>
                  <a:pt x="943673" y="16800"/>
                </a:lnTo>
                <a:lnTo>
                  <a:pt x="944571" y="16953"/>
                </a:lnTo>
                <a:lnTo>
                  <a:pt x="945453" y="17134"/>
                </a:lnTo>
                <a:lnTo>
                  <a:pt x="946318" y="17343"/>
                </a:lnTo>
                <a:lnTo>
                  <a:pt x="947167" y="17580"/>
                </a:lnTo>
                <a:lnTo>
                  <a:pt x="948000" y="17845"/>
                </a:lnTo>
                <a:lnTo>
                  <a:pt x="948817" y="18138"/>
                </a:lnTo>
                <a:lnTo>
                  <a:pt x="949617" y="18459"/>
                </a:lnTo>
                <a:lnTo>
                  <a:pt x="950401" y="18807"/>
                </a:lnTo>
                <a:lnTo>
                  <a:pt x="951168" y="19184"/>
                </a:lnTo>
                <a:lnTo>
                  <a:pt x="951920" y="19588"/>
                </a:lnTo>
                <a:lnTo>
                  <a:pt x="952655" y="20021"/>
                </a:lnTo>
                <a:lnTo>
                  <a:pt x="953373" y="20481"/>
                </a:lnTo>
                <a:lnTo>
                  <a:pt x="954076" y="20969"/>
                </a:lnTo>
                <a:lnTo>
                  <a:pt x="954762" y="21485"/>
                </a:lnTo>
                <a:lnTo>
                  <a:pt x="955431" y="22028"/>
                </a:lnTo>
                <a:lnTo>
                  <a:pt x="956085" y="22600"/>
                </a:lnTo>
                <a:lnTo>
                  <a:pt x="956722" y="23200"/>
                </a:lnTo>
                <a:lnTo>
                  <a:pt x="957343" y="23827"/>
                </a:lnTo>
                <a:lnTo>
                  <a:pt x="957948" y="24482"/>
                </a:lnTo>
                <a:lnTo>
                  <a:pt x="958532" y="25166"/>
                </a:lnTo>
                <a:lnTo>
                  <a:pt x="959091" y="25878"/>
                </a:lnTo>
                <a:lnTo>
                  <a:pt x="959625" y="26620"/>
                </a:lnTo>
                <a:lnTo>
                  <a:pt x="960134" y="27390"/>
                </a:lnTo>
                <a:lnTo>
                  <a:pt x="960619" y="28188"/>
                </a:lnTo>
                <a:lnTo>
                  <a:pt x="961079" y="29016"/>
                </a:lnTo>
                <a:lnTo>
                  <a:pt x="961514" y="29872"/>
                </a:lnTo>
                <a:lnTo>
                  <a:pt x="961924" y="30758"/>
                </a:lnTo>
                <a:lnTo>
                  <a:pt x="962309" y="31672"/>
                </a:lnTo>
                <a:lnTo>
                  <a:pt x="962669" y="32614"/>
                </a:lnTo>
                <a:lnTo>
                  <a:pt x="963005" y="33586"/>
                </a:lnTo>
                <a:lnTo>
                  <a:pt x="963315" y="34586"/>
                </a:lnTo>
                <a:lnTo>
                  <a:pt x="963601" y="35615"/>
                </a:lnTo>
                <a:lnTo>
                  <a:pt x="963862" y="36673"/>
                </a:lnTo>
                <a:lnTo>
                  <a:pt x="964098" y="37760"/>
                </a:lnTo>
                <a:lnTo>
                  <a:pt x="964309" y="38875"/>
                </a:lnTo>
                <a:lnTo>
                  <a:pt x="964496" y="40019"/>
                </a:lnTo>
                <a:lnTo>
                  <a:pt x="964657" y="41192"/>
                </a:lnTo>
                <a:lnTo>
                  <a:pt x="964794" y="42394"/>
                </a:lnTo>
                <a:lnTo>
                  <a:pt x="964906" y="43625"/>
                </a:lnTo>
                <a:lnTo>
                  <a:pt x="964993" y="44884"/>
                </a:lnTo>
                <a:lnTo>
                  <a:pt x="965055" y="46172"/>
                </a:lnTo>
                <a:lnTo>
                  <a:pt x="965092" y="47489"/>
                </a:lnTo>
                <a:lnTo>
                  <a:pt x="965104" y="48835"/>
                </a:lnTo>
                <a:lnTo>
                  <a:pt x="965092" y="50197"/>
                </a:lnTo>
                <a:lnTo>
                  <a:pt x="965053" y="51530"/>
                </a:lnTo>
                <a:lnTo>
                  <a:pt x="964990" y="52835"/>
                </a:lnTo>
                <a:lnTo>
                  <a:pt x="964900" y="54111"/>
                </a:lnTo>
                <a:lnTo>
                  <a:pt x="964785" y="55358"/>
                </a:lnTo>
                <a:lnTo>
                  <a:pt x="964645" y="56577"/>
                </a:lnTo>
                <a:lnTo>
                  <a:pt x="964479" y="57767"/>
                </a:lnTo>
                <a:lnTo>
                  <a:pt x="964288" y="58928"/>
                </a:lnTo>
                <a:lnTo>
                  <a:pt x="964071" y="60061"/>
                </a:lnTo>
                <a:lnTo>
                  <a:pt x="963828" y="61165"/>
                </a:lnTo>
                <a:lnTo>
                  <a:pt x="963560" y="62240"/>
                </a:lnTo>
                <a:lnTo>
                  <a:pt x="963267" y="63286"/>
                </a:lnTo>
                <a:lnTo>
                  <a:pt x="962948" y="64304"/>
                </a:lnTo>
                <a:lnTo>
                  <a:pt x="962603" y="65294"/>
                </a:lnTo>
                <a:lnTo>
                  <a:pt x="962233" y="66254"/>
                </a:lnTo>
                <a:lnTo>
                  <a:pt x="961837" y="67186"/>
                </a:lnTo>
                <a:lnTo>
                  <a:pt x="961416" y="68089"/>
                </a:lnTo>
                <a:lnTo>
                  <a:pt x="960969" y="68964"/>
                </a:lnTo>
                <a:lnTo>
                  <a:pt x="960497" y="69810"/>
                </a:lnTo>
                <a:lnTo>
                  <a:pt x="959999" y="70627"/>
                </a:lnTo>
                <a:lnTo>
                  <a:pt x="959476" y="71415"/>
                </a:lnTo>
                <a:lnTo>
                  <a:pt x="958927" y="72175"/>
                </a:lnTo>
                <a:lnTo>
                  <a:pt x="958353" y="72906"/>
                </a:lnTo>
                <a:lnTo>
                  <a:pt x="957753" y="73609"/>
                </a:lnTo>
                <a:lnTo>
                  <a:pt x="957133" y="74283"/>
                </a:lnTo>
                <a:lnTo>
                  <a:pt x="956499" y="74928"/>
                </a:lnTo>
                <a:lnTo>
                  <a:pt x="955851" y="75544"/>
                </a:lnTo>
                <a:lnTo>
                  <a:pt x="955189" y="76132"/>
                </a:lnTo>
                <a:lnTo>
                  <a:pt x="954512" y="76691"/>
                </a:lnTo>
                <a:lnTo>
                  <a:pt x="953821" y="77222"/>
                </a:lnTo>
                <a:lnTo>
                  <a:pt x="953115" y="77723"/>
                </a:lnTo>
                <a:lnTo>
                  <a:pt x="952395" y="78197"/>
                </a:lnTo>
                <a:lnTo>
                  <a:pt x="951661" y="78641"/>
                </a:lnTo>
                <a:lnTo>
                  <a:pt x="950913" y="79057"/>
                </a:lnTo>
                <a:lnTo>
                  <a:pt x="950151" y="79444"/>
                </a:lnTo>
                <a:lnTo>
                  <a:pt x="949374" y="79802"/>
                </a:lnTo>
                <a:lnTo>
                  <a:pt x="948583" y="80132"/>
                </a:lnTo>
                <a:lnTo>
                  <a:pt x="947777" y="80433"/>
                </a:lnTo>
                <a:lnTo>
                  <a:pt x="946958" y="80705"/>
                </a:lnTo>
                <a:lnTo>
                  <a:pt x="946124" y="80949"/>
                </a:lnTo>
                <a:lnTo>
                  <a:pt x="945276" y="81164"/>
                </a:lnTo>
                <a:lnTo>
                  <a:pt x="944413" y="81351"/>
                </a:lnTo>
                <a:lnTo>
                  <a:pt x="943536" y="81508"/>
                </a:lnTo>
                <a:lnTo>
                  <a:pt x="942645" y="81637"/>
                </a:lnTo>
                <a:lnTo>
                  <a:pt x="941740" y="81738"/>
                </a:lnTo>
                <a:lnTo>
                  <a:pt x="940820" y="81809"/>
                </a:lnTo>
                <a:lnTo>
                  <a:pt x="939886" y="81852"/>
                </a:lnTo>
                <a:lnTo>
                  <a:pt x="938938" y="81867"/>
                </a:lnTo>
                <a:lnTo>
                  <a:pt x="937990" y="81852"/>
                </a:lnTo>
                <a:lnTo>
                  <a:pt x="937055" y="81809"/>
                </a:lnTo>
                <a:lnTo>
                  <a:pt x="936135" y="81737"/>
                </a:lnTo>
                <a:lnTo>
                  <a:pt x="935228" y="81636"/>
                </a:lnTo>
                <a:lnTo>
                  <a:pt x="934336" y="81506"/>
                </a:lnTo>
                <a:lnTo>
                  <a:pt x="933457" y="81347"/>
                </a:lnTo>
                <a:lnTo>
                  <a:pt x="932592" y="81159"/>
                </a:lnTo>
                <a:lnTo>
                  <a:pt x="931742" y="80942"/>
                </a:lnTo>
                <a:lnTo>
                  <a:pt x="930905" y="80696"/>
                </a:lnTo>
                <a:lnTo>
                  <a:pt x="930082" y="80422"/>
                </a:lnTo>
                <a:lnTo>
                  <a:pt x="929273" y="80118"/>
                </a:lnTo>
                <a:lnTo>
                  <a:pt x="928478" y="79786"/>
                </a:lnTo>
                <a:lnTo>
                  <a:pt x="927697" y="79425"/>
                </a:lnTo>
                <a:lnTo>
                  <a:pt x="926930" y="79035"/>
                </a:lnTo>
                <a:lnTo>
                  <a:pt x="926177" y="78616"/>
                </a:lnTo>
                <a:lnTo>
                  <a:pt x="925438" y="78168"/>
                </a:lnTo>
                <a:lnTo>
                  <a:pt x="924712" y="77691"/>
                </a:lnTo>
                <a:lnTo>
                  <a:pt x="924001" y="77185"/>
                </a:lnTo>
                <a:lnTo>
                  <a:pt x="923304" y="76651"/>
                </a:lnTo>
                <a:lnTo>
                  <a:pt x="922620" y="76087"/>
                </a:lnTo>
                <a:lnTo>
                  <a:pt x="921951" y="75495"/>
                </a:lnTo>
                <a:lnTo>
                  <a:pt x="921295" y="74873"/>
                </a:lnTo>
                <a:lnTo>
                  <a:pt x="920654" y="74223"/>
                </a:lnTo>
                <a:lnTo>
                  <a:pt x="920026" y="73544"/>
                </a:lnTo>
                <a:lnTo>
                  <a:pt x="919418" y="72837"/>
                </a:lnTo>
                <a:lnTo>
                  <a:pt x="918836" y="72103"/>
                </a:lnTo>
                <a:lnTo>
                  <a:pt x="918280" y="71341"/>
                </a:lnTo>
                <a:lnTo>
                  <a:pt x="917750" y="70553"/>
                </a:lnTo>
                <a:lnTo>
                  <a:pt x="917246" y="69738"/>
                </a:lnTo>
                <a:lnTo>
                  <a:pt x="916767" y="68895"/>
                </a:lnTo>
                <a:lnTo>
                  <a:pt x="916315" y="68025"/>
                </a:lnTo>
                <a:lnTo>
                  <a:pt x="915888" y="67128"/>
                </a:lnTo>
                <a:lnTo>
                  <a:pt x="915487" y="66205"/>
                </a:lnTo>
                <a:lnTo>
                  <a:pt x="915112" y="65254"/>
                </a:lnTo>
                <a:lnTo>
                  <a:pt x="914763" y="64275"/>
                </a:lnTo>
                <a:lnTo>
                  <a:pt x="914440" y="63270"/>
                </a:lnTo>
                <a:lnTo>
                  <a:pt x="914142" y="62238"/>
                </a:lnTo>
                <a:lnTo>
                  <a:pt x="913871" y="61179"/>
                </a:lnTo>
                <a:lnTo>
                  <a:pt x="913625" y="60092"/>
                </a:lnTo>
                <a:lnTo>
                  <a:pt x="913405" y="58978"/>
                </a:lnTo>
                <a:lnTo>
                  <a:pt x="913211" y="57838"/>
                </a:lnTo>
                <a:lnTo>
                  <a:pt x="913043" y="56670"/>
                </a:lnTo>
                <a:lnTo>
                  <a:pt x="912901" y="55475"/>
                </a:lnTo>
                <a:lnTo>
                  <a:pt x="912784" y="54253"/>
                </a:lnTo>
                <a:lnTo>
                  <a:pt x="912694" y="53004"/>
                </a:lnTo>
                <a:lnTo>
                  <a:pt x="912629" y="51728"/>
                </a:lnTo>
                <a:lnTo>
                  <a:pt x="912590" y="50425"/>
                </a:lnTo>
                <a:lnTo>
                  <a:pt x="912578" y="49094"/>
                </a:lnTo>
                <a:lnTo>
                  <a:pt x="912590" y="47743"/>
                </a:lnTo>
                <a:lnTo>
                  <a:pt x="912628" y="46420"/>
                </a:lnTo>
                <a:lnTo>
                  <a:pt x="912691" y="45127"/>
                </a:lnTo>
                <a:lnTo>
                  <a:pt x="912779" y="43861"/>
                </a:lnTo>
                <a:lnTo>
                  <a:pt x="912892" y="42625"/>
                </a:lnTo>
                <a:close/>
                <a:moveTo>
                  <a:pt x="1120" y="72125"/>
                </a:moveTo>
                <a:lnTo>
                  <a:pt x="1425" y="73310"/>
                </a:lnTo>
                <a:lnTo>
                  <a:pt x="1757" y="74469"/>
                </a:lnTo>
                <a:lnTo>
                  <a:pt x="2116" y="75600"/>
                </a:lnTo>
                <a:lnTo>
                  <a:pt x="2502" y="76706"/>
                </a:lnTo>
                <a:lnTo>
                  <a:pt x="2915" y="77785"/>
                </a:lnTo>
                <a:lnTo>
                  <a:pt x="3354" y="78837"/>
                </a:lnTo>
                <a:lnTo>
                  <a:pt x="3821" y="79863"/>
                </a:lnTo>
                <a:lnTo>
                  <a:pt x="4315" y="80862"/>
                </a:lnTo>
                <a:lnTo>
                  <a:pt x="4836" y="81835"/>
                </a:lnTo>
                <a:lnTo>
                  <a:pt x="5384" y="82782"/>
                </a:lnTo>
                <a:lnTo>
                  <a:pt x="5959" y="83702"/>
                </a:lnTo>
                <a:lnTo>
                  <a:pt x="6560" y="84595"/>
                </a:lnTo>
                <a:lnTo>
                  <a:pt x="7189" y="85462"/>
                </a:lnTo>
                <a:lnTo>
                  <a:pt x="7845" y="86303"/>
                </a:lnTo>
                <a:lnTo>
                  <a:pt x="8528" y="87117"/>
                </a:lnTo>
                <a:lnTo>
                  <a:pt x="9238" y="87905"/>
                </a:lnTo>
                <a:lnTo>
                  <a:pt x="9974" y="88666"/>
                </a:lnTo>
                <a:lnTo>
                  <a:pt x="10738" y="89400"/>
                </a:lnTo>
                <a:lnTo>
                  <a:pt x="11529" y="90108"/>
                </a:lnTo>
                <a:lnTo>
                  <a:pt x="12347" y="90789"/>
                </a:lnTo>
                <a:lnTo>
                  <a:pt x="13195" y="91440"/>
                </a:lnTo>
                <a:lnTo>
                  <a:pt x="14072" y="92063"/>
                </a:lnTo>
                <a:lnTo>
                  <a:pt x="14978" y="92656"/>
                </a:lnTo>
                <a:lnTo>
                  <a:pt x="15912" y="93221"/>
                </a:lnTo>
                <a:lnTo>
                  <a:pt x="16876" y="93757"/>
                </a:lnTo>
                <a:lnTo>
                  <a:pt x="17869" y="94263"/>
                </a:lnTo>
                <a:lnTo>
                  <a:pt x="18891" y="94741"/>
                </a:lnTo>
                <a:lnTo>
                  <a:pt x="19941" y="95190"/>
                </a:lnTo>
                <a:lnTo>
                  <a:pt x="21021" y="95610"/>
                </a:lnTo>
                <a:lnTo>
                  <a:pt x="22130" y="96001"/>
                </a:lnTo>
                <a:lnTo>
                  <a:pt x="23268" y="96363"/>
                </a:lnTo>
                <a:lnTo>
                  <a:pt x="24435" y="96696"/>
                </a:lnTo>
                <a:lnTo>
                  <a:pt x="25631" y="97000"/>
                </a:lnTo>
                <a:lnTo>
                  <a:pt x="26855" y="97275"/>
                </a:lnTo>
                <a:lnTo>
                  <a:pt x="28109" y="97521"/>
                </a:lnTo>
                <a:lnTo>
                  <a:pt x="29392" y="97738"/>
                </a:lnTo>
                <a:lnTo>
                  <a:pt x="30704" y="97926"/>
                </a:lnTo>
                <a:lnTo>
                  <a:pt x="32045" y="98085"/>
                </a:lnTo>
                <a:lnTo>
                  <a:pt x="33415" y="98216"/>
                </a:lnTo>
                <a:lnTo>
                  <a:pt x="34814" y="98317"/>
                </a:lnTo>
                <a:lnTo>
                  <a:pt x="36242" y="98389"/>
                </a:lnTo>
                <a:lnTo>
                  <a:pt x="37699" y="98433"/>
                </a:lnTo>
                <a:lnTo>
                  <a:pt x="39185" y="98447"/>
                </a:lnTo>
                <a:lnTo>
                  <a:pt x="40208" y="98441"/>
                </a:lnTo>
                <a:lnTo>
                  <a:pt x="41218" y="98423"/>
                </a:lnTo>
                <a:lnTo>
                  <a:pt x="42214" y="98393"/>
                </a:lnTo>
                <a:lnTo>
                  <a:pt x="43195" y="98351"/>
                </a:lnTo>
                <a:lnTo>
                  <a:pt x="44162" y="98297"/>
                </a:lnTo>
                <a:lnTo>
                  <a:pt x="45115" y="98230"/>
                </a:lnTo>
                <a:lnTo>
                  <a:pt x="46054" y="98152"/>
                </a:lnTo>
                <a:lnTo>
                  <a:pt x="46978" y="98062"/>
                </a:lnTo>
                <a:lnTo>
                  <a:pt x="47889" y="97959"/>
                </a:lnTo>
                <a:lnTo>
                  <a:pt x="48785" y="97845"/>
                </a:lnTo>
                <a:lnTo>
                  <a:pt x="49667" y="97718"/>
                </a:lnTo>
                <a:lnTo>
                  <a:pt x="50535" y="97580"/>
                </a:lnTo>
                <a:lnTo>
                  <a:pt x="51389" y="97429"/>
                </a:lnTo>
                <a:lnTo>
                  <a:pt x="52229" y="97266"/>
                </a:lnTo>
                <a:lnTo>
                  <a:pt x="53054" y="97091"/>
                </a:lnTo>
                <a:lnTo>
                  <a:pt x="53865" y="96905"/>
                </a:lnTo>
                <a:lnTo>
                  <a:pt x="54663" y="96706"/>
                </a:lnTo>
                <a:lnTo>
                  <a:pt x="55445" y="96495"/>
                </a:lnTo>
                <a:lnTo>
                  <a:pt x="56214" y="96272"/>
                </a:lnTo>
                <a:lnTo>
                  <a:pt x="56969" y="96037"/>
                </a:lnTo>
                <a:lnTo>
                  <a:pt x="57709" y="95790"/>
                </a:lnTo>
                <a:lnTo>
                  <a:pt x="58436" y="95531"/>
                </a:lnTo>
                <a:lnTo>
                  <a:pt x="59148" y="95259"/>
                </a:lnTo>
                <a:lnTo>
                  <a:pt x="59846" y="94976"/>
                </a:lnTo>
                <a:lnTo>
                  <a:pt x="60530" y="94681"/>
                </a:lnTo>
                <a:lnTo>
                  <a:pt x="61201" y="94372"/>
                </a:lnTo>
                <a:lnTo>
                  <a:pt x="61860" y="94051"/>
                </a:lnTo>
                <a:lnTo>
                  <a:pt x="62505" y="93717"/>
                </a:lnTo>
                <a:lnTo>
                  <a:pt x="63137" y="93371"/>
                </a:lnTo>
                <a:lnTo>
                  <a:pt x="63756" y="93011"/>
                </a:lnTo>
                <a:lnTo>
                  <a:pt x="64362" y="92639"/>
                </a:lnTo>
                <a:lnTo>
                  <a:pt x="64955" y="92255"/>
                </a:lnTo>
                <a:lnTo>
                  <a:pt x="65535" y="91857"/>
                </a:lnTo>
                <a:lnTo>
                  <a:pt x="66102" y="91447"/>
                </a:lnTo>
                <a:lnTo>
                  <a:pt x="66656" y="91024"/>
                </a:lnTo>
                <a:lnTo>
                  <a:pt x="67197" y="90588"/>
                </a:lnTo>
                <a:lnTo>
                  <a:pt x="67725" y="90140"/>
                </a:lnTo>
                <a:lnTo>
                  <a:pt x="68239" y="89679"/>
                </a:lnTo>
                <a:lnTo>
                  <a:pt x="68741" y="89205"/>
                </a:lnTo>
                <a:lnTo>
                  <a:pt x="69230" y="88718"/>
                </a:lnTo>
                <a:lnTo>
                  <a:pt x="69705" y="88219"/>
                </a:lnTo>
                <a:lnTo>
                  <a:pt x="70168" y="87706"/>
                </a:lnTo>
                <a:lnTo>
                  <a:pt x="70618" y="87182"/>
                </a:lnTo>
                <a:lnTo>
                  <a:pt x="71054" y="86644"/>
                </a:lnTo>
                <a:lnTo>
                  <a:pt x="71478" y="86094"/>
                </a:lnTo>
                <a:lnTo>
                  <a:pt x="71888" y="85531"/>
                </a:lnTo>
                <a:lnTo>
                  <a:pt x="72285" y="84955"/>
                </a:lnTo>
                <a:lnTo>
                  <a:pt x="72670" y="84366"/>
                </a:lnTo>
                <a:lnTo>
                  <a:pt x="73040" y="83770"/>
                </a:lnTo>
                <a:lnTo>
                  <a:pt x="73394" y="83169"/>
                </a:lnTo>
                <a:lnTo>
                  <a:pt x="73732" y="82566"/>
                </a:lnTo>
                <a:lnTo>
                  <a:pt x="74055" y="81958"/>
                </a:lnTo>
                <a:lnTo>
                  <a:pt x="74362" y="81347"/>
                </a:lnTo>
                <a:lnTo>
                  <a:pt x="74653" y="80732"/>
                </a:lnTo>
                <a:lnTo>
                  <a:pt x="74929" y="80114"/>
                </a:lnTo>
                <a:lnTo>
                  <a:pt x="75188" y="79492"/>
                </a:lnTo>
                <a:lnTo>
                  <a:pt x="75432" y="78867"/>
                </a:lnTo>
                <a:lnTo>
                  <a:pt x="75661" y="78238"/>
                </a:lnTo>
                <a:lnTo>
                  <a:pt x="75873" y="77605"/>
                </a:lnTo>
                <a:lnTo>
                  <a:pt x="76070" y="76969"/>
                </a:lnTo>
                <a:lnTo>
                  <a:pt x="76251" y="76329"/>
                </a:lnTo>
                <a:lnTo>
                  <a:pt x="76416" y="75685"/>
                </a:lnTo>
                <a:lnTo>
                  <a:pt x="76566" y="75038"/>
                </a:lnTo>
                <a:lnTo>
                  <a:pt x="76700" y="74388"/>
                </a:lnTo>
                <a:lnTo>
                  <a:pt x="76818" y="73733"/>
                </a:lnTo>
                <a:lnTo>
                  <a:pt x="76920" y="73076"/>
                </a:lnTo>
                <a:lnTo>
                  <a:pt x="77007" y="72414"/>
                </a:lnTo>
                <a:lnTo>
                  <a:pt x="77078" y="71749"/>
                </a:lnTo>
                <a:lnTo>
                  <a:pt x="77133" y="71080"/>
                </a:lnTo>
                <a:lnTo>
                  <a:pt x="77172" y="70408"/>
                </a:lnTo>
                <a:lnTo>
                  <a:pt x="77196" y="69732"/>
                </a:lnTo>
                <a:lnTo>
                  <a:pt x="77203" y="69053"/>
                </a:lnTo>
                <a:lnTo>
                  <a:pt x="77197" y="68306"/>
                </a:lnTo>
                <a:lnTo>
                  <a:pt x="77177" y="67569"/>
                </a:lnTo>
                <a:lnTo>
                  <a:pt x="77144" y="66843"/>
                </a:lnTo>
                <a:lnTo>
                  <a:pt x="77098" y="66126"/>
                </a:lnTo>
                <a:lnTo>
                  <a:pt x="77039" y="65420"/>
                </a:lnTo>
                <a:lnTo>
                  <a:pt x="76967" y="64723"/>
                </a:lnTo>
                <a:lnTo>
                  <a:pt x="76881" y="64036"/>
                </a:lnTo>
                <a:lnTo>
                  <a:pt x="76782" y="63360"/>
                </a:lnTo>
                <a:lnTo>
                  <a:pt x="76671" y="62694"/>
                </a:lnTo>
                <a:lnTo>
                  <a:pt x="76546" y="62037"/>
                </a:lnTo>
                <a:lnTo>
                  <a:pt x="76408" y="61391"/>
                </a:lnTo>
                <a:lnTo>
                  <a:pt x="76256" y="60754"/>
                </a:lnTo>
                <a:lnTo>
                  <a:pt x="76092" y="60128"/>
                </a:lnTo>
                <a:lnTo>
                  <a:pt x="75914" y="59512"/>
                </a:lnTo>
                <a:lnTo>
                  <a:pt x="75723" y="58906"/>
                </a:lnTo>
                <a:lnTo>
                  <a:pt x="75519" y="58309"/>
                </a:lnTo>
                <a:lnTo>
                  <a:pt x="75302" y="57723"/>
                </a:lnTo>
                <a:lnTo>
                  <a:pt x="75072" y="57147"/>
                </a:lnTo>
                <a:lnTo>
                  <a:pt x="74829" y="56581"/>
                </a:lnTo>
                <a:lnTo>
                  <a:pt x="74572" y="56025"/>
                </a:lnTo>
                <a:lnTo>
                  <a:pt x="74303" y="55479"/>
                </a:lnTo>
                <a:lnTo>
                  <a:pt x="74020" y="54943"/>
                </a:lnTo>
                <a:lnTo>
                  <a:pt x="73724" y="54417"/>
                </a:lnTo>
                <a:lnTo>
                  <a:pt x="73415" y="53901"/>
                </a:lnTo>
                <a:lnTo>
                  <a:pt x="73094" y="53395"/>
                </a:lnTo>
                <a:lnTo>
                  <a:pt x="72763" y="52897"/>
                </a:lnTo>
                <a:lnTo>
                  <a:pt x="72422" y="52409"/>
                </a:lnTo>
                <a:lnTo>
                  <a:pt x="72071" y="51929"/>
                </a:lnTo>
                <a:lnTo>
                  <a:pt x="71709" y="51459"/>
                </a:lnTo>
                <a:lnTo>
                  <a:pt x="71338" y="50997"/>
                </a:lnTo>
                <a:lnTo>
                  <a:pt x="70956" y="50545"/>
                </a:lnTo>
                <a:lnTo>
                  <a:pt x="70565" y="50101"/>
                </a:lnTo>
                <a:lnTo>
                  <a:pt x="70163" y="49667"/>
                </a:lnTo>
                <a:lnTo>
                  <a:pt x="69751" y="49241"/>
                </a:lnTo>
                <a:lnTo>
                  <a:pt x="69329" y="48825"/>
                </a:lnTo>
                <a:lnTo>
                  <a:pt x="68897" y="48418"/>
                </a:lnTo>
                <a:lnTo>
                  <a:pt x="68455" y="48019"/>
                </a:lnTo>
                <a:lnTo>
                  <a:pt x="68002" y="47630"/>
                </a:lnTo>
                <a:lnTo>
                  <a:pt x="67540" y="47250"/>
                </a:lnTo>
                <a:lnTo>
                  <a:pt x="67067" y="46878"/>
                </a:lnTo>
                <a:lnTo>
                  <a:pt x="66585" y="46516"/>
                </a:lnTo>
                <a:lnTo>
                  <a:pt x="66092" y="46163"/>
                </a:lnTo>
                <a:lnTo>
                  <a:pt x="65589" y="45819"/>
                </a:lnTo>
                <a:lnTo>
                  <a:pt x="65076" y="45483"/>
                </a:lnTo>
                <a:lnTo>
                  <a:pt x="64552" y="45157"/>
                </a:lnTo>
                <a:lnTo>
                  <a:pt x="64019" y="44840"/>
                </a:lnTo>
                <a:lnTo>
                  <a:pt x="63476" y="44532"/>
                </a:lnTo>
                <a:lnTo>
                  <a:pt x="62922" y="44232"/>
                </a:lnTo>
                <a:lnTo>
                  <a:pt x="62351" y="43938"/>
                </a:lnTo>
                <a:lnTo>
                  <a:pt x="61754" y="43644"/>
                </a:lnTo>
                <a:lnTo>
                  <a:pt x="61132" y="43352"/>
                </a:lnTo>
                <a:lnTo>
                  <a:pt x="60485" y="43060"/>
                </a:lnTo>
                <a:lnTo>
                  <a:pt x="59813" y="42768"/>
                </a:lnTo>
                <a:lnTo>
                  <a:pt x="59115" y="42478"/>
                </a:lnTo>
                <a:lnTo>
                  <a:pt x="58392" y="42188"/>
                </a:lnTo>
                <a:lnTo>
                  <a:pt x="57644" y="41899"/>
                </a:lnTo>
                <a:lnTo>
                  <a:pt x="56870" y="41611"/>
                </a:lnTo>
                <a:lnTo>
                  <a:pt x="56071" y="41324"/>
                </a:lnTo>
                <a:lnTo>
                  <a:pt x="55247" y="41037"/>
                </a:lnTo>
                <a:lnTo>
                  <a:pt x="54397" y="40752"/>
                </a:lnTo>
                <a:lnTo>
                  <a:pt x="53522" y="40467"/>
                </a:lnTo>
                <a:lnTo>
                  <a:pt x="52622" y="40183"/>
                </a:lnTo>
                <a:lnTo>
                  <a:pt x="51697" y="39899"/>
                </a:lnTo>
                <a:lnTo>
                  <a:pt x="50746" y="39617"/>
                </a:lnTo>
                <a:lnTo>
                  <a:pt x="49770" y="39335"/>
                </a:lnTo>
                <a:lnTo>
                  <a:pt x="48768" y="39054"/>
                </a:lnTo>
                <a:lnTo>
                  <a:pt x="47742" y="38774"/>
                </a:lnTo>
                <a:lnTo>
                  <a:pt x="46690" y="38495"/>
                </a:lnTo>
                <a:lnTo>
                  <a:pt x="45612" y="38216"/>
                </a:lnTo>
                <a:lnTo>
                  <a:pt x="44510" y="37938"/>
                </a:lnTo>
                <a:lnTo>
                  <a:pt x="43382" y="37661"/>
                </a:lnTo>
                <a:lnTo>
                  <a:pt x="42229" y="37385"/>
                </a:lnTo>
                <a:lnTo>
                  <a:pt x="41081" y="37110"/>
                </a:lnTo>
                <a:lnTo>
                  <a:pt x="39969" y="36836"/>
                </a:lnTo>
                <a:lnTo>
                  <a:pt x="38893" y="36562"/>
                </a:lnTo>
                <a:lnTo>
                  <a:pt x="37853" y="36290"/>
                </a:lnTo>
                <a:lnTo>
                  <a:pt x="36849" y="36018"/>
                </a:lnTo>
                <a:lnTo>
                  <a:pt x="35881" y="35747"/>
                </a:lnTo>
                <a:lnTo>
                  <a:pt x="34950" y="35477"/>
                </a:lnTo>
                <a:lnTo>
                  <a:pt x="34054" y="35208"/>
                </a:lnTo>
                <a:lnTo>
                  <a:pt x="33194" y="34940"/>
                </a:lnTo>
                <a:lnTo>
                  <a:pt x="32370" y="34673"/>
                </a:lnTo>
                <a:lnTo>
                  <a:pt x="31582" y="34407"/>
                </a:lnTo>
                <a:lnTo>
                  <a:pt x="30830" y="34142"/>
                </a:lnTo>
                <a:lnTo>
                  <a:pt x="30114" y="33877"/>
                </a:lnTo>
                <a:lnTo>
                  <a:pt x="29433" y="33614"/>
                </a:lnTo>
                <a:lnTo>
                  <a:pt x="28789" y="33352"/>
                </a:lnTo>
                <a:lnTo>
                  <a:pt x="28181" y="33090"/>
                </a:lnTo>
                <a:lnTo>
                  <a:pt x="27609" y="32829"/>
                </a:lnTo>
                <a:lnTo>
                  <a:pt x="27073" y="32569"/>
                </a:lnTo>
                <a:lnTo>
                  <a:pt x="26573" y="32311"/>
                </a:lnTo>
                <a:lnTo>
                  <a:pt x="26109" y="32053"/>
                </a:lnTo>
                <a:lnTo>
                  <a:pt x="25681" y="31796"/>
                </a:lnTo>
                <a:lnTo>
                  <a:pt x="25288" y="31539"/>
                </a:lnTo>
                <a:lnTo>
                  <a:pt x="24932" y="31284"/>
                </a:lnTo>
                <a:lnTo>
                  <a:pt x="24612" y="31030"/>
                </a:lnTo>
                <a:lnTo>
                  <a:pt x="24379" y="30829"/>
                </a:lnTo>
                <a:lnTo>
                  <a:pt x="24157" y="30624"/>
                </a:lnTo>
                <a:lnTo>
                  <a:pt x="23944" y="30416"/>
                </a:lnTo>
                <a:lnTo>
                  <a:pt x="23741" y="30204"/>
                </a:lnTo>
                <a:lnTo>
                  <a:pt x="23548" y="29989"/>
                </a:lnTo>
                <a:lnTo>
                  <a:pt x="23365" y="29771"/>
                </a:lnTo>
                <a:lnTo>
                  <a:pt x="23192" y="29549"/>
                </a:lnTo>
                <a:lnTo>
                  <a:pt x="23029" y="29324"/>
                </a:lnTo>
                <a:lnTo>
                  <a:pt x="22875" y="29096"/>
                </a:lnTo>
                <a:lnTo>
                  <a:pt x="22732" y="28864"/>
                </a:lnTo>
                <a:lnTo>
                  <a:pt x="22598" y="28629"/>
                </a:lnTo>
                <a:lnTo>
                  <a:pt x="22474" y="28390"/>
                </a:lnTo>
                <a:lnTo>
                  <a:pt x="22361" y="28148"/>
                </a:lnTo>
                <a:lnTo>
                  <a:pt x="22257" y="27903"/>
                </a:lnTo>
                <a:lnTo>
                  <a:pt x="22163" y="27654"/>
                </a:lnTo>
                <a:lnTo>
                  <a:pt x="22079" y="27402"/>
                </a:lnTo>
                <a:lnTo>
                  <a:pt x="22004" y="27147"/>
                </a:lnTo>
                <a:lnTo>
                  <a:pt x="21940" y="26888"/>
                </a:lnTo>
                <a:lnTo>
                  <a:pt x="21886" y="26625"/>
                </a:lnTo>
                <a:lnTo>
                  <a:pt x="21841" y="26360"/>
                </a:lnTo>
                <a:lnTo>
                  <a:pt x="21807" y="26091"/>
                </a:lnTo>
                <a:lnTo>
                  <a:pt x="21782" y="25818"/>
                </a:lnTo>
                <a:lnTo>
                  <a:pt x="21767" y="25543"/>
                </a:lnTo>
                <a:lnTo>
                  <a:pt x="21762" y="25264"/>
                </a:lnTo>
                <a:lnTo>
                  <a:pt x="21767" y="24958"/>
                </a:lnTo>
                <a:lnTo>
                  <a:pt x="21783" y="24658"/>
                </a:lnTo>
                <a:lnTo>
                  <a:pt x="21810" y="24363"/>
                </a:lnTo>
                <a:lnTo>
                  <a:pt x="21847" y="24074"/>
                </a:lnTo>
                <a:lnTo>
                  <a:pt x="21894" y="23789"/>
                </a:lnTo>
                <a:lnTo>
                  <a:pt x="21952" y="23510"/>
                </a:lnTo>
                <a:lnTo>
                  <a:pt x="22021" y="23236"/>
                </a:lnTo>
                <a:lnTo>
                  <a:pt x="22100" y="22967"/>
                </a:lnTo>
                <a:lnTo>
                  <a:pt x="22190" y="22703"/>
                </a:lnTo>
                <a:lnTo>
                  <a:pt x="22291" y="22444"/>
                </a:lnTo>
                <a:lnTo>
                  <a:pt x="22402" y="22191"/>
                </a:lnTo>
                <a:lnTo>
                  <a:pt x="22523" y="21943"/>
                </a:lnTo>
                <a:lnTo>
                  <a:pt x="22655" y="21700"/>
                </a:lnTo>
                <a:lnTo>
                  <a:pt x="22798" y="21462"/>
                </a:lnTo>
                <a:lnTo>
                  <a:pt x="22951" y="21229"/>
                </a:lnTo>
                <a:lnTo>
                  <a:pt x="23115" y="21001"/>
                </a:lnTo>
                <a:lnTo>
                  <a:pt x="23289" y="20779"/>
                </a:lnTo>
                <a:lnTo>
                  <a:pt x="23474" y="20562"/>
                </a:lnTo>
                <a:lnTo>
                  <a:pt x="23670" y="20350"/>
                </a:lnTo>
                <a:lnTo>
                  <a:pt x="23876" y="20143"/>
                </a:lnTo>
                <a:lnTo>
                  <a:pt x="24093" y="19941"/>
                </a:lnTo>
                <a:lnTo>
                  <a:pt x="24320" y="19745"/>
                </a:lnTo>
                <a:lnTo>
                  <a:pt x="24558" y="19554"/>
                </a:lnTo>
                <a:lnTo>
                  <a:pt x="24806" y="19368"/>
                </a:lnTo>
                <a:lnTo>
                  <a:pt x="25206" y="19087"/>
                </a:lnTo>
                <a:lnTo>
                  <a:pt x="25619" y="18819"/>
                </a:lnTo>
                <a:lnTo>
                  <a:pt x="26045" y="18563"/>
                </a:lnTo>
                <a:lnTo>
                  <a:pt x="26483" y="18318"/>
                </a:lnTo>
                <a:lnTo>
                  <a:pt x="26934" y="18086"/>
                </a:lnTo>
                <a:lnTo>
                  <a:pt x="27397" y="17865"/>
                </a:lnTo>
                <a:lnTo>
                  <a:pt x="27873" y="17656"/>
                </a:lnTo>
                <a:lnTo>
                  <a:pt x="28361" y="17459"/>
                </a:lnTo>
                <a:lnTo>
                  <a:pt x="28862" y="17275"/>
                </a:lnTo>
                <a:lnTo>
                  <a:pt x="29376" y="17102"/>
                </a:lnTo>
                <a:lnTo>
                  <a:pt x="29902" y="16941"/>
                </a:lnTo>
                <a:lnTo>
                  <a:pt x="30441" y="16792"/>
                </a:lnTo>
                <a:lnTo>
                  <a:pt x="30992" y="16654"/>
                </a:lnTo>
                <a:lnTo>
                  <a:pt x="31556" y="16529"/>
                </a:lnTo>
                <a:lnTo>
                  <a:pt x="32133" y="16416"/>
                </a:lnTo>
                <a:lnTo>
                  <a:pt x="32722" y="16315"/>
                </a:lnTo>
                <a:lnTo>
                  <a:pt x="33324" y="16225"/>
                </a:lnTo>
                <a:lnTo>
                  <a:pt x="33938" y="16148"/>
                </a:lnTo>
                <a:lnTo>
                  <a:pt x="34565" y="16082"/>
                </a:lnTo>
                <a:lnTo>
                  <a:pt x="35205" y="16028"/>
                </a:lnTo>
                <a:lnTo>
                  <a:pt x="35857" y="15987"/>
                </a:lnTo>
                <a:lnTo>
                  <a:pt x="36522" y="15957"/>
                </a:lnTo>
                <a:lnTo>
                  <a:pt x="37199" y="15939"/>
                </a:lnTo>
                <a:lnTo>
                  <a:pt x="37889" y="15933"/>
                </a:lnTo>
                <a:lnTo>
                  <a:pt x="38557" y="15938"/>
                </a:lnTo>
                <a:lnTo>
                  <a:pt x="39211" y="15955"/>
                </a:lnTo>
                <a:lnTo>
                  <a:pt x="39850" y="15983"/>
                </a:lnTo>
                <a:lnTo>
                  <a:pt x="40476" y="16022"/>
                </a:lnTo>
                <a:lnTo>
                  <a:pt x="41087" y="16072"/>
                </a:lnTo>
                <a:lnTo>
                  <a:pt x="41684" y="16133"/>
                </a:lnTo>
                <a:lnTo>
                  <a:pt x="42268" y="16206"/>
                </a:lnTo>
                <a:lnTo>
                  <a:pt x="42837" y="16289"/>
                </a:lnTo>
                <a:lnTo>
                  <a:pt x="43392" y="16384"/>
                </a:lnTo>
                <a:lnTo>
                  <a:pt x="43933" y="16490"/>
                </a:lnTo>
                <a:lnTo>
                  <a:pt x="44460" y="16606"/>
                </a:lnTo>
                <a:lnTo>
                  <a:pt x="44973" y="16734"/>
                </a:lnTo>
                <a:lnTo>
                  <a:pt x="45472" y="16874"/>
                </a:lnTo>
                <a:lnTo>
                  <a:pt x="45957" y="17024"/>
                </a:lnTo>
                <a:lnTo>
                  <a:pt x="46428" y="17185"/>
                </a:lnTo>
                <a:lnTo>
                  <a:pt x="46885" y="17358"/>
                </a:lnTo>
                <a:lnTo>
                  <a:pt x="47328" y="17541"/>
                </a:lnTo>
                <a:lnTo>
                  <a:pt x="47756" y="17736"/>
                </a:lnTo>
                <a:lnTo>
                  <a:pt x="48171" y="17942"/>
                </a:lnTo>
                <a:lnTo>
                  <a:pt x="48572" y="18159"/>
                </a:lnTo>
                <a:lnTo>
                  <a:pt x="48958" y="18388"/>
                </a:lnTo>
                <a:lnTo>
                  <a:pt x="49331" y="18627"/>
                </a:lnTo>
                <a:lnTo>
                  <a:pt x="49689" y="18877"/>
                </a:lnTo>
                <a:lnTo>
                  <a:pt x="50033" y="19139"/>
                </a:lnTo>
                <a:lnTo>
                  <a:pt x="50366" y="19413"/>
                </a:lnTo>
                <a:lnTo>
                  <a:pt x="50688" y="19702"/>
                </a:lnTo>
                <a:lnTo>
                  <a:pt x="51001" y="20005"/>
                </a:lnTo>
                <a:lnTo>
                  <a:pt x="51304" y="20322"/>
                </a:lnTo>
                <a:lnTo>
                  <a:pt x="51598" y="20653"/>
                </a:lnTo>
                <a:lnTo>
                  <a:pt x="51881" y="20999"/>
                </a:lnTo>
                <a:lnTo>
                  <a:pt x="52155" y="21359"/>
                </a:lnTo>
                <a:lnTo>
                  <a:pt x="52419" y="21733"/>
                </a:lnTo>
                <a:lnTo>
                  <a:pt x="52673" y="22122"/>
                </a:lnTo>
                <a:lnTo>
                  <a:pt x="52917" y="22525"/>
                </a:lnTo>
                <a:lnTo>
                  <a:pt x="53152" y="22942"/>
                </a:lnTo>
                <a:lnTo>
                  <a:pt x="53377" y="23373"/>
                </a:lnTo>
                <a:lnTo>
                  <a:pt x="53592" y="23819"/>
                </a:lnTo>
                <a:lnTo>
                  <a:pt x="53797" y="24279"/>
                </a:lnTo>
                <a:lnTo>
                  <a:pt x="53993" y="24753"/>
                </a:lnTo>
                <a:lnTo>
                  <a:pt x="54178" y="25242"/>
                </a:lnTo>
                <a:lnTo>
                  <a:pt x="54354" y="25744"/>
                </a:lnTo>
                <a:lnTo>
                  <a:pt x="54520" y="26261"/>
                </a:lnTo>
                <a:lnTo>
                  <a:pt x="54677" y="26793"/>
                </a:lnTo>
                <a:lnTo>
                  <a:pt x="54823" y="27338"/>
                </a:lnTo>
                <a:lnTo>
                  <a:pt x="54960" y="27898"/>
                </a:lnTo>
                <a:lnTo>
                  <a:pt x="55087" y="28473"/>
                </a:lnTo>
                <a:lnTo>
                  <a:pt x="55204" y="29061"/>
                </a:lnTo>
                <a:lnTo>
                  <a:pt x="55312" y="29664"/>
                </a:lnTo>
                <a:lnTo>
                  <a:pt x="74483" y="28887"/>
                </a:lnTo>
                <a:lnTo>
                  <a:pt x="74431" y="27801"/>
                </a:lnTo>
                <a:lnTo>
                  <a:pt x="74348" y="26733"/>
                </a:lnTo>
                <a:lnTo>
                  <a:pt x="74236" y="25683"/>
                </a:lnTo>
                <a:lnTo>
                  <a:pt x="74094" y="24652"/>
                </a:lnTo>
                <a:lnTo>
                  <a:pt x="73922" y="23640"/>
                </a:lnTo>
                <a:lnTo>
                  <a:pt x="73720" y="22645"/>
                </a:lnTo>
                <a:lnTo>
                  <a:pt x="73489" y="21669"/>
                </a:lnTo>
                <a:lnTo>
                  <a:pt x="73227" y="20711"/>
                </a:lnTo>
                <a:lnTo>
                  <a:pt x="72936" y="19771"/>
                </a:lnTo>
                <a:lnTo>
                  <a:pt x="72615" y="18850"/>
                </a:lnTo>
                <a:lnTo>
                  <a:pt x="72265" y="17947"/>
                </a:lnTo>
                <a:lnTo>
                  <a:pt x="71884" y="17062"/>
                </a:lnTo>
                <a:lnTo>
                  <a:pt x="71474" y="16196"/>
                </a:lnTo>
                <a:lnTo>
                  <a:pt x="71034" y="15348"/>
                </a:lnTo>
                <a:lnTo>
                  <a:pt x="70564" y="14518"/>
                </a:lnTo>
                <a:lnTo>
                  <a:pt x="70065" y="13707"/>
                </a:lnTo>
                <a:lnTo>
                  <a:pt x="69535" y="12913"/>
                </a:lnTo>
                <a:lnTo>
                  <a:pt x="68976" y="12138"/>
                </a:lnTo>
                <a:lnTo>
                  <a:pt x="68387" y="11382"/>
                </a:lnTo>
                <a:lnTo>
                  <a:pt x="67768" y="10644"/>
                </a:lnTo>
                <a:lnTo>
                  <a:pt x="67119" y="9924"/>
                </a:lnTo>
                <a:lnTo>
                  <a:pt x="66441" y="9222"/>
                </a:lnTo>
                <a:lnTo>
                  <a:pt x="65733" y="8538"/>
                </a:lnTo>
                <a:lnTo>
                  <a:pt x="64995" y="7873"/>
                </a:lnTo>
                <a:lnTo>
                  <a:pt x="64226" y="7231"/>
                </a:lnTo>
                <a:lnTo>
                  <a:pt x="63427" y="6616"/>
                </a:lnTo>
                <a:lnTo>
                  <a:pt x="62598" y="6028"/>
                </a:lnTo>
                <a:lnTo>
                  <a:pt x="61737" y="5468"/>
                </a:lnTo>
                <a:lnTo>
                  <a:pt x="60846" y="4935"/>
                </a:lnTo>
                <a:lnTo>
                  <a:pt x="59925" y="4429"/>
                </a:lnTo>
                <a:lnTo>
                  <a:pt x="58972" y="3950"/>
                </a:lnTo>
                <a:lnTo>
                  <a:pt x="57989" y="3499"/>
                </a:lnTo>
                <a:lnTo>
                  <a:pt x="56975" y="3076"/>
                </a:lnTo>
                <a:lnTo>
                  <a:pt x="55931" y="2679"/>
                </a:lnTo>
                <a:lnTo>
                  <a:pt x="54855" y="2310"/>
                </a:lnTo>
                <a:lnTo>
                  <a:pt x="53749" y="1968"/>
                </a:lnTo>
                <a:lnTo>
                  <a:pt x="52613" y="1654"/>
                </a:lnTo>
                <a:lnTo>
                  <a:pt x="51445" y="1367"/>
                </a:lnTo>
                <a:lnTo>
                  <a:pt x="50247" y="1107"/>
                </a:lnTo>
                <a:lnTo>
                  <a:pt x="49019" y="875"/>
                </a:lnTo>
                <a:lnTo>
                  <a:pt x="47759" y="670"/>
                </a:lnTo>
                <a:lnTo>
                  <a:pt x="46469" y="492"/>
                </a:lnTo>
                <a:lnTo>
                  <a:pt x="45148" y="342"/>
                </a:lnTo>
                <a:lnTo>
                  <a:pt x="43797" y="219"/>
                </a:lnTo>
                <a:lnTo>
                  <a:pt x="42414" y="123"/>
                </a:lnTo>
                <a:lnTo>
                  <a:pt x="41002" y="55"/>
                </a:lnTo>
                <a:lnTo>
                  <a:pt x="39558" y="14"/>
                </a:lnTo>
                <a:lnTo>
                  <a:pt x="38084" y="0"/>
                </a:lnTo>
                <a:lnTo>
                  <a:pt x="37177" y="6"/>
                </a:lnTo>
                <a:lnTo>
                  <a:pt x="36282" y="23"/>
                </a:lnTo>
                <a:lnTo>
                  <a:pt x="35397" y="52"/>
                </a:lnTo>
                <a:lnTo>
                  <a:pt x="34524" y="92"/>
                </a:lnTo>
                <a:lnTo>
                  <a:pt x="33662" y="144"/>
                </a:lnTo>
                <a:lnTo>
                  <a:pt x="32811" y="207"/>
                </a:lnTo>
                <a:lnTo>
                  <a:pt x="31971" y="282"/>
                </a:lnTo>
                <a:lnTo>
                  <a:pt x="31143" y="368"/>
                </a:lnTo>
                <a:lnTo>
                  <a:pt x="30325" y="466"/>
                </a:lnTo>
                <a:lnTo>
                  <a:pt x="29519" y="575"/>
                </a:lnTo>
                <a:lnTo>
                  <a:pt x="28723" y="696"/>
                </a:lnTo>
                <a:lnTo>
                  <a:pt x="27939" y="828"/>
                </a:lnTo>
                <a:lnTo>
                  <a:pt x="27166" y="972"/>
                </a:lnTo>
                <a:lnTo>
                  <a:pt x="26404" y="1127"/>
                </a:lnTo>
                <a:lnTo>
                  <a:pt x="25654" y="1293"/>
                </a:lnTo>
                <a:lnTo>
                  <a:pt x="24914" y="1472"/>
                </a:lnTo>
                <a:lnTo>
                  <a:pt x="24186" y="1661"/>
                </a:lnTo>
                <a:lnTo>
                  <a:pt x="23468" y="1863"/>
                </a:lnTo>
                <a:lnTo>
                  <a:pt x="22762" y="2075"/>
                </a:lnTo>
                <a:lnTo>
                  <a:pt x="22067" y="2299"/>
                </a:lnTo>
                <a:lnTo>
                  <a:pt x="21383" y="2535"/>
                </a:lnTo>
                <a:lnTo>
                  <a:pt x="20710" y="2782"/>
                </a:lnTo>
                <a:lnTo>
                  <a:pt x="20049" y="3041"/>
                </a:lnTo>
                <a:lnTo>
                  <a:pt x="19398" y="3311"/>
                </a:lnTo>
                <a:lnTo>
                  <a:pt x="18759" y="3592"/>
                </a:lnTo>
                <a:lnTo>
                  <a:pt x="18133" y="3884"/>
                </a:lnTo>
                <a:lnTo>
                  <a:pt x="17520" y="4186"/>
                </a:lnTo>
                <a:lnTo>
                  <a:pt x="16919" y="4498"/>
                </a:lnTo>
                <a:lnTo>
                  <a:pt x="16331" y="4821"/>
                </a:lnTo>
                <a:lnTo>
                  <a:pt x="15755" y="5155"/>
                </a:lnTo>
                <a:lnTo>
                  <a:pt x="15192" y="5499"/>
                </a:lnTo>
                <a:lnTo>
                  <a:pt x="14641" y="5853"/>
                </a:lnTo>
                <a:lnTo>
                  <a:pt x="14103" y="6218"/>
                </a:lnTo>
                <a:lnTo>
                  <a:pt x="13578" y="6593"/>
                </a:lnTo>
                <a:lnTo>
                  <a:pt x="13065" y="6979"/>
                </a:lnTo>
                <a:lnTo>
                  <a:pt x="12565" y="7375"/>
                </a:lnTo>
                <a:lnTo>
                  <a:pt x="12077" y="7782"/>
                </a:lnTo>
                <a:lnTo>
                  <a:pt x="11602" y="8200"/>
                </a:lnTo>
                <a:lnTo>
                  <a:pt x="11140" y="8627"/>
                </a:lnTo>
                <a:lnTo>
                  <a:pt x="10690" y="9066"/>
                </a:lnTo>
                <a:lnTo>
                  <a:pt x="10253" y="9514"/>
                </a:lnTo>
                <a:lnTo>
                  <a:pt x="9829" y="9974"/>
                </a:lnTo>
                <a:lnTo>
                  <a:pt x="9417" y="10444"/>
                </a:lnTo>
                <a:lnTo>
                  <a:pt x="9017" y="10924"/>
                </a:lnTo>
                <a:lnTo>
                  <a:pt x="8630" y="11414"/>
                </a:lnTo>
                <a:lnTo>
                  <a:pt x="8256" y="11916"/>
                </a:lnTo>
                <a:lnTo>
                  <a:pt x="7894" y="12427"/>
                </a:lnTo>
                <a:lnTo>
                  <a:pt x="7545" y="12950"/>
                </a:lnTo>
                <a:lnTo>
                  <a:pt x="7210" y="13478"/>
                </a:lnTo>
                <a:lnTo>
                  <a:pt x="6889" y="14011"/>
                </a:lnTo>
                <a:lnTo>
                  <a:pt x="6582" y="14546"/>
                </a:lnTo>
                <a:lnTo>
                  <a:pt x="6289" y="15085"/>
                </a:lnTo>
                <a:lnTo>
                  <a:pt x="6010" y="15627"/>
                </a:lnTo>
                <a:lnTo>
                  <a:pt x="5746" y="16172"/>
                </a:lnTo>
                <a:lnTo>
                  <a:pt x="5496" y="16720"/>
                </a:lnTo>
                <a:lnTo>
                  <a:pt x="5261" y="17272"/>
                </a:lnTo>
                <a:lnTo>
                  <a:pt x="5039" y="17827"/>
                </a:lnTo>
                <a:lnTo>
                  <a:pt x="4832" y="18385"/>
                </a:lnTo>
                <a:lnTo>
                  <a:pt x="4639" y="18947"/>
                </a:lnTo>
                <a:lnTo>
                  <a:pt x="4461" y="19512"/>
                </a:lnTo>
                <a:lnTo>
                  <a:pt x="4297" y="20080"/>
                </a:lnTo>
                <a:lnTo>
                  <a:pt x="4147" y="20651"/>
                </a:lnTo>
                <a:lnTo>
                  <a:pt x="4011" y="21226"/>
                </a:lnTo>
                <a:lnTo>
                  <a:pt x="3890" y="21804"/>
                </a:lnTo>
                <a:lnTo>
                  <a:pt x="3783" y="22385"/>
                </a:lnTo>
                <a:lnTo>
                  <a:pt x="3690" y="22969"/>
                </a:lnTo>
                <a:lnTo>
                  <a:pt x="3611" y="23557"/>
                </a:lnTo>
                <a:lnTo>
                  <a:pt x="3547" y="24148"/>
                </a:lnTo>
                <a:lnTo>
                  <a:pt x="3497" y="24742"/>
                </a:lnTo>
                <a:lnTo>
                  <a:pt x="3461" y="25340"/>
                </a:lnTo>
                <a:lnTo>
                  <a:pt x="3440" y="25941"/>
                </a:lnTo>
                <a:lnTo>
                  <a:pt x="3433" y="26545"/>
                </a:lnTo>
                <a:lnTo>
                  <a:pt x="3448" y="27480"/>
                </a:lnTo>
                <a:lnTo>
                  <a:pt x="3493" y="28403"/>
                </a:lnTo>
                <a:lnTo>
                  <a:pt x="3569" y="29314"/>
                </a:lnTo>
                <a:lnTo>
                  <a:pt x="3676" y="30213"/>
                </a:lnTo>
                <a:lnTo>
                  <a:pt x="3812" y="31100"/>
                </a:lnTo>
                <a:lnTo>
                  <a:pt x="3979" y="31976"/>
                </a:lnTo>
                <a:lnTo>
                  <a:pt x="4177" y="32839"/>
                </a:lnTo>
                <a:lnTo>
                  <a:pt x="4404" y="33691"/>
                </a:lnTo>
                <a:lnTo>
                  <a:pt x="4662" y="34530"/>
                </a:lnTo>
                <a:lnTo>
                  <a:pt x="4951" y="35358"/>
                </a:lnTo>
                <a:lnTo>
                  <a:pt x="5269" y="36173"/>
                </a:lnTo>
                <a:lnTo>
                  <a:pt x="5619" y="36977"/>
                </a:lnTo>
                <a:lnTo>
                  <a:pt x="5998" y="37769"/>
                </a:lnTo>
                <a:lnTo>
                  <a:pt x="6408" y="38548"/>
                </a:lnTo>
                <a:lnTo>
                  <a:pt x="6848" y="39316"/>
                </a:lnTo>
                <a:lnTo>
                  <a:pt x="7319" y="40072"/>
                </a:lnTo>
                <a:lnTo>
                  <a:pt x="7820" y="40816"/>
                </a:lnTo>
                <a:lnTo>
                  <a:pt x="8351" y="41548"/>
                </a:lnTo>
                <a:lnTo>
                  <a:pt x="8913" y="42268"/>
                </a:lnTo>
                <a:lnTo>
                  <a:pt x="9505" y="42977"/>
                </a:lnTo>
                <a:lnTo>
                  <a:pt x="10127" y="43673"/>
                </a:lnTo>
                <a:lnTo>
                  <a:pt x="10780" y="44357"/>
                </a:lnTo>
                <a:lnTo>
                  <a:pt x="11463" y="45029"/>
                </a:lnTo>
                <a:lnTo>
                  <a:pt x="12176" y="45690"/>
                </a:lnTo>
                <a:lnTo>
                  <a:pt x="12710" y="46152"/>
                </a:lnTo>
                <a:lnTo>
                  <a:pt x="13277" y="46608"/>
                </a:lnTo>
                <a:lnTo>
                  <a:pt x="13875" y="47058"/>
                </a:lnTo>
                <a:lnTo>
                  <a:pt x="14504" y="47502"/>
                </a:lnTo>
                <a:lnTo>
                  <a:pt x="15166" y="47940"/>
                </a:lnTo>
                <a:lnTo>
                  <a:pt x="15860" y="48371"/>
                </a:lnTo>
                <a:lnTo>
                  <a:pt x="16586" y="48797"/>
                </a:lnTo>
                <a:lnTo>
                  <a:pt x="17343" y="49216"/>
                </a:lnTo>
                <a:lnTo>
                  <a:pt x="18133" y="49630"/>
                </a:lnTo>
                <a:lnTo>
                  <a:pt x="18955" y="50037"/>
                </a:lnTo>
                <a:lnTo>
                  <a:pt x="19808" y="50439"/>
                </a:lnTo>
                <a:lnTo>
                  <a:pt x="20693" y="50834"/>
                </a:lnTo>
                <a:lnTo>
                  <a:pt x="21611" y="51223"/>
                </a:lnTo>
                <a:lnTo>
                  <a:pt x="22560" y="51606"/>
                </a:lnTo>
                <a:lnTo>
                  <a:pt x="23541" y="51983"/>
                </a:lnTo>
                <a:lnTo>
                  <a:pt x="24554" y="52354"/>
                </a:lnTo>
                <a:lnTo>
                  <a:pt x="25599" y="52718"/>
                </a:lnTo>
                <a:lnTo>
                  <a:pt x="26676" y="53077"/>
                </a:lnTo>
                <a:lnTo>
                  <a:pt x="27785" y="53430"/>
                </a:lnTo>
                <a:lnTo>
                  <a:pt x="28926" y="53776"/>
                </a:lnTo>
                <a:lnTo>
                  <a:pt x="30099" y="54117"/>
                </a:lnTo>
                <a:lnTo>
                  <a:pt x="31304" y="54451"/>
                </a:lnTo>
                <a:lnTo>
                  <a:pt x="32540" y="54779"/>
                </a:lnTo>
                <a:lnTo>
                  <a:pt x="33809" y="55101"/>
                </a:lnTo>
                <a:lnTo>
                  <a:pt x="34792" y="55347"/>
                </a:lnTo>
                <a:lnTo>
                  <a:pt x="35746" y="55586"/>
                </a:lnTo>
                <a:lnTo>
                  <a:pt x="36670" y="55819"/>
                </a:lnTo>
                <a:lnTo>
                  <a:pt x="37564" y="56046"/>
                </a:lnTo>
                <a:lnTo>
                  <a:pt x="38428" y="56266"/>
                </a:lnTo>
                <a:lnTo>
                  <a:pt x="39262" y="56480"/>
                </a:lnTo>
                <a:lnTo>
                  <a:pt x="40066" y="56688"/>
                </a:lnTo>
                <a:lnTo>
                  <a:pt x="40840" y="56890"/>
                </a:lnTo>
                <a:lnTo>
                  <a:pt x="41584" y="57085"/>
                </a:lnTo>
                <a:lnTo>
                  <a:pt x="42298" y="57274"/>
                </a:lnTo>
                <a:lnTo>
                  <a:pt x="42983" y="57456"/>
                </a:lnTo>
                <a:lnTo>
                  <a:pt x="43637" y="57632"/>
                </a:lnTo>
                <a:lnTo>
                  <a:pt x="44262" y="57802"/>
                </a:lnTo>
                <a:lnTo>
                  <a:pt x="44857" y="57966"/>
                </a:lnTo>
                <a:lnTo>
                  <a:pt x="45422" y="58123"/>
                </a:lnTo>
                <a:lnTo>
                  <a:pt x="45956" y="58274"/>
                </a:lnTo>
                <a:lnTo>
                  <a:pt x="46461" y="58419"/>
                </a:lnTo>
                <a:lnTo>
                  <a:pt x="46937" y="58557"/>
                </a:lnTo>
                <a:lnTo>
                  <a:pt x="47382" y="58689"/>
                </a:lnTo>
                <a:lnTo>
                  <a:pt x="47797" y="58815"/>
                </a:lnTo>
                <a:lnTo>
                  <a:pt x="48182" y="58934"/>
                </a:lnTo>
                <a:lnTo>
                  <a:pt x="48538" y="59047"/>
                </a:lnTo>
                <a:lnTo>
                  <a:pt x="48863" y="59154"/>
                </a:lnTo>
                <a:lnTo>
                  <a:pt x="49159" y="59255"/>
                </a:lnTo>
                <a:lnTo>
                  <a:pt x="49564" y="59402"/>
                </a:lnTo>
                <a:lnTo>
                  <a:pt x="49959" y="59551"/>
                </a:lnTo>
                <a:lnTo>
                  <a:pt x="50343" y="59703"/>
                </a:lnTo>
                <a:lnTo>
                  <a:pt x="50718" y="59857"/>
                </a:lnTo>
                <a:lnTo>
                  <a:pt x="51082" y="60013"/>
                </a:lnTo>
                <a:lnTo>
                  <a:pt x="51436" y="60171"/>
                </a:lnTo>
                <a:lnTo>
                  <a:pt x="51780" y="60331"/>
                </a:lnTo>
                <a:lnTo>
                  <a:pt x="52113" y="60493"/>
                </a:lnTo>
                <a:lnTo>
                  <a:pt x="52436" y="60658"/>
                </a:lnTo>
                <a:lnTo>
                  <a:pt x="52749" y="60824"/>
                </a:lnTo>
                <a:lnTo>
                  <a:pt x="53052" y="60993"/>
                </a:lnTo>
                <a:lnTo>
                  <a:pt x="53345" y="61164"/>
                </a:lnTo>
                <a:lnTo>
                  <a:pt x="53627" y="61337"/>
                </a:lnTo>
                <a:lnTo>
                  <a:pt x="53899" y="61512"/>
                </a:lnTo>
                <a:lnTo>
                  <a:pt x="54161" y="61689"/>
                </a:lnTo>
                <a:lnTo>
                  <a:pt x="54412" y="61869"/>
                </a:lnTo>
                <a:lnTo>
                  <a:pt x="54654" y="62050"/>
                </a:lnTo>
                <a:lnTo>
                  <a:pt x="54885" y="62234"/>
                </a:lnTo>
                <a:lnTo>
                  <a:pt x="55106" y="62420"/>
                </a:lnTo>
                <a:lnTo>
                  <a:pt x="55316" y="62608"/>
                </a:lnTo>
                <a:lnTo>
                  <a:pt x="55517" y="62798"/>
                </a:lnTo>
                <a:lnTo>
                  <a:pt x="55707" y="62990"/>
                </a:lnTo>
                <a:lnTo>
                  <a:pt x="55887" y="63185"/>
                </a:lnTo>
                <a:lnTo>
                  <a:pt x="56057" y="63382"/>
                </a:lnTo>
                <a:lnTo>
                  <a:pt x="56218" y="63581"/>
                </a:lnTo>
                <a:lnTo>
                  <a:pt x="56372" y="63784"/>
                </a:lnTo>
                <a:lnTo>
                  <a:pt x="56520" y="63990"/>
                </a:lnTo>
                <a:lnTo>
                  <a:pt x="56660" y="64200"/>
                </a:lnTo>
                <a:lnTo>
                  <a:pt x="56794" y="64413"/>
                </a:lnTo>
                <a:lnTo>
                  <a:pt x="56921" y="64630"/>
                </a:lnTo>
                <a:lnTo>
                  <a:pt x="57041" y="64850"/>
                </a:lnTo>
                <a:lnTo>
                  <a:pt x="57154" y="65074"/>
                </a:lnTo>
                <a:lnTo>
                  <a:pt x="57260" y="65301"/>
                </a:lnTo>
                <a:lnTo>
                  <a:pt x="57360" y="65532"/>
                </a:lnTo>
                <a:lnTo>
                  <a:pt x="57453" y="65766"/>
                </a:lnTo>
                <a:lnTo>
                  <a:pt x="57538" y="66004"/>
                </a:lnTo>
                <a:lnTo>
                  <a:pt x="57617" y="66245"/>
                </a:lnTo>
                <a:lnTo>
                  <a:pt x="57689" y="66490"/>
                </a:lnTo>
                <a:lnTo>
                  <a:pt x="57754" y="66738"/>
                </a:lnTo>
                <a:lnTo>
                  <a:pt x="57813" y="66990"/>
                </a:lnTo>
                <a:lnTo>
                  <a:pt x="57864" y="67245"/>
                </a:lnTo>
                <a:lnTo>
                  <a:pt x="57909" y="67504"/>
                </a:lnTo>
                <a:lnTo>
                  <a:pt x="57946" y="67766"/>
                </a:lnTo>
                <a:lnTo>
                  <a:pt x="57977" y="68032"/>
                </a:lnTo>
                <a:lnTo>
                  <a:pt x="58001" y="68301"/>
                </a:lnTo>
                <a:lnTo>
                  <a:pt x="58018" y="68574"/>
                </a:lnTo>
                <a:lnTo>
                  <a:pt x="58029" y="68850"/>
                </a:lnTo>
                <a:lnTo>
                  <a:pt x="58032" y="69130"/>
                </a:lnTo>
                <a:lnTo>
                  <a:pt x="58024" y="69566"/>
                </a:lnTo>
                <a:lnTo>
                  <a:pt x="58000" y="69998"/>
                </a:lnTo>
                <a:lnTo>
                  <a:pt x="57959" y="70425"/>
                </a:lnTo>
                <a:lnTo>
                  <a:pt x="57902" y="70847"/>
                </a:lnTo>
                <a:lnTo>
                  <a:pt x="57828" y="71265"/>
                </a:lnTo>
                <a:lnTo>
                  <a:pt x="57739" y="71679"/>
                </a:lnTo>
                <a:lnTo>
                  <a:pt x="57633" y="72087"/>
                </a:lnTo>
                <a:lnTo>
                  <a:pt x="57510" y="72491"/>
                </a:lnTo>
                <a:lnTo>
                  <a:pt x="57372" y="72890"/>
                </a:lnTo>
                <a:lnTo>
                  <a:pt x="57217" y="73285"/>
                </a:lnTo>
                <a:lnTo>
                  <a:pt x="57046" y="73675"/>
                </a:lnTo>
                <a:lnTo>
                  <a:pt x="56858" y="74061"/>
                </a:lnTo>
                <a:lnTo>
                  <a:pt x="56654" y="74441"/>
                </a:lnTo>
                <a:lnTo>
                  <a:pt x="56434" y="74818"/>
                </a:lnTo>
                <a:lnTo>
                  <a:pt x="56198" y="75189"/>
                </a:lnTo>
                <a:lnTo>
                  <a:pt x="55945" y="75556"/>
                </a:lnTo>
                <a:lnTo>
                  <a:pt x="55676" y="75918"/>
                </a:lnTo>
                <a:lnTo>
                  <a:pt x="55391" y="76276"/>
                </a:lnTo>
                <a:lnTo>
                  <a:pt x="55089" y="76629"/>
                </a:lnTo>
                <a:lnTo>
                  <a:pt x="54771" y="76977"/>
                </a:lnTo>
                <a:lnTo>
                  <a:pt x="54437" y="77321"/>
                </a:lnTo>
                <a:lnTo>
                  <a:pt x="54086" y="77660"/>
                </a:lnTo>
                <a:lnTo>
                  <a:pt x="53720" y="77995"/>
                </a:lnTo>
                <a:lnTo>
                  <a:pt x="53336" y="78325"/>
                </a:lnTo>
                <a:lnTo>
                  <a:pt x="52937" y="78645"/>
                </a:lnTo>
                <a:lnTo>
                  <a:pt x="52522" y="78953"/>
                </a:lnTo>
                <a:lnTo>
                  <a:pt x="52091" y="79246"/>
                </a:lnTo>
                <a:lnTo>
                  <a:pt x="51644" y="79526"/>
                </a:lnTo>
                <a:lnTo>
                  <a:pt x="51182" y="79792"/>
                </a:lnTo>
                <a:lnTo>
                  <a:pt x="50703" y="80044"/>
                </a:lnTo>
                <a:lnTo>
                  <a:pt x="50209" y="80283"/>
                </a:lnTo>
                <a:lnTo>
                  <a:pt x="49699" y="80508"/>
                </a:lnTo>
                <a:lnTo>
                  <a:pt x="49173" y="80720"/>
                </a:lnTo>
                <a:lnTo>
                  <a:pt x="48631" y="80918"/>
                </a:lnTo>
                <a:lnTo>
                  <a:pt x="48073" y="81102"/>
                </a:lnTo>
                <a:lnTo>
                  <a:pt x="47499" y="81273"/>
                </a:lnTo>
                <a:lnTo>
                  <a:pt x="46910" y="81430"/>
                </a:lnTo>
                <a:lnTo>
                  <a:pt x="46304" y="81573"/>
                </a:lnTo>
                <a:lnTo>
                  <a:pt x="45683" y="81703"/>
                </a:lnTo>
                <a:lnTo>
                  <a:pt x="45046" y="81819"/>
                </a:lnTo>
                <a:lnTo>
                  <a:pt x="44393" y="81921"/>
                </a:lnTo>
                <a:lnTo>
                  <a:pt x="43724" y="82010"/>
                </a:lnTo>
                <a:lnTo>
                  <a:pt x="43040" y="82085"/>
                </a:lnTo>
                <a:lnTo>
                  <a:pt x="42339" y="82146"/>
                </a:lnTo>
                <a:lnTo>
                  <a:pt x="41623" y="82194"/>
                </a:lnTo>
                <a:lnTo>
                  <a:pt x="40891" y="82228"/>
                </a:lnTo>
                <a:lnTo>
                  <a:pt x="40143" y="82249"/>
                </a:lnTo>
                <a:lnTo>
                  <a:pt x="39379" y="82255"/>
                </a:lnTo>
                <a:lnTo>
                  <a:pt x="38657" y="82248"/>
                </a:lnTo>
                <a:lnTo>
                  <a:pt x="37947" y="82225"/>
                </a:lnTo>
                <a:lnTo>
                  <a:pt x="37249" y="82186"/>
                </a:lnTo>
                <a:lnTo>
                  <a:pt x="36564" y="82133"/>
                </a:lnTo>
                <a:lnTo>
                  <a:pt x="35892" y="82064"/>
                </a:lnTo>
                <a:lnTo>
                  <a:pt x="35232" y="81979"/>
                </a:lnTo>
                <a:lnTo>
                  <a:pt x="34584" y="81879"/>
                </a:lnTo>
                <a:lnTo>
                  <a:pt x="33949" y="81764"/>
                </a:lnTo>
                <a:lnTo>
                  <a:pt x="33327" y="81634"/>
                </a:lnTo>
                <a:lnTo>
                  <a:pt x="32717" y="81488"/>
                </a:lnTo>
                <a:lnTo>
                  <a:pt x="32119" y="81327"/>
                </a:lnTo>
                <a:lnTo>
                  <a:pt x="31534" y="81151"/>
                </a:lnTo>
                <a:lnTo>
                  <a:pt x="30961" y="80959"/>
                </a:lnTo>
                <a:lnTo>
                  <a:pt x="30401" y="80752"/>
                </a:lnTo>
                <a:lnTo>
                  <a:pt x="29853" y="80529"/>
                </a:lnTo>
                <a:lnTo>
                  <a:pt x="29318" y="80292"/>
                </a:lnTo>
                <a:lnTo>
                  <a:pt x="28796" y="80038"/>
                </a:lnTo>
                <a:lnTo>
                  <a:pt x="28285" y="79770"/>
                </a:lnTo>
                <a:lnTo>
                  <a:pt x="27788" y="79486"/>
                </a:lnTo>
                <a:lnTo>
                  <a:pt x="27302" y="79187"/>
                </a:lnTo>
                <a:lnTo>
                  <a:pt x="26830" y="78873"/>
                </a:lnTo>
                <a:lnTo>
                  <a:pt x="26369" y="78543"/>
                </a:lnTo>
                <a:lnTo>
                  <a:pt x="25922" y="78197"/>
                </a:lnTo>
                <a:lnTo>
                  <a:pt x="25486" y="77837"/>
                </a:lnTo>
                <a:lnTo>
                  <a:pt x="25063" y="77460"/>
                </a:lnTo>
                <a:lnTo>
                  <a:pt x="24652" y="77065"/>
                </a:lnTo>
                <a:lnTo>
                  <a:pt x="24253" y="76654"/>
                </a:lnTo>
                <a:lnTo>
                  <a:pt x="23866" y="76224"/>
                </a:lnTo>
                <a:lnTo>
                  <a:pt x="23491" y="75778"/>
                </a:lnTo>
                <a:lnTo>
                  <a:pt x="23128" y="75314"/>
                </a:lnTo>
                <a:lnTo>
                  <a:pt x="22777" y="74833"/>
                </a:lnTo>
                <a:lnTo>
                  <a:pt x="22439" y="74334"/>
                </a:lnTo>
                <a:lnTo>
                  <a:pt x="22112" y="73818"/>
                </a:lnTo>
                <a:lnTo>
                  <a:pt x="21797" y="73284"/>
                </a:lnTo>
                <a:lnTo>
                  <a:pt x="21494" y="72733"/>
                </a:lnTo>
                <a:lnTo>
                  <a:pt x="21203" y="72165"/>
                </a:lnTo>
                <a:lnTo>
                  <a:pt x="20925" y="71580"/>
                </a:lnTo>
                <a:lnTo>
                  <a:pt x="20658" y="70977"/>
                </a:lnTo>
                <a:lnTo>
                  <a:pt x="20403" y="70356"/>
                </a:lnTo>
                <a:lnTo>
                  <a:pt x="20161" y="69718"/>
                </a:lnTo>
                <a:lnTo>
                  <a:pt x="19930" y="69063"/>
                </a:lnTo>
                <a:lnTo>
                  <a:pt x="19712" y="68391"/>
                </a:lnTo>
                <a:lnTo>
                  <a:pt x="19505" y="67701"/>
                </a:lnTo>
                <a:lnTo>
                  <a:pt x="19311" y="66994"/>
                </a:lnTo>
                <a:lnTo>
                  <a:pt x="19128" y="66269"/>
                </a:lnTo>
                <a:lnTo>
                  <a:pt x="18958" y="65527"/>
                </a:lnTo>
                <a:lnTo>
                  <a:pt x="18800" y="64768"/>
                </a:lnTo>
                <a:lnTo>
                  <a:pt x="18653" y="63991"/>
                </a:lnTo>
                <a:lnTo>
                  <a:pt x="0" y="65804"/>
                </a:lnTo>
                <a:lnTo>
                  <a:pt x="170" y="67121"/>
                </a:lnTo>
                <a:lnTo>
                  <a:pt x="367" y="68412"/>
                </a:lnTo>
                <a:lnTo>
                  <a:pt x="591" y="69676"/>
                </a:lnTo>
                <a:lnTo>
                  <a:pt x="842" y="70914"/>
                </a:lnTo>
                <a:lnTo>
                  <a:pt x="1120" y="72125"/>
                </a:lnTo>
                <a:close/>
                <a:moveTo>
                  <a:pt x="325387" y="76245"/>
                </a:moveTo>
                <a:lnTo>
                  <a:pt x="325636" y="77158"/>
                </a:lnTo>
                <a:lnTo>
                  <a:pt x="325910" y="78056"/>
                </a:lnTo>
                <a:lnTo>
                  <a:pt x="326209" y="78938"/>
                </a:lnTo>
                <a:lnTo>
                  <a:pt x="326533" y="79803"/>
                </a:lnTo>
                <a:lnTo>
                  <a:pt x="326881" y="80653"/>
                </a:lnTo>
                <a:lnTo>
                  <a:pt x="327254" y="81487"/>
                </a:lnTo>
                <a:lnTo>
                  <a:pt x="327652" y="82305"/>
                </a:lnTo>
                <a:lnTo>
                  <a:pt x="328074" y="83108"/>
                </a:lnTo>
                <a:lnTo>
                  <a:pt x="328522" y="83894"/>
                </a:lnTo>
                <a:lnTo>
                  <a:pt x="328994" y="84665"/>
                </a:lnTo>
                <a:lnTo>
                  <a:pt x="329491" y="85419"/>
                </a:lnTo>
                <a:lnTo>
                  <a:pt x="330012" y="86158"/>
                </a:lnTo>
                <a:lnTo>
                  <a:pt x="330558" y="86881"/>
                </a:lnTo>
                <a:lnTo>
                  <a:pt x="331129" y="87587"/>
                </a:lnTo>
                <a:lnTo>
                  <a:pt x="331725" y="88278"/>
                </a:lnTo>
                <a:lnTo>
                  <a:pt x="332345" y="88954"/>
                </a:lnTo>
                <a:lnTo>
                  <a:pt x="332991" y="89613"/>
                </a:lnTo>
                <a:lnTo>
                  <a:pt x="333661" y="90256"/>
                </a:lnTo>
                <a:lnTo>
                  <a:pt x="334355" y="90884"/>
                </a:lnTo>
                <a:lnTo>
                  <a:pt x="335070" y="91490"/>
                </a:lnTo>
                <a:lnTo>
                  <a:pt x="335800" y="92071"/>
                </a:lnTo>
                <a:lnTo>
                  <a:pt x="336545" y="92626"/>
                </a:lnTo>
                <a:lnTo>
                  <a:pt x="337306" y="93155"/>
                </a:lnTo>
                <a:lnTo>
                  <a:pt x="338082" y="93659"/>
                </a:lnTo>
                <a:lnTo>
                  <a:pt x="338873" y="94136"/>
                </a:lnTo>
                <a:lnTo>
                  <a:pt x="339679" y="94588"/>
                </a:lnTo>
                <a:lnTo>
                  <a:pt x="340501" y="95014"/>
                </a:lnTo>
                <a:lnTo>
                  <a:pt x="341338" y="95414"/>
                </a:lnTo>
                <a:lnTo>
                  <a:pt x="342190" y="95788"/>
                </a:lnTo>
                <a:lnTo>
                  <a:pt x="343058" y="96137"/>
                </a:lnTo>
                <a:lnTo>
                  <a:pt x="343941" y="96459"/>
                </a:lnTo>
                <a:lnTo>
                  <a:pt x="344839" y="96756"/>
                </a:lnTo>
                <a:lnTo>
                  <a:pt x="345753" y="97027"/>
                </a:lnTo>
                <a:lnTo>
                  <a:pt x="346681" y="97272"/>
                </a:lnTo>
                <a:lnTo>
                  <a:pt x="347626" y="97492"/>
                </a:lnTo>
                <a:lnTo>
                  <a:pt x="348585" y="97685"/>
                </a:lnTo>
                <a:lnTo>
                  <a:pt x="349560" y="97853"/>
                </a:lnTo>
                <a:lnTo>
                  <a:pt x="350550" y="97995"/>
                </a:lnTo>
                <a:lnTo>
                  <a:pt x="351555" y="98111"/>
                </a:lnTo>
                <a:lnTo>
                  <a:pt x="352575" y="98202"/>
                </a:lnTo>
                <a:lnTo>
                  <a:pt x="353611" y="98266"/>
                </a:lnTo>
                <a:lnTo>
                  <a:pt x="354662" y="98305"/>
                </a:lnTo>
                <a:lnTo>
                  <a:pt x="355729" y="98318"/>
                </a:lnTo>
                <a:lnTo>
                  <a:pt x="356854" y="98303"/>
                </a:lnTo>
                <a:lnTo>
                  <a:pt x="357965" y="98257"/>
                </a:lnTo>
                <a:lnTo>
                  <a:pt x="359059" y="98180"/>
                </a:lnTo>
                <a:lnTo>
                  <a:pt x="360138" y="98073"/>
                </a:lnTo>
                <a:lnTo>
                  <a:pt x="361202" y="97936"/>
                </a:lnTo>
                <a:lnTo>
                  <a:pt x="362250" y="97767"/>
                </a:lnTo>
                <a:lnTo>
                  <a:pt x="363283" y="97568"/>
                </a:lnTo>
                <a:lnTo>
                  <a:pt x="364300" y="97339"/>
                </a:lnTo>
                <a:lnTo>
                  <a:pt x="365301" y="97079"/>
                </a:lnTo>
                <a:lnTo>
                  <a:pt x="366287" y="96789"/>
                </a:lnTo>
                <a:lnTo>
                  <a:pt x="367258" y="96467"/>
                </a:lnTo>
                <a:lnTo>
                  <a:pt x="368213" y="96116"/>
                </a:lnTo>
                <a:lnTo>
                  <a:pt x="369152" y="95733"/>
                </a:lnTo>
                <a:lnTo>
                  <a:pt x="370076" y="95320"/>
                </a:lnTo>
                <a:lnTo>
                  <a:pt x="370985" y="94877"/>
                </a:lnTo>
                <a:lnTo>
                  <a:pt x="371878" y="94403"/>
                </a:lnTo>
                <a:lnTo>
                  <a:pt x="372755" y="93898"/>
                </a:lnTo>
                <a:lnTo>
                  <a:pt x="373617" y="93363"/>
                </a:lnTo>
                <a:lnTo>
                  <a:pt x="374463" y="92797"/>
                </a:lnTo>
                <a:lnTo>
                  <a:pt x="375294" y="92201"/>
                </a:lnTo>
                <a:lnTo>
                  <a:pt x="376109" y="91574"/>
                </a:lnTo>
                <a:lnTo>
                  <a:pt x="376909" y="90916"/>
                </a:lnTo>
                <a:lnTo>
                  <a:pt x="377694" y="90228"/>
                </a:lnTo>
                <a:lnTo>
                  <a:pt x="378462" y="89509"/>
                </a:lnTo>
                <a:lnTo>
                  <a:pt x="379207" y="88769"/>
                </a:lnTo>
                <a:lnTo>
                  <a:pt x="379921" y="88016"/>
                </a:lnTo>
                <a:lnTo>
                  <a:pt x="380603" y="87250"/>
                </a:lnTo>
                <a:lnTo>
                  <a:pt x="381253" y="86471"/>
                </a:lnTo>
                <a:lnTo>
                  <a:pt x="381871" y="85679"/>
                </a:lnTo>
                <a:lnTo>
                  <a:pt x="382458" y="84875"/>
                </a:lnTo>
                <a:lnTo>
                  <a:pt x="383013" y="84057"/>
                </a:lnTo>
                <a:lnTo>
                  <a:pt x="383536" y="83227"/>
                </a:lnTo>
                <a:lnTo>
                  <a:pt x="384027" y="82384"/>
                </a:lnTo>
                <a:lnTo>
                  <a:pt x="384487" y="81528"/>
                </a:lnTo>
                <a:lnTo>
                  <a:pt x="384915" y="80660"/>
                </a:lnTo>
                <a:lnTo>
                  <a:pt x="385312" y="79778"/>
                </a:lnTo>
                <a:lnTo>
                  <a:pt x="385676" y="78884"/>
                </a:lnTo>
                <a:lnTo>
                  <a:pt x="386009" y="77977"/>
                </a:lnTo>
                <a:lnTo>
                  <a:pt x="386310" y="77058"/>
                </a:lnTo>
                <a:lnTo>
                  <a:pt x="386580" y="76125"/>
                </a:lnTo>
                <a:lnTo>
                  <a:pt x="386818" y="75179"/>
                </a:lnTo>
                <a:lnTo>
                  <a:pt x="387024" y="74221"/>
                </a:lnTo>
                <a:lnTo>
                  <a:pt x="387198" y="73250"/>
                </a:lnTo>
                <a:lnTo>
                  <a:pt x="387341" y="72266"/>
                </a:lnTo>
                <a:lnTo>
                  <a:pt x="387452" y="71270"/>
                </a:lnTo>
                <a:lnTo>
                  <a:pt x="387531" y="70260"/>
                </a:lnTo>
                <a:lnTo>
                  <a:pt x="387579" y="69238"/>
                </a:lnTo>
                <a:lnTo>
                  <a:pt x="387595" y="68203"/>
                </a:lnTo>
                <a:lnTo>
                  <a:pt x="387586" y="67489"/>
                </a:lnTo>
                <a:lnTo>
                  <a:pt x="387561" y="66785"/>
                </a:lnTo>
                <a:lnTo>
                  <a:pt x="387518" y="66089"/>
                </a:lnTo>
                <a:lnTo>
                  <a:pt x="387459" y="65402"/>
                </a:lnTo>
                <a:lnTo>
                  <a:pt x="387382" y="64723"/>
                </a:lnTo>
                <a:lnTo>
                  <a:pt x="387289" y="64054"/>
                </a:lnTo>
                <a:lnTo>
                  <a:pt x="387179" y="63393"/>
                </a:lnTo>
                <a:lnTo>
                  <a:pt x="387051" y="62741"/>
                </a:lnTo>
                <a:lnTo>
                  <a:pt x="386907" y="62097"/>
                </a:lnTo>
                <a:lnTo>
                  <a:pt x="386746" y="61463"/>
                </a:lnTo>
                <a:lnTo>
                  <a:pt x="386567" y="60837"/>
                </a:lnTo>
                <a:lnTo>
                  <a:pt x="386372" y="60220"/>
                </a:lnTo>
                <a:lnTo>
                  <a:pt x="386160" y="59612"/>
                </a:lnTo>
                <a:lnTo>
                  <a:pt x="385931" y="59012"/>
                </a:lnTo>
                <a:lnTo>
                  <a:pt x="385684" y="58422"/>
                </a:lnTo>
                <a:lnTo>
                  <a:pt x="385421" y="57840"/>
                </a:lnTo>
                <a:lnTo>
                  <a:pt x="385141" y="57267"/>
                </a:lnTo>
                <a:lnTo>
                  <a:pt x="384844" y="56702"/>
                </a:lnTo>
                <a:lnTo>
                  <a:pt x="384530" y="56147"/>
                </a:lnTo>
                <a:lnTo>
                  <a:pt x="384199" y="55600"/>
                </a:lnTo>
                <a:lnTo>
                  <a:pt x="383851" y="55062"/>
                </a:lnTo>
                <a:lnTo>
                  <a:pt x="383486" y="54533"/>
                </a:lnTo>
                <a:lnTo>
                  <a:pt x="383104" y="54012"/>
                </a:lnTo>
                <a:lnTo>
                  <a:pt x="382705" y="53500"/>
                </a:lnTo>
                <a:lnTo>
                  <a:pt x="382291" y="53001"/>
                </a:lnTo>
                <a:lnTo>
                  <a:pt x="381867" y="52516"/>
                </a:lnTo>
                <a:lnTo>
                  <a:pt x="381431" y="52046"/>
                </a:lnTo>
                <a:lnTo>
                  <a:pt x="380984" y="51592"/>
                </a:lnTo>
                <a:lnTo>
                  <a:pt x="380525" y="51152"/>
                </a:lnTo>
                <a:lnTo>
                  <a:pt x="380055" y="50728"/>
                </a:lnTo>
                <a:lnTo>
                  <a:pt x="379574" y="50318"/>
                </a:lnTo>
                <a:lnTo>
                  <a:pt x="379081" y="49924"/>
                </a:lnTo>
                <a:lnTo>
                  <a:pt x="378577" y="49544"/>
                </a:lnTo>
                <a:lnTo>
                  <a:pt x="378062" y="49180"/>
                </a:lnTo>
                <a:lnTo>
                  <a:pt x="377535" y="48831"/>
                </a:lnTo>
                <a:lnTo>
                  <a:pt x="376997" y="48497"/>
                </a:lnTo>
                <a:lnTo>
                  <a:pt x="376447" y="48178"/>
                </a:lnTo>
                <a:lnTo>
                  <a:pt x="375887" y="47874"/>
                </a:lnTo>
                <a:lnTo>
                  <a:pt x="375314" y="47585"/>
                </a:lnTo>
                <a:lnTo>
                  <a:pt x="374731" y="47311"/>
                </a:lnTo>
                <a:lnTo>
                  <a:pt x="374136" y="47053"/>
                </a:lnTo>
                <a:lnTo>
                  <a:pt x="373530" y="46809"/>
                </a:lnTo>
                <a:lnTo>
                  <a:pt x="372912" y="46580"/>
                </a:lnTo>
                <a:lnTo>
                  <a:pt x="372283" y="46367"/>
                </a:lnTo>
                <a:lnTo>
                  <a:pt x="371643" y="46168"/>
                </a:lnTo>
                <a:lnTo>
                  <a:pt x="370991" y="45985"/>
                </a:lnTo>
                <a:lnTo>
                  <a:pt x="370328" y="45817"/>
                </a:lnTo>
                <a:lnTo>
                  <a:pt x="369654" y="45663"/>
                </a:lnTo>
                <a:lnTo>
                  <a:pt x="370769" y="45033"/>
                </a:lnTo>
                <a:lnTo>
                  <a:pt x="371837" y="44385"/>
                </a:lnTo>
                <a:lnTo>
                  <a:pt x="372857" y="43719"/>
                </a:lnTo>
                <a:lnTo>
                  <a:pt x="373830" y="43036"/>
                </a:lnTo>
                <a:lnTo>
                  <a:pt x="374755" y="42335"/>
                </a:lnTo>
                <a:lnTo>
                  <a:pt x="375633" y="41617"/>
                </a:lnTo>
                <a:lnTo>
                  <a:pt x="376463" y="40881"/>
                </a:lnTo>
                <a:lnTo>
                  <a:pt x="377246" y="40128"/>
                </a:lnTo>
                <a:lnTo>
                  <a:pt x="377982" y="39357"/>
                </a:lnTo>
                <a:lnTo>
                  <a:pt x="378670" y="38568"/>
                </a:lnTo>
                <a:lnTo>
                  <a:pt x="379310" y="37762"/>
                </a:lnTo>
                <a:lnTo>
                  <a:pt x="379903" y="36939"/>
                </a:lnTo>
                <a:lnTo>
                  <a:pt x="380449" y="36097"/>
                </a:lnTo>
                <a:lnTo>
                  <a:pt x="380947" y="35238"/>
                </a:lnTo>
                <a:lnTo>
                  <a:pt x="381398" y="34362"/>
                </a:lnTo>
                <a:lnTo>
                  <a:pt x="381801" y="33468"/>
                </a:lnTo>
                <a:lnTo>
                  <a:pt x="382157" y="32557"/>
                </a:lnTo>
                <a:lnTo>
                  <a:pt x="382466" y="31628"/>
                </a:lnTo>
                <a:lnTo>
                  <a:pt x="382727" y="30681"/>
                </a:lnTo>
                <a:lnTo>
                  <a:pt x="382940" y="29717"/>
                </a:lnTo>
                <a:lnTo>
                  <a:pt x="383106" y="28735"/>
                </a:lnTo>
                <a:lnTo>
                  <a:pt x="383225" y="27736"/>
                </a:lnTo>
                <a:lnTo>
                  <a:pt x="383296" y="26719"/>
                </a:lnTo>
                <a:lnTo>
                  <a:pt x="383320" y="25685"/>
                </a:lnTo>
                <a:lnTo>
                  <a:pt x="383308" y="24953"/>
                </a:lnTo>
                <a:lnTo>
                  <a:pt x="383274" y="24227"/>
                </a:lnTo>
                <a:lnTo>
                  <a:pt x="383216" y="23508"/>
                </a:lnTo>
                <a:lnTo>
                  <a:pt x="383135" y="22795"/>
                </a:lnTo>
                <a:lnTo>
                  <a:pt x="383030" y="22088"/>
                </a:lnTo>
                <a:lnTo>
                  <a:pt x="382903" y="21388"/>
                </a:lnTo>
                <a:lnTo>
                  <a:pt x="382752" y="20693"/>
                </a:lnTo>
                <a:lnTo>
                  <a:pt x="382579" y="20006"/>
                </a:lnTo>
                <a:lnTo>
                  <a:pt x="382382" y="19324"/>
                </a:lnTo>
                <a:lnTo>
                  <a:pt x="382162" y="18649"/>
                </a:lnTo>
                <a:lnTo>
                  <a:pt x="381919" y="17980"/>
                </a:lnTo>
                <a:lnTo>
                  <a:pt x="381652" y="17317"/>
                </a:lnTo>
                <a:lnTo>
                  <a:pt x="381363" y="16661"/>
                </a:lnTo>
                <a:lnTo>
                  <a:pt x="381050" y="16011"/>
                </a:lnTo>
                <a:lnTo>
                  <a:pt x="380714" y="15367"/>
                </a:lnTo>
                <a:lnTo>
                  <a:pt x="380355" y="14730"/>
                </a:lnTo>
                <a:lnTo>
                  <a:pt x="379973" y="14099"/>
                </a:lnTo>
                <a:lnTo>
                  <a:pt x="379567" y="13474"/>
                </a:lnTo>
                <a:lnTo>
                  <a:pt x="379139" y="12855"/>
                </a:lnTo>
                <a:lnTo>
                  <a:pt x="378687" y="12243"/>
                </a:lnTo>
                <a:lnTo>
                  <a:pt x="378212" y="11637"/>
                </a:lnTo>
                <a:lnTo>
                  <a:pt x="377714" y="11037"/>
                </a:lnTo>
                <a:lnTo>
                  <a:pt x="377193" y="10444"/>
                </a:lnTo>
                <a:lnTo>
                  <a:pt x="376649" y="9857"/>
                </a:lnTo>
                <a:lnTo>
                  <a:pt x="375965" y="9158"/>
                </a:lnTo>
                <a:lnTo>
                  <a:pt x="375263" y="8489"/>
                </a:lnTo>
                <a:lnTo>
                  <a:pt x="374542" y="7850"/>
                </a:lnTo>
                <a:lnTo>
                  <a:pt x="373803" y="7241"/>
                </a:lnTo>
                <a:lnTo>
                  <a:pt x="373045" y="6661"/>
                </a:lnTo>
                <a:lnTo>
                  <a:pt x="372269" y="6111"/>
                </a:lnTo>
                <a:lnTo>
                  <a:pt x="371474" y="5591"/>
                </a:lnTo>
                <a:lnTo>
                  <a:pt x="370661" y="5100"/>
                </a:lnTo>
                <a:lnTo>
                  <a:pt x="369830" y="4640"/>
                </a:lnTo>
                <a:lnTo>
                  <a:pt x="368980" y="4209"/>
                </a:lnTo>
                <a:lnTo>
                  <a:pt x="368112" y="3807"/>
                </a:lnTo>
                <a:lnTo>
                  <a:pt x="367225" y="3436"/>
                </a:lnTo>
                <a:lnTo>
                  <a:pt x="366320" y="3094"/>
                </a:lnTo>
                <a:lnTo>
                  <a:pt x="365396" y="2782"/>
                </a:lnTo>
                <a:lnTo>
                  <a:pt x="364454" y="2499"/>
                </a:lnTo>
                <a:lnTo>
                  <a:pt x="363494" y="2247"/>
                </a:lnTo>
                <a:lnTo>
                  <a:pt x="362515" y="2024"/>
                </a:lnTo>
                <a:lnTo>
                  <a:pt x="361517" y="1830"/>
                </a:lnTo>
                <a:lnTo>
                  <a:pt x="360502" y="1667"/>
                </a:lnTo>
                <a:lnTo>
                  <a:pt x="359467" y="1533"/>
                </a:lnTo>
                <a:lnTo>
                  <a:pt x="358415" y="1429"/>
                </a:lnTo>
                <a:lnTo>
                  <a:pt x="357343" y="1355"/>
                </a:lnTo>
                <a:lnTo>
                  <a:pt x="356254" y="1310"/>
                </a:lnTo>
                <a:lnTo>
                  <a:pt x="355146" y="1295"/>
                </a:lnTo>
                <a:lnTo>
                  <a:pt x="354495" y="1301"/>
                </a:lnTo>
                <a:lnTo>
                  <a:pt x="353850" y="1316"/>
                </a:lnTo>
                <a:lnTo>
                  <a:pt x="353210" y="1342"/>
                </a:lnTo>
                <a:lnTo>
                  <a:pt x="352576" y="1378"/>
                </a:lnTo>
                <a:lnTo>
                  <a:pt x="351947" y="1424"/>
                </a:lnTo>
                <a:lnTo>
                  <a:pt x="351323" y="1481"/>
                </a:lnTo>
                <a:lnTo>
                  <a:pt x="350704" y="1548"/>
                </a:lnTo>
                <a:lnTo>
                  <a:pt x="350090" y="1625"/>
                </a:lnTo>
                <a:lnTo>
                  <a:pt x="349482" y="1713"/>
                </a:lnTo>
                <a:lnTo>
                  <a:pt x="348879" y="1811"/>
                </a:lnTo>
                <a:lnTo>
                  <a:pt x="348282" y="1920"/>
                </a:lnTo>
                <a:lnTo>
                  <a:pt x="347689" y="2038"/>
                </a:lnTo>
                <a:lnTo>
                  <a:pt x="347102" y="2167"/>
                </a:lnTo>
                <a:lnTo>
                  <a:pt x="346521" y="2306"/>
                </a:lnTo>
                <a:lnTo>
                  <a:pt x="345944" y="2456"/>
                </a:lnTo>
                <a:lnTo>
                  <a:pt x="345373" y="2616"/>
                </a:lnTo>
                <a:lnTo>
                  <a:pt x="344807" y="2786"/>
                </a:lnTo>
                <a:lnTo>
                  <a:pt x="344247" y="2967"/>
                </a:lnTo>
                <a:lnTo>
                  <a:pt x="343691" y="3158"/>
                </a:lnTo>
                <a:lnTo>
                  <a:pt x="343141" y="3359"/>
                </a:lnTo>
                <a:lnTo>
                  <a:pt x="342597" y="3570"/>
                </a:lnTo>
                <a:lnTo>
                  <a:pt x="342057" y="3792"/>
                </a:lnTo>
                <a:lnTo>
                  <a:pt x="341523" y="4024"/>
                </a:lnTo>
                <a:lnTo>
                  <a:pt x="340994" y="4267"/>
                </a:lnTo>
                <a:lnTo>
                  <a:pt x="340473" y="4518"/>
                </a:lnTo>
                <a:lnTo>
                  <a:pt x="339961" y="4777"/>
                </a:lnTo>
                <a:lnTo>
                  <a:pt x="339459" y="5044"/>
                </a:lnTo>
                <a:lnTo>
                  <a:pt x="338966" y="5318"/>
                </a:lnTo>
                <a:lnTo>
                  <a:pt x="338484" y="5600"/>
                </a:lnTo>
                <a:lnTo>
                  <a:pt x="338011" y="5890"/>
                </a:lnTo>
                <a:lnTo>
                  <a:pt x="337547" y="6188"/>
                </a:lnTo>
                <a:lnTo>
                  <a:pt x="337094" y="6493"/>
                </a:lnTo>
                <a:lnTo>
                  <a:pt x="336650" y="6806"/>
                </a:lnTo>
                <a:lnTo>
                  <a:pt x="336215" y="7126"/>
                </a:lnTo>
                <a:lnTo>
                  <a:pt x="335790" y="7455"/>
                </a:lnTo>
                <a:lnTo>
                  <a:pt x="335375" y="7791"/>
                </a:lnTo>
                <a:lnTo>
                  <a:pt x="334970" y="8135"/>
                </a:lnTo>
                <a:lnTo>
                  <a:pt x="334574" y="8486"/>
                </a:lnTo>
                <a:lnTo>
                  <a:pt x="334188" y="8845"/>
                </a:lnTo>
                <a:lnTo>
                  <a:pt x="333812" y="9212"/>
                </a:lnTo>
                <a:lnTo>
                  <a:pt x="333445" y="9587"/>
                </a:lnTo>
                <a:lnTo>
                  <a:pt x="333088" y="9969"/>
                </a:lnTo>
                <a:lnTo>
                  <a:pt x="332741" y="10359"/>
                </a:lnTo>
                <a:lnTo>
                  <a:pt x="332403" y="10757"/>
                </a:lnTo>
                <a:lnTo>
                  <a:pt x="332075" y="11163"/>
                </a:lnTo>
                <a:lnTo>
                  <a:pt x="331757" y="11576"/>
                </a:lnTo>
                <a:lnTo>
                  <a:pt x="331448" y="11997"/>
                </a:lnTo>
                <a:lnTo>
                  <a:pt x="331149" y="12425"/>
                </a:lnTo>
                <a:lnTo>
                  <a:pt x="330858" y="12864"/>
                </a:lnTo>
                <a:lnTo>
                  <a:pt x="330573" y="13315"/>
                </a:lnTo>
                <a:lnTo>
                  <a:pt x="330295" y="13777"/>
                </a:lnTo>
                <a:lnTo>
                  <a:pt x="330022" y="14252"/>
                </a:lnTo>
                <a:lnTo>
                  <a:pt x="329756" y="14739"/>
                </a:lnTo>
                <a:lnTo>
                  <a:pt x="329496" y="15238"/>
                </a:lnTo>
                <a:lnTo>
                  <a:pt x="329242" y="15750"/>
                </a:lnTo>
                <a:lnTo>
                  <a:pt x="328994" y="16273"/>
                </a:lnTo>
                <a:lnTo>
                  <a:pt x="328752" y="16808"/>
                </a:lnTo>
                <a:lnTo>
                  <a:pt x="328517" y="17356"/>
                </a:lnTo>
                <a:lnTo>
                  <a:pt x="328288" y="17916"/>
                </a:lnTo>
                <a:lnTo>
                  <a:pt x="328065" y="18488"/>
                </a:lnTo>
                <a:lnTo>
                  <a:pt x="327848" y="19072"/>
                </a:lnTo>
                <a:lnTo>
                  <a:pt x="327637" y="19668"/>
                </a:lnTo>
                <a:lnTo>
                  <a:pt x="327433" y="20276"/>
                </a:lnTo>
                <a:lnTo>
                  <a:pt x="327234" y="20896"/>
                </a:lnTo>
                <a:lnTo>
                  <a:pt x="327042" y="21529"/>
                </a:lnTo>
                <a:lnTo>
                  <a:pt x="326856" y="22174"/>
                </a:lnTo>
                <a:lnTo>
                  <a:pt x="326677" y="22830"/>
                </a:lnTo>
                <a:lnTo>
                  <a:pt x="326503" y="23499"/>
                </a:lnTo>
                <a:lnTo>
                  <a:pt x="326336" y="24180"/>
                </a:lnTo>
                <a:lnTo>
                  <a:pt x="326175" y="24873"/>
                </a:lnTo>
                <a:lnTo>
                  <a:pt x="326020" y="25578"/>
                </a:lnTo>
                <a:lnTo>
                  <a:pt x="325871" y="26296"/>
                </a:lnTo>
                <a:lnTo>
                  <a:pt x="342646" y="29146"/>
                </a:lnTo>
                <a:lnTo>
                  <a:pt x="342709" y="28633"/>
                </a:lnTo>
                <a:lnTo>
                  <a:pt x="342782" y="28130"/>
                </a:lnTo>
                <a:lnTo>
                  <a:pt x="342864" y="27638"/>
                </a:lnTo>
                <a:lnTo>
                  <a:pt x="342955" y="27156"/>
                </a:lnTo>
                <a:lnTo>
                  <a:pt x="343055" y="26684"/>
                </a:lnTo>
                <a:lnTo>
                  <a:pt x="343164" y="26223"/>
                </a:lnTo>
                <a:lnTo>
                  <a:pt x="343282" y="25772"/>
                </a:lnTo>
                <a:lnTo>
                  <a:pt x="343408" y="25331"/>
                </a:lnTo>
                <a:lnTo>
                  <a:pt x="343544" y="24901"/>
                </a:lnTo>
                <a:lnTo>
                  <a:pt x="343689" y="24481"/>
                </a:lnTo>
                <a:lnTo>
                  <a:pt x="343843" y="24072"/>
                </a:lnTo>
                <a:lnTo>
                  <a:pt x="344006" y="23673"/>
                </a:lnTo>
                <a:lnTo>
                  <a:pt x="344178" y="23284"/>
                </a:lnTo>
                <a:lnTo>
                  <a:pt x="344358" y="22905"/>
                </a:lnTo>
                <a:lnTo>
                  <a:pt x="344548" y="22537"/>
                </a:lnTo>
                <a:lnTo>
                  <a:pt x="344747" y="22179"/>
                </a:lnTo>
                <a:lnTo>
                  <a:pt x="344955" y="21832"/>
                </a:lnTo>
                <a:lnTo>
                  <a:pt x="345172" y="21495"/>
                </a:lnTo>
                <a:lnTo>
                  <a:pt x="345397" y="21168"/>
                </a:lnTo>
                <a:lnTo>
                  <a:pt x="345632" y="20852"/>
                </a:lnTo>
                <a:lnTo>
                  <a:pt x="345876" y="20546"/>
                </a:lnTo>
                <a:lnTo>
                  <a:pt x="346129" y="20250"/>
                </a:lnTo>
                <a:lnTo>
                  <a:pt x="346390" y="19965"/>
                </a:lnTo>
                <a:lnTo>
                  <a:pt x="346661" y="19689"/>
                </a:lnTo>
                <a:lnTo>
                  <a:pt x="346939" y="19425"/>
                </a:lnTo>
                <a:lnTo>
                  <a:pt x="347221" y="19172"/>
                </a:lnTo>
                <a:lnTo>
                  <a:pt x="347508" y="18930"/>
                </a:lnTo>
                <a:lnTo>
                  <a:pt x="347800" y="18700"/>
                </a:lnTo>
                <a:lnTo>
                  <a:pt x="348097" y="18481"/>
                </a:lnTo>
                <a:lnTo>
                  <a:pt x="348398" y="18273"/>
                </a:lnTo>
                <a:lnTo>
                  <a:pt x="348704" y="18076"/>
                </a:lnTo>
                <a:lnTo>
                  <a:pt x="349014" y="17890"/>
                </a:lnTo>
                <a:lnTo>
                  <a:pt x="349330" y="17716"/>
                </a:lnTo>
                <a:lnTo>
                  <a:pt x="349650" y="17553"/>
                </a:lnTo>
                <a:lnTo>
                  <a:pt x="349975" y="17401"/>
                </a:lnTo>
                <a:lnTo>
                  <a:pt x="350304" y="17261"/>
                </a:lnTo>
                <a:lnTo>
                  <a:pt x="350639" y="17131"/>
                </a:lnTo>
                <a:lnTo>
                  <a:pt x="350978" y="17013"/>
                </a:lnTo>
                <a:lnTo>
                  <a:pt x="351321" y="16906"/>
                </a:lnTo>
                <a:lnTo>
                  <a:pt x="351670" y="16811"/>
                </a:lnTo>
                <a:lnTo>
                  <a:pt x="352023" y="16727"/>
                </a:lnTo>
                <a:lnTo>
                  <a:pt x="352381" y="16653"/>
                </a:lnTo>
                <a:lnTo>
                  <a:pt x="352744" y="16592"/>
                </a:lnTo>
                <a:lnTo>
                  <a:pt x="353111" y="16541"/>
                </a:lnTo>
                <a:lnTo>
                  <a:pt x="353483" y="16502"/>
                </a:lnTo>
                <a:lnTo>
                  <a:pt x="353860" y="16474"/>
                </a:lnTo>
                <a:lnTo>
                  <a:pt x="354241" y="16457"/>
                </a:lnTo>
                <a:lnTo>
                  <a:pt x="354628" y="16451"/>
                </a:lnTo>
                <a:lnTo>
                  <a:pt x="355018" y="16456"/>
                </a:lnTo>
                <a:lnTo>
                  <a:pt x="355403" y="16471"/>
                </a:lnTo>
                <a:lnTo>
                  <a:pt x="355780" y="16495"/>
                </a:lnTo>
                <a:lnTo>
                  <a:pt x="356152" y="16530"/>
                </a:lnTo>
                <a:lnTo>
                  <a:pt x="356516" y="16574"/>
                </a:lnTo>
                <a:lnTo>
                  <a:pt x="356874" y="16629"/>
                </a:lnTo>
                <a:lnTo>
                  <a:pt x="357226" y="16693"/>
                </a:lnTo>
                <a:lnTo>
                  <a:pt x="357571" y="16767"/>
                </a:lnTo>
                <a:lnTo>
                  <a:pt x="357910" y="16851"/>
                </a:lnTo>
                <a:lnTo>
                  <a:pt x="358242" y="16944"/>
                </a:lnTo>
                <a:lnTo>
                  <a:pt x="358567" y="17048"/>
                </a:lnTo>
                <a:lnTo>
                  <a:pt x="358886" y="17161"/>
                </a:lnTo>
                <a:lnTo>
                  <a:pt x="359199" y="17285"/>
                </a:lnTo>
                <a:lnTo>
                  <a:pt x="359505" y="17418"/>
                </a:lnTo>
                <a:lnTo>
                  <a:pt x="359804" y="17561"/>
                </a:lnTo>
                <a:lnTo>
                  <a:pt x="360097" y="17714"/>
                </a:lnTo>
                <a:lnTo>
                  <a:pt x="360383" y="17877"/>
                </a:lnTo>
                <a:lnTo>
                  <a:pt x="360663" y="18050"/>
                </a:lnTo>
                <a:lnTo>
                  <a:pt x="360937" y="18232"/>
                </a:lnTo>
                <a:lnTo>
                  <a:pt x="361203" y="18424"/>
                </a:lnTo>
                <a:lnTo>
                  <a:pt x="361464" y="18627"/>
                </a:lnTo>
                <a:lnTo>
                  <a:pt x="361718" y="18839"/>
                </a:lnTo>
                <a:lnTo>
                  <a:pt x="361965" y="19061"/>
                </a:lnTo>
                <a:lnTo>
                  <a:pt x="362206" y="19293"/>
                </a:lnTo>
                <a:lnTo>
                  <a:pt x="362438" y="19533"/>
                </a:lnTo>
                <a:lnTo>
                  <a:pt x="362661" y="19780"/>
                </a:lnTo>
                <a:lnTo>
                  <a:pt x="362873" y="20033"/>
                </a:lnTo>
                <a:lnTo>
                  <a:pt x="363076" y="20294"/>
                </a:lnTo>
                <a:lnTo>
                  <a:pt x="363269" y="20561"/>
                </a:lnTo>
                <a:lnTo>
                  <a:pt x="363452" y="20835"/>
                </a:lnTo>
                <a:lnTo>
                  <a:pt x="363626" y="21115"/>
                </a:lnTo>
                <a:lnTo>
                  <a:pt x="363789" y="21402"/>
                </a:lnTo>
                <a:lnTo>
                  <a:pt x="363942" y="21696"/>
                </a:lnTo>
                <a:lnTo>
                  <a:pt x="364086" y="21997"/>
                </a:lnTo>
                <a:lnTo>
                  <a:pt x="364219" y="22305"/>
                </a:lnTo>
                <a:lnTo>
                  <a:pt x="364343" y="22619"/>
                </a:lnTo>
                <a:lnTo>
                  <a:pt x="364457" y="22940"/>
                </a:lnTo>
                <a:lnTo>
                  <a:pt x="364561" y="23267"/>
                </a:lnTo>
                <a:lnTo>
                  <a:pt x="364655" y="23602"/>
                </a:lnTo>
                <a:lnTo>
                  <a:pt x="364739" y="23943"/>
                </a:lnTo>
                <a:lnTo>
                  <a:pt x="364813" y="24290"/>
                </a:lnTo>
                <a:lnTo>
                  <a:pt x="364877" y="24645"/>
                </a:lnTo>
                <a:lnTo>
                  <a:pt x="364932" y="25006"/>
                </a:lnTo>
                <a:lnTo>
                  <a:pt x="364976" y="25374"/>
                </a:lnTo>
                <a:lnTo>
                  <a:pt x="365011" y="25749"/>
                </a:lnTo>
                <a:lnTo>
                  <a:pt x="365036" y="26130"/>
                </a:lnTo>
                <a:lnTo>
                  <a:pt x="365050" y="26518"/>
                </a:lnTo>
                <a:lnTo>
                  <a:pt x="365055" y="26913"/>
                </a:lnTo>
                <a:lnTo>
                  <a:pt x="365049" y="27377"/>
                </a:lnTo>
                <a:lnTo>
                  <a:pt x="365028" y="27834"/>
                </a:lnTo>
                <a:lnTo>
                  <a:pt x="364995" y="28283"/>
                </a:lnTo>
                <a:lnTo>
                  <a:pt x="364947" y="28724"/>
                </a:lnTo>
                <a:lnTo>
                  <a:pt x="364887" y="29158"/>
                </a:lnTo>
                <a:lnTo>
                  <a:pt x="364812" y="29583"/>
                </a:lnTo>
                <a:lnTo>
                  <a:pt x="364725" y="30001"/>
                </a:lnTo>
                <a:lnTo>
                  <a:pt x="364624" y="30411"/>
                </a:lnTo>
                <a:lnTo>
                  <a:pt x="364509" y="30814"/>
                </a:lnTo>
                <a:lnTo>
                  <a:pt x="364381" y="31209"/>
                </a:lnTo>
                <a:lnTo>
                  <a:pt x="364239" y="31596"/>
                </a:lnTo>
                <a:lnTo>
                  <a:pt x="364084" y="31975"/>
                </a:lnTo>
                <a:lnTo>
                  <a:pt x="363915" y="32347"/>
                </a:lnTo>
                <a:lnTo>
                  <a:pt x="363733" y="32711"/>
                </a:lnTo>
                <a:lnTo>
                  <a:pt x="363537" y="33067"/>
                </a:lnTo>
                <a:lnTo>
                  <a:pt x="363328" y="33415"/>
                </a:lnTo>
                <a:lnTo>
                  <a:pt x="363106" y="33756"/>
                </a:lnTo>
                <a:lnTo>
                  <a:pt x="362869" y="34089"/>
                </a:lnTo>
                <a:lnTo>
                  <a:pt x="362620" y="34414"/>
                </a:lnTo>
                <a:lnTo>
                  <a:pt x="362357" y="34731"/>
                </a:lnTo>
                <a:lnTo>
                  <a:pt x="362080" y="35041"/>
                </a:lnTo>
                <a:lnTo>
                  <a:pt x="361790" y="35343"/>
                </a:lnTo>
                <a:lnTo>
                  <a:pt x="361486" y="35637"/>
                </a:lnTo>
                <a:lnTo>
                  <a:pt x="361169" y="35924"/>
                </a:lnTo>
                <a:lnTo>
                  <a:pt x="360839" y="36200"/>
                </a:lnTo>
                <a:lnTo>
                  <a:pt x="360497" y="36464"/>
                </a:lnTo>
                <a:lnTo>
                  <a:pt x="360143" y="36716"/>
                </a:lnTo>
                <a:lnTo>
                  <a:pt x="359777" y="36954"/>
                </a:lnTo>
                <a:lnTo>
                  <a:pt x="359398" y="37181"/>
                </a:lnTo>
                <a:lnTo>
                  <a:pt x="359008" y="37395"/>
                </a:lnTo>
                <a:lnTo>
                  <a:pt x="358605" y="37597"/>
                </a:lnTo>
                <a:lnTo>
                  <a:pt x="358190" y="37786"/>
                </a:lnTo>
                <a:lnTo>
                  <a:pt x="357763" y="37963"/>
                </a:lnTo>
                <a:lnTo>
                  <a:pt x="357324" y="38127"/>
                </a:lnTo>
                <a:lnTo>
                  <a:pt x="356872" y="38279"/>
                </a:lnTo>
                <a:lnTo>
                  <a:pt x="356409" y="38418"/>
                </a:lnTo>
                <a:lnTo>
                  <a:pt x="355933" y="38545"/>
                </a:lnTo>
                <a:lnTo>
                  <a:pt x="355445" y="38659"/>
                </a:lnTo>
                <a:lnTo>
                  <a:pt x="354945" y="38762"/>
                </a:lnTo>
                <a:lnTo>
                  <a:pt x="354433" y="38851"/>
                </a:lnTo>
                <a:lnTo>
                  <a:pt x="353909" y="38928"/>
                </a:lnTo>
                <a:lnTo>
                  <a:pt x="353373" y="38993"/>
                </a:lnTo>
                <a:lnTo>
                  <a:pt x="352824" y="39045"/>
                </a:lnTo>
                <a:lnTo>
                  <a:pt x="352264" y="39085"/>
                </a:lnTo>
                <a:lnTo>
                  <a:pt x="351691" y="39112"/>
                </a:lnTo>
                <a:lnTo>
                  <a:pt x="351106" y="39127"/>
                </a:lnTo>
                <a:lnTo>
                  <a:pt x="350509" y="39130"/>
                </a:lnTo>
                <a:lnTo>
                  <a:pt x="349900" y="39120"/>
                </a:lnTo>
                <a:lnTo>
                  <a:pt x="347892" y="53822"/>
                </a:lnTo>
                <a:lnTo>
                  <a:pt x="348294" y="53711"/>
                </a:lnTo>
                <a:lnTo>
                  <a:pt x="348692" y="53605"/>
                </a:lnTo>
                <a:lnTo>
                  <a:pt x="349085" y="53503"/>
                </a:lnTo>
                <a:lnTo>
                  <a:pt x="349473" y="53407"/>
                </a:lnTo>
                <a:lnTo>
                  <a:pt x="349857" y="53315"/>
                </a:lnTo>
                <a:lnTo>
                  <a:pt x="350236" y="53227"/>
                </a:lnTo>
                <a:lnTo>
                  <a:pt x="350610" y="53145"/>
                </a:lnTo>
                <a:lnTo>
                  <a:pt x="350979" y="53067"/>
                </a:lnTo>
                <a:lnTo>
                  <a:pt x="351344" y="52993"/>
                </a:lnTo>
                <a:lnTo>
                  <a:pt x="351704" y="52925"/>
                </a:lnTo>
                <a:lnTo>
                  <a:pt x="352059" y="52861"/>
                </a:lnTo>
                <a:lnTo>
                  <a:pt x="352409" y="52802"/>
                </a:lnTo>
                <a:lnTo>
                  <a:pt x="352755" y="52748"/>
                </a:lnTo>
                <a:lnTo>
                  <a:pt x="353096" y="52698"/>
                </a:lnTo>
                <a:lnTo>
                  <a:pt x="353433" y="52653"/>
                </a:lnTo>
                <a:lnTo>
                  <a:pt x="353764" y="52613"/>
                </a:lnTo>
                <a:lnTo>
                  <a:pt x="354091" y="52578"/>
                </a:lnTo>
                <a:lnTo>
                  <a:pt x="354413" y="52547"/>
                </a:lnTo>
                <a:lnTo>
                  <a:pt x="354731" y="52521"/>
                </a:lnTo>
                <a:lnTo>
                  <a:pt x="355043" y="52500"/>
                </a:lnTo>
                <a:lnTo>
                  <a:pt x="355351" y="52483"/>
                </a:lnTo>
                <a:lnTo>
                  <a:pt x="355655" y="52472"/>
                </a:lnTo>
                <a:lnTo>
                  <a:pt x="355953" y="52464"/>
                </a:lnTo>
                <a:lnTo>
                  <a:pt x="356247" y="52462"/>
                </a:lnTo>
                <a:lnTo>
                  <a:pt x="356687" y="52469"/>
                </a:lnTo>
                <a:lnTo>
                  <a:pt x="357121" y="52490"/>
                </a:lnTo>
                <a:lnTo>
                  <a:pt x="357549" y="52525"/>
                </a:lnTo>
                <a:lnTo>
                  <a:pt x="357972" y="52574"/>
                </a:lnTo>
                <a:lnTo>
                  <a:pt x="358390" y="52636"/>
                </a:lnTo>
                <a:lnTo>
                  <a:pt x="358801" y="52713"/>
                </a:lnTo>
                <a:lnTo>
                  <a:pt x="359207" y="52804"/>
                </a:lnTo>
                <a:lnTo>
                  <a:pt x="359608" y="52908"/>
                </a:lnTo>
                <a:lnTo>
                  <a:pt x="360002" y="53027"/>
                </a:lnTo>
                <a:lnTo>
                  <a:pt x="360392" y="53159"/>
                </a:lnTo>
                <a:lnTo>
                  <a:pt x="360775" y="53306"/>
                </a:lnTo>
                <a:lnTo>
                  <a:pt x="361153" y="53466"/>
                </a:lnTo>
                <a:lnTo>
                  <a:pt x="361525" y="53640"/>
                </a:lnTo>
                <a:lnTo>
                  <a:pt x="361892" y="53829"/>
                </a:lnTo>
                <a:lnTo>
                  <a:pt x="362253" y="54031"/>
                </a:lnTo>
                <a:lnTo>
                  <a:pt x="362609" y="54247"/>
                </a:lnTo>
                <a:lnTo>
                  <a:pt x="362958" y="54477"/>
                </a:lnTo>
                <a:lnTo>
                  <a:pt x="363303" y="54721"/>
                </a:lnTo>
                <a:lnTo>
                  <a:pt x="363641" y="54979"/>
                </a:lnTo>
                <a:lnTo>
                  <a:pt x="363974" y="55251"/>
                </a:lnTo>
                <a:lnTo>
                  <a:pt x="364301" y="55537"/>
                </a:lnTo>
                <a:lnTo>
                  <a:pt x="364623" y="55836"/>
                </a:lnTo>
                <a:lnTo>
                  <a:pt x="364939" y="56150"/>
                </a:lnTo>
                <a:lnTo>
                  <a:pt x="365250" y="56478"/>
                </a:lnTo>
                <a:lnTo>
                  <a:pt x="365551" y="56817"/>
                </a:lnTo>
                <a:lnTo>
                  <a:pt x="365839" y="57167"/>
                </a:lnTo>
                <a:lnTo>
                  <a:pt x="366115" y="57526"/>
                </a:lnTo>
                <a:lnTo>
                  <a:pt x="366378" y="57895"/>
                </a:lnTo>
                <a:lnTo>
                  <a:pt x="366628" y="58275"/>
                </a:lnTo>
                <a:lnTo>
                  <a:pt x="366865" y="58664"/>
                </a:lnTo>
                <a:lnTo>
                  <a:pt x="367089" y="59063"/>
                </a:lnTo>
                <a:lnTo>
                  <a:pt x="367301" y="59471"/>
                </a:lnTo>
                <a:lnTo>
                  <a:pt x="367499" y="59890"/>
                </a:lnTo>
                <a:lnTo>
                  <a:pt x="367685" y="60319"/>
                </a:lnTo>
                <a:lnTo>
                  <a:pt x="367858" y="60757"/>
                </a:lnTo>
                <a:lnTo>
                  <a:pt x="368018" y="61206"/>
                </a:lnTo>
                <a:lnTo>
                  <a:pt x="368166" y="61664"/>
                </a:lnTo>
                <a:lnTo>
                  <a:pt x="368300" y="62132"/>
                </a:lnTo>
                <a:lnTo>
                  <a:pt x="368422" y="62610"/>
                </a:lnTo>
                <a:lnTo>
                  <a:pt x="368531" y="63098"/>
                </a:lnTo>
                <a:lnTo>
                  <a:pt x="368627" y="63596"/>
                </a:lnTo>
                <a:lnTo>
                  <a:pt x="368711" y="64104"/>
                </a:lnTo>
                <a:lnTo>
                  <a:pt x="368781" y="64622"/>
                </a:lnTo>
                <a:lnTo>
                  <a:pt x="368839" y="65149"/>
                </a:lnTo>
                <a:lnTo>
                  <a:pt x="368884" y="65687"/>
                </a:lnTo>
                <a:lnTo>
                  <a:pt x="368916" y="66234"/>
                </a:lnTo>
                <a:lnTo>
                  <a:pt x="368935" y="66792"/>
                </a:lnTo>
                <a:lnTo>
                  <a:pt x="368941" y="67359"/>
                </a:lnTo>
                <a:lnTo>
                  <a:pt x="368935" y="67958"/>
                </a:lnTo>
                <a:lnTo>
                  <a:pt x="368915" y="68547"/>
                </a:lnTo>
                <a:lnTo>
                  <a:pt x="368881" y="69126"/>
                </a:lnTo>
                <a:lnTo>
                  <a:pt x="368834" y="69694"/>
                </a:lnTo>
                <a:lnTo>
                  <a:pt x="368774" y="70252"/>
                </a:lnTo>
                <a:lnTo>
                  <a:pt x="368701" y="70800"/>
                </a:lnTo>
                <a:lnTo>
                  <a:pt x="368614" y="71337"/>
                </a:lnTo>
                <a:lnTo>
                  <a:pt x="368513" y="71864"/>
                </a:lnTo>
                <a:lnTo>
                  <a:pt x="368400" y="72380"/>
                </a:lnTo>
                <a:lnTo>
                  <a:pt x="368272" y="72886"/>
                </a:lnTo>
                <a:lnTo>
                  <a:pt x="368132" y="73382"/>
                </a:lnTo>
                <a:lnTo>
                  <a:pt x="367978" y="73868"/>
                </a:lnTo>
                <a:lnTo>
                  <a:pt x="367811" y="74343"/>
                </a:lnTo>
                <a:lnTo>
                  <a:pt x="367630" y="74808"/>
                </a:lnTo>
                <a:lnTo>
                  <a:pt x="367436" y="75262"/>
                </a:lnTo>
                <a:lnTo>
                  <a:pt x="367229" y="75707"/>
                </a:lnTo>
                <a:lnTo>
                  <a:pt x="367008" y="76140"/>
                </a:lnTo>
                <a:lnTo>
                  <a:pt x="366774" y="76564"/>
                </a:lnTo>
                <a:lnTo>
                  <a:pt x="366526" y="76977"/>
                </a:lnTo>
                <a:lnTo>
                  <a:pt x="366265" y="77380"/>
                </a:lnTo>
                <a:lnTo>
                  <a:pt x="365991" y="77772"/>
                </a:lnTo>
                <a:lnTo>
                  <a:pt x="365703" y="78154"/>
                </a:lnTo>
                <a:lnTo>
                  <a:pt x="365402" y="78526"/>
                </a:lnTo>
                <a:lnTo>
                  <a:pt x="365088" y="78887"/>
                </a:lnTo>
                <a:lnTo>
                  <a:pt x="364764" y="79236"/>
                </a:lnTo>
                <a:lnTo>
                  <a:pt x="364433" y="79570"/>
                </a:lnTo>
                <a:lnTo>
                  <a:pt x="364096" y="79889"/>
                </a:lnTo>
                <a:lnTo>
                  <a:pt x="363754" y="80194"/>
                </a:lnTo>
                <a:lnTo>
                  <a:pt x="363405" y="80483"/>
                </a:lnTo>
                <a:lnTo>
                  <a:pt x="363050" y="80758"/>
                </a:lnTo>
                <a:lnTo>
                  <a:pt x="362688" y="81017"/>
                </a:lnTo>
                <a:lnTo>
                  <a:pt x="362321" y="81262"/>
                </a:lnTo>
                <a:lnTo>
                  <a:pt x="361947" y="81492"/>
                </a:lnTo>
                <a:lnTo>
                  <a:pt x="361567" y="81708"/>
                </a:lnTo>
                <a:lnTo>
                  <a:pt x="361181" y="81908"/>
                </a:lnTo>
                <a:lnTo>
                  <a:pt x="360789" y="82093"/>
                </a:lnTo>
                <a:lnTo>
                  <a:pt x="360390" y="82264"/>
                </a:lnTo>
                <a:lnTo>
                  <a:pt x="359986" y="82420"/>
                </a:lnTo>
                <a:lnTo>
                  <a:pt x="359575" y="82561"/>
                </a:lnTo>
                <a:lnTo>
                  <a:pt x="359158" y="82687"/>
                </a:lnTo>
                <a:lnTo>
                  <a:pt x="358735" y="82798"/>
                </a:lnTo>
                <a:lnTo>
                  <a:pt x="358305" y="82895"/>
                </a:lnTo>
                <a:lnTo>
                  <a:pt x="357870" y="82977"/>
                </a:lnTo>
                <a:lnTo>
                  <a:pt x="357428" y="83043"/>
                </a:lnTo>
                <a:lnTo>
                  <a:pt x="356980" y="83095"/>
                </a:lnTo>
                <a:lnTo>
                  <a:pt x="356526" y="83132"/>
                </a:lnTo>
                <a:lnTo>
                  <a:pt x="356066" y="83155"/>
                </a:lnTo>
                <a:lnTo>
                  <a:pt x="355599" y="83162"/>
                </a:lnTo>
                <a:lnTo>
                  <a:pt x="355165" y="83156"/>
                </a:lnTo>
                <a:lnTo>
                  <a:pt x="354736" y="83137"/>
                </a:lnTo>
                <a:lnTo>
                  <a:pt x="354312" y="83106"/>
                </a:lnTo>
                <a:lnTo>
                  <a:pt x="353894" y="83063"/>
                </a:lnTo>
                <a:lnTo>
                  <a:pt x="353481" y="83007"/>
                </a:lnTo>
                <a:lnTo>
                  <a:pt x="353073" y="82939"/>
                </a:lnTo>
                <a:lnTo>
                  <a:pt x="352671" y="82859"/>
                </a:lnTo>
                <a:lnTo>
                  <a:pt x="352274" y="82766"/>
                </a:lnTo>
                <a:lnTo>
                  <a:pt x="351883" y="82661"/>
                </a:lnTo>
                <a:lnTo>
                  <a:pt x="351497" y="82544"/>
                </a:lnTo>
                <a:lnTo>
                  <a:pt x="351117" y="82414"/>
                </a:lnTo>
                <a:lnTo>
                  <a:pt x="350742" y="82272"/>
                </a:lnTo>
                <a:lnTo>
                  <a:pt x="350372" y="82117"/>
                </a:lnTo>
                <a:lnTo>
                  <a:pt x="350008" y="81950"/>
                </a:lnTo>
                <a:lnTo>
                  <a:pt x="349649" y="81771"/>
                </a:lnTo>
                <a:lnTo>
                  <a:pt x="349295" y="81579"/>
                </a:lnTo>
                <a:lnTo>
                  <a:pt x="348947" y="81375"/>
                </a:lnTo>
                <a:lnTo>
                  <a:pt x="348604" y="81158"/>
                </a:lnTo>
                <a:lnTo>
                  <a:pt x="348267" y="80930"/>
                </a:lnTo>
                <a:lnTo>
                  <a:pt x="347935" y="80688"/>
                </a:lnTo>
                <a:lnTo>
                  <a:pt x="347608" y="80435"/>
                </a:lnTo>
                <a:lnTo>
                  <a:pt x="347287" y="80169"/>
                </a:lnTo>
                <a:lnTo>
                  <a:pt x="346972" y="79891"/>
                </a:lnTo>
                <a:lnTo>
                  <a:pt x="346661" y="79600"/>
                </a:lnTo>
                <a:lnTo>
                  <a:pt x="346359" y="79298"/>
                </a:lnTo>
                <a:lnTo>
                  <a:pt x="346066" y="78984"/>
                </a:lnTo>
                <a:lnTo>
                  <a:pt x="345783" y="78660"/>
                </a:lnTo>
                <a:lnTo>
                  <a:pt x="345510" y="78324"/>
                </a:lnTo>
                <a:lnTo>
                  <a:pt x="345247" y="77978"/>
                </a:lnTo>
                <a:lnTo>
                  <a:pt x="344993" y="77620"/>
                </a:lnTo>
                <a:lnTo>
                  <a:pt x="344750" y="77252"/>
                </a:lnTo>
                <a:lnTo>
                  <a:pt x="344517" y="76872"/>
                </a:lnTo>
                <a:lnTo>
                  <a:pt x="344293" y="76482"/>
                </a:lnTo>
                <a:lnTo>
                  <a:pt x="344080" y="76080"/>
                </a:lnTo>
                <a:lnTo>
                  <a:pt x="343876" y="75668"/>
                </a:lnTo>
                <a:lnTo>
                  <a:pt x="343682" y="75244"/>
                </a:lnTo>
                <a:lnTo>
                  <a:pt x="343498" y="74810"/>
                </a:lnTo>
                <a:lnTo>
                  <a:pt x="343324" y="74364"/>
                </a:lnTo>
                <a:lnTo>
                  <a:pt x="343160" y="73907"/>
                </a:lnTo>
                <a:lnTo>
                  <a:pt x="343005" y="73440"/>
                </a:lnTo>
                <a:lnTo>
                  <a:pt x="342861" y="72961"/>
                </a:lnTo>
                <a:lnTo>
                  <a:pt x="342727" y="72471"/>
                </a:lnTo>
                <a:lnTo>
                  <a:pt x="342602" y="71971"/>
                </a:lnTo>
                <a:lnTo>
                  <a:pt x="342487" y="71459"/>
                </a:lnTo>
                <a:lnTo>
                  <a:pt x="342383" y="70936"/>
                </a:lnTo>
                <a:lnTo>
                  <a:pt x="342288" y="70402"/>
                </a:lnTo>
                <a:lnTo>
                  <a:pt x="342203" y="69858"/>
                </a:lnTo>
                <a:lnTo>
                  <a:pt x="342127" y="69302"/>
                </a:lnTo>
                <a:lnTo>
                  <a:pt x="324511" y="71439"/>
                </a:lnTo>
                <a:lnTo>
                  <a:pt x="324636" y="72432"/>
                </a:lnTo>
                <a:lnTo>
                  <a:pt x="324787" y="73409"/>
                </a:lnTo>
                <a:lnTo>
                  <a:pt x="324962" y="74370"/>
                </a:lnTo>
                <a:lnTo>
                  <a:pt x="325162" y="75315"/>
                </a:lnTo>
                <a:lnTo>
                  <a:pt x="325387" y="76245"/>
                </a:lnTo>
                <a:close/>
                <a:moveTo>
                  <a:pt x="483841" y="57465"/>
                </a:moveTo>
                <a:lnTo>
                  <a:pt x="483871" y="58672"/>
                </a:lnTo>
                <a:lnTo>
                  <a:pt x="483907" y="59852"/>
                </a:lnTo>
                <a:lnTo>
                  <a:pt x="483949" y="61006"/>
                </a:lnTo>
                <a:lnTo>
                  <a:pt x="483998" y="62132"/>
                </a:lnTo>
                <a:lnTo>
                  <a:pt x="484053" y="63231"/>
                </a:lnTo>
                <a:lnTo>
                  <a:pt x="484115" y="64303"/>
                </a:lnTo>
                <a:lnTo>
                  <a:pt x="484184" y="65348"/>
                </a:lnTo>
                <a:lnTo>
                  <a:pt x="484259" y="66366"/>
                </a:lnTo>
                <a:lnTo>
                  <a:pt x="484340" y="67357"/>
                </a:lnTo>
                <a:lnTo>
                  <a:pt x="484428" y="68321"/>
                </a:lnTo>
                <a:lnTo>
                  <a:pt x="484523" y="69258"/>
                </a:lnTo>
                <a:lnTo>
                  <a:pt x="484624" y="70168"/>
                </a:lnTo>
                <a:lnTo>
                  <a:pt x="484732" y="71051"/>
                </a:lnTo>
                <a:lnTo>
                  <a:pt x="484846" y="71907"/>
                </a:lnTo>
                <a:lnTo>
                  <a:pt x="484966" y="72736"/>
                </a:lnTo>
                <a:lnTo>
                  <a:pt x="485093" y="73539"/>
                </a:lnTo>
                <a:lnTo>
                  <a:pt x="485227" y="74314"/>
                </a:lnTo>
                <a:lnTo>
                  <a:pt x="485367" y="75062"/>
                </a:lnTo>
                <a:lnTo>
                  <a:pt x="485514" y="75783"/>
                </a:lnTo>
                <a:lnTo>
                  <a:pt x="485667" y="76477"/>
                </a:lnTo>
                <a:lnTo>
                  <a:pt x="485780" y="76935"/>
                </a:lnTo>
                <a:lnTo>
                  <a:pt x="485903" y="77392"/>
                </a:lnTo>
                <a:lnTo>
                  <a:pt x="486035" y="77847"/>
                </a:lnTo>
                <a:lnTo>
                  <a:pt x="486177" y="78300"/>
                </a:lnTo>
                <a:lnTo>
                  <a:pt x="486328" y="78751"/>
                </a:lnTo>
                <a:lnTo>
                  <a:pt x="486489" y="79201"/>
                </a:lnTo>
                <a:lnTo>
                  <a:pt x="486660" y="79649"/>
                </a:lnTo>
                <a:lnTo>
                  <a:pt x="486840" y="80096"/>
                </a:lnTo>
                <a:lnTo>
                  <a:pt x="487031" y="80541"/>
                </a:lnTo>
                <a:lnTo>
                  <a:pt x="487230" y="80984"/>
                </a:lnTo>
                <a:lnTo>
                  <a:pt x="487440" y="81425"/>
                </a:lnTo>
                <a:lnTo>
                  <a:pt x="487659" y="81865"/>
                </a:lnTo>
                <a:lnTo>
                  <a:pt x="487888" y="82303"/>
                </a:lnTo>
                <a:lnTo>
                  <a:pt x="488126" y="82739"/>
                </a:lnTo>
                <a:lnTo>
                  <a:pt x="488374" y="83174"/>
                </a:lnTo>
                <a:lnTo>
                  <a:pt x="488632" y="83607"/>
                </a:lnTo>
                <a:lnTo>
                  <a:pt x="488900" y="84038"/>
                </a:lnTo>
                <a:lnTo>
                  <a:pt x="489177" y="84468"/>
                </a:lnTo>
                <a:lnTo>
                  <a:pt x="489464" y="84895"/>
                </a:lnTo>
                <a:lnTo>
                  <a:pt x="489760" y="85322"/>
                </a:lnTo>
                <a:lnTo>
                  <a:pt x="490067" y="85746"/>
                </a:lnTo>
                <a:lnTo>
                  <a:pt x="490382" y="86169"/>
                </a:lnTo>
                <a:lnTo>
                  <a:pt x="490708" y="86590"/>
                </a:lnTo>
                <a:lnTo>
                  <a:pt x="491043" y="87010"/>
                </a:lnTo>
                <a:lnTo>
                  <a:pt x="491388" y="87425"/>
                </a:lnTo>
                <a:lnTo>
                  <a:pt x="491744" y="87834"/>
                </a:lnTo>
                <a:lnTo>
                  <a:pt x="492109" y="88236"/>
                </a:lnTo>
                <a:lnTo>
                  <a:pt x="492485" y="88631"/>
                </a:lnTo>
                <a:lnTo>
                  <a:pt x="492871" y="89021"/>
                </a:lnTo>
                <a:lnTo>
                  <a:pt x="493268" y="89403"/>
                </a:lnTo>
                <a:lnTo>
                  <a:pt x="493674" y="89779"/>
                </a:lnTo>
                <a:lnTo>
                  <a:pt x="494091" y="90149"/>
                </a:lnTo>
                <a:lnTo>
                  <a:pt x="494518" y="90512"/>
                </a:lnTo>
                <a:lnTo>
                  <a:pt x="494955" y="90868"/>
                </a:lnTo>
                <a:lnTo>
                  <a:pt x="495403" y="91218"/>
                </a:lnTo>
                <a:lnTo>
                  <a:pt x="495860" y="91562"/>
                </a:lnTo>
                <a:lnTo>
                  <a:pt x="496328" y="91899"/>
                </a:lnTo>
                <a:lnTo>
                  <a:pt x="496806" y="92229"/>
                </a:lnTo>
                <a:lnTo>
                  <a:pt x="497295" y="92553"/>
                </a:lnTo>
                <a:lnTo>
                  <a:pt x="497793" y="92870"/>
                </a:lnTo>
                <a:lnTo>
                  <a:pt x="498302" y="93181"/>
                </a:lnTo>
                <a:lnTo>
                  <a:pt x="498821" y="93486"/>
                </a:lnTo>
                <a:lnTo>
                  <a:pt x="499351" y="93783"/>
                </a:lnTo>
                <a:lnTo>
                  <a:pt x="499890" y="94075"/>
                </a:lnTo>
                <a:lnTo>
                  <a:pt x="500440" y="94359"/>
                </a:lnTo>
                <a:lnTo>
                  <a:pt x="501000" y="94638"/>
                </a:lnTo>
                <a:lnTo>
                  <a:pt x="501570" y="94909"/>
                </a:lnTo>
                <a:lnTo>
                  <a:pt x="502151" y="95175"/>
                </a:lnTo>
                <a:lnTo>
                  <a:pt x="502748" y="95431"/>
                </a:lnTo>
                <a:lnTo>
                  <a:pt x="503368" y="95677"/>
                </a:lnTo>
                <a:lnTo>
                  <a:pt x="504010" y="95911"/>
                </a:lnTo>
                <a:lnTo>
                  <a:pt x="504676" y="96135"/>
                </a:lnTo>
                <a:lnTo>
                  <a:pt x="505364" y="96348"/>
                </a:lnTo>
                <a:lnTo>
                  <a:pt x="506075" y="96550"/>
                </a:lnTo>
                <a:lnTo>
                  <a:pt x="506809" y="96741"/>
                </a:lnTo>
                <a:lnTo>
                  <a:pt x="507566" y="96921"/>
                </a:lnTo>
                <a:lnTo>
                  <a:pt x="508346" y="97090"/>
                </a:lnTo>
                <a:lnTo>
                  <a:pt x="509148" y="97248"/>
                </a:lnTo>
                <a:lnTo>
                  <a:pt x="509974" y="97396"/>
                </a:lnTo>
                <a:lnTo>
                  <a:pt x="510822" y="97532"/>
                </a:lnTo>
                <a:lnTo>
                  <a:pt x="511693" y="97658"/>
                </a:lnTo>
                <a:lnTo>
                  <a:pt x="512586" y="97772"/>
                </a:lnTo>
                <a:lnTo>
                  <a:pt x="513503" y="97876"/>
                </a:lnTo>
                <a:lnTo>
                  <a:pt x="514442" y="97969"/>
                </a:lnTo>
                <a:lnTo>
                  <a:pt x="515405" y="98050"/>
                </a:lnTo>
                <a:lnTo>
                  <a:pt x="516390" y="98121"/>
                </a:lnTo>
                <a:lnTo>
                  <a:pt x="517398" y="98181"/>
                </a:lnTo>
                <a:lnTo>
                  <a:pt x="518428" y="98231"/>
                </a:lnTo>
                <a:lnTo>
                  <a:pt x="519482" y="98269"/>
                </a:lnTo>
                <a:lnTo>
                  <a:pt x="520558" y="98296"/>
                </a:lnTo>
                <a:lnTo>
                  <a:pt x="521657" y="98312"/>
                </a:lnTo>
                <a:lnTo>
                  <a:pt x="522779" y="98318"/>
                </a:lnTo>
                <a:lnTo>
                  <a:pt x="523711" y="98313"/>
                </a:lnTo>
                <a:lnTo>
                  <a:pt x="524628" y="98298"/>
                </a:lnTo>
                <a:lnTo>
                  <a:pt x="525530" y="98273"/>
                </a:lnTo>
                <a:lnTo>
                  <a:pt x="526417" y="98238"/>
                </a:lnTo>
                <a:lnTo>
                  <a:pt x="527290" y="98193"/>
                </a:lnTo>
                <a:lnTo>
                  <a:pt x="528147" y="98138"/>
                </a:lnTo>
                <a:lnTo>
                  <a:pt x="528990" y="98072"/>
                </a:lnTo>
                <a:lnTo>
                  <a:pt x="529818" y="97997"/>
                </a:lnTo>
                <a:lnTo>
                  <a:pt x="530631" y="97912"/>
                </a:lnTo>
                <a:lnTo>
                  <a:pt x="531429" y="97817"/>
                </a:lnTo>
                <a:lnTo>
                  <a:pt x="532212" y="97712"/>
                </a:lnTo>
                <a:lnTo>
                  <a:pt x="532980" y="97597"/>
                </a:lnTo>
                <a:lnTo>
                  <a:pt x="533734" y="97472"/>
                </a:lnTo>
                <a:lnTo>
                  <a:pt x="534473" y="97336"/>
                </a:lnTo>
                <a:lnTo>
                  <a:pt x="535197" y="97191"/>
                </a:lnTo>
                <a:lnTo>
                  <a:pt x="535906" y="97036"/>
                </a:lnTo>
                <a:lnTo>
                  <a:pt x="536600" y="96871"/>
                </a:lnTo>
                <a:lnTo>
                  <a:pt x="537279" y="96695"/>
                </a:lnTo>
                <a:lnTo>
                  <a:pt x="537944" y="96510"/>
                </a:lnTo>
                <a:lnTo>
                  <a:pt x="538594" y="96315"/>
                </a:lnTo>
                <a:lnTo>
                  <a:pt x="539228" y="96110"/>
                </a:lnTo>
                <a:lnTo>
                  <a:pt x="539849" y="95894"/>
                </a:lnTo>
                <a:lnTo>
                  <a:pt x="540454" y="95669"/>
                </a:lnTo>
                <a:lnTo>
                  <a:pt x="541044" y="95434"/>
                </a:lnTo>
                <a:lnTo>
                  <a:pt x="541622" y="95190"/>
                </a:lnTo>
                <a:lnTo>
                  <a:pt x="542190" y="94939"/>
                </a:lnTo>
                <a:lnTo>
                  <a:pt x="542749" y="94682"/>
                </a:lnTo>
                <a:lnTo>
                  <a:pt x="543297" y="94417"/>
                </a:lnTo>
                <a:lnTo>
                  <a:pt x="543836" y="94146"/>
                </a:lnTo>
                <a:lnTo>
                  <a:pt x="544365" y="93868"/>
                </a:lnTo>
                <a:lnTo>
                  <a:pt x="544885" y="93583"/>
                </a:lnTo>
                <a:lnTo>
                  <a:pt x="545394" y="93291"/>
                </a:lnTo>
                <a:lnTo>
                  <a:pt x="545894" y="92993"/>
                </a:lnTo>
                <a:lnTo>
                  <a:pt x="546384" y="92687"/>
                </a:lnTo>
                <a:lnTo>
                  <a:pt x="546864" y="92375"/>
                </a:lnTo>
                <a:lnTo>
                  <a:pt x="547335" y="92056"/>
                </a:lnTo>
                <a:lnTo>
                  <a:pt x="547795" y="91729"/>
                </a:lnTo>
                <a:lnTo>
                  <a:pt x="548246" y="91397"/>
                </a:lnTo>
                <a:lnTo>
                  <a:pt x="548687" y="91057"/>
                </a:lnTo>
                <a:lnTo>
                  <a:pt x="549118" y="90710"/>
                </a:lnTo>
                <a:lnTo>
                  <a:pt x="549540" y="90357"/>
                </a:lnTo>
                <a:lnTo>
                  <a:pt x="549952" y="89996"/>
                </a:lnTo>
                <a:lnTo>
                  <a:pt x="550354" y="89629"/>
                </a:lnTo>
                <a:lnTo>
                  <a:pt x="550746" y="89255"/>
                </a:lnTo>
                <a:lnTo>
                  <a:pt x="551128" y="88874"/>
                </a:lnTo>
                <a:lnTo>
                  <a:pt x="551501" y="88486"/>
                </a:lnTo>
                <a:lnTo>
                  <a:pt x="551863" y="88091"/>
                </a:lnTo>
                <a:lnTo>
                  <a:pt x="552217" y="87690"/>
                </a:lnTo>
                <a:lnTo>
                  <a:pt x="552560" y="87281"/>
                </a:lnTo>
                <a:lnTo>
                  <a:pt x="552895" y="86864"/>
                </a:lnTo>
                <a:lnTo>
                  <a:pt x="553220" y="86440"/>
                </a:lnTo>
                <a:lnTo>
                  <a:pt x="553536" y="86008"/>
                </a:lnTo>
                <a:lnTo>
                  <a:pt x="553843" y="85569"/>
                </a:lnTo>
                <a:lnTo>
                  <a:pt x="554141" y="85121"/>
                </a:lnTo>
                <a:lnTo>
                  <a:pt x="554430" y="84667"/>
                </a:lnTo>
                <a:lnTo>
                  <a:pt x="554710" y="84204"/>
                </a:lnTo>
                <a:lnTo>
                  <a:pt x="554981" y="83734"/>
                </a:lnTo>
                <a:lnTo>
                  <a:pt x="555242" y="83256"/>
                </a:lnTo>
                <a:lnTo>
                  <a:pt x="555495" y="82771"/>
                </a:lnTo>
                <a:lnTo>
                  <a:pt x="555738" y="82278"/>
                </a:lnTo>
                <a:lnTo>
                  <a:pt x="555973" y="81777"/>
                </a:lnTo>
                <a:lnTo>
                  <a:pt x="556198" y="81269"/>
                </a:lnTo>
                <a:lnTo>
                  <a:pt x="556414" y="80753"/>
                </a:lnTo>
                <a:lnTo>
                  <a:pt x="556621" y="80229"/>
                </a:lnTo>
                <a:lnTo>
                  <a:pt x="556819" y="79698"/>
                </a:lnTo>
                <a:lnTo>
                  <a:pt x="557007" y="79159"/>
                </a:lnTo>
                <a:lnTo>
                  <a:pt x="557187" y="78612"/>
                </a:lnTo>
                <a:lnTo>
                  <a:pt x="557357" y="78058"/>
                </a:lnTo>
                <a:lnTo>
                  <a:pt x="557519" y="77496"/>
                </a:lnTo>
                <a:lnTo>
                  <a:pt x="557671" y="76926"/>
                </a:lnTo>
                <a:lnTo>
                  <a:pt x="557814" y="76349"/>
                </a:lnTo>
                <a:lnTo>
                  <a:pt x="557948" y="75764"/>
                </a:lnTo>
                <a:lnTo>
                  <a:pt x="558075" y="75158"/>
                </a:lnTo>
                <a:lnTo>
                  <a:pt x="558197" y="74517"/>
                </a:lnTo>
                <a:lnTo>
                  <a:pt x="558313" y="73841"/>
                </a:lnTo>
                <a:lnTo>
                  <a:pt x="558423" y="73130"/>
                </a:lnTo>
                <a:lnTo>
                  <a:pt x="558529" y="72384"/>
                </a:lnTo>
                <a:lnTo>
                  <a:pt x="558629" y="71604"/>
                </a:lnTo>
                <a:lnTo>
                  <a:pt x="558723" y="70788"/>
                </a:lnTo>
                <a:lnTo>
                  <a:pt x="558812" y="69938"/>
                </a:lnTo>
                <a:lnTo>
                  <a:pt x="558896" y="69053"/>
                </a:lnTo>
                <a:lnTo>
                  <a:pt x="558974" y="68133"/>
                </a:lnTo>
                <a:lnTo>
                  <a:pt x="559047" y="67178"/>
                </a:lnTo>
                <a:lnTo>
                  <a:pt x="559114" y="66188"/>
                </a:lnTo>
                <a:lnTo>
                  <a:pt x="559176" y="65163"/>
                </a:lnTo>
                <a:lnTo>
                  <a:pt x="559233" y="64104"/>
                </a:lnTo>
                <a:lnTo>
                  <a:pt x="559284" y="63009"/>
                </a:lnTo>
                <a:lnTo>
                  <a:pt x="559330" y="61880"/>
                </a:lnTo>
                <a:lnTo>
                  <a:pt x="559371" y="60716"/>
                </a:lnTo>
                <a:lnTo>
                  <a:pt x="559406" y="59516"/>
                </a:lnTo>
                <a:lnTo>
                  <a:pt x="559435" y="58283"/>
                </a:lnTo>
                <a:lnTo>
                  <a:pt x="559460" y="57014"/>
                </a:lnTo>
                <a:lnTo>
                  <a:pt x="559479" y="55710"/>
                </a:lnTo>
                <a:lnTo>
                  <a:pt x="559492" y="54371"/>
                </a:lnTo>
                <a:lnTo>
                  <a:pt x="559500" y="52998"/>
                </a:lnTo>
                <a:lnTo>
                  <a:pt x="559503" y="51590"/>
                </a:lnTo>
                <a:lnTo>
                  <a:pt x="559503" y="1684"/>
                </a:lnTo>
                <a:lnTo>
                  <a:pt x="540332" y="1684"/>
                </a:lnTo>
                <a:lnTo>
                  <a:pt x="540332" y="54211"/>
                </a:lnTo>
                <a:lnTo>
                  <a:pt x="540330" y="55139"/>
                </a:lnTo>
                <a:lnTo>
                  <a:pt x="540326" y="56045"/>
                </a:lnTo>
                <a:lnTo>
                  <a:pt x="540318" y="56928"/>
                </a:lnTo>
                <a:lnTo>
                  <a:pt x="540308" y="57789"/>
                </a:lnTo>
                <a:lnTo>
                  <a:pt x="540295" y="58628"/>
                </a:lnTo>
                <a:lnTo>
                  <a:pt x="540279" y="59445"/>
                </a:lnTo>
                <a:lnTo>
                  <a:pt x="540260" y="60239"/>
                </a:lnTo>
                <a:lnTo>
                  <a:pt x="540238" y="61011"/>
                </a:lnTo>
                <a:lnTo>
                  <a:pt x="540213" y="61761"/>
                </a:lnTo>
                <a:lnTo>
                  <a:pt x="540185" y="62489"/>
                </a:lnTo>
                <a:lnTo>
                  <a:pt x="540155" y="63194"/>
                </a:lnTo>
                <a:lnTo>
                  <a:pt x="540121" y="63877"/>
                </a:lnTo>
                <a:lnTo>
                  <a:pt x="540085" y="64538"/>
                </a:lnTo>
                <a:lnTo>
                  <a:pt x="540045" y="65177"/>
                </a:lnTo>
                <a:lnTo>
                  <a:pt x="540003" y="65793"/>
                </a:lnTo>
                <a:lnTo>
                  <a:pt x="539957" y="66387"/>
                </a:lnTo>
                <a:lnTo>
                  <a:pt x="539909" y="66959"/>
                </a:lnTo>
                <a:lnTo>
                  <a:pt x="539858" y="67508"/>
                </a:lnTo>
                <a:lnTo>
                  <a:pt x="539804" y="68036"/>
                </a:lnTo>
                <a:lnTo>
                  <a:pt x="539747" y="68541"/>
                </a:lnTo>
                <a:lnTo>
                  <a:pt x="539687" y="69023"/>
                </a:lnTo>
                <a:lnTo>
                  <a:pt x="539624" y="69484"/>
                </a:lnTo>
                <a:lnTo>
                  <a:pt x="539558" y="69922"/>
                </a:lnTo>
                <a:lnTo>
                  <a:pt x="539490" y="70338"/>
                </a:lnTo>
                <a:lnTo>
                  <a:pt x="539414" y="70740"/>
                </a:lnTo>
                <a:lnTo>
                  <a:pt x="539326" y="71137"/>
                </a:lnTo>
                <a:lnTo>
                  <a:pt x="539227" y="71529"/>
                </a:lnTo>
                <a:lnTo>
                  <a:pt x="539117" y="71915"/>
                </a:lnTo>
                <a:lnTo>
                  <a:pt x="538995" y="72296"/>
                </a:lnTo>
                <a:lnTo>
                  <a:pt x="538862" y="72672"/>
                </a:lnTo>
                <a:lnTo>
                  <a:pt x="538717" y="73042"/>
                </a:lnTo>
                <a:lnTo>
                  <a:pt x="538561" y="73407"/>
                </a:lnTo>
                <a:lnTo>
                  <a:pt x="538394" y="73767"/>
                </a:lnTo>
                <a:lnTo>
                  <a:pt x="538214" y="74122"/>
                </a:lnTo>
                <a:lnTo>
                  <a:pt x="538024" y="74471"/>
                </a:lnTo>
                <a:lnTo>
                  <a:pt x="537822" y="74815"/>
                </a:lnTo>
                <a:lnTo>
                  <a:pt x="537608" y="75154"/>
                </a:lnTo>
                <a:lnTo>
                  <a:pt x="537383" y="75487"/>
                </a:lnTo>
                <a:lnTo>
                  <a:pt x="537147" y="75815"/>
                </a:lnTo>
                <a:lnTo>
                  <a:pt x="536899" y="76138"/>
                </a:lnTo>
                <a:lnTo>
                  <a:pt x="536639" y="76456"/>
                </a:lnTo>
                <a:lnTo>
                  <a:pt x="536369" y="76768"/>
                </a:lnTo>
                <a:lnTo>
                  <a:pt x="536086" y="77075"/>
                </a:lnTo>
                <a:lnTo>
                  <a:pt x="535792" y="77377"/>
                </a:lnTo>
                <a:lnTo>
                  <a:pt x="535487" y="77674"/>
                </a:lnTo>
                <a:lnTo>
                  <a:pt x="535170" y="77965"/>
                </a:lnTo>
                <a:lnTo>
                  <a:pt x="534842" y="78251"/>
                </a:lnTo>
                <a:lnTo>
                  <a:pt x="534502" y="78531"/>
                </a:lnTo>
                <a:lnTo>
                  <a:pt x="534150" y="78803"/>
                </a:lnTo>
                <a:lnTo>
                  <a:pt x="533784" y="79064"/>
                </a:lnTo>
                <a:lnTo>
                  <a:pt x="533403" y="79313"/>
                </a:lnTo>
                <a:lnTo>
                  <a:pt x="533009" y="79550"/>
                </a:lnTo>
                <a:lnTo>
                  <a:pt x="532601" y="79776"/>
                </a:lnTo>
                <a:lnTo>
                  <a:pt x="532179" y="79990"/>
                </a:lnTo>
                <a:lnTo>
                  <a:pt x="531743" y="80193"/>
                </a:lnTo>
                <a:lnTo>
                  <a:pt x="531293" y="80384"/>
                </a:lnTo>
                <a:lnTo>
                  <a:pt x="530829" y="80564"/>
                </a:lnTo>
                <a:lnTo>
                  <a:pt x="530351" y="80732"/>
                </a:lnTo>
                <a:lnTo>
                  <a:pt x="529859" y="80888"/>
                </a:lnTo>
                <a:lnTo>
                  <a:pt x="529353" y="81033"/>
                </a:lnTo>
                <a:lnTo>
                  <a:pt x="528834" y="81166"/>
                </a:lnTo>
                <a:lnTo>
                  <a:pt x="528300" y="81288"/>
                </a:lnTo>
                <a:lnTo>
                  <a:pt x="527752" y="81398"/>
                </a:lnTo>
                <a:lnTo>
                  <a:pt x="527191" y="81496"/>
                </a:lnTo>
                <a:lnTo>
                  <a:pt x="526615" y="81583"/>
                </a:lnTo>
                <a:lnTo>
                  <a:pt x="526026" y="81658"/>
                </a:lnTo>
                <a:lnTo>
                  <a:pt x="525423" y="81722"/>
                </a:lnTo>
                <a:lnTo>
                  <a:pt x="524805" y="81774"/>
                </a:lnTo>
                <a:lnTo>
                  <a:pt x="524174" y="81815"/>
                </a:lnTo>
                <a:lnTo>
                  <a:pt x="523529" y="81844"/>
                </a:lnTo>
                <a:lnTo>
                  <a:pt x="522870" y="81861"/>
                </a:lnTo>
                <a:lnTo>
                  <a:pt x="522197" y="81867"/>
                </a:lnTo>
                <a:lnTo>
                  <a:pt x="521533" y="81861"/>
                </a:lnTo>
                <a:lnTo>
                  <a:pt x="520882" y="81842"/>
                </a:lnTo>
                <a:lnTo>
                  <a:pt x="520242" y="81812"/>
                </a:lnTo>
                <a:lnTo>
                  <a:pt x="519614" y="81769"/>
                </a:lnTo>
                <a:lnTo>
                  <a:pt x="518998" y="81714"/>
                </a:lnTo>
                <a:lnTo>
                  <a:pt x="518393" y="81646"/>
                </a:lnTo>
                <a:lnTo>
                  <a:pt x="517801" y="81566"/>
                </a:lnTo>
                <a:lnTo>
                  <a:pt x="517220" y="81475"/>
                </a:lnTo>
                <a:lnTo>
                  <a:pt x="516651" y="81370"/>
                </a:lnTo>
                <a:lnTo>
                  <a:pt x="516094" y="81254"/>
                </a:lnTo>
                <a:lnTo>
                  <a:pt x="515549" y="81125"/>
                </a:lnTo>
                <a:lnTo>
                  <a:pt x="515015" y="80984"/>
                </a:lnTo>
                <a:lnTo>
                  <a:pt x="514494" y="80831"/>
                </a:lnTo>
                <a:lnTo>
                  <a:pt x="513984" y="80666"/>
                </a:lnTo>
                <a:lnTo>
                  <a:pt x="513486" y="80488"/>
                </a:lnTo>
                <a:lnTo>
                  <a:pt x="512999" y="80298"/>
                </a:lnTo>
                <a:lnTo>
                  <a:pt x="512525" y="80096"/>
                </a:lnTo>
                <a:lnTo>
                  <a:pt x="512062" y="79881"/>
                </a:lnTo>
                <a:lnTo>
                  <a:pt x="511612" y="79654"/>
                </a:lnTo>
                <a:lnTo>
                  <a:pt x="511172" y="79415"/>
                </a:lnTo>
                <a:lnTo>
                  <a:pt x="510745" y="79164"/>
                </a:lnTo>
                <a:lnTo>
                  <a:pt x="510330" y="78901"/>
                </a:lnTo>
                <a:lnTo>
                  <a:pt x="509926" y="78625"/>
                </a:lnTo>
                <a:lnTo>
                  <a:pt x="509534" y="78337"/>
                </a:lnTo>
                <a:lnTo>
                  <a:pt x="509154" y="78039"/>
                </a:lnTo>
                <a:lnTo>
                  <a:pt x="508786" y="77733"/>
                </a:lnTo>
                <a:lnTo>
                  <a:pt x="508430" y="77419"/>
                </a:lnTo>
                <a:lnTo>
                  <a:pt x="508085" y="77096"/>
                </a:lnTo>
                <a:lnTo>
                  <a:pt x="507752" y="76766"/>
                </a:lnTo>
                <a:lnTo>
                  <a:pt x="507431" y="76428"/>
                </a:lnTo>
                <a:lnTo>
                  <a:pt x="507122" y="76082"/>
                </a:lnTo>
                <a:lnTo>
                  <a:pt x="506825" y="75728"/>
                </a:lnTo>
                <a:lnTo>
                  <a:pt x="506539" y="75366"/>
                </a:lnTo>
                <a:lnTo>
                  <a:pt x="506266" y="74996"/>
                </a:lnTo>
                <a:lnTo>
                  <a:pt x="506004" y="74618"/>
                </a:lnTo>
                <a:lnTo>
                  <a:pt x="505754" y="74232"/>
                </a:lnTo>
                <a:lnTo>
                  <a:pt x="505515" y="73838"/>
                </a:lnTo>
                <a:lnTo>
                  <a:pt x="505289" y="73436"/>
                </a:lnTo>
                <a:lnTo>
                  <a:pt x="505074" y="73026"/>
                </a:lnTo>
                <a:lnTo>
                  <a:pt x="504871" y="72609"/>
                </a:lnTo>
                <a:lnTo>
                  <a:pt x="504680" y="72183"/>
                </a:lnTo>
                <a:lnTo>
                  <a:pt x="504501" y="71749"/>
                </a:lnTo>
                <a:lnTo>
                  <a:pt x="504333" y="71307"/>
                </a:lnTo>
                <a:lnTo>
                  <a:pt x="504178" y="70857"/>
                </a:lnTo>
                <a:lnTo>
                  <a:pt x="504034" y="70399"/>
                </a:lnTo>
                <a:lnTo>
                  <a:pt x="503902" y="69933"/>
                </a:lnTo>
                <a:lnTo>
                  <a:pt x="503781" y="69460"/>
                </a:lnTo>
                <a:lnTo>
                  <a:pt x="503673" y="68978"/>
                </a:lnTo>
                <a:lnTo>
                  <a:pt x="503615" y="68661"/>
                </a:lnTo>
                <a:lnTo>
                  <a:pt x="503559" y="68314"/>
                </a:lnTo>
                <a:lnTo>
                  <a:pt x="503506" y="67937"/>
                </a:lnTo>
                <a:lnTo>
                  <a:pt x="503455" y="67530"/>
                </a:lnTo>
                <a:lnTo>
                  <a:pt x="503407" y="67093"/>
                </a:lnTo>
                <a:lnTo>
                  <a:pt x="503361" y="66626"/>
                </a:lnTo>
                <a:lnTo>
                  <a:pt x="503318" y="66129"/>
                </a:lnTo>
                <a:lnTo>
                  <a:pt x="503277" y="65603"/>
                </a:lnTo>
                <a:lnTo>
                  <a:pt x="503239" y="65046"/>
                </a:lnTo>
                <a:lnTo>
                  <a:pt x="503203" y="64460"/>
                </a:lnTo>
                <a:lnTo>
                  <a:pt x="503169" y="63844"/>
                </a:lnTo>
                <a:lnTo>
                  <a:pt x="503139" y="63197"/>
                </a:lnTo>
                <a:lnTo>
                  <a:pt x="503110" y="62521"/>
                </a:lnTo>
                <a:lnTo>
                  <a:pt x="503084" y="61815"/>
                </a:lnTo>
                <a:lnTo>
                  <a:pt x="503061" y="61079"/>
                </a:lnTo>
                <a:lnTo>
                  <a:pt x="503040" y="60313"/>
                </a:lnTo>
                <a:lnTo>
                  <a:pt x="503021" y="59518"/>
                </a:lnTo>
                <a:lnTo>
                  <a:pt x="503005" y="58692"/>
                </a:lnTo>
                <a:lnTo>
                  <a:pt x="502991" y="57836"/>
                </a:lnTo>
                <a:lnTo>
                  <a:pt x="502980" y="56951"/>
                </a:lnTo>
                <a:lnTo>
                  <a:pt x="502972" y="56035"/>
                </a:lnTo>
                <a:lnTo>
                  <a:pt x="502965" y="55090"/>
                </a:lnTo>
                <a:lnTo>
                  <a:pt x="502962" y="54115"/>
                </a:lnTo>
                <a:lnTo>
                  <a:pt x="502960" y="53110"/>
                </a:lnTo>
                <a:lnTo>
                  <a:pt x="502960" y="1684"/>
                </a:lnTo>
                <a:lnTo>
                  <a:pt x="483789" y="1684"/>
                </a:lnTo>
                <a:lnTo>
                  <a:pt x="483789" y="52367"/>
                </a:lnTo>
                <a:lnTo>
                  <a:pt x="483792" y="53682"/>
                </a:lnTo>
                <a:lnTo>
                  <a:pt x="483802" y="54970"/>
                </a:lnTo>
                <a:lnTo>
                  <a:pt x="483818" y="56231"/>
                </a:lnTo>
                <a:lnTo>
                  <a:pt x="483841" y="57465"/>
                </a:lnTo>
                <a:close/>
                <a:moveTo>
                  <a:pt x="85689" y="27850"/>
                </a:moveTo>
                <a:lnTo>
                  <a:pt x="85689" y="42358"/>
                </a:lnTo>
                <a:lnTo>
                  <a:pt x="94044" y="42358"/>
                </a:lnTo>
                <a:lnTo>
                  <a:pt x="94044" y="72346"/>
                </a:lnTo>
                <a:lnTo>
                  <a:pt x="94045" y="73139"/>
                </a:lnTo>
                <a:lnTo>
                  <a:pt x="94048" y="73909"/>
                </a:lnTo>
                <a:lnTo>
                  <a:pt x="94053" y="74657"/>
                </a:lnTo>
                <a:lnTo>
                  <a:pt x="94060" y="75383"/>
                </a:lnTo>
                <a:lnTo>
                  <a:pt x="94069" y="76086"/>
                </a:lnTo>
                <a:lnTo>
                  <a:pt x="94080" y="76766"/>
                </a:lnTo>
                <a:lnTo>
                  <a:pt x="94094" y="77424"/>
                </a:lnTo>
                <a:lnTo>
                  <a:pt x="94109" y="78060"/>
                </a:lnTo>
                <a:lnTo>
                  <a:pt x="94126" y="78673"/>
                </a:lnTo>
                <a:lnTo>
                  <a:pt x="94145" y="79263"/>
                </a:lnTo>
                <a:lnTo>
                  <a:pt x="94166" y="79832"/>
                </a:lnTo>
                <a:lnTo>
                  <a:pt x="94190" y="80377"/>
                </a:lnTo>
                <a:lnTo>
                  <a:pt x="94215" y="80900"/>
                </a:lnTo>
                <a:lnTo>
                  <a:pt x="94242" y="81401"/>
                </a:lnTo>
                <a:lnTo>
                  <a:pt x="94272" y="81879"/>
                </a:lnTo>
                <a:lnTo>
                  <a:pt x="94303" y="82335"/>
                </a:lnTo>
                <a:lnTo>
                  <a:pt x="94336" y="82768"/>
                </a:lnTo>
                <a:lnTo>
                  <a:pt x="94372" y="83178"/>
                </a:lnTo>
                <a:lnTo>
                  <a:pt x="94409" y="83566"/>
                </a:lnTo>
                <a:lnTo>
                  <a:pt x="94449" y="83932"/>
                </a:lnTo>
                <a:lnTo>
                  <a:pt x="94490" y="84275"/>
                </a:lnTo>
                <a:lnTo>
                  <a:pt x="94534" y="84596"/>
                </a:lnTo>
                <a:lnTo>
                  <a:pt x="94579" y="84894"/>
                </a:lnTo>
                <a:lnTo>
                  <a:pt x="94627" y="85170"/>
                </a:lnTo>
                <a:lnTo>
                  <a:pt x="94688" y="85539"/>
                </a:lnTo>
                <a:lnTo>
                  <a:pt x="94754" y="85902"/>
                </a:lnTo>
                <a:lnTo>
                  <a:pt x="94823" y="86258"/>
                </a:lnTo>
                <a:lnTo>
                  <a:pt x="94896" y="86608"/>
                </a:lnTo>
                <a:lnTo>
                  <a:pt x="94973" y="86952"/>
                </a:lnTo>
                <a:lnTo>
                  <a:pt x="95054" y="87289"/>
                </a:lnTo>
                <a:lnTo>
                  <a:pt x="95139" y="87620"/>
                </a:lnTo>
                <a:lnTo>
                  <a:pt x="95228" y="87944"/>
                </a:lnTo>
                <a:lnTo>
                  <a:pt x="95321" y="88262"/>
                </a:lnTo>
                <a:lnTo>
                  <a:pt x="95417" y="88574"/>
                </a:lnTo>
                <a:lnTo>
                  <a:pt x="95518" y="88879"/>
                </a:lnTo>
                <a:lnTo>
                  <a:pt x="95623" y="89177"/>
                </a:lnTo>
                <a:lnTo>
                  <a:pt x="95731" y="89470"/>
                </a:lnTo>
                <a:lnTo>
                  <a:pt x="95844" y="89756"/>
                </a:lnTo>
                <a:lnTo>
                  <a:pt x="95960" y="90035"/>
                </a:lnTo>
                <a:lnTo>
                  <a:pt x="96081" y="90308"/>
                </a:lnTo>
                <a:lnTo>
                  <a:pt x="96205" y="90575"/>
                </a:lnTo>
                <a:lnTo>
                  <a:pt x="96333" y="90835"/>
                </a:lnTo>
                <a:lnTo>
                  <a:pt x="96465" y="91089"/>
                </a:lnTo>
                <a:lnTo>
                  <a:pt x="96601" y="91336"/>
                </a:lnTo>
                <a:lnTo>
                  <a:pt x="96741" y="91577"/>
                </a:lnTo>
                <a:lnTo>
                  <a:pt x="96885" y="91812"/>
                </a:lnTo>
                <a:lnTo>
                  <a:pt x="97033" y="92040"/>
                </a:lnTo>
                <a:lnTo>
                  <a:pt x="97185" y="92262"/>
                </a:lnTo>
                <a:lnTo>
                  <a:pt x="97343" y="92479"/>
                </a:lnTo>
                <a:lnTo>
                  <a:pt x="97508" y="92692"/>
                </a:lnTo>
                <a:lnTo>
                  <a:pt x="97680" y="92903"/>
                </a:lnTo>
                <a:lnTo>
                  <a:pt x="97859" y="93109"/>
                </a:lnTo>
                <a:lnTo>
                  <a:pt x="98046" y="93313"/>
                </a:lnTo>
                <a:lnTo>
                  <a:pt x="98240" y="93513"/>
                </a:lnTo>
                <a:lnTo>
                  <a:pt x="98441" y="93710"/>
                </a:lnTo>
                <a:lnTo>
                  <a:pt x="98650" y="93903"/>
                </a:lnTo>
                <a:lnTo>
                  <a:pt x="98866" y="94093"/>
                </a:lnTo>
                <a:lnTo>
                  <a:pt x="99089" y="94279"/>
                </a:lnTo>
                <a:lnTo>
                  <a:pt x="99319" y="94462"/>
                </a:lnTo>
                <a:lnTo>
                  <a:pt x="99557" y="94642"/>
                </a:lnTo>
                <a:lnTo>
                  <a:pt x="99803" y="94819"/>
                </a:lnTo>
                <a:lnTo>
                  <a:pt x="100055" y="94992"/>
                </a:lnTo>
                <a:lnTo>
                  <a:pt x="100315" y="95161"/>
                </a:lnTo>
                <a:lnTo>
                  <a:pt x="100582" y="95328"/>
                </a:lnTo>
                <a:lnTo>
                  <a:pt x="100856" y="95491"/>
                </a:lnTo>
                <a:lnTo>
                  <a:pt x="101138" y="95650"/>
                </a:lnTo>
                <a:lnTo>
                  <a:pt x="101427" y="95806"/>
                </a:lnTo>
                <a:lnTo>
                  <a:pt x="101723" y="95959"/>
                </a:lnTo>
                <a:lnTo>
                  <a:pt x="102027" y="96109"/>
                </a:lnTo>
                <a:lnTo>
                  <a:pt x="102338" y="96255"/>
                </a:lnTo>
                <a:lnTo>
                  <a:pt x="102656" y="96397"/>
                </a:lnTo>
                <a:lnTo>
                  <a:pt x="102982" y="96537"/>
                </a:lnTo>
                <a:lnTo>
                  <a:pt x="103313" y="96671"/>
                </a:lnTo>
                <a:lnTo>
                  <a:pt x="103647" y="96800"/>
                </a:lnTo>
                <a:lnTo>
                  <a:pt x="103985" y="96924"/>
                </a:lnTo>
                <a:lnTo>
                  <a:pt x="104326" y="97041"/>
                </a:lnTo>
                <a:lnTo>
                  <a:pt x="104670" y="97153"/>
                </a:lnTo>
                <a:lnTo>
                  <a:pt x="105018" y="97259"/>
                </a:lnTo>
                <a:lnTo>
                  <a:pt x="105369" y="97360"/>
                </a:lnTo>
                <a:lnTo>
                  <a:pt x="105724" y="97454"/>
                </a:lnTo>
                <a:lnTo>
                  <a:pt x="106082" y="97543"/>
                </a:lnTo>
                <a:lnTo>
                  <a:pt x="106443" y="97626"/>
                </a:lnTo>
                <a:lnTo>
                  <a:pt x="106808" y="97704"/>
                </a:lnTo>
                <a:lnTo>
                  <a:pt x="107176" y="97775"/>
                </a:lnTo>
                <a:lnTo>
                  <a:pt x="107547" y="97841"/>
                </a:lnTo>
                <a:lnTo>
                  <a:pt x="107922" y="97902"/>
                </a:lnTo>
                <a:lnTo>
                  <a:pt x="108300" y="97956"/>
                </a:lnTo>
                <a:lnTo>
                  <a:pt x="108682" y="98005"/>
                </a:lnTo>
                <a:lnTo>
                  <a:pt x="109066" y="98048"/>
                </a:lnTo>
                <a:lnTo>
                  <a:pt x="109455" y="98085"/>
                </a:lnTo>
                <a:lnTo>
                  <a:pt x="109846" y="98117"/>
                </a:lnTo>
                <a:lnTo>
                  <a:pt x="110241" y="98142"/>
                </a:lnTo>
                <a:lnTo>
                  <a:pt x="110640" y="98162"/>
                </a:lnTo>
                <a:lnTo>
                  <a:pt x="111042" y="98177"/>
                </a:lnTo>
                <a:lnTo>
                  <a:pt x="111447" y="98185"/>
                </a:lnTo>
                <a:lnTo>
                  <a:pt x="111855" y="98188"/>
                </a:lnTo>
                <a:lnTo>
                  <a:pt x="112522" y="98184"/>
                </a:lnTo>
                <a:lnTo>
                  <a:pt x="113182" y="98169"/>
                </a:lnTo>
                <a:lnTo>
                  <a:pt x="113837" y="98146"/>
                </a:lnTo>
                <a:lnTo>
                  <a:pt x="114485" y="98112"/>
                </a:lnTo>
                <a:lnTo>
                  <a:pt x="115128" y="98070"/>
                </a:lnTo>
                <a:lnTo>
                  <a:pt x="115766" y="98018"/>
                </a:lnTo>
                <a:lnTo>
                  <a:pt x="116397" y="97956"/>
                </a:lnTo>
                <a:lnTo>
                  <a:pt x="117022" y="97885"/>
                </a:lnTo>
                <a:lnTo>
                  <a:pt x="117642" y="97804"/>
                </a:lnTo>
                <a:lnTo>
                  <a:pt x="118256" y="97714"/>
                </a:lnTo>
                <a:lnTo>
                  <a:pt x="118863" y="97614"/>
                </a:lnTo>
                <a:lnTo>
                  <a:pt x="119465" y="97505"/>
                </a:lnTo>
                <a:lnTo>
                  <a:pt x="120062" y="97387"/>
                </a:lnTo>
                <a:lnTo>
                  <a:pt x="120652" y="97259"/>
                </a:lnTo>
                <a:lnTo>
                  <a:pt x="121236" y="97121"/>
                </a:lnTo>
                <a:lnTo>
                  <a:pt x="121815" y="96974"/>
                </a:lnTo>
                <a:lnTo>
                  <a:pt x="122388" y="96817"/>
                </a:lnTo>
                <a:lnTo>
                  <a:pt x="122955" y="96651"/>
                </a:lnTo>
                <a:lnTo>
                  <a:pt x="123516" y="96476"/>
                </a:lnTo>
                <a:lnTo>
                  <a:pt x="124071" y="96291"/>
                </a:lnTo>
                <a:lnTo>
                  <a:pt x="124621" y="96096"/>
                </a:lnTo>
                <a:lnTo>
                  <a:pt x="125164" y="95892"/>
                </a:lnTo>
                <a:lnTo>
                  <a:pt x="125702" y="95679"/>
                </a:lnTo>
                <a:lnTo>
                  <a:pt x="126234" y="95456"/>
                </a:lnTo>
                <a:lnTo>
                  <a:pt x="124679" y="81284"/>
                </a:lnTo>
                <a:lnTo>
                  <a:pt x="124284" y="81427"/>
                </a:lnTo>
                <a:lnTo>
                  <a:pt x="123896" y="81563"/>
                </a:lnTo>
                <a:lnTo>
                  <a:pt x="123516" y="81694"/>
                </a:lnTo>
                <a:lnTo>
                  <a:pt x="123145" y="81818"/>
                </a:lnTo>
                <a:lnTo>
                  <a:pt x="122781" y="81937"/>
                </a:lnTo>
                <a:lnTo>
                  <a:pt x="122425" y="82049"/>
                </a:lnTo>
                <a:lnTo>
                  <a:pt x="122076" y="82155"/>
                </a:lnTo>
                <a:lnTo>
                  <a:pt x="121736" y="82255"/>
                </a:lnTo>
                <a:lnTo>
                  <a:pt x="121403" y="82349"/>
                </a:lnTo>
                <a:lnTo>
                  <a:pt x="121079" y="82438"/>
                </a:lnTo>
                <a:lnTo>
                  <a:pt x="120762" y="82519"/>
                </a:lnTo>
                <a:lnTo>
                  <a:pt x="120453" y="82595"/>
                </a:lnTo>
                <a:lnTo>
                  <a:pt x="120152" y="82665"/>
                </a:lnTo>
                <a:lnTo>
                  <a:pt x="119859" y="82729"/>
                </a:lnTo>
                <a:lnTo>
                  <a:pt x="119574" y="82787"/>
                </a:lnTo>
                <a:lnTo>
                  <a:pt x="119296" y="82838"/>
                </a:lnTo>
                <a:lnTo>
                  <a:pt x="119027" y="82884"/>
                </a:lnTo>
                <a:lnTo>
                  <a:pt x="118765" y="82923"/>
                </a:lnTo>
                <a:lnTo>
                  <a:pt x="118511" y="82957"/>
                </a:lnTo>
                <a:lnTo>
                  <a:pt x="118265" y="82984"/>
                </a:lnTo>
                <a:lnTo>
                  <a:pt x="118027" y="83005"/>
                </a:lnTo>
                <a:lnTo>
                  <a:pt x="117797" y="83020"/>
                </a:lnTo>
                <a:lnTo>
                  <a:pt x="117575" y="83030"/>
                </a:lnTo>
                <a:lnTo>
                  <a:pt x="117360" y="83033"/>
                </a:lnTo>
                <a:lnTo>
                  <a:pt x="117210" y="83031"/>
                </a:lnTo>
                <a:lnTo>
                  <a:pt x="117062" y="83026"/>
                </a:lnTo>
                <a:lnTo>
                  <a:pt x="116916" y="83018"/>
                </a:lnTo>
                <a:lnTo>
                  <a:pt x="116771" y="83007"/>
                </a:lnTo>
                <a:lnTo>
                  <a:pt x="116629" y="82993"/>
                </a:lnTo>
                <a:lnTo>
                  <a:pt x="116488" y="82976"/>
                </a:lnTo>
                <a:lnTo>
                  <a:pt x="116349" y="82956"/>
                </a:lnTo>
                <a:lnTo>
                  <a:pt x="116213" y="82932"/>
                </a:lnTo>
                <a:lnTo>
                  <a:pt x="116078" y="82905"/>
                </a:lnTo>
                <a:lnTo>
                  <a:pt x="115945" y="82876"/>
                </a:lnTo>
                <a:lnTo>
                  <a:pt x="115814" y="82843"/>
                </a:lnTo>
                <a:lnTo>
                  <a:pt x="115685" y="82806"/>
                </a:lnTo>
                <a:lnTo>
                  <a:pt x="115557" y="82767"/>
                </a:lnTo>
                <a:lnTo>
                  <a:pt x="115432" y="82725"/>
                </a:lnTo>
                <a:lnTo>
                  <a:pt x="115309" y="82679"/>
                </a:lnTo>
                <a:lnTo>
                  <a:pt x="115187" y="82630"/>
                </a:lnTo>
                <a:lnTo>
                  <a:pt x="115068" y="82579"/>
                </a:lnTo>
                <a:lnTo>
                  <a:pt x="114950" y="82524"/>
                </a:lnTo>
                <a:lnTo>
                  <a:pt x="114834" y="82466"/>
                </a:lnTo>
                <a:lnTo>
                  <a:pt x="114720" y="82404"/>
                </a:lnTo>
                <a:lnTo>
                  <a:pt x="114608" y="82340"/>
                </a:lnTo>
                <a:lnTo>
                  <a:pt x="114498" y="82272"/>
                </a:lnTo>
                <a:lnTo>
                  <a:pt x="114390" y="82202"/>
                </a:lnTo>
                <a:lnTo>
                  <a:pt x="114284" y="82128"/>
                </a:lnTo>
                <a:lnTo>
                  <a:pt x="114180" y="82051"/>
                </a:lnTo>
                <a:lnTo>
                  <a:pt x="114080" y="81973"/>
                </a:lnTo>
                <a:lnTo>
                  <a:pt x="113982" y="81894"/>
                </a:lnTo>
                <a:lnTo>
                  <a:pt x="113888" y="81812"/>
                </a:lnTo>
                <a:lnTo>
                  <a:pt x="113797" y="81729"/>
                </a:lnTo>
                <a:lnTo>
                  <a:pt x="113709" y="81644"/>
                </a:lnTo>
                <a:lnTo>
                  <a:pt x="113624" y="81558"/>
                </a:lnTo>
                <a:lnTo>
                  <a:pt x="113543" y="81470"/>
                </a:lnTo>
                <a:lnTo>
                  <a:pt x="113464" y="81380"/>
                </a:lnTo>
                <a:lnTo>
                  <a:pt x="113389" y="81289"/>
                </a:lnTo>
                <a:lnTo>
                  <a:pt x="113317" y="81195"/>
                </a:lnTo>
                <a:lnTo>
                  <a:pt x="113248" y="81101"/>
                </a:lnTo>
                <a:lnTo>
                  <a:pt x="113182" y="81004"/>
                </a:lnTo>
                <a:lnTo>
                  <a:pt x="113119" y="80906"/>
                </a:lnTo>
                <a:lnTo>
                  <a:pt x="113059" y="80806"/>
                </a:lnTo>
                <a:lnTo>
                  <a:pt x="113003" y="80705"/>
                </a:lnTo>
                <a:lnTo>
                  <a:pt x="112950" y="80602"/>
                </a:lnTo>
                <a:lnTo>
                  <a:pt x="112900" y="80497"/>
                </a:lnTo>
                <a:lnTo>
                  <a:pt x="112853" y="80390"/>
                </a:lnTo>
                <a:lnTo>
                  <a:pt x="112809" y="80282"/>
                </a:lnTo>
                <a:lnTo>
                  <a:pt x="112768" y="80172"/>
                </a:lnTo>
                <a:lnTo>
                  <a:pt x="112730" y="80061"/>
                </a:lnTo>
                <a:lnTo>
                  <a:pt x="112696" y="79947"/>
                </a:lnTo>
                <a:lnTo>
                  <a:pt x="112665" y="79833"/>
                </a:lnTo>
                <a:lnTo>
                  <a:pt x="112636" y="79705"/>
                </a:lnTo>
                <a:lnTo>
                  <a:pt x="112608" y="79552"/>
                </a:lnTo>
                <a:lnTo>
                  <a:pt x="112581" y="79375"/>
                </a:lnTo>
                <a:lnTo>
                  <a:pt x="112556" y="79174"/>
                </a:lnTo>
                <a:lnTo>
                  <a:pt x="112532" y="78949"/>
                </a:lnTo>
                <a:lnTo>
                  <a:pt x="112509" y="78699"/>
                </a:lnTo>
                <a:lnTo>
                  <a:pt x="112487" y="78425"/>
                </a:lnTo>
                <a:lnTo>
                  <a:pt x="112467" y="78126"/>
                </a:lnTo>
                <a:lnTo>
                  <a:pt x="112448" y="77803"/>
                </a:lnTo>
                <a:lnTo>
                  <a:pt x="112430" y="77456"/>
                </a:lnTo>
                <a:lnTo>
                  <a:pt x="112413" y="77084"/>
                </a:lnTo>
                <a:lnTo>
                  <a:pt x="112398" y="76688"/>
                </a:lnTo>
                <a:lnTo>
                  <a:pt x="112383" y="76267"/>
                </a:lnTo>
                <a:lnTo>
                  <a:pt x="112370" y="75823"/>
                </a:lnTo>
                <a:lnTo>
                  <a:pt x="112359" y="75353"/>
                </a:lnTo>
                <a:lnTo>
                  <a:pt x="112348" y="74860"/>
                </a:lnTo>
                <a:lnTo>
                  <a:pt x="112339" y="74342"/>
                </a:lnTo>
                <a:lnTo>
                  <a:pt x="112331" y="73800"/>
                </a:lnTo>
                <a:lnTo>
                  <a:pt x="112324" y="73233"/>
                </a:lnTo>
                <a:lnTo>
                  <a:pt x="112318" y="72642"/>
                </a:lnTo>
                <a:lnTo>
                  <a:pt x="112314" y="72027"/>
                </a:lnTo>
                <a:lnTo>
                  <a:pt x="112311" y="71387"/>
                </a:lnTo>
                <a:lnTo>
                  <a:pt x="112309" y="70723"/>
                </a:lnTo>
                <a:lnTo>
                  <a:pt x="112309" y="70034"/>
                </a:lnTo>
                <a:lnTo>
                  <a:pt x="112309" y="42358"/>
                </a:lnTo>
                <a:lnTo>
                  <a:pt x="124744" y="42358"/>
                </a:lnTo>
                <a:lnTo>
                  <a:pt x="124744" y="27850"/>
                </a:lnTo>
                <a:lnTo>
                  <a:pt x="112309" y="27850"/>
                </a:lnTo>
                <a:lnTo>
                  <a:pt x="112309" y="3368"/>
                </a:lnTo>
                <a:lnTo>
                  <a:pt x="94044" y="14119"/>
                </a:lnTo>
                <a:lnTo>
                  <a:pt x="94044" y="27850"/>
                </a:lnTo>
                <a:lnTo>
                  <a:pt x="85689" y="27850"/>
                </a:lnTo>
                <a:close/>
                <a:moveTo>
                  <a:pt x="642097" y="51334"/>
                </a:moveTo>
                <a:lnTo>
                  <a:pt x="642081" y="50728"/>
                </a:lnTo>
                <a:lnTo>
                  <a:pt x="642062" y="50134"/>
                </a:lnTo>
                <a:lnTo>
                  <a:pt x="642039" y="49554"/>
                </a:lnTo>
                <a:lnTo>
                  <a:pt x="642013" y="48986"/>
                </a:lnTo>
                <a:lnTo>
                  <a:pt x="641984" y="48431"/>
                </a:lnTo>
                <a:lnTo>
                  <a:pt x="641950" y="47889"/>
                </a:lnTo>
                <a:lnTo>
                  <a:pt x="641914" y="47360"/>
                </a:lnTo>
                <a:lnTo>
                  <a:pt x="641874" y="46843"/>
                </a:lnTo>
                <a:lnTo>
                  <a:pt x="641830" y="46340"/>
                </a:lnTo>
                <a:lnTo>
                  <a:pt x="641783" y="45849"/>
                </a:lnTo>
                <a:lnTo>
                  <a:pt x="641733" y="45371"/>
                </a:lnTo>
                <a:lnTo>
                  <a:pt x="641679" y="44906"/>
                </a:lnTo>
                <a:lnTo>
                  <a:pt x="641621" y="44453"/>
                </a:lnTo>
                <a:lnTo>
                  <a:pt x="641560" y="44014"/>
                </a:lnTo>
                <a:lnTo>
                  <a:pt x="641496" y="43587"/>
                </a:lnTo>
                <a:lnTo>
                  <a:pt x="641428" y="43173"/>
                </a:lnTo>
                <a:lnTo>
                  <a:pt x="641356" y="42772"/>
                </a:lnTo>
                <a:lnTo>
                  <a:pt x="641281" y="42384"/>
                </a:lnTo>
                <a:lnTo>
                  <a:pt x="641203" y="42008"/>
                </a:lnTo>
                <a:lnTo>
                  <a:pt x="641121" y="41646"/>
                </a:lnTo>
                <a:lnTo>
                  <a:pt x="641034" y="41291"/>
                </a:lnTo>
                <a:lnTo>
                  <a:pt x="640943" y="40940"/>
                </a:lnTo>
                <a:lnTo>
                  <a:pt x="640846" y="40591"/>
                </a:lnTo>
                <a:lnTo>
                  <a:pt x="640743" y="40246"/>
                </a:lnTo>
                <a:lnTo>
                  <a:pt x="640635" y="39904"/>
                </a:lnTo>
                <a:lnTo>
                  <a:pt x="640522" y="39565"/>
                </a:lnTo>
                <a:lnTo>
                  <a:pt x="640403" y="39229"/>
                </a:lnTo>
                <a:lnTo>
                  <a:pt x="640279" y="38897"/>
                </a:lnTo>
                <a:lnTo>
                  <a:pt x="640149" y="38567"/>
                </a:lnTo>
                <a:lnTo>
                  <a:pt x="640014" y="38241"/>
                </a:lnTo>
                <a:lnTo>
                  <a:pt x="639874" y="37918"/>
                </a:lnTo>
                <a:lnTo>
                  <a:pt x="639728" y="37598"/>
                </a:lnTo>
                <a:lnTo>
                  <a:pt x="639577" y="37281"/>
                </a:lnTo>
                <a:lnTo>
                  <a:pt x="639421" y="36967"/>
                </a:lnTo>
                <a:lnTo>
                  <a:pt x="639259" y="36657"/>
                </a:lnTo>
                <a:lnTo>
                  <a:pt x="639091" y="36349"/>
                </a:lnTo>
                <a:lnTo>
                  <a:pt x="638919" y="36045"/>
                </a:lnTo>
                <a:lnTo>
                  <a:pt x="638741" y="35744"/>
                </a:lnTo>
                <a:lnTo>
                  <a:pt x="638557" y="35446"/>
                </a:lnTo>
                <a:lnTo>
                  <a:pt x="638368" y="35151"/>
                </a:lnTo>
                <a:lnTo>
                  <a:pt x="638174" y="34859"/>
                </a:lnTo>
                <a:lnTo>
                  <a:pt x="637974" y="34571"/>
                </a:lnTo>
                <a:lnTo>
                  <a:pt x="637769" y="34285"/>
                </a:lnTo>
                <a:lnTo>
                  <a:pt x="637559" y="34003"/>
                </a:lnTo>
                <a:lnTo>
                  <a:pt x="637341" y="33725"/>
                </a:lnTo>
                <a:lnTo>
                  <a:pt x="637115" y="33450"/>
                </a:lnTo>
                <a:lnTo>
                  <a:pt x="636881" y="33180"/>
                </a:lnTo>
                <a:lnTo>
                  <a:pt x="636638" y="32914"/>
                </a:lnTo>
                <a:lnTo>
                  <a:pt x="636387" y="32652"/>
                </a:lnTo>
                <a:lnTo>
                  <a:pt x="636128" y="32394"/>
                </a:lnTo>
                <a:lnTo>
                  <a:pt x="635860" y="32140"/>
                </a:lnTo>
                <a:lnTo>
                  <a:pt x="635583" y="31891"/>
                </a:lnTo>
                <a:lnTo>
                  <a:pt x="635298" y="31646"/>
                </a:lnTo>
                <a:lnTo>
                  <a:pt x="635005" y="31405"/>
                </a:lnTo>
                <a:lnTo>
                  <a:pt x="634703" y="31168"/>
                </a:lnTo>
                <a:lnTo>
                  <a:pt x="634393" y="30935"/>
                </a:lnTo>
                <a:lnTo>
                  <a:pt x="634074" y="30706"/>
                </a:lnTo>
                <a:lnTo>
                  <a:pt x="633747" y="30482"/>
                </a:lnTo>
                <a:lnTo>
                  <a:pt x="633412" y="30261"/>
                </a:lnTo>
                <a:lnTo>
                  <a:pt x="633068" y="30045"/>
                </a:lnTo>
                <a:lnTo>
                  <a:pt x="632716" y="29833"/>
                </a:lnTo>
                <a:lnTo>
                  <a:pt x="632355" y="29625"/>
                </a:lnTo>
                <a:lnTo>
                  <a:pt x="631986" y="29422"/>
                </a:lnTo>
                <a:lnTo>
                  <a:pt x="631608" y="29222"/>
                </a:lnTo>
                <a:lnTo>
                  <a:pt x="631222" y="29027"/>
                </a:lnTo>
                <a:lnTo>
                  <a:pt x="630827" y="28835"/>
                </a:lnTo>
                <a:lnTo>
                  <a:pt x="630424" y="28648"/>
                </a:lnTo>
                <a:lnTo>
                  <a:pt x="630013" y="28466"/>
                </a:lnTo>
                <a:lnTo>
                  <a:pt x="629596" y="28288"/>
                </a:lnTo>
                <a:lnTo>
                  <a:pt x="629175" y="28119"/>
                </a:lnTo>
                <a:lnTo>
                  <a:pt x="628750" y="27957"/>
                </a:lnTo>
                <a:lnTo>
                  <a:pt x="628322" y="27803"/>
                </a:lnTo>
                <a:lnTo>
                  <a:pt x="627890" y="27656"/>
                </a:lnTo>
                <a:lnTo>
                  <a:pt x="627455" y="27516"/>
                </a:lnTo>
                <a:lnTo>
                  <a:pt x="627016" y="27384"/>
                </a:lnTo>
                <a:lnTo>
                  <a:pt x="626573" y="27260"/>
                </a:lnTo>
                <a:lnTo>
                  <a:pt x="626127" y="27143"/>
                </a:lnTo>
                <a:lnTo>
                  <a:pt x="625677" y="27034"/>
                </a:lnTo>
                <a:lnTo>
                  <a:pt x="625224" y="26932"/>
                </a:lnTo>
                <a:lnTo>
                  <a:pt x="624767" y="26838"/>
                </a:lnTo>
                <a:lnTo>
                  <a:pt x="624306" y="26752"/>
                </a:lnTo>
                <a:lnTo>
                  <a:pt x="623842" y="26672"/>
                </a:lnTo>
                <a:lnTo>
                  <a:pt x="623374" y="26601"/>
                </a:lnTo>
                <a:lnTo>
                  <a:pt x="622903" y="26537"/>
                </a:lnTo>
                <a:lnTo>
                  <a:pt x="622428" y="26480"/>
                </a:lnTo>
                <a:lnTo>
                  <a:pt x="621949" y="26431"/>
                </a:lnTo>
                <a:lnTo>
                  <a:pt x="621467" y="26390"/>
                </a:lnTo>
                <a:lnTo>
                  <a:pt x="620982" y="26356"/>
                </a:lnTo>
                <a:lnTo>
                  <a:pt x="620492" y="26330"/>
                </a:lnTo>
                <a:lnTo>
                  <a:pt x="619999" y="26311"/>
                </a:lnTo>
                <a:lnTo>
                  <a:pt x="619503" y="26300"/>
                </a:lnTo>
                <a:lnTo>
                  <a:pt x="619003" y="26296"/>
                </a:lnTo>
                <a:lnTo>
                  <a:pt x="617872" y="26316"/>
                </a:lnTo>
                <a:lnTo>
                  <a:pt x="616757" y="26377"/>
                </a:lnTo>
                <a:lnTo>
                  <a:pt x="615659" y="26478"/>
                </a:lnTo>
                <a:lnTo>
                  <a:pt x="614577" y="26620"/>
                </a:lnTo>
                <a:lnTo>
                  <a:pt x="613511" y="26802"/>
                </a:lnTo>
                <a:lnTo>
                  <a:pt x="612461" y="27024"/>
                </a:lnTo>
                <a:lnTo>
                  <a:pt x="611427" y="27288"/>
                </a:lnTo>
                <a:lnTo>
                  <a:pt x="610410" y="27591"/>
                </a:lnTo>
                <a:lnTo>
                  <a:pt x="609409" y="27935"/>
                </a:lnTo>
                <a:lnTo>
                  <a:pt x="608424" y="28320"/>
                </a:lnTo>
                <a:lnTo>
                  <a:pt x="607455" y="28745"/>
                </a:lnTo>
                <a:lnTo>
                  <a:pt x="606502" y="29210"/>
                </a:lnTo>
                <a:lnTo>
                  <a:pt x="605566" y="29716"/>
                </a:lnTo>
                <a:lnTo>
                  <a:pt x="604646" y="30263"/>
                </a:lnTo>
                <a:lnTo>
                  <a:pt x="603742" y="30850"/>
                </a:lnTo>
                <a:lnTo>
                  <a:pt x="602854" y="31477"/>
                </a:lnTo>
                <a:lnTo>
                  <a:pt x="601982" y="32145"/>
                </a:lnTo>
                <a:lnTo>
                  <a:pt x="601127" y="32854"/>
                </a:lnTo>
                <a:lnTo>
                  <a:pt x="600287" y="33602"/>
                </a:lnTo>
                <a:lnTo>
                  <a:pt x="599464" y="34392"/>
                </a:lnTo>
                <a:lnTo>
                  <a:pt x="598657" y="35222"/>
                </a:lnTo>
                <a:lnTo>
                  <a:pt x="597867" y="36092"/>
                </a:lnTo>
                <a:lnTo>
                  <a:pt x="597092" y="37003"/>
                </a:lnTo>
                <a:lnTo>
                  <a:pt x="596334" y="37954"/>
                </a:lnTo>
                <a:lnTo>
                  <a:pt x="596334" y="27850"/>
                </a:lnTo>
                <a:lnTo>
                  <a:pt x="579429" y="27850"/>
                </a:lnTo>
                <a:lnTo>
                  <a:pt x="579429" y="96634"/>
                </a:lnTo>
                <a:lnTo>
                  <a:pt x="597629" y="96634"/>
                </a:lnTo>
                <a:lnTo>
                  <a:pt x="597629" y="65517"/>
                </a:lnTo>
                <a:lnTo>
                  <a:pt x="597631" y="64570"/>
                </a:lnTo>
                <a:lnTo>
                  <a:pt x="597639" y="63648"/>
                </a:lnTo>
                <a:lnTo>
                  <a:pt x="597651" y="62751"/>
                </a:lnTo>
                <a:lnTo>
                  <a:pt x="597668" y="61879"/>
                </a:lnTo>
                <a:lnTo>
                  <a:pt x="597690" y="61033"/>
                </a:lnTo>
                <a:lnTo>
                  <a:pt x="597716" y="60212"/>
                </a:lnTo>
                <a:lnTo>
                  <a:pt x="597748" y="59415"/>
                </a:lnTo>
                <a:lnTo>
                  <a:pt x="597784" y="58644"/>
                </a:lnTo>
                <a:lnTo>
                  <a:pt x="597825" y="57899"/>
                </a:lnTo>
                <a:lnTo>
                  <a:pt x="597871" y="57178"/>
                </a:lnTo>
                <a:lnTo>
                  <a:pt x="597922" y="56483"/>
                </a:lnTo>
                <a:lnTo>
                  <a:pt x="597977" y="55812"/>
                </a:lnTo>
                <a:lnTo>
                  <a:pt x="598038" y="55167"/>
                </a:lnTo>
                <a:lnTo>
                  <a:pt x="598103" y="54547"/>
                </a:lnTo>
                <a:lnTo>
                  <a:pt x="598173" y="53952"/>
                </a:lnTo>
                <a:lnTo>
                  <a:pt x="598248" y="53383"/>
                </a:lnTo>
                <a:lnTo>
                  <a:pt x="598328" y="52838"/>
                </a:lnTo>
                <a:lnTo>
                  <a:pt x="598412" y="52319"/>
                </a:lnTo>
                <a:lnTo>
                  <a:pt x="598502" y="51825"/>
                </a:lnTo>
                <a:lnTo>
                  <a:pt x="598596" y="51356"/>
                </a:lnTo>
                <a:lnTo>
                  <a:pt x="598695" y="50912"/>
                </a:lnTo>
                <a:lnTo>
                  <a:pt x="598799" y="50493"/>
                </a:lnTo>
                <a:lnTo>
                  <a:pt x="598908" y="50100"/>
                </a:lnTo>
                <a:lnTo>
                  <a:pt x="599022" y="49732"/>
                </a:lnTo>
                <a:lnTo>
                  <a:pt x="599142" y="49379"/>
                </a:lnTo>
                <a:lnTo>
                  <a:pt x="599270" y="49032"/>
                </a:lnTo>
                <a:lnTo>
                  <a:pt x="599407" y="48690"/>
                </a:lnTo>
                <a:lnTo>
                  <a:pt x="599551" y="48355"/>
                </a:lnTo>
                <a:lnTo>
                  <a:pt x="599704" y="48025"/>
                </a:lnTo>
                <a:lnTo>
                  <a:pt x="599866" y="47702"/>
                </a:lnTo>
                <a:lnTo>
                  <a:pt x="600035" y="47384"/>
                </a:lnTo>
                <a:lnTo>
                  <a:pt x="600213" y="47072"/>
                </a:lnTo>
                <a:lnTo>
                  <a:pt x="600398" y="46766"/>
                </a:lnTo>
                <a:lnTo>
                  <a:pt x="600592" y="46465"/>
                </a:lnTo>
                <a:lnTo>
                  <a:pt x="600795" y="46171"/>
                </a:lnTo>
                <a:lnTo>
                  <a:pt x="601005" y="45882"/>
                </a:lnTo>
                <a:lnTo>
                  <a:pt x="601224" y="45599"/>
                </a:lnTo>
                <a:lnTo>
                  <a:pt x="601451" y="45322"/>
                </a:lnTo>
                <a:lnTo>
                  <a:pt x="601686" y="45051"/>
                </a:lnTo>
                <a:lnTo>
                  <a:pt x="601929" y="44786"/>
                </a:lnTo>
                <a:lnTo>
                  <a:pt x="602180" y="44527"/>
                </a:lnTo>
                <a:lnTo>
                  <a:pt x="602440" y="44273"/>
                </a:lnTo>
                <a:lnTo>
                  <a:pt x="602708" y="44025"/>
                </a:lnTo>
                <a:lnTo>
                  <a:pt x="602984" y="43783"/>
                </a:lnTo>
                <a:lnTo>
                  <a:pt x="603268" y="43547"/>
                </a:lnTo>
                <a:lnTo>
                  <a:pt x="603561" y="43317"/>
                </a:lnTo>
                <a:lnTo>
                  <a:pt x="603862" y="43093"/>
                </a:lnTo>
                <a:lnTo>
                  <a:pt x="604171" y="42874"/>
                </a:lnTo>
                <a:lnTo>
                  <a:pt x="604485" y="42663"/>
                </a:lnTo>
                <a:lnTo>
                  <a:pt x="604803" y="42461"/>
                </a:lnTo>
                <a:lnTo>
                  <a:pt x="605125" y="42268"/>
                </a:lnTo>
                <a:lnTo>
                  <a:pt x="605450" y="42083"/>
                </a:lnTo>
                <a:lnTo>
                  <a:pt x="605778" y="41908"/>
                </a:lnTo>
                <a:lnTo>
                  <a:pt x="606110" y="41742"/>
                </a:lnTo>
                <a:lnTo>
                  <a:pt x="606445" y="41585"/>
                </a:lnTo>
                <a:lnTo>
                  <a:pt x="606783" y="41436"/>
                </a:lnTo>
                <a:lnTo>
                  <a:pt x="607125" y="41297"/>
                </a:lnTo>
                <a:lnTo>
                  <a:pt x="607470" y="41167"/>
                </a:lnTo>
                <a:lnTo>
                  <a:pt x="607818" y="41045"/>
                </a:lnTo>
                <a:lnTo>
                  <a:pt x="608170" y="40933"/>
                </a:lnTo>
                <a:lnTo>
                  <a:pt x="608525" y="40829"/>
                </a:lnTo>
                <a:lnTo>
                  <a:pt x="608884" y="40735"/>
                </a:lnTo>
                <a:lnTo>
                  <a:pt x="609246" y="40650"/>
                </a:lnTo>
                <a:lnTo>
                  <a:pt x="609611" y="40573"/>
                </a:lnTo>
                <a:lnTo>
                  <a:pt x="609980" y="40506"/>
                </a:lnTo>
                <a:lnTo>
                  <a:pt x="610352" y="40447"/>
                </a:lnTo>
                <a:lnTo>
                  <a:pt x="610727" y="40398"/>
                </a:lnTo>
                <a:lnTo>
                  <a:pt x="611106" y="40358"/>
                </a:lnTo>
                <a:lnTo>
                  <a:pt x="611488" y="40326"/>
                </a:lnTo>
                <a:lnTo>
                  <a:pt x="611874" y="40304"/>
                </a:lnTo>
                <a:lnTo>
                  <a:pt x="612263" y="40290"/>
                </a:lnTo>
                <a:lnTo>
                  <a:pt x="612655" y="40286"/>
                </a:lnTo>
                <a:lnTo>
                  <a:pt x="612961" y="40289"/>
                </a:lnTo>
                <a:lnTo>
                  <a:pt x="613263" y="40298"/>
                </a:lnTo>
                <a:lnTo>
                  <a:pt x="613561" y="40314"/>
                </a:lnTo>
                <a:lnTo>
                  <a:pt x="613856" y="40336"/>
                </a:lnTo>
                <a:lnTo>
                  <a:pt x="614147" y="40364"/>
                </a:lnTo>
                <a:lnTo>
                  <a:pt x="614434" y="40399"/>
                </a:lnTo>
                <a:lnTo>
                  <a:pt x="614718" y="40440"/>
                </a:lnTo>
                <a:lnTo>
                  <a:pt x="614998" y="40487"/>
                </a:lnTo>
                <a:lnTo>
                  <a:pt x="615274" y="40540"/>
                </a:lnTo>
                <a:lnTo>
                  <a:pt x="615546" y="40600"/>
                </a:lnTo>
                <a:lnTo>
                  <a:pt x="615815" y="40666"/>
                </a:lnTo>
                <a:lnTo>
                  <a:pt x="616080" y="40739"/>
                </a:lnTo>
                <a:lnTo>
                  <a:pt x="616341" y="40817"/>
                </a:lnTo>
                <a:lnTo>
                  <a:pt x="616599" y="40902"/>
                </a:lnTo>
                <a:lnTo>
                  <a:pt x="616853" y="40993"/>
                </a:lnTo>
                <a:lnTo>
                  <a:pt x="617103" y="41091"/>
                </a:lnTo>
                <a:lnTo>
                  <a:pt x="617349" y="41195"/>
                </a:lnTo>
                <a:lnTo>
                  <a:pt x="617592" y="41305"/>
                </a:lnTo>
                <a:lnTo>
                  <a:pt x="617831" y="41421"/>
                </a:lnTo>
                <a:lnTo>
                  <a:pt x="618066" y="41544"/>
                </a:lnTo>
                <a:lnTo>
                  <a:pt x="618298" y="41673"/>
                </a:lnTo>
                <a:lnTo>
                  <a:pt x="618526" y="41808"/>
                </a:lnTo>
                <a:lnTo>
                  <a:pt x="618750" y="41949"/>
                </a:lnTo>
                <a:lnTo>
                  <a:pt x="618970" y="42097"/>
                </a:lnTo>
                <a:lnTo>
                  <a:pt x="619186" y="42251"/>
                </a:lnTo>
                <a:lnTo>
                  <a:pt x="619397" y="42409"/>
                </a:lnTo>
                <a:lnTo>
                  <a:pt x="619603" y="42573"/>
                </a:lnTo>
                <a:lnTo>
                  <a:pt x="619804" y="42741"/>
                </a:lnTo>
                <a:lnTo>
                  <a:pt x="620000" y="42915"/>
                </a:lnTo>
                <a:lnTo>
                  <a:pt x="620191" y="43094"/>
                </a:lnTo>
                <a:lnTo>
                  <a:pt x="620376" y="43278"/>
                </a:lnTo>
                <a:lnTo>
                  <a:pt x="620557" y="43467"/>
                </a:lnTo>
                <a:lnTo>
                  <a:pt x="620733" y="43660"/>
                </a:lnTo>
                <a:lnTo>
                  <a:pt x="620903" y="43859"/>
                </a:lnTo>
                <a:lnTo>
                  <a:pt x="621069" y="44063"/>
                </a:lnTo>
                <a:lnTo>
                  <a:pt x="621229" y="44272"/>
                </a:lnTo>
                <a:lnTo>
                  <a:pt x="621384" y="44487"/>
                </a:lnTo>
                <a:lnTo>
                  <a:pt x="621535" y="44706"/>
                </a:lnTo>
                <a:lnTo>
                  <a:pt x="621680" y="44930"/>
                </a:lnTo>
                <a:lnTo>
                  <a:pt x="621820" y="45159"/>
                </a:lnTo>
                <a:lnTo>
                  <a:pt x="621955" y="45394"/>
                </a:lnTo>
                <a:lnTo>
                  <a:pt x="622085" y="45633"/>
                </a:lnTo>
                <a:lnTo>
                  <a:pt x="622210" y="45877"/>
                </a:lnTo>
                <a:lnTo>
                  <a:pt x="622330" y="46127"/>
                </a:lnTo>
                <a:lnTo>
                  <a:pt x="622445" y="46381"/>
                </a:lnTo>
                <a:lnTo>
                  <a:pt x="622555" y="46641"/>
                </a:lnTo>
                <a:lnTo>
                  <a:pt x="622659" y="46906"/>
                </a:lnTo>
                <a:lnTo>
                  <a:pt x="622759" y="47175"/>
                </a:lnTo>
                <a:lnTo>
                  <a:pt x="622854" y="47461"/>
                </a:lnTo>
                <a:lnTo>
                  <a:pt x="622945" y="47774"/>
                </a:lnTo>
                <a:lnTo>
                  <a:pt x="623032" y="48115"/>
                </a:lnTo>
                <a:lnTo>
                  <a:pt x="623115" y="48483"/>
                </a:lnTo>
                <a:lnTo>
                  <a:pt x="623194" y="48878"/>
                </a:lnTo>
                <a:lnTo>
                  <a:pt x="623269" y="49300"/>
                </a:lnTo>
                <a:lnTo>
                  <a:pt x="623340" y="49750"/>
                </a:lnTo>
                <a:lnTo>
                  <a:pt x="623407" y="50227"/>
                </a:lnTo>
                <a:lnTo>
                  <a:pt x="623469" y="50731"/>
                </a:lnTo>
                <a:lnTo>
                  <a:pt x="623528" y="51262"/>
                </a:lnTo>
                <a:lnTo>
                  <a:pt x="623583" y="51821"/>
                </a:lnTo>
                <a:lnTo>
                  <a:pt x="623633" y="52407"/>
                </a:lnTo>
                <a:lnTo>
                  <a:pt x="623680" y="53021"/>
                </a:lnTo>
                <a:lnTo>
                  <a:pt x="623722" y="53662"/>
                </a:lnTo>
                <a:lnTo>
                  <a:pt x="623761" y="54330"/>
                </a:lnTo>
                <a:lnTo>
                  <a:pt x="623795" y="55025"/>
                </a:lnTo>
                <a:lnTo>
                  <a:pt x="623826" y="55748"/>
                </a:lnTo>
                <a:lnTo>
                  <a:pt x="623852" y="56497"/>
                </a:lnTo>
                <a:lnTo>
                  <a:pt x="623874" y="57275"/>
                </a:lnTo>
                <a:lnTo>
                  <a:pt x="623892" y="58079"/>
                </a:lnTo>
                <a:lnTo>
                  <a:pt x="623907" y="58911"/>
                </a:lnTo>
                <a:lnTo>
                  <a:pt x="623917" y="59770"/>
                </a:lnTo>
                <a:lnTo>
                  <a:pt x="623923" y="60656"/>
                </a:lnTo>
                <a:lnTo>
                  <a:pt x="623925" y="61570"/>
                </a:lnTo>
                <a:lnTo>
                  <a:pt x="623925" y="96634"/>
                </a:lnTo>
                <a:lnTo>
                  <a:pt x="642125" y="96634"/>
                </a:lnTo>
                <a:lnTo>
                  <a:pt x="642125" y="53887"/>
                </a:lnTo>
                <a:lnTo>
                  <a:pt x="642123" y="53230"/>
                </a:lnTo>
                <a:lnTo>
                  <a:pt x="642118" y="52585"/>
                </a:lnTo>
                <a:lnTo>
                  <a:pt x="642109" y="51953"/>
                </a:lnTo>
                <a:lnTo>
                  <a:pt x="642097" y="51334"/>
                </a:lnTo>
                <a:close/>
                <a:moveTo>
                  <a:pt x="775717" y="28447"/>
                </a:moveTo>
                <a:lnTo>
                  <a:pt x="775228" y="28227"/>
                </a:lnTo>
                <a:lnTo>
                  <a:pt x="774737" y="28018"/>
                </a:lnTo>
                <a:lnTo>
                  <a:pt x="774245" y="27821"/>
                </a:lnTo>
                <a:lnTo>
                  <a:pt x="773751" y="27637"/>
                </a:lnTo>
                <a:lnTo>
                  <a:pt x="773256" y="27464"/>
                </a:lnTo>
                <a:lnTo>
                  <a:pt x="772759" y="27303"/>
                </a:lnTo>
                <a:lnTo>
                  <a:pt x="772260" y="27154"/>
                </a:lnTo>
                <a:lnTo>
                  <a:pt x="771760" y="27017"/>
                </a:lnTo>
                <a:lnTo>
                  <a:pt x="771259" y="26892"/>
                </a:lnTo>
                <a:lnTo>
                  <a:pt x="770756" y="26779"/>
                </a:lnTo>
                <a:lnTo>
                  <a:pt x="770251" y="26677"/>
                </a:lnTo>
                <a:lnTo>
                  <a:pt x="769745" y="26588"/>
                </a:lnTo>
                <a:lnTo>
                  <a:pt x="769237" y="26510"/>
                </a:lnTo>
                <a:lnTo>
                  <a:pt x="768727" y="26445"/>
                </a:lnTo>
                <a:lnTo>
                  <a:pt x="768216" y="26391"/>
                </a:lnTo>
                <a:lnTo>
                  <a:pt x="767703" y="26349"/>
                </a:lnTo>
                <a:lnTo>
                  <a:pt x="767189" y="26320"/>
                </a:lnTo>
                <a:lnTo>
                  <a:pt x="766673" y="26302"/>
                </a:lnTo>
                <a:lnTo>
                  <a:pt x="766156" y="26296"/>
                </a:lnTo>
                <a:lnTo>
                  <a:pt x="765791" y="26300"/>
                </a:lnTo>
                <a:lnTo>
                  <a:pt x="765429" y="26311"/>
                </a:lnTo>
                <a:lnTo>
                  <a:pt x="765070" y="26330"/>
                </a:lnTo>
                <a:lnTo>
                  <a:pt x="764714" y="26357"/>
                </a:lnTo>
                <a:lnTo>
                  <a:pt x="764362" y="26391"/>
                </a:lnTo>
                <a:lnTo>
                  <a:pt x="764013" y="26433"/>
                </a:lnTo>
                <a:lnTo>
                  <a:pt x="763667" y="26483"/>
                </a:lnTo>
                <a:lnTo>
                  <a:pt x="763324" y="26540"/>
                </a:lnTo>
                <a:lnTo>
                  <a:pt x="762985" y="26605"/>
                </a:lnTo>
                <a:lnTo>
                  <a:pt x="762649" y="26678"/>
                </a:lnTo>
                <a:lnTo>
                  <a:pt x="762316" y="26758"/>
                </a:lnTo>
                <a:lnTo>
                  <a:pt x="761987" y="26846"/>
                </a:lnTo>
                <a:lnTo>
                  <a:pt x="761660" y="26942"/>
                </a:lnTo>
                <a:lnTo>
                  <a:pt x="761337" y="27045"/>
                </a:lnTo>
                <a:lnTo>
                  <a:pt x="761018" y="27156"/>
                </a:lnTo>
                <a:lnTo>
                  <a:pt x="760701" y="27275"/>
                </a:lnTo>
                <a:lnTo>
                  <a:pt x="760388" y="27401"/>
                </a:lnTo>
                <a:lnTo>
                  <a:pt x="760078" y="27534"/>
                </a:lnTo>
                <a:lnTo>
                  <a:pt x="759771" y="27676"/>
                </a:lnTo>
                <a:lnTo>
                  <a:pt x="759468" y="27825"/>
                </a:lnTo>
                <a:lnTo>
                  <a:pt x="759168" y="27982"/>
                </a:lnTo>
                <a:lnTo>
                  <a:pt x="758871" y="28146"/>
                </a:lnTo>
                <a:lnTo>
                  <a:pt x="758577" y="28318"/>
                </a:lnTo>
                <a:lnTo>
                  <a:pt x="758287" y="28498"/>
                </a:lnTo>
                <a:lnTo>
                  <a:pt x="757997" y="28690"/>
                </a:lnTo>
                <a:lnTo>
                  <a:pt x="757703" y="28898"/>
                </a:lnTo>
                <a:lnTo>
                  <a:pt x="757407" y="29122"/>
                </a:lnTo>
                <a:lnTo>
                  <a:pt x="757107" y="29363"/>
                </a:lnTo>
                <a:lnTo>
                  <a:pt x="756805" y="29621"/>
                </a:lnTo>
                <a:lnTo>
                  <a:pt x="756500" y="29894"/>
                </a:lnTo>
                <a:lnTo>
                  <a:pt x="756191" y="30185"/>
                </a:lnTo>
                <a:lnTo>
                  <a:pt x="755880" y="30491"/>
                </a:lnTo>
                <a:lnTo>
                  <a:pt x="755565" y="30814"/>
                </a:lnTo>
                <a:lnTo>
                  <a:pt x="755247" y="31154"/>
                </a:lnTo>
                <a:lnTo>
                  <a:pt x="754927" y="31510"/>
                </a:lnTo>
                <a:lnTo>
                  <a:pt x="754603" y="31882"/>
                </a:lnTo>
                <a:lnTo>
                  <a:pt x="754276" y="32271"/>
                </a:lnTo>
                <a:lnTo>
                  <a:pt x="753947" y="32676"/>
                </a:lnTo>
                <a:lnTo>
                  <a:pt x="753614" y="33097"/>
                </a:lnTo>
                <a:lnTo>
                  <a:pt x="753278" y="33535"/>
                </a:lnTo>
                <a:lnTo>
                  <a:pt x="752939" y="33990"/>
                </a:lnTo>
                <a:lnTo>
                  <a:pt x="752597" y="34461"/>
                </a:lnTo>
                <a:lnTo>
                  <a:pt x="752252" y="34948"/>
                </a:lnTo>
                <a:lnTo>
                  <a:pt x="751904" y="35451"/>
                </a:lnTo>
                <a:lnTo>
                  <a:pt x="751553" y="35972"/>
                </a:lnTo>
                <a:lnTo>
                  <a:pt x="751199" y="36508"/>
                </a:lnTo>
                <a:lnTo>
                  <a:pt x="750842" y="37061"/>
                </a:lnTo>
                <a:lnTo>
                  <a:pt x="750482" y="37630"/>
                </a:lnTo>
                <a:lnTo>
                  <a:pt x="750482" y="27850"/>
                </a:lnTo>
                <a:lnTo>
                  <a:pt x="733578" y="27850"/>
                </a:lnTo>
                <a:lnTo>
                  <a:pt x="733578" y="96634"/>
                </a:lnTo>
                <a:lnTo>
                  <a:pt x="751778" y="96634"/>
                </a:lnTo>
                <a:lnTo>
                  <a:pt x="751778" y="75390"/>
                </a:lnTo>
                <a:lnTo>
                  <a:pt x="751780" y="73948"/>
                </a:lnTo>
                <a:lnTo>
                  <a:pt x="751788" y="72548"/>
                </a:lnTo>
                <a:lnTo>
                  <a:pt x="751801" y="71190"/>
                </a:lnTo>
                <a:lnTo>
                  <a:pt x="751820" y="69874"/>
                </a:lnTo>
                <a:lnTo>
                  <a:pt x="751844" y="68599"/>
                </a:lnTo>
                <a:lnTo>
                  <a:pt x="751873" y="67367"/>
                </a:lnTo>
                <a:lnTo>
                  <a:pt x="751907" y="66176"/>
                </a:lnTo>
                <a:lnTo>
                  <a:pt x="751947" y="65027"/>
                </a:lnTo>
                <a:lnTo>
                  <a:pt x="751992" y="63920"/>
                </a:lnTo>
                <a:lnTo>
                  <a:pt x="752042" y="62855"/>
                </a:lnTo>
                <a:lnTo>
                  <a:pt x="752097" y="61831"/>
                </a:lnTo>
                <a:lnTo>
                  <a:pt x="752158" y="60850"/>
                </a:lnTo>
                <a:lnTo>
                  <a:pt x="752224" y="59910"/>
                </a:lnTo>
                <a:lnTo>
                  <a:pt x="752296" y="59012"/>
                </a:lnTo>
                <a:lnTo>
                  <a:pt x="752372" y="58156"/>
                </a:lnTo>
                <a:lnTo>
                  <a:pt x="752454" y="57341"/>
                </a:lnTo>
                <a:lnTo>
                  <a:pt x="752541" y="56569"/>
                </a:lnTo>
                <a:lnTo>
                  <a:pt x="752634" y="55838"/>
                </a:lnTo>
                <a:lnTo>
                  <a:pt x="752732" y="55149"/>
                </a:lnTo>
                <a:lnTo>
                  <a:pt x="752835" y="54502"/>
                </a:lnTo>
                <a:lnTo>
                  <a:pt x="752943" y="53897"/>
                </a:lnTo>
                <a:lnTo>
                  <a:pt x="753057" y="53334"/>
                </a:lnTo>
                <a:lnTo>
                  <a:pt x="753175" y="52812"/>
                </a:lnTo>
                <a:lnTo>
                  <a:pt x="753300" y="52333"/>
                </a:lnTo>
                <a:lnTo>
                  <a:pt x="753428" y="51880"/>
                </a:lnTo>
                <a:lnTo>
                  <a:pt x="753561" y="51439"/>
                </a:lnTo>
                <a:lnTo>
                  <a:pt x="753698" y="51009"/>
                </a:lnTo>
                <a:lnTo>
                  <a:pt x="753838" y="50592"/>
                </a:lnTo>
                <a:lnTo>
                  <a:pt x="753983" y="50186"/>
                </a:lnTo>
                <a:lnTo>
                  <a:pt x="754132" y="49792"/>
                </a:lnTo>
                <a:lnTo>
                  <a:pt x="754284" y="49410"/>
                </a:lnTo>
                <a:lnTo>
                  <a:pt x="754440" y="49040"/>
                </a:lnTo>
                <a:lnTo>
                  <a:pt x="754601" y="48682"/>
                </a:lnTo>
                <a:lnTo>
                  <a:pt x="754765" y="48335"/>
                </a:lnTo>
                <a:lnTo>
                  <a:pt x="754933" y="48000"/>
                </a:lnTo>
                <a:lnTo>
                  <a:pt x="755105" y="47677"/>
                </a:lnTo>
                <a:lnTo>
                  <a:pt x="755281" y="47366"/>
                </a:lnTo>
                <a:lnTo>
                  <a:pt x="755461" y="47067"/>
                </a:lnTo>
                <a:lnTo>
                  <a:pt x="755645" y="46779"/>
                </a:lnTo>
                <a:lnTo>
                  <a:pt x="755833" y="46503"/>
                </a:lnTo>
                <a:lnTo>
                  <a:pt x="756025" y="46239"/>
                </a:lnTo>
                <a:lnTo>
                  <a:pt x="756220" y="45987"/>
                </a:lnTo>
                <a:lnTo>
                  <a:pt x="756420" y="45747"/>
                </a:lnTo>
                <a:lnTo>
                  <a:pt x="756623" y="45518"/>
                </a:lnTo>
                <a:lnTo>
                  <a:pt x="756831" y="45302"/>
                </a:lnTo>
                <a:lnTo>
                  <a:pt x="757042" y="45097"/>
                </a:lnTo>
                <a:lnTo>
                  <a:pt x="757258" y="44904"/>
                </a:lnTo>
                <a:lnTo>
                  <a:pt x="757477" y="44722"/>
                </a:lnTo>
                <a:lnTo>
                  <a:pt x="757700" y="44551"/>
                </a:lnTo>
                <a:lnTo>
                  <a:pt x="757928" y="44386"/>
                </a:lnTo>
                <a:lnTo>
                  <a:pt x="758159" y="44229"/>
                </a:lnTo>
                <a:lnTo>
                  <a:pt x="758395" y="44079"/>
                </a:lnTo>
                <a:lnTo>
                  <a:pt x="758634" y="43937"/>
                </a:lnTo>
                <a:lnTo>
                  <a:pt x="758878" y="43801"/>
                </a:lnTo>
                <a:lnTo>
                  <a:pt x="759125" y="43673"/>
                </a:lnTo>
                <a:lnTo>
                  <a:pt x="759377" y="43553"/>
                </a:lnTo>
                <a:lnTo>
                  <a:pt x="759633" y="43440"/>
                </a:lnTo>
                <a:lnTo>
                  <a:pt x="759892" y="43334"/>
                </a:lnTo>
                <a:lnTo>
                  <a:pt x="760156" y="43235"/>
                </a:lnTo>
                <a:lnTo>
                  <a:pt x="760424" y="43144"/>
                </a:lnTo>
                <a:lnTo>
                  <a:pt x="760696" y="43060"/>
                </a:lnTo>
                <a:lnTo>
                  <a:pt x="760972" y="42983"/>
                </a:lnTo>
                <a:lnTo>
                  <a:pt x="761252" y="42913"/>
                </a:lnTo>
                <a:lnTo>
                  <a:pt x="761536" y="42851"/>
                </a:lnTo>
                <a:lnTo>
                  <a:pt x="761824" y="42796"/>
                </a:lnTo>
                <a:lnTo>
                  <a:pt x="762116" y="42749"/>
                </a:lnTo>
                <a:lnTo>
                  <a:pt x="762412" y="42709"/>
                </a:lnTo>
                <a:lnTo>
                  <a:pt x="762713" y="42676"/>
                </a:lnTo>
                <a:lnTo>
                  <a:pt x="763017" y="42650"/>
                </a:lnTo>
                <a:lnTo>
                  <a:pt x="763325" y="42632"/>
                </a:lnTo>
                <a:lnTo>
                  <a:pt x="763638" y="42621"/>
                </a:lnTo>
                <a:lnTo>
                  <a:pt x="763954" y="42617"/>
                </a:lnTo>
                <a:lnTo>
                  <a:pt x="764284" y="42623"/>
                </a:lnTo>
                <a:lnTo>
                  <a:pt x="764617" y="42638"/>
                </a:lnTo>
                <a:lnTo>
                  <a:pt x="764952" y="42664"/>
                </a:lnTo>
                <a:lnTo>
                  <a:pt x="765289" y="42700"/>
                </a:lnTo>
                <a:lnTo>
                  <a:pt x="765628" y="42747"/>
                </a:lnTo>
                <a:lnTo>
                  <a:pt x="765970" y="42804"/>
                </a:lnTo>
                <a:lnTo>
                  <a:pt x="766314" y="42871"/>
                </a:lnTo>
                <a:lnTo>
                  <a:pt x="766660" y="42948"/>
                </a:lnTo>
                <a:lnTo>
                  <a:pt x="767008" y="43036"/>
                </a:lnTo>
                <a:lnTo>
                  <a:pt x="767359" y="43135"/>
                </a:lnTo>
                <a:lnTo>
                  <a:pt x="767712" y="43243"/>
                </a:lnTo>
                <a:lnTo>
                  <a:pt x="768067" y="43362"/>
                </a:lnTo>
                <a:lnTo>
                  <a:pt x="768424" y="43491"/>
                </a:lnTo>
                <a:lnTo>
                  <a:pt x="768784" y="43631"/>
                </a:lnTo>
                <a:lnTo>
                  <a:pt x="769146" y="43781"/>
                </a:lnTo>
                <a:lnTo>
                  <a:pt x="769510" y="43941"/>
                </a:lnTo>
                <a:lnTo>
                  <a:pt x="769876" y="44112"/>
                </a:lnTo>
                <a:lnTo>
                  <a:pt x="770245" y="44293"/>
                </a:lnTo>
                <a:lnTo>
                  <a:pt x="770615" y="44485"/>
                </a:lnTo>
                <a:lnTo>
                  <a:pt x="770988" y="44686"/>
                </a:lnTo>
                <a:lnTo>
                  <a:pt x="771364" y="44898"/>
                </a:lnTo>
                <a:lnTo>
                  <a:pt x="771741" y="45121"/>
                </a:lnTo>
                <a:lnTo>
                  <a:pt x="772121" y="45354"/>
                </a:lnTo>
                <a:lnTo>
                  <a:pt x="772503" y="45597"/>
                </a:lnTo>
                <a:lnTo>
                  <a:pt x="778096" y="29846"/>
                </a:lnTo>
                <a:lnTo>
                  <a:pt x="803506" y="96893"/>
                </a:lnTo>
                <a:lnTo>
                  <a:pt x="803369" y="97370"/>
                </a:lnTo>
                <a:lnTo>
                  <a:pt x="803226" y="97839"/>
                </a:lnTo>
                <a:lnTo>
                  <a:pt x="803079" y="98302"/>
                </a:lnTo>
                <a:lnTo>
                  <a:pt x="802927" y="98758"/>
                </a:lnTo>
                <a:lnTo>
                  <a:pt x="802770" y="99206"/>
                </a:lnTo>
                <a:lnTo>
                  <a:pt x="802607" y="99648"/>
                </a:lnTo>
                <a:lnTo>
                  <a:pt x="802440" y="100082"/>
                </a:lnTo>
                <a:lnTo>
                  <a:pt x="802268" y="100509"/>
                </a:lnTo>
                <a:lnTo>
                  <a:pt x="802091" y="100929"/>
                </a:lnTo>
                <a:lnTo>
                  <a:pt x="801909" y="101342"/>
                </a:lnTo>
                <a:lnTo>
                  <a:pt x="801723" y="101748"/>
                </a:lnTo>
                <a:lnTo>
                  <a:pt x="801531" y="102147"/>
                </a:lnTo>
                <a:lnTo>
                  <a:pt x="801334" y="102539"/>
                </a:lnTo>
                <a:lnTo>
                  <a:pt x="801132" y="102924"/>
                </a:lnTo>
                <a:lnTo>
                  <a:pt x="800926" y="103301"/>
                </a:lnTo>
                <a:lnTo>
                  <a:pt x="800714" y="103672"/>
                </a:lnTo>
                <a:lnTo>
                  <a:pt x="800497" y="104035"/>
                </a:lnTo>
                <a:lnTo>
                  <a:pt x="800276" y="104392"/>
                </a:lnTo>
                <a:lnTo>
                  <a:pt x="800049" y="104741"/>
                </a:lnTo>
                <a:lnTo>
                  <a:pt x="799818" y="105083"/>
                </a:lnTo>
                <a:lnTo>
                  <a:pt x="799582" y="105419"/>
                </a:lnTo>
                <a:lnTo>
                  <a:pt x="799340" y="105747"/>
                </a:lnTo>
                <a:lnTo>
                  <a:pt x="799094" y="106068"/>
                </a:lnTo>
                <a:lnTo>
                  <a:pt x="798843" y="106381"/>
                </a:lnTo>
                <a:lnTo>
                  <a:pt x="798583" y="106685"/>
                </a:lnTo>
                <a:lnTo>
                  <a:pt x="798313" y="106976"/>
                </a:lnTo>
                <a:lnTo>
                  <a:pt x="798030" y="107254"/>
                </a:lnTo>
                <a:lnTo>
                  <a:pt x="797736" y="107519"/>
                </a:lnTo>
                <a:lnTo>
                  <a:pt x="797431" y="107772"/>
                </a:lnTo>
                <a:lnTo>
                  <a:pt x="797114" y="108011"/>
                </a:lnTo>
                <a:lnTo>
                  <a:pt x="796786" y="108237"/>
                </a:lnTo>
                <a:lnTo>
                  <a:pt x="796446" y="108450"/>
                </a:lnTo>
                <a:lnTo>
                  <a:pt x="796095" y="108651"/>
                </a:lnTo>
                <a:lnTo>
                  <a:pt x="795733" y="108838"/>
                </a:lnTo>
                <a:lnTo>
                  <a:pt x="795359" y="109013"/>
                </a:lnTo>
                <a:lnTo>
                  <a:pt x="794973" y="109175"/>
                </a:lnTo>
                <a:lnTo>
                  <a:pt x="794576" y="109323"/>
                </a:lnTo>
                <a:lnTo>
                  <a:pt x="794167" y="109459"/>
                </a:lnTo>
                <a:lnTo>
                  <a:pt x="793747" y="109582"/>
                </a:lnTo>
                <a:lnTo>
                  <a:pt x="793316" y="109692"/>
                </a:lnTo>
                <a:lnTo>
                  <a:pt x="792873" y="109789"/>
                </a:lnTo>
                <a:lnTo>
                  <a:pt x="792419" y="109873"/>
                </a:lnTo>
                <a:lnTo>
                  <a:pt x="791953" y="109944"/>
                </a:lnTo>
                <a:lnTo>
                  <a:pt x="791475" y="110002"/>
                </a:lnTo>
                <a:lnTo>
                  <a:pt x="790987" y="110047"/>
                </a:lnTo>
                <a:lnTo>
                  <a:pt x="790486" y="110080"/>
                </a:lnTo>
                <a:lnTo>
                  <a:pt x="789975" y="110099"/>
                </a:lnTo>
                <a:lnTo>
                  <a:pt x="789451" y="110106"/>
                </a:lnTo>
                <a:lnTo>
                  <a:pt x="789164" y="110104"/>
                </a:lnTo>
                <a:lnTo>
                  <a:pt x="788874" y="110100"/>
                </a:lnTo>
                <a:lnTo>
                  <a:pt x="788580" y="110092"/>
                </a:lnTo>
                <a:lnTo>
                  <a:pt x="788284" y="110082"/>
                </a:lnTo>
                <a:lnTo>
                  <a:pt x="787985" y="110069"/>
                </a:lnTo>
                <a:lnTo>
                  <a:pt x="787683" y="110053"/>
                </a:lnTo>
                <a:lnTo>
                  <a:pt x="787377" y="110034"/>
                </a:lnTo>
                <a:lnTo>
                  <a:pt x="787069" y="110012"/>
                </a:lnTo>
                <a:lnTo>
                  <a:pt x="786759" y="109987"/>
                </a:lnTo>
                <a:lnTo>
                  <a:pt x="786445" y="109959"/>
                </a:lnTo>
                <a:lnTo>
                  <a:pt x="786128" y="109929"/>
                </a:lnTo>
                <a:lnTo>
                  <a:pt x="785808" y="109895"/>
                </a:lnTo>
                <a:lnTo>
                  <a:pt x="785486" y="109859"/>
                </a:lnTo>
                <a:lnTo>
                  <a:pt x="785160" y="109819"/>
                </a:lnTo>
                <a:lnTo>
                  <a:pt x="784832" y="109777"/>
                </a:lnTo>
                <a:lnTo>
                  <a:pt x="784500" y="109731"/>
                </a:lnTo>
                <a:lnTo>
                  <a:pt x="784166" y="109683"/>
                </a:lnTo>
                <a:lnTo>
                  <a:pt x="783829" y="109632"/>
                </a:lnTo>
                <a:lnTo>
                  <a:pt x="783489" y="109578"/>
                </a:lnTo>
                <a:lnTo>
                  <a:pt x="783146" y="109521"/>
                </a:lnTo>
                <a:lnTo>
                  <a:pt x="782800" y="109461"/>
                </a:lnTo>
                <a:lnTo>
                  <a:pt x="782451" y="109398"/>
                </a:lnTo>
                <a:lnTo>
                  <a:pt x="782099" y="109332"/>
                </a:lnTo>
                <a:lnTo>
                  <a:pt x="781744" y="109264"/>
                </a:lnTo>
                <a:lnTo>
                  <a:pt x="783363" y="123513"/>
                </a:lnTo>
                <a:lnTo>
                  <a:pt x="783785" y="123602"/>
                </a:lnTo>
                <a:lnTo>
                  <a:pt x="784207" y="123688"/>
                </a:lnTo>
                <a:lnTo>
                  <a:pt x="784629" y="123771"/>
                </a:lnTo>
                <a:lnTo>
                  <a:pt x="785053" y="123849"/>
                </a:lnTo>
                <a:lnTo>
                  <a:pt x="785477" y="123924"/>
                </a:lnTo>
                <a:lnTo>
                  <a:pt x="785901" y="123994"/>
                </a:lnTo>
                <a:lnTo>
                  <a:pt x="786327" y="124061"/>
                </a:lnTo>
                <a:lnTo>
                  <a:pt x="786753" y="124124"/>
                </a:lnTo>
                <a:lnTo>
                  <a:pt x="787180" y="124184"/>
                </a:lnTo>
                <a:lnTo>
                  <a:pt x="787607" y="124239"/>
                </a:lnTo>
                <a:lnTo>
                  <a:pt x="788035" y="124291"/>
                </a:lnTo>
                <a:lnTo>
                  <a:pt x="788464" y="124338"/>
                </a:lnTo>
                <a:lnTo>
                  <a:pt x="788893" y="124382"/>
                </a:lnTo>
                <a:lnTo>
                  <a:pt x="789323" y="124422"/>
                </a:lnTo>
                <a:lnTo>
                  <a:pt x="789754" y="124459"/>
                </a:lnTo>
                <a:lnTo>
                  <a:pt x="790186" y="124491"/>
                </a:lnTo>
                <a:lnTo>
                  <a:pt x="790618" y="124520"/>
                </a:lnTo>
                <a:lnTo>
                  <a:pt x="791050" y="124545"/>
                </a:lnTo>
                <a:lnTo>
                  <a:pt x="791484" y="124566"/>
                </a:lnTo>
                <a:lnTo>
                  <a:pt x="791918" y="124583"/>
                </a:lnTo>
                <a:lnTo>
                  <a:pt x="792353" y="124596"/>
                </a:lnTo>
                <a:lnTo>
                  <a:pt x="792788" y="124606"/>
                </a:lnTo>
                <a:lnTo>
                  <a:pt x="793225" y="124612"/>
                </a:lnTo>
                <a:lnTo>
                  <a:pt x="793661" y="124614"/>
                </a:lnTo>
                <a:lnTo>
                  <a:pt x="794091" y="124612"/>
                </a:lnTo>
                <a:lnTo>
                  <a:pt x="794518" y="124606"/>
                </a:lnTo>
                <a:lnTo>
                  <a:pt x="794940" y="124596"/>
                </a:lnTo>
                <a:lnTo>
                  <a:pt x="795359" y="124583"/>
                </a:lnTo>
                <a:lnTo>
                  <a:pt x="795774" y="124566"/>
                </a:lnTo>
                <a:lnTo>
                  <a:pt x="796185" y="124545"/>
                </a:lnTo>
                <a:lnTo>
                  <a:pt x="796593" y="124520"/>
                </a:lnTo>
                <a:lnTo>
                  <a:pt x="796997" y="124491"/>
                </a:lnTo>
                <a:lnTo>
                  <a:pt x="797397" y="124459"/>
                </a:lnTo>
                <a:lnTo>
                  <a:pt x="797794" y="124422"/>
                </a:lnTo>
                <a:lnTo>
                  <a:pt x="798187" y="124382"/>
                </a:lnTo>
                <a:lnTo>
                  <a:pt x="798576" y="124338"/>
                </a:lnTo>
                <a:lnTo>
                  <a:pt x="798961" y="124291"/>
                </a:lnTo>
                <a:lnTo>
                  <a:pt x="799343" y="124239"/>
                </a:lnTo>
                <a:lnTo>
                  <a:pt x="799721" y="124184"/>
                </a:lnTo>
                <a:lnTo>
                  <a:pt x="800095" y="124124"/>
                </a:lnTo>
                <a:lnTo>
                  <a:pt x="800466" y="124061"/>
                </a:lnTo>
                <a:lnTo>
                  <a:pt x="800832" y="123994"/>
                </a:lnTo>
                <a:lnTo>
                  <a:pt x="801196" y="123924"/>
                </a:lnTo>
                <a:lnTo>
                  <a:pt x="801555" y="123849"/>
                </a:lnTo>
                <a:lnTo>
                  <a:pt x="801911" y="123771"/>
                </a:lnTo>
                <a:lnTo>
                  <a:pt x="802263" y="123688"/>
                </a:lnTo>
                <a:lnTo>
                  <a:pt x="802611" y="123602"/>
                </a:lnTo>
                <a:lnTo>
                  <a:pt x="802956" y="123513"/>
                </a:lnTo>
                <a:lnTo>
                  <a:pt x="803296" y="123419"/>
                </a:lnTo>
                <a:lnTo>
                  <a:pt x="803632" y="123323"/>
                </a:lnTo>
                <a:lnTo>
                  <a:pt x="803964" y="123224"/>
                </a:lnTo>
                <a:lnTo>
                  <a:pt x="804291" y="123121"/>
                </a:lnTo>
                <a:lnTo>
                  <a:pt x="804613" y="123016"/>
                </a:lnTo>
                <a:lnTo>
                  <a:pt x="804931" y="122907"/>
                </a:lnTo>
                <a:lnTo>
                  <a:pt x="805245" y="122796"/>
                </a:lnTo>
                <a:lnTo>
                  <a:pt x="805554" y="122681"/>
                </a:lnTo>
                <a:lnTo>
                  <a:pt x="805858" y="122564"/>
                </a:lnTo>
                <a:lnTo>
                  <a:pt x="806158" y="122443"/>
                </a:lnTo>
                <a:lnTo>
                  <a:pt x="806454" y="122320"/>
                </a:lnTo>
                <a:lnTo>
                  <a:pt x="806745" y="122193"/>
                </a:lnTo>
                <a:lnTo>
                  <a:pt x="807031" y="122063"/>
                </a:lnTo>
                <a:lnTo>
                  <a:pt x="807313" y="121930"/>
                </a:lnTo>
                <a:lnTo>
                  <a:pt x="807591" y="121795"/>
                </a:lnTo>
                <a:lnTo>
                  <a:pt x="807864" y="121656"/>
                </a:lnTo>
                <a:lnTo>
                  <a:pt x="808132" y="121514"/>
                </a:lnTo>
                <a:lnTo>
                  <a:pt x="808396" y="121369"/>
                </a:lnTo>
                <a:lnTo>
                  <a:pt x="808656" y="121221"/>
                </a:lnTo>
                <a:lnTo>
                  <a:pt x="808911" y="121070"/>
                </a:lnTo>
                <a:lnTo>
                  <a:pt x="809161" y="120916"/>
                </a:lnTo>
                <a:lnTo>
                  <a:pt x="809407" y="120759"/>
                </a:lnTo>
                <a:lnTo>
                  <a:pt x="809649" y="120599"/>
                </a:lnTo>
                <a:lnTo>
                  <a:pt x="809886" y="120436"/>
                </a:lnTo>
                <a:lnTo>
                  <a:pt x="810119" y="120269"/>
                </a:lnTo>
                <a:lnTo>
                  <a:pt x="810351" y="120099"/>
                </a:lnTo>
                <a:lnTo>
                  <a:pt x="810580" y="119924"/>
                </a:lnTo>
                <a:lnTo>
                  <a:pt x="810807" y="119744"/>
                </a:lnTo>
                <a:lnTo>
                  <a:pt x="811032" y="119561"/>
                </a:lnTo>
                <a:lnTo>
                  <a:pt x="811254" y="119373"/>
                </a:lnTo>
                <a:lnTo>
                  <a:pt x="811474" y="119182"/>
                </a:lnTo>
                <a:lnTo>
                  <a:pt x="811692" y="118986"/>
                </a:lnTo>
                <a:lnTo>
                  <a:pt x="811908" y="118786"/>
                </a:lnTo>
                <a:lnTo>
                  <a:pt x="812121" y="118582"/>
                </a:lnTo>
                <a:lnTo>
                  <a:pt x="812332" y="118374"/>
                </a:lnTo>
                <a:lnTo>
                  <a:pt x="812541" y="118161"/>
                </a:lnTo>
                <a:lnTo>
                  <a:pt x="812748" y="117944"/>
                </a:lnTo>
                <a:lnTo>
                  <a:pt x="812952" y="117724"/>
                </a:lnTo>
                <a:lnTo>
                  <a:pt x="813155" y="117499"/>
                </a:lnTo>
                <a:lnTo>
                  <a:pt x="813354" y="117270"/>
                </a:lnTo>
                <a:lnTo>
                  <a:pt x="813552" y="117036"/>
                </a:lnTo>
                <a:lnTo>
                  <a:pt x="813748" y="116799"/>
                </a:lnTo>
                <a:lnTo>
                  <a:pt x="813941" y="116557"/>
                </a:lnTo>
                <a:lnTo>
                  <a:pt x="814132" y="116312"/>
                </a:lnTo>
                <a:lnTo>
                  <a:pt x="814320" y="116062"/>
                </a:lnTo>
                <a:lnTo>
                  <a:pt x="814507" y="115808"/>
                </a:lnTo>
                <a:lnTo>
                  <a:pt x="814691" y="115549"/>
                </a:lnTo>
                <a:lnTo>
                  <a:pt x="814873" y="115287"/>
                </a:lnTo>
                <a:lnTo>
                  <a:pt x="815054" y="115018"/>
                </a:lnTo>
                <a:lnTo>
                  <a:pt x="815236" y="114738"/>
                </a:lnTo>
                <a:lnTo>
                  <a:pt x="815419" y="114449"/>
                </a:lnTo>
                <a:lnTo>
                  <a:pt x="815602" y="114150"/>
                </a:lnTo>
                <a:lnTo>
                  <a:pt x="815787" y="113841"/>
                </a:lnTo>
                <a:lnTo>
                  <a:pt x="815972" y="113522"/>
                </a:lnTo>
                <a:lnTo>
                  <a:pt x="816158" y="113193"/>
                </a:lnTo>
                <a:lnTo>
                  <a:pt x="816345" y="112855"/>
                </a:lnTo>
                <a:lnTo>
                  <a:pt x="816532" y="112506"/>
                </a:lnTo>
                <a:lnTo>
                  <a:pt x="816720" y="112148"/>
                </a:lnTo>
                <a:lnTo>
                  <a:pt x="816909" y="111779"/>
                </a:lnTo>
                <a:lnTo>
                  <a:pt x="817099" y="111401"/>
                </a:lnTo>
                <a:lnTo>
                  <a:pt x="817290" y="111013"/>
                </a:lnTo>
                <a:lnTo>
                  <a:pt x="817481" y="110615"/>
                </a:lnTo>
                <a:lnTo>
                  <a:pt x="817674" y="110207"/>
                </a:lnTo>
                <a:lnTo>
                  <a:pt x="817867" y="109789"/>
                </a:lnTo>
                <a:lnTo>
                  <a:pt x="818060" y="109361"/>
                </a:lnTo>
                <a:lnTo>
                  <a:pt x="818255" y="108924"/>
                </a:lnTo>
                <a:lnTo>
                  <a:pt x="818450" y="108476"/>
                </a:lnTo>
                <a:lnTo>
                  <a:pt x="818647" y="108019"/>
                </a:lnTo>
                <a:lnTo>
                  <a:pt x="818844" y="107551"/>
                </a:lnTo>
                <a:lnTo>
                  <a:pt x="819041" y="107074"/>
                </a:lnTo>
                <a:lnTo>
                  <a:pt x="819240" y="106587"/>
                </a:lnTo>
                <a:lnTo>
                  <a:pt x="819439" y="106090"/>
                </a:lnTo>
                <a:lnTo>
                  <a:pt x="823779" y="94065"/>
                </a:lnTo>
                <a:lnTo>
                  <a:pt x="848067" y="27850"/>
                </a:lnTo>
                <a:lnTo>
                  <a:pt x="829219" y="27850"/>
                </a:lnTo>
                <a:lnTo>
                  <a:pt x="813157" y="76732"/>
                </a:lnTo>
                <a:lnTo>
                  <a:pt x="796706" y="27850"/>
                </a:lnTo>
                <a:lnTo>
                  <a:pt x="777340" y="27850"/>
                </a:lnTo>
                <a:lnTo>
                  <a:pt x="778027" y="29664"/>
                </a:lnTo>
                <a:lnTo>
                  <a:pt x="777657" y="29448"/>
                </a:lnTo>
                <a:lnTo>
                  <a:pt x="777174" y="29180"/>
                </a:lnTo>
                <a:lnTo>
                  <a:pt x="776690" y="28924"/>
                </a:lnTo>
                <a:lnTo>
                  <a:pt x="776204" y="28680"/>
                </a:lnTo>
                <a:lnTo>
                  <a:pt x="775717" y="28447"/>
                </a:lnTo>
                <a:close/>
                <a:moveTo>
                  <a:pt x="176522" y="76778"/>
                </a:moveTo>
                <a:lnTo>
                  <a:pt x="176371" y="77155"/>
                </a:lnTo>
                <a:lnTo>
                  <a:pt x="176215" y="77522"/>
                </a:lnTo>
                <a:lnTo>
                  <a:pt x="176054" y="77880"/>
                </a:lnTo>
                <a:lnTo>
                  <a:pt x="175887" y="78228"/>
                </a:lnTo>
                <a:lnTo>
                  <a:pt x="175716" y="78565"/>
                </a:lnTo>
                <a:lnTo>
                  <a:pt x="175540" y="78893"/>
                </a:lnTo>
                <a:lnTo>
                  <a:pt x="175359" y="79211"/>
                </a:lnTo>
                <a:lnTo>
                  <a:pt x="175173" y="79519"/>
                </a:lnTo>
                <a:lnTo>
                  <a:pt x="174982" y="79818"/>
                </a:lnTo>
                <a:lnTo>
                  <a:pt x="174786" y="80106"/>
                </a:lnTo>
                <a:lnTo>
                  <a:pt x="174585" y="80384"/>
                </a:lnTo>
                <a:lnTo>
                  <a:pt x="174380" y="80653"/>
                </a:lnTo>
                <a:lnTo>
                  <a:pt x="174169" y="80911"/>
                </a:lnTo>
                <a:lnTo>
                  <a:pt x="173953" y="81160"/>
                </a:lnTo>
                <a:lnTo>
                  <a:pt x="173733" y="81399"/>
                </a:lnTo>
                <a:lnTo>
                  <a:pt x="173507" y="81628"/>
                </a:lnTo>
                <a:lnTo>
                  <a:pt x="173277" y="81847"/>
                </a:lnTo>
                <a:lnTo>
                  <a:pt x="173041" y="82056"/>
                </a:lnTo>
                <a:lnTo>
                  <a:pt x="172801" y="82255"/>
                </a:lnTo>
                <a:lnTo>
                  <a:pt x="172556" y="82446"/>
                </a:lnTo>
                <a:lnTo>
                  <a:pt x="172306" y="82628"/>
                </a:lnTo>
                <a:lnTo>
                  <a:pt x="172051" y="82802"/>
                </a:lnTo>
                <a:lnTo>
                  <a:pt x="171791" y="82968"/>
                </a:lnTo>
                <a:lnTo>
                  <a:pt x="171527" y="83126"/>
                </a:lnTo>
                <a:lnTo>
                  <a:pt x="171258" y="83275"/>
                </a:lnTo>
                <a:lnTo>
                  <a:pt x="170985" y="83417"/>
                </a:lnTo>
                <a:lnTo>
                  <a:pt x="170707" y="83551"/>
                </a:lnTo>
                <a:lnTo>
                  <a:pt x="170424" y="83676"/>
                </a:lnTo>
                <a:lnTo>
                  <a:pt x="170136" y="83794"/>
                </a:lnTo>
                <a:lnTo>
                  <a:pt x="169843" y="83903"/>
                </a:lnTo>
                <a:lnTo>
                  <a:pt x="169546" y="84004"/>
                </a:lnTo>
                <a:lnTo>
                  <a:pt x="169244" y="84097"/>
                </a:lnTo>
                <a:lnTo>
                  <a:pt x="168938" y="84182"/>
                </a:lnTo>
                <a:lnTo>
                  <a:pt x="168626" y="84259"/>
                </a:lnTo>
                <a:lnTo>
                  <a:pt x="168310" y="84328"/>
                </a:lnTo>
                <a:lnTo>
                  <a:pt x="167989" y="84389"/>
                </a:lnTo>
                <a:lnTo>
                  <a:pt x="167664" y="84441"/>
                </a:lnTo>
                <a:lnTo>
                  <a:pt x="167334" y="84486"/>
                </a:lnTo>
                <a:lnTo>
                  <a:pt x="166999" y="84522"/>
                </a:lnTo>
                <a:lnTo>
                  <a:pt x="166659" y="84551"/>
                </a:lnTo>
                <a:lnTo>
                  <a:pt x="166315" y="84571"/>
                </a:lnTo>
                <a:lnTo>
                  <a:pt x="165965" y="84583"/>
                </a:lnTo>
                <a:lnTo>
                  <a:pt x="165612" y="84587"/>
                </a:lnTo>
                <a:lnTo>
                  <a:pt x="165092" y="84579"/>
                </a:lnTo>
                <a:lnTo>
                  <a:pt x="164579" y="84556"/>
                </a:lnTo>
                <a:lnTo>
                  <a:pt x="164073" y="84517"/>
                </a:lnTo>
                <a:lnTo>
                  <a:pt x="163575" y="84462"/>
                </a:lnTo>
                <a:lnTo>
                  <a:pt x="163084" y="84392"/>
                </a:lnTo>
                <a:lnTo>
                  <a:pt x="162600" y="84306"/>
                </a:lnTo>
                <a:lnTo>
                  <a:pt x="162123" y="84204"/>
                </a:lnTo>
                <a:lnTo>
                  <a:pt x="161653" y="84087"/>
                </a:lnTo>
                <a:lnTo>
                  <a:pt x="161191" y="83954"/>
                </a:lnTo>
                <a:lnTo>
                  <a:pt x="160736" y="83806"/>
                </a:lnTo>
                <a:lnTo>
                  <a:pt x="160288" y="83641"/>
                </a:lnTo>
                <a:lnTo>
                  <a:pt x="159847" y="83462"/>
                </a:lnTo>
                <a:lnTo>
                  <a:pt x="159414" y="83266"/>
                </a:lnTo>
                <a:lnTo>
                  <a:pt x="158987" y="83055"/>
                </a:lnTo>
                <a:lnTo>
                  <a:pt x="158568" y="82829"/>
                </a:lnTo>
                <a:lnTo>
                  <a:pt x="158156" y="82586"/>
                </a:lnTo>
                <a:lnTo>
                  <a:pt x="157751" y="82328"/>
                </a:lnTo>
                <a:lnTo>
                  <a:pt x="157354" y="82055"/>
                </a:lnTo>
                <a:lnTo>
                  <a:pt x="156963" y="81766"/>
                </a:lnTo>
                <a:lnTo>
                  <a:pt x="156580" y="81461"/>
                </a:lnTo>
                <a:lnTo>
                  <a:pt x="156204" y="81141"/>
                </a:lnTo>
                <a:lnTo>
                  <a:pt x="155835" y="80805"/>
                </a:lnTo>
                <a:lnTo>
                  <a:pt x="155474" y="80453"/>
                </a:lnTo>
                <a:lnTo>
                  <a:pt x="155119" y="80086"/>
                </a:lnTo>
                <a:lnTo>
                  <a:pt x="154775" y="79704"/>
                </a:lnTo>
                <a:lnTo>
                  <a:pt x="154445" y="79310"/>
                </a:lnTo>
                <a:lnTo>
                  <a:pt x="154129" y="78904"/>
                </a:lnTo>
                <a:lnTo>
                  <a:pt x="153827" y="78485"/>
                </a:lnTo>
                <a:lnTo>
                  <a:pt x="153539" y="78054"/>
                </a:lnTo>
                <a:lnTo>
                  <a:pt x="153265" y="77610"/>
                </a:lnTo>
                <a:lnTo>
                  <a:pt x="153005" y="77154"/>
                </a:lnTo>
                <a:lnTo>
                  <a:pt x="152759" y="76685"/>
                </a:lnTo>
                <a:lnTo>
                  <a:pt x="152526" y="76204"/>
                </a:lnTo>
                <a:lnTo>
                  <a:pt x="152308" y="75710"/>
                </a:lnTo>
                <a:lnTo>
                  <a:pt x="152104" y="75204"/>
                </a:lnTo>
                <a:lnTo>
                  <a:pt x="151913" y="74686"/>
                </a:lnTo>
                <a:lnTo>
                  <a:pt x="151737" y="74154"/>
                </a:lnTo>
                <a:lnTo>
                  <a:pt x="151574" y="73611"/>
                </a:lnTo>
                <a:lnTo>
                  <a:pt x="151425" y="73055"/>
                </a:lnTo>
                <a:lnTo>
                  <a:pt x="151291" y="72486"/>
                </a:lnTo>
                <a:lnTo>
                  <a:pt x="151170" y="71905"/>
                </a:lnTo>
                <a:lnTo>
                  <a:pt x="151063" y="71312"/>
                </a:lnTo>
                <a:lnTo>
                  <a:pt x="150970" y="70706"/>
                </a:lnTo>
                <a:lnTo>
                  <a:pt x="150891" y="70087"/>
                </a:lnTo>
                <a:lnTo>
                  <a:pt x="150826" y="69456"/>
                </a:lnTo>
                <a:lnTo>
                  <a:pt x="150775" y="68813"/>
                </a:lnTo>
                <a:lnTo>
                  <a:pt x="150738" y="68157"/>
                </a:lnTo>
                <a:lnTo>
                  <a:pt x="150715" y="67488"/>
                </a:lnTo>
                <a:lnTo>
                  <a:pt x="196312" y="67488"/>
                </a:lnTo>
                <a:lnTo>
                  <a:pt x="196328" y="65764"/>
                </a:lnTo>
                <a:lnTo>
                  <a:pt x="196312" y="64076"/>
                </a:lnTo>
                <a:lnTo>
                  <a:pt x="196264" y="62427"/>
                </a:lnTo>
                <a:lnTo>
                  <a:pt x="196184" y="60814"/>
                </a:lnTo>
                <a:lnTo>
                  <a:pt x="196071" y="59240"/>
                </a:lnTo>
                <a:lnTo>
                  <a:pt x="195927" y="57702"/>
                </a:lnTo>
                <a:lnTo>
                  <a:pt x="195750" y="56202"/>
                </a:lnTo>
                <a:lnTo>
                  <a:pt x="195542" y="54740"/>
                </a:lnTo>
                <a:lnTo>
                  <a:pt x="195301" y="53315"/>
                </a:lnTo>
                <a:lnTo>
                  <a:pt x="195027" y="51927"/>
                </a:lnTo>
                <a:lnTo>
                  <a:pt x="194722" y="50577"/>
                </a:lnTo>
                <a:lnTo>
                  <a:pt x="194385" y="49264"/>
                </a:lnTo>
                <a:lnTo>
                  <a:pt x="194015" y="47989"/>
                </a:lnTo>
                <a:lnTo>
                  <a:pt x="193613" y="46751"/>
                </a:lnTo>
                <a:lnTo>
                  <a:pt x="193179" y="45551"/>
                </a:lnTo>
                <a:lnTo>
                  <a:pt x="192713" y="44388"/>
                </a:lnTo>
                <a:lnTo>
                  <a:pt x="192215" y="43262"/>
                </a:lnTo>
                <a:lnTo>
                  <a:pt x="191685" y="42174"/>
                </a:lnTo>
                <a:lnTo>
                  <a:pt x="191122" y="41123"/>
                </a:lnTo>
                <a:lnTo>
                  <a:pt x="190527" y="40110"/>
                </a:lnTo>
                <a:lnTo>
                  <a:pt x="189901" y="39135"/>
                </a:lnTo>
                <a:lnTo>
                  <a:pt x="189241" y="38196"/>
                </a:lnTo>
                <a:lnTo>
                  <a:pt x="188550" y="37295"/>
                </a:lnTo>
                <a:lnTo>
                  <a:pt x="187827" y="36432"/>
                </a:lnTo>
                <a:lnTo>
                  <a:pt x="187076" y="35605"/>
                </a:lnTo>
                <a:lnTo>
                  <a:pt x="186303" y="34813"/>
                </a:lnTo>
                <a:lnTo>
                  <a:pt x="185507" y="34056"/>
                </a:lnTo>
                <a:lnTo>
                  <a:pt x="184689" y="33335"/>
                </a:lnTo>
                <a:lnTo>
                  <a:pt x="183849" y="32649"/>
                </a:lnTo>
                <a:lnTo>
                  <a:pt x="182986" y="31997"/>
                </a:lnTo>
                <a:lnTo>
                  <a:pt x="182100" y="31381"/>
                </a:lnTo>
                <a:lnTo>
                  <a:pt x="181192" y="30801"/>
                </a:lnTo>
                <a:lnTo>
                  <a:pt x="180261" y="30255"/>
                </a:lnTo>
                <a:lnTo>
                  <a:pt x="179308" y="29745"/>
                </a:lnTo>
                <a:lnTo>
                  <a:pt x="178333" y="29270"/>
                </a:lnTo>
                <a:lnTo>
                  <a:pt x="177335" y="28830"/>
                </a:lnTo>
                <a:lnTo>
                  <a:pt x="176314" y="28425"/>
                </a:lnTo>
                <a:lnTo>
                  <a:pt x="175271" y="28056"/>
                </a:lnTo>
                <a:lnTo>
                  <a:pt x="174205" y="27721"/>
                </a:lnTo>
                <a:lnTo>
                  <a:pt x="173117" y="27422"/>
                </a:lnTo>
                <a:lnTo>
                  <a:pt x="172007" y="27158"/>
                </a:lnTo>
                <a:lnTo>
                  <a:pt x="170874" y="26929"/>
                </a:lnTo>
                <a:lnTo>
                  <a:pt x="169718" y="26736"/>
                </a:lnTo>
                <a:lnTo>
                  <a:pt x="168540" y="26577"/>
                </a:lnTo>
                <a:lnTo>
                  <a:pt x="167340" y="26454"/>
                </a:lnTo>
                <a:lnTo>
                  <a:pt x="166117" y="26366"/>
                </a:lnTo>
                <a:lnTo>
                  <a:pt x="164872" y="26313"/>
                </a:lnTo>
                <a:lnTo>
                  <a:pt x="163604" y="26296"/>
                </a:lnTo>
                <a:lnTo>
                  <a:pt x="162473" y="26313"/>
                </a:lnTo>
                <a:lnTo>
                  <a:pt x="161359" y="26363"/>
                </a:lnTo>
                <a:lnTo>
                  <a:pt x="160261" y="26447"/>
                </a:lnTo>
                <a:lnTo>
                  <a:pt x="159180" y="26565"/>
                </a:lnTo>
                <a:lnTo>
                  <a:pt x="158115" y="26716"/>
                </a:lnTo>
                <a:lnTo>
                  <a:pt x="157066" y="26901"/>
                </a:lnTo>
                <a:lnTo>
                  <a:pt x="156034" y="27120"/>
                </a:lnTo>
                <a:lnTo>
                  <a:pt x="155018" y="27372"/>
                </a:lnTo>
                <a:lnTo>
                  <a:pt x="154019" y="27657"/>
                </a:lnTo>
                <a:lnTo>
                  <a:pt x="153036" y="27977"/>
                </a:lnTo>
                <a:lnTo>
                  <a:pt x="152070" y="28330"/>
                </a:lnTo>
                <a:lnTo>
                  <a:pt x="151120" y="28717"/>
                </a:lnTo>
                <a:lnTo>
                  <a:pt x="150186" y="29137"/>
                </a:lnTo>
                <a:lnTo>
                  <a:pt x="149269" y="29591"/>
                </a:lnTo>
                <a:lnTo>
                  <a:pt x="148368" y="30078"/>
                </a:lnTo>
                <a:lnTo>
                  <a:pt x="147484" y="30599"/>
                </a:lnTo>
                <a:lnTo>
                  <a:pt x="146616" y="31154"/>
                </a:lnTo>
                <a:lnTo>
                  <a:pt x="145764" y="31742"/>
                </a:lnTo>
                <a:lnTo>
                  <a:pt x="144929" y="32364"/>
                </a:lnTo>
                <a:lnTo>
                  <a:pt x="144110" y="33020"/>
                </a:lnTo>
                <a:lnTo>
                  <a:pt x="143308" y="33709"/>
                </a:lnTo>
                <a:lnTo>
                  <a:pt x="142522" y="34432"/>
                </a:lnTo>
                <a:lnTo>
                  <a:pt x="141753" y="35189"/>
                </a:lnTo>
                <a:lnTo>
                  <a:pt x="141000" y="35979"/>
                </a:lnTo>
                <a:lnTo>
                  <a:pt x="140270" y="36798"/>
                </a:lnTo>
                <a:lnTo>
                  <a:pt x="139572" y="37644"/>
                </a:lnTo>
                <a:lnTo>
                  <a:pt x="138905" y="38515"/>
                </a:lnTo>
                <a:lnTo>
                  <a:pt x="138269" y="39412"/>
                </a:lnTo>
                <a:lnTo>
                  <a:pt x="137663" y="40335"/>
                </a:lnTo>
                <a:lnTo>
                  <a:pt x="137089" y="41284"/>
                </a:lnTo>
                <a:lnTo>
                  <a:pt x="136546" y="42258"/>
                </a:lnTo>
                <a:lnTo>
                  <a:pt x="136034" y="43258"/>
                </a:lnTo>
                <a:lnTo>
                  <a:pt x="135553" y="44284"/>
                </a:lnTo>
                <a:lnTo>
                  <a:pt x="135103" y="45335"/>
                </a:lnTo>
                <a:lnTo>
                  <a:pt x="134684" y="46412"/>
                </a:lnTo>
                <a:lnTo>
                  <a:pt x="134296" y="47515"/>
                </a:lnTo>
                <a:lnTo>
                  <a:pt x="133939" y="48644"/>
                </a:lnTo>
                <a:lnTo>
                  <a:pt x="133613" y="49799"/>
                </a:lnTo>
                <a:lnTo>
                  <a:pt x="133319" y="50979"/>
                </a:lnTo>
                <a:lnTo>
                  <a:pt x="133055" y="52185"/>
                </a:lnTo>
                <a:lnTo>
                  <a:pt x="132822" y="53417"/>
                </a:lnTo>
                <a:lnTo>
                  <a:pt x="132620" y="54674"/>
                </a:lnTo>
                <a:lnTo>
                  <a:pt x="132450" y="55958"/>
                </a:lnTo>
                <a:lnTo>
                  <a:pt x="132310" y="57267"/>
                </a:lnTo>
                <a:lnTo>
                  <a:pt x="132201" y="58601"/>
                </a:lnTo>
                <a:lnTo>
                  <a:pt x="132124" y="59962"/>
                </a:lnTo>
                <a:lnTo>
                  <a:pt x="132077" y="61348"/>
                </a:lnTo>
                <a:lnTo>
                  <a:pt x="132062" y="62760"/>
                </a:lnTo>
                <a:lnTo>
                  <a:pt x="132074" y="63944"/>
                </a:lnTo>
                <a:lnTo>
                  <a:pt x="132109" y="65112"/>
                </a:lnTo>
                <a:lnTo>
                  <a:pt x="132168" y="66262"/>
                </a:lnTo>
                <a:lnTo>
                  <a:pt x="132251" y="67395"/>
                </a:lnTo>
                <a:lnTo>
                  <a:pt x="132357" y="68511"/>
                </a:lnTo>
                <a:lnTo>
                  <a:pt x="132487" y="69609"/>
                </a:lnTo>
                <a:lnTo>
                  <a:pt x="132640" y="70691"/>
                </a:lnTo>
                <a:lnTo>
                  <a:pt x="132817" y="71756"/>
                </a:lnTo>
                <a:lnTo>
                  <a:pt x="133018" y="72803"/>
                </a:lnTo>
                <a:lnTo>
                  <a:pt x="133242" y="73834"/>
                </a:lnTo>
                <a:lnTo>
                  <a:pt x="133490" y="74847"/>
                </a:lnTo>
                <a:lnTo>
                  <a:pt x="133762" y="75843"/>
                </a:lnTo>
                <a:lnTo>
                  <a:pt x="134057" y="76822"/>
                </a:lnTo>
                <a:lnTo>
                  <a:pt x="134376" y="77785"/>
                </a:lnTo>
                <a:lnTo>
                  <a:pt x="134718" y="78730"/>
                </a:lnTo>
                <a:lnTo>
                  <a:pt x="135084" y="79657"/>
                </a:lnTo>
                <a:lnTo>
                  <a:pt x="135474" y="80568"/>
                </a:lnTo>
                <a:lnTo>
                  <a:pt x="135887" y="81462"/>
                </a:lnTo>
                <a:lnTo>
                  <a:pt x="136324" y="82339"/>
                </a:lnTo>
                <a:lnTo>
                  <a:pt x="136784" y="83198"/>
                </a:lnTo>
                <a:lnTo>
                  <a:pt x="137268" y="84041"/>
                </a:lnTo>
                <a:lnTo>
                  <a:pt x="137776" y="84866"/>
                </a:lnTo>
                <a:lnTo>
                  <a:pt x="138307" y="85674"/>
                </a:lnTo>
                <a:lnTo>
                  <a:pt x="138862" y="86465"/>
                </a:lnTo>
                <a:lnTo>
                  <a:pt x="139596" y="87422"/>
                </a:lnTo>
                <a:lnTo>
                  <a:pt x="140363" y="88338"/>
                </a:lnTo>
                <a:lnTo>
                  <a:pt x="141162" y="89213"/>
                </a:lnTo>
                <a:lnTo>
                  <a:pt x="141993" y="90047"/>
                </a:lnTo>
                <a:lnTo>
                  <a:pt x="142856" y="90841"/>
                </a:lnTo>
                <a:lnTo>
                  <a:pt x="143752" y="91594"/>
                </a:lnTo>
                <a:lnTo>
                  <a:pt x="144681" y="92306"/>
                </a:lnTo>
                <a:lnTo>
                  <a:pt x="145641" y="92978"/>
                </a:lnTo>
                <a:lnTo>
                  <a:pt x="146634" y="93609"/>
                </a:lnTo>
                <a:lnTo>
                  <a:pt x="147660" y="94199"/>
                </a:lnTo>
                <a:lnTo>
                  <a:pt x="148718" y="94749"/>
                </a:lnTo>
                <a:lnTo>
                  <a:pt x="149808" y="95258"/>
                </a:lnTo>
                <a:lnTo>
                  <a:pt x="150931" y="95726"/>
                </a:lnTo>
                <a:lnTo>
                  <a:pt x="152086" y="96153"/>
                </a:lnTo>
                <a:lnTo>
                  <a:pt x="153273" y="96540"/>
                </a:lnTo>
                <a:lnTo>
                  <a:pt x="154493" y="96886"/>
                </a:lnTo>
                <a:lnTo>
                  <a:pt x="155745" y="97191"/>
                </a:lnTo>
                <a:lnTo>
                  <a:pt x="157030" y="97456"/>
                </a:lnTo>
                <a:lnTo>
                  <a:pt x="158347" y="97679"/>
                </a:lnTo>
                <a:lnTo>
                  <a:pt x="159696" y="97863"/>
                </a:lnTo>
                <a:lnTo>
                  <a:pt x="161078" y="98005"/>
                </a:lnTo>
                <a:lnTo>
                  <a:pt x="162492" y="98107"/>
                </a:lnTo>
                <a:lnTo>
                  <a:pt x="163938" y="98168"/>
                </a:lnTo>
                <a:lnTo>
                  <a:pt x="165417" y="98188"/>
                </a:lnTo>
                <a:lnTo>
                  <a:pt x="166355" y="98179"/>
                </a:lnTo>
                <a:lnTo>
                  <a:pt x="167280" y="98152"/>
                </a:lnTo>
                <a:lnTo>
                  <a:pt x="168192" y="98107"/>
                </a:lnTo>
                <a:lnTo>
                  <a:pt x="169090" y="98044"/>
                </a:lnTo>
                <a:lnTo>
                  <a:pt x="169975" y="97963"/>
                </a:lnTo>
                <a:lnTo>
                  <a:pt x="170848" y="97863"/>
                </a:lnTo>
                <a:lnTo>
                  <a:pt x="171707" y="97746"/>
                </a:lnTo>
                <a:lnTo>
                  <a:pt x="172552" y="97611"/>
                </a:lnTo>
                <a:lnTo>
                  <a:pt x="173385" y="97457"/>
                </a:lnTo>
                <a:lnTo>
                  <a:pt x="174205" y="97286"/>
                </a:lnTo>
                <a:lnTo>
                  <a:pt x="175011" y="97096"/>
                </a:lnTo>
                <a:lnTo>
                  <a:pt x="175804" y="96889"/>
                </a:lnTo>
                <a:lnTo>
                  <a:pt x="176584" y="96663"/>
                </a:lnTo>
                <a:lnTo>
                  <a:pt x="177351" y="96420"/>
                </a:lnTo>
                <a:lnTo>
                  <a:pt x="178105" y="96158"/>
                </a:lnTo>
                <a:lnTo>
                  <a:pt x="178846" y="95878"/>
                </a:lnTo>
                <a:lnTo>
                  <a:pt x="179573" y="95580"/>
                </a:lnTo>
                <a:lnTo>
                  <a:pt x="180288" y="95265"/>
                </a:lnTo>
                <a:lnTo>
                  <a:pt x="180989" y="94931"/>
                </a:lnTo>
                <a:lnTo>
                  <a:pt x="181677" y="94579"/>
                </a:lnTo>
                <a:lnTo>
                  <a:pt x="182352" y="94209"/>
                </a:lnTo>
                <a:lnTo>
                  <a:pt x="183013" y="93821"/>
                </a:lnTo>
                <a:lnTo>
                  <a:pt x="183662" y="93415"/>
                </a:lnTo>
                <a:lnTo>
                  <a:pt x="184297" y="92991"/>
                </a:lnTo>
                <a:lnTo>
                  <a:pt x="184919" y="92549"/>
                </a:lnTo>
                <a:lnTo>
                  <a:pt x="185527" y="92091"/>
                </a:lnTo>
                <a:lnTo>
                  <a:pt x="186120" y="91617"/>
                </a:lnTo>
                <a:lnTo>
                  <a:pt x="186700" y="91126"/>
                </a:lnTo>
                <a:lnTo>
                  <a:pt x="187265" y="90619"/>
                </a:lnTo>
                <a:lnTo>
                  <a:pt x="187817" y="90095"/>
                </a:lnTo>
                <a:lnTo>
                  <a:pt x="188354" y="89555"/>
                </a:lnTo>
                <a:lnTo>
                  <a:pt x="188878" y="88998"/>
                </a:lnTo>
                <a:lnTo>
                  <a:pt x="189387" y="88425"/>
                </a:lnTo>
                <a:lnTo>
                  <a:pt x="189882" y="87836"/>
                </a:lnTo>
                <a:lnTo>
                  <a:pt x="190363" y="87230"/>
                </a:lnTo>
                <a:lnTo>
                  <a:pt x="190831" y="86607"/>
                </a:lnTo>
                <a:lnTo>
                  <a:pt x="191284" y="85968"/>
                </a:lnTo>
                <a:lnTo>
                  <a:pt x="191723" y="85312"/>
                </a:lnTo>
                <a:lnTo>
                  <a:pt x="192148" y="84640"/>
                </a:lnTo>
                <a:lnTo>
                  <a:pt x="192559" y="83952"/>
                </a:lnTo>
                <a:lnTo>
                  <a:pt x="192955" y="83247"/>
                </a:lnTo>
                <a:lnTo>
                  <a:pt x="193338" y="82526"/>
                </a:lnTo>
                <a:lnTo>
                  <a:pt x="193707" y="81788"/>
                </a:lnTo>
                <a:lnTo>
                  <a:pt x="194062" y="81033"/>
                </a:lnTo>
                <a:lnTo>
                  <a:pt x="194402" y="80262"/>
                </a:lnTo>
                <a:lnTo>
                  <a:pt x="194729" y="79475"/>
                </a:lnTo>
                <a:lnTo>
                  <a:pt x="195042" y="78671"/>
                </a:lnTo>
                <a:lnTo>
                  <a:pt x="195340" y="77851"/>
                </a:lnTo>
                <a:lnTo>
                  <a:pt x="177205" y="74742"/>
                </a:lnTo>
                <a:lnTo>
                  <a:pt x="177078" y="75169"/>
                </a:lnTo>
                <a:lnTo>
                  <a:pt x="176947" y="75586"/>
                </a:lnTo>
                <a:lnTo>
                  <a:pt x="176810" y="75993"/>
                </a:lnTo>
                <a:lnTo>
                  <a:pt x="176669" y="76390"/>
                </a:lnTo>
                <a:lnTo>
                  <a:pt x="176522" y="76778"/>
                </a:lnTo>
                <a:close/>
                <a:moveTo>
                  <a:pt x="151127" y="53961"/>
                </a:moveTo>
                <a:lnTo>
                  <a:pt x="151183" y="53392"/>
                </a:lnTo>
                <a:lnTo>
                  <a:pt x="151253" y="52833"/>
                </a:lnTo>
                <a:lnTo>
                  <a:pt x="151337" y="52284"/>
                </a:lnTo>
                <a:lnTo>
                  <a:pt x="151435" y="51747"/>
                </a:lnTo>
                <a:lnTo>
                  <a:pt x="151546" y="51220"/>
                </a:lnTo>
                <a:lnTo>
                  <a:pt x="151671" y="50704"/>
                </a:lnTo>
                <a:lnTo>
                  <a:pt x="151809" y="50198"/>
                </a:lnTo>
                <a:lnTo>
                  <a:pt x="151962" y="49704"/>
                </a:lnTo>
                <a:lnTo>
                  <a:pt x="152128" y="49220"/>
                </a:lnTo>
                <a:lnTo>
                  <a:pt x="152308" y="48747"/>
                </a:lnTo>
                <a:lnTo>
                  <a:pt x="152501" y="48285"/>
                </a:lnTo>
                <a:lnTo>
                  <a:pt x="152708" y="47833"/>
                </a:lnTo>
                <a:lnTo>
                  <a:pt x="152929" y="47392"/>
                </a:lnTo>
                <a:lnTo>
                  <a:pt x="153164" y="46962"/>
                </a:lnTo>
                <a:lnTo>
                  <a:pt x="153412" y="46543"/>
                </a:lnTo>
                <a:lnTo>
                  <a:pt x="153674" y="46134"/>
                </a:lnTo>
                <a:lnTo>
                  <a:pt x="153950" y="45736"/>
                </a:lnTo>
                <a:lnTo>
                  <a:pt x="154240" y="45349"/>
                </a:lnTo>
                <a:lnTo>
                  <a:pt x="154543" y="44973"/>
                </a:lnTo>
                <a:lnTo>
                  <a:pt x="154860" y="44607"/>
                </a:lnTo>
                <a:lnTo>
                  <a:pt x="155187" y="44254"/>
                </a:lnTo>
                <a:lnTo>
                  <a:pt x="155522" y="43917"/>
                </a:lnTo>
                <a:lnTo>
                  <a:pt x="155864" y="43594"/>
                </a:lnTo>
                <a:lnTo>
                  <a:pt x="156213" y="43287"/>
                </a:lnTo>
                <a:lnTo>
                  <a:pt x="156569" y="42994"/>
                </a:lnTo>
                <a:lnTo>
                  <a:pt x="156933" y="42716"/>
                </a:lnTo>
                <a:lnTo>
                  <a:pt x="157303" y="42454"/>
                </a:lnTo>
                <a:lnTo>
                  <a:pt x="157681" y="42206"/>
                </a:lnTo>
                <a:lnTo>
                  <a:pt x="158066" y="41974"/>
                </a:lnTo>
                <a:lnTo>
                  <a:pt x="158458" y="41756"/>
                </a:lnTo>
                <a:lnTo>
                  <a:pt x="158858" y="41554"/>
                </a:lnTo>
                <a:lnTo>
                  <a:pt x="159264" y="41366"/>
                </a:lnTo>
                <a:lnTo>
                  <a:pt x="159678" y="41193"/>
                </a:lnTo>
                <a:lnTo>
                  <a:pt x="160099" y="41036"/>
                </a:lnTo>
                <a:lnTo>
                  <a:pt x="160527" y="40893"/>
                </a:lnTo>
                <a:lnTo>
                  <a:pt x="160963" y="40766"/>
                </a:lnTo>
                <a:lnTo>
                  <a:pt x="161405" y="40653"/>
                </a:lnTo>
                <a:lnTo>
                  <a:pt x="161855" y="40556"/>
                </a:lnTo>
                <a:lnTo>
                  <a:pt x="162312" y="40473"/>
                </a:lnTo>
                <a:lnTo>
                  <a:pt x="162776" y="40406"/>
                </a:lnTo>
                <a:lnTo>
                  <a:pt x="163247" y="40353"/>
                </a:lnTo>
                <a:lnTo>
                  <a:pt x="163726" y="40316"/>
                </a:lnTo>
                <a:lnTo>
                  <a:pt x="164212" y="40293"/>
                </a:lnTo>
                <a:lnTo>
                  <a:pt x="164705" y="40286"/>
                </a:lnTo>
                <a:lnTo>
                  <a:pt x="165166" y="40293"/>
                </a:lnTo>
                <a:lnTo>
                  <a:pt x="165621" y="40314"/>
                </a:lnTo>
                <a:lnTo>
                  <a:pt x="166071" y="40350"/>
                </a:lnTo>
                <a:lnTo>
                  <a:pt x="166515" y="40399"/>
                </a:lnTo>
                <a:lnTo>
                  <a:pt x="166953" y="40463"/>
                </a:lnTo>
                <a:lnTo>
                  <a:pt x="167385" y="40542"/>
                </a:lnTo>
                <a:lnTo>
                  <a:pt x="167811" y="40634"/>
                </a:lnTo>
                <a:lnTo>
                  <a:pt x="168231" y="40741"/>
                </a:lnTo>
                <a:lnTo>
                  <a:pt x="168645" y="40862"/>
                </a:lnTo>
                <a:lnTo>
                  <a:pt x="169054" y="40997"/>
                </a:lnTo>
                <a:lnTo>
                  <a:pt x="169457" y="41146"/>
                </a:lnTo>
                <a:lnTo>
                  <a:pt x="169854" y="41310"/>
                </a:lnTo>
                <a:lnTo>
                  <a:pt x="170245" y="41488"/>
                </a:lnTo>
                <a:lnTo>
                  <a:pt x="170630" y="41680"/>
                </a:lnTo>
                <a:lnTo>
                  <a:pt x="171010" y="41886"/>
                </a:lnTo>
                <a:lnTo>
                  <a:pt x="171383" y="42106"/>
                </a:lnTo>
                <a:lnTo>
                  <a:pt x="171751" y="42341"/>
                </a:lnTo>
                <a:lnTo>
                  <a:pt x="172113" y="42590"/>
                </a:lnTo>
                <a:lnTo>
                  <a:pt x="172469" y="42853"/>
                </a:lnTo>
                <a:lnTo>
                  <a:pt x="172819" y="43131"/>
                </a:lnTo>
                <a:lnTo>
                  <a:pt x="173163" y="43422"/>
                </a:lnTo>
                <a:lnTo>
                  <a:pt x="173502" y="43728"/>
                </a:lnTo>
                <a:lnTo>
                  <a:pt x="173834" y="44048"/>
                </a:lnTo>
                <a:lnTo>
                  <a:pt x="174161" y="44382"/>
                </a:lnTo>
                <a:lnTo>
                  <a:pt x="174478" y="44730"/>
                </a:lnTo>
                <a:lnTo>
                  <a:pt x="174783" y="45091"/>
                </a:lnTo>
                <a:lnTo>
                  <a:pt x="175075" y="45465"/>
                </a:lnTo>
                <a:lnTo>
                  <a:pt x="175354" y="45853"/>
                </a:lnTo>
                <a:lnTo>
                  <a:pt x="175620" y="46253"/>
                </a:lnTo>
                <a:lnTo>
                  <a:pt x="175873" y="46666"/>
                </a:lnTo>
                <a:lnTo>
                  <a:pt x="176114" y="47093"/>
                </a:lnTo>
                <a:lnTo>
                  <a:pt x="176341" y="47533"/>
                </a:lnTo>
                <a:lnTo>
                  <a:pt x="176556" y="47985"/>
                </a:lnTo>
                <a:lnTo>
                  <a:pt x="176758" y="48451"/>
                </a:lnTo>
                <a:lnTo>
                  <a:pt x="176948" y="48930"/>
                </a:lnTo>
                <a:lnTo>
                  <a:pt x="177124" y="49422"/>
                </a:lnTo>
                <a:lnTo>
                  <a:pt x="177288" y="49927"/>
                </a:lnTo>
                <a:lnTo>
                  <a:pt x="177438" y="50445"/>
                </a:lnTo>
                <a:lnTo>
                  <a:pt x="177576" y="50977"/>
                </a:lnTo>
                <a:lnTo>
                  <a:pt x="177702" y="51521"/>
                </a:lnTo>
                <a:lnTo>
                  <a:pt x="177814" y="52079"/>
                </a:lnTo>
                <a:lnTo>
                  <a:pt x="177913" y="52649"/>
                </a:lnTo>
                <a:lnTo>
                  <a:pt x="178000" y="53233"/>
                </a:lnTo>
                <a:lnTo>
                  <a:pt x="178074" y="53830"/>
                </a:lnTo>
                <a:lnTo>
                  <a:pt x="178135" y="54440"/>
                </a:lnTo>
                <a:lnTo>
                  <a:pt x="178183" y="55063"/>
                </a:lnTo>
                <a:lnTo>
                  <a:pt x="178219" y="55699"/>
                </a:lnTo>
                <a:lnTo>
                  <a:pt x="178241" y="56348"/>
                </a:lnTo>
                <a:lnTo>
                  <a:pt x="151039" y="56348"/>
                </a:lnTo>
                <a:lnTo>
                  <a:pt x="151040" y="55735"/>
                </a:lnTo>
                <a:lnTo>
                  <a:pt x="151055" y="55133"/>
                </a:lnTo>
                <a:lnTo>
                  <a:pt x="151084" y="54542"/>
                </a:lnTo>
                <a:lnTo>
                  <a:pt x="151127" y="53961"/>
                </a:lnTo>
                <a:close/>
                <a:moveTo>
                  <a:pt x="674952" y="47180"/>
                </a:moveTo>
                <a:lnTo>
                  <a:pt x="675112" y="46828"/>
                </a:lnTo>
                <a:lnTo>
                  <a:pt x="675276" y="46486"/>
                </a:lnTo>
                <a:lnTo>
                  <a:pt x="675443" y="46155"/>
                </a:lnTo>
                <a:lnTo>
                  <a:pt x="675614" y="45833"/>
                </a:lnTo>
                <a:lnTo>
                  <a:pt x="675789" y="45522"/>
                </a:lnTo>
                <a:lnTo>
                  <a:pt x="675967" y="45221"/>
                </a:lnTo>
                <a:lnTo>
                  <a:pt x="676149" y="44931"/>
                </a:lnTo>
                <a:lnTo>
                  <a:pt x="676334" y="44650"/>
                </a:lnTo>
                <a:lnTo>
                  <a:pt x="676523" y="44380"/>
                </a:lnTo>
                <a:lnTo>
                  <a:pt x="676715" y="44120"/>
                </a:lnTo>
                <a:lnTo>
                  <a:pt x="676911" y="43870"/>
                </a:lnTo>
                <a:lnTo>
                  <a:pt x="677111" y="43631"/>
                </a:lnTo>
                <a:lnTo>
                  <a:pt x="677314" y="43402"/>
                </a:lnTo>
                <a:lnTo>
                  <a:pt x="677521" y="43183"/>
                </a:lnTo>
                <a:lnTo>
                  <a:pt x="677732" y="42974"/>
                </a:lnTo>
                <a:lnTo>
                  <a:pt x="677946" y="42775"/>
                </a:lnTo>
                <a:lnTo>
                  <a:pt x="678164" y="42587"/>
                </a:lnTo>
                <a:lnTo>
                  <a:pt x="678385" y="42409"/>
                </a:lnTo>
                <a:lnTo>
                  <a:pt x="678610" y="42241"/>
                </a:lnTo>
                <a:lnTo>
                  <a:pt x="678840" y="42081"/>
                </a:lnTo>
                <a:lnTo>
                  <a:pt x="679078" y="41929"/>
                </a:lnTo>
                <a:lnTo>
                  <a:pt x="679323" y="41783"/>
                </a:lnTo>
                <a:lnTo>
                  <a:pt x="679576" y="41643"/>
                </a:lnTo>
                <a:lnTo>
                  <a:pt x="679836" y="41511"/>
                </a:lnTo>
                <a:lnTo>
                  <a:pt x="680104" y="41385"/>
                </a:lnTo>
                <a:lnTo>
                  <a:pt x="680378" y="41267"/>
                </a:lnTo>
                <a:lnTo>
                  <a:pt x="680661" y="41155"/>
                </a:lnTo>
                <a:lnTo>
                  <a:pt x="680951" y="41049"/>
                </a:lnTo>
                <a:lnTo>
                  <a:pt x="681248" y="40951"/>
                </a:lnTo>
                <a:lnTo>
                  <a:pt x="681552" y="40859"/>
                </a:lnTo>
                <a:lnTo>
                  <a:pt x="681864" y="40774"/>
                </a:lnTo>
                <a:lnTo>
                  <a:pt x="682184" y="40696"/>
                </a:lnTo>
                <a:lnTo>
                  <a:pt x="682511" y="40625"/>
                </a:lnTo>
                <a:lnTo>
                  <a:pt x="682845" y="40561"/>
                </a:lnTo>
                <a:lnTo>
                  <a:pt x="683187" y="40503"/>
                </a:lnTo>
                <a:lnTo>
                  <a:pt x="683536" y="40452"/>
                </a:lnTo>
                <a:lnTo>
                  <a:pt x="683892" y="40408"/>
                </a:lnTo>
                <a:lnTo>
                  <a:pt x="684256" y="40371"/>
                </a:lnTo>
                <a:lnTo>
                  <a:pt x="684628" y="40340"/>
                </a:lnTo>
                <a:lnTo>
                  <a:pt x="685007" y="40316"/>
                </a:lnTo>
                <a:lnTo>
                  <a:pt x="685393" y="40299"/>
                </a:lnTo>
                <a:lnTo>
                  <a:pt x="685787" y="40289"/>
                </a:lnTo>
                <a:lnTo>
                  <a:pt x="686188" y="40286"/>
                </a:lnTo>
                <a:lnTo>
                  <a:pt x="686779" y="40290"/>
                </a:lnTo>
                <a:lnTo>
                  <a:pt x="687354" y="40301"/>
                </a:lnTo>
                <a:lnTo>
                  <a:pt x="687913" y="40321"/>
                </a:lnTo>
                <a:lnTo>
                  <a:pt x="688456" y="40348"/>
                </a:lnTo>
                <a:lnTo>
                  <a:pt x="688984" y="40384"/>
                </a:lnTo>
                <a:lnTo>
                  <a:pt x="689495" y="40427"/>
                </a:lnTo>
                <a:lnTo>
                  <a:pt x="689990" y="40478"/>
                </a:lnTo>
                <a:lnTo>
                  <a:pt x="690470" y="40537"/>
                </a:lnTo>
                <a:lnTo>
                  <a:pt x="690933" y="40604"/>
                </a:lnTo>
                <a:lnTo>
                  <a:pt x="691380" y="40678"/>
                </a:lnTo>
                <a:lnTo>
                  <a:pt x="691812" y="40761"/>
                </a:lnTo>
                <a:lnTo>
                  <a:pt x="692227" y="40851"/>
                </a:lnTo>
                <a:lnTo>
                  <a:pt x="692627" y="40949"/>
                </a:lnTo>
                <a:lnTo>
                  <a:pt x="693010" y="41055"/>
                </a:lnTo>
                <a:lnTo>
                  <a:pt x="693378" y="41169"/>
                </a:lnTo>
                <a:lnTo>
                  <a:pt x="693730" y="41290"/>
                </a:lnTo>
                <a:lnTo>
                  <a:pt x="694065" y="41420"/>
                </a:lnTo>
                <a:lnTo>
                  <a:pt x="694385" y="41557"/>
                </a:lnTo>
                <a:lnTo>
                  <a:pt x="694689" y="41703"/>
                </a:lnTo>
                <a:lnTo>
                  <a:pt x="694976" y="41856"/>
                </a:lnTo>
                <a:lnTo>
                  <a:pt x="695248" y="42017"/>
                </a:lnTo>
                <a:lnTo>
                  <a:pt x="695504" y="42185"/>
                </a:lnTo>
                <a:lnTo>
                  <a:pt x="695744" y="42362"/>
                </a:lnTo>
                <a:lnTo>
                  <a:pt x="695968" y="42546"/>
                </a:lnTo>
                <a:lnTo>
                  <a:pt x="696179" y="42740"/>
                </a:lnTo>
                <a:lnTo>
                  <a:pt x="696381" y="42944"/>
                </a:lnTo>
                <a:lnTo>
                  <a:pt x="696575" y="43159"/>
                </a:lnTo>
                <a:lnTo>
                  <a:pt x="696759" y="43384"/>
                </a:lnTo>
                <a:lnTo>
                  <a:pt x="696935" y="43620"/>
                </a:lnTo>
                <a:lnTo>
                  <a:pt x="697101" y="43866"/>
                </a:lnTo>
                <a:lnTo>
                  <a:pt x="697259" y="44123"/>
                </a:lnTo>
                <a:lnTo>
                  <a:pt x="697407" y="44391"/>
                </a:lnTo>
                <a:lnTo>
                  <a:pt x="697546" y="44669"/>
                </a:lnTo>
                <a:lnTo>
                  <a:pt x="697677" y="44958"/>
                </a:lnTo>
                <a:lnTo>
                  <a:pt x="697798" y="45257"/>
                </a:lnTo>
                <a:lnTo>
                  <a:pt x="697911" y="45567"/>
                </a:lnTo>
                <a:lnTo>
                  <a:pt x="698014" y="45887"/>
                </a:lnTo>
                <a:lnTo>
                  <a:pt x="698109" y="46218"/>
                </a:lnTo>
                <a:lnTo>
                  <a:pt x="698194" y="46560"/>
                </a:lnTo>
                <a:lnTo>
                  <a:pt x="698271" y="46912"/>
                </a:lnTo>
                <a:lnTo>
                  <a:pt x="698338" y="47275"/>
                </a:lnTo>
                <a:lnTo>
                  <a:pt x="698396" y="47648"/>
                </a:lnTo>
                <a:lnTo>
                  <a:pt x="698446" y="48032"/>
                </a:lnTo>
                <a:lnTo>
                  <a:pt x="698486" y="48426"/>
                </a:lnTo>
                <a:lnTo>
                  <a:pt x="698518" y="48832"/>
                </a:lnTo>
                <a:lnTo>
                  <a:pt x="698540" y="49247"/>
                </a:lnTo>
                <a:lnTo>
                  <a:pt x="698554" y="49673"/>
                </a:lnTo>
                <a:lnTo>
                  <a:pt x="698558" y="50110"/>
                </a:lnTo>
                <a:lnTo>
                  <a:pt x="698558" y="51944"/>
                </a:lnTo>
                <a:lnTo>
                  <a:pt x="698135" y="52117"/>
                </a:lnTo>
                <a:lnTo>
                  <a:pt x="697684" y="52290"/>
                </a:lnTo>
                <a:lnTo>
                  <a:pt x="697205" y="52465"/>
                </a:lnTo>
                <a:lnTo>
                  <a:pt x="696700" y="52641"/>
                </a:lnTo>
                <a:lnTo>
                  <a:pt x="696167" y="52818"/>
                </a:lnTo>
                <a:lnTo>
                  <a:pt x="695607" y="52996"/>
                </a:lnTo>
                <a:lnTo>
                  <a:pt x="695020" y="53176"/>
                </a:lnTo>
                <a:lnTo>
                  <a:pt x="694406" y="53356"/>
                </a:lnTo>
                <a:lnTo>
                  <a:pt x="693765" y="53538"/>
                </a:lnTo>
                <a:lnTo>
                  <a:pt x="693096" y="53720"/>
                </a:lnTo>
                <a:lnTo>
                  <a:pt x="692400" y="53904"/>
                </a:lnTo>
                <a:lnTo>
                  <a:pt x="691677" y="54089"/>
                </a:lnTo>
                <a:lnTo>
                  <a:pt x="690926" y="54275"/>
                </a:lnTo>
                <a:lnTo>
                  <a:pt x="690149" y="54462"/>
                </a:lnTo>
                <a:lnTo>
                  <a:pt x="689344" y="54650"/>
                </a:lnTo>
                <a:lnTo>
                  <a:pt x="688512" y="54840"/>
                </a:lnTo>
                <a:lnTo>
                  <a:pt x="687653" y="55030"/>
                </a:lnTo>
                <a:lnTo>
                  <a:pt x="686767" y="55222"/>
                </a:lnTo>
                <a:lnTo>
                  <a:pt x="685853" y="55414"/>
                </a:lnTo>
                <a:lnTo>
                  <a:pt x="684912" y="55608"/>
                </a:lnTo>
                <a:lnTo>
                  <a:pt x="683944" y="55803"/>
                </a:lnTo>
                <a:lnTo>
                  <a:pt x="682949" y="55999"/>
                </a:lnTo>
                <a:lnTo>
                  <a:pt x="681926" y="56196"/>
                </a:lnTo>
                <a:lnTo>
                  <a:pt x="680877" y="56395"/>
                </a:lnTo>
                <a:lnTo>
                  <a:pt x="680096" y="56546"/>
                </a:lnTo>
                <a:lnTo>
                  <a:pt x="679332" y="56700"/>
                </a:lnTo>
                <a:lnTo>
                  <a:pt x="678582" y="56856"/>
                </a:lnTo>
                <a:lnTo>
                  <a:pt x="677848" y="57014"/>
                </a:lnTo>
                <a:lnTo>
                  <a:pt x="677129" y="57174"/>
                </a:lnTo>
                <a:lnTo>
                  <a:pt x="676426" y="57336"/>
                </a:lnTo>
                <a:lnTo>
                  <a:pt x="675738" y="57500"/>
                </a:lnTo>
                <a:lnTo>
                  <a:pt x="675066" y="57666"/>
                </a:lnTo>
                <a:lnTo>
                  <a:pt x="674409" y="57835"/>
                </a:lnTo>
                <a:lnTo>
                  <a:pt x="673767" y="58006"/>
                </a:lnTo>
                <a:lnTo>
                  <a:pt x="673141" y="58178"/>
                </a:lnTo>
                <a:lnTo>
                  <a:pt x="672530" y="58353"/>
                </a:lnTo>
                <a:lnTo>
                  <a:pt x="671934" y="58531"/>
                </a:lnTo>
                <a:lnTo>
                  <a:pt x="671354" y="58710"/>
                </a:lnTo>
                <a:lnTo>
                  <a:pt x="670790" y="58891"/>
                </a:lnTo>
                <a:lnTo>
                  <a:pt x="670240" y="59074"/>
                </a:lnTo>
                <a:lnTo>
                  <a:pt x="669707" y="59260"/>
                </a:lnTo>
                <a:lnTo>
                  <a:pt x="669188" y="59448"/>
                </a:lnTo>
                <a:lnTo>
                  <a:pt x="668685" y="59638"/>
                </a:lnTo>
                <a:lnTo>
                  <a:pt x="668198" y="59830"/>
                </a:lnTo>
                <a:lnTo>
                  <a:pt x="667725" y="60024"/>
                </a:lnTo>
                <a:lnTo>
                  <a:pt x="667268" y="60220"/>
                </a:lnTo>
                <a:lnTo>
                  <a:pt x="666827" y="60418"/>
                </a:lnTo>
                <a:lnTo>
                  <a:pt x="666401" y="60619"/>
                </a:lnTo>
                <a:lnTo>
                  <a:pt x="665987" y="60824"/>
                </a:lnTo>
                <a:lnTo>
                  <a:pt x="665580" y="61037"/>
                </a:lnTo>
                <a:lnTo>
                  <a:pt x="665181" y="61257"/>
                </a:lnTo>
                <a:lnTo>
                  <a:pt x="664790" y="61484"/>
                </a:lnTo>
                <a:lnTo>
                  <a:pt x="664407" y="61719"/>
                </a:lnTo>
                <a:lnTo>
                  <a:pt x="664031" y="61961"/>
                </a:lnTo>
                <a:lnTo>
                  <a:pt x="663663" y="62211"/>
                </a:lnTo>
                <a:lnTo>
                  <a:pt x="663303" y="62468"/>
                </a:lnTo>
                <a:lnTo>
                  <a:pt x="662951" y="62732"/>
                </a:lnTo>
                <a:lnTo>
                  <a:pt x="662606" y="63004"/>
                </a:lnTo>
                <a:lnTo>
                  <a:pt x="662269" y="63283"/>
                </a:lnTo>
                <a:lnTo>
                  <a:pt x="661940" y="63570"/>
                </a:lnTo>
                <a:lnTo>
                  <a:pt x="661619" y="63864"/>
                </a:lnTo>
                <a:lnTo>
                  <a:pt x="661305" y="64165"/>
                </a:lnTo>
                <a:lnTo>
                  <a:pt x="661000" y="64474"/>
                </a:lnTo>
                <a:lnTo>
                  <a:pt x="660702" y="64790"/>
                </a:lnTo>
                <a:lnTo>
                  <a:pt x="660411" y="65114"/>
                </a:lnTo>
                <a:lnTo>
                  <a:pt x="660129" y="65445"/>
                </a:lnTo>
                <a:lnTo>
                  <a:pt x="659854" y="65783"/>
                </a:lnTo>
                <a:lnTo>
                  <a:pt x="659587" y="66129"/>
                </a:lnTo>
                <a:lnTo>
                  <a:pt x="659328" y="66482"/>
                </a:lnTo>
                <a:lnTo>
                  <a:pt x="659076" y="66842"/>
                </a:lnTo>
                <a:lnTo>
                  <a:pt x="658833" y="67210"/>
                </a:lnTo>
                <a:lnTo>
                  <a:pt x="658597" y="67585"/>
                </a:lnTo>
                <a:lnTo>
                  <a:pt x="658369" y="67966"/>
                </a:lnTo>
                <a:lnTo>
                  <a:pt x="658152" y="68352"/>
                </a:lnTo>
                <a:lnTo>
                  <a:pt x="657944" y="68742"/>
                </a:lnTo>
                <a:lnTo>
                  <a:pt x="657746" y="69136"/>
                </a:lnTo>
                <a:lnTo>
                  <a:pt x="657557" y="69534"/>
                </a:lnTo>
                <a:lnTo>
                  <a:pt x="657378" y="69937"/>
                </a:lnTo>
                <a:lnTo>
                  <a:pt x="657209" y="70344"/>
                </a:lnTo>
                <a:lnTo>
                  <a:pt x="657049" y="70756"/>
                </a:lnTo>
                <a:lnTo>
                  <a:pt x="656899" y="71172"/>
                </a:lnTo>
                <a:lnTo>
                  <a:pt x="656759" y="71592"/>
                </a:lnTo>
                <a:lnTo>
                  <a:pt x="656629" y="72017"/>
                </a:lnTo>
                <a:lnTo>
                  <a:pt x="656508" y="72446"/>
                </a:lnTo>
                <a:lnTo>
                  <a:pt x="656397" y="72880"/>
                </a:lnTo>
                <a:lnTo>
                  <a:pt x="656295" y="73317"/>
                </a:lnTo>
                <a:lnTo>
                  <a:pt x="656203" y="73760"/>
                </a:lnTo>
                <a:lnTo>
                  <a:pt x="656121" y="74206"/>
                </a:lnTo>
                <a:lnTo>
                  <a:pt x="656048" y="74657"/>
                </a:lnTo>
                <a:lnTo>
                  <a:pt x="655986" y="75112"/>
                </a:lnTo>
                <a:lnTo>
                  <a:pt x="655932" y="75572"/>
                </a:lnTo>
                <a:lnTo>
                  <a:pt x="655889" y="76036"/>
                </a:lnTo>
                <a:lnTo>
                  <a:pt x="655855" y="76505"/>
                </a:lnTo>
                <a:lnTo>
                  <a:pt x="655831" y="76977"/>
                </a:lnTo>
                <a:lnTo>
                  <a:pt x="655816" y="77455"/>
                </a:lnTo>
                <a:lnTo>
                  <a:pt x="655812" y="77936"/>
                </a:lnTo>
                <a:lnTo>
                  <a:pt x="655822" y="78662"/>
                </a:lnTo>
                <a:lnTo>
                  <a:pt x="655854" y="79377"/>
                </a:lnTo>
                <a:lnTo>
                  <a:pt x="655907" y="80082"/>
                </a:lnTo>
                <a:lnTo>
                  <a:pt x="655982" y="80776"/>
                </a:lnTo>
                <a:lnTo>
                  <a:pt x="656077" y="81460"/>
                </a:lnTo>
                <a:lnTo>
                  <a:pt x="656194" y="82133"/>
                </a:lnTo>
                <a:lnTo>
                  <a:pt x="656332" y="82795"/>
                </a:lnTo>
                <a:lnTo>
                  <a:pt x="656492" y="83447"/>
                </a:lnTo>
                <a:lnTo>
                  <a:pt x="656672" y="84089"/>
                </a:lnTo>
                <a:lnTo>
                  <a:pt x="656874" y="84720"/>
                </a:lnTo>
                <a:lnTo>
                  <a:pt x="657097" y="85340"/>
                </a:lnTo>
                <a:lnTo>
                  <a:pt x="657342" y="85950"/>
                </a:lnTo>
                <a:lnTo>
                  <a:pt x="657607" y="86550"/>
                </a:lnTo>
                <a:lnTo>
                  <a:pt x="657894" y="87138"/>
                </a:lnTo>
                <a:lnTo>
                  <a:pt x="658202" y="87717"/>
                </a:lnTo>
                <a:lnTo>
                  <a:pt x="658532" y="88285"/>
                </a:lnTo>
                <a:lnTo>
                  <a:pt x="658882" y="88842"/>
                </a:lnTo>
                <a:lnTo>
                  <a:pt x="659254" y="89389"/>
                </a:lnTo>
                <a:lnTo>
                  <a:pt x="659648" y="89925"/>
                </a:lnTo>
                <a:lnTo>
                  <a:pt x="660062" y="90451"/>
                </a:lnTo>
                <a:lnTo>
                  <a:pt x="660498" y="90966"/>
                </a:lnTo>
                <a:lnTo>
                  <a:pt x="660955" y="91470"/>
                </a:lnTo>
                <a:lnTo>
                  <a:pt x="661433" y="91965"/>
                </a:lnTo>
                <a:lnTo>
                  <a:pt x="661932" y="92448"/>
                </a:lnTo>
                <a:lnTo>
                  <a:pt x="662450" y="92917"/>
                </a:lnTo>
                <a:lnTo>
                  <a:pt x="662983" y="93365"/>
                </a:lnTo>
                <a:lnTo>
                  <a:pt x="663533" y="93794"/>
                </a:lnTo>
                <a:lnTo>
                  <a:pt x="664097" y="94202"/>
                </a:lnTo>
                <a:lnTo>
                  <a:pt x="664678" y="94591"/>
                </a:lnTo>
                <a:lnTo>
                  <a:pt x="665274" y="94959"/>
                </a:lnTo>
                <a:lnTo>
                  <a:pt x="665885" y="95308"/>
                </a:lnTo>
                <a:lnTo>
                  <a:pt x="666513" y="95637"/>
                </a:lnTo>
                <a:lnTo>
                  <a:pt x="667156" y="95946"/>
                </a:lnTo>
                <a:lnTo>
                  <a:pt x="667814" y="96235"/>
                </a:lnTo>
                <a:lnTo>
                  <a:pt x="668488" y="96504"/>
                </a:lnTo>
                <a:lnTo>
                  <a:pt x="669178" y="96753"/>
                </a:lnTo>
                <a:lnTo>
                  <a:pt x="669883" y="96982"/>
                </a:lnTo>
                <a:lnTo>
                  <a:pt x="670604" y="97192"/>
                </a:lnTo>
                <a:lnTo>
                  <a:pt x="671341" y="97381"/>
                </a:lnTo>
                <a:lnTo>
                  <a:pt x="672093" y="97550"/>
                </a:lnTo>
                <a:lnTo>
                  <a:pt x="672861" y="97700"/>
                </a:lnTo>
                <a:lnTo>
                  <a:pt x="673645" y="97830"/>
                </a:lnTo>
                <a:lnTo>
                  <a:pt x="674444" y="97939"/>
                </a:lnTo>
                <a:lnTo>
                  <a:pt x="675259" y="98029"/>
                </a:lnTo>
                <a:lnTo>
                  <a:pt x="676089" y="98099"/>
                </a:lnTo>
                <a:lnTo>
                  <a:pt x="676936" y="98148"/>
                </a:lnTo>
                <a:lnTo>
                  <a:pt x="677797" y="98178"/>
                </a:lnTo>
                <a:lnTo>
                  <a:pt x="678675" y="98188"/>
                </a:lnTo>
                <a:lnTo>
                  <a:pt x="679175" y="98184"/>
                </a:lnTo>
                <a:lnTo>
                  <a:pt x="679674" y="98173"/>
                </a:lnTo>
                <a:lnTo>
                  <a:pt x="680169" y="98153"/>
                </a:lnTo>
                <a:lnTo>
                  <a:pt x="680663" y="98125"/>
                </a:lnTo>
                <a:lnTo>
                  <a:pt x="681153" y="98090"/>
                </a:lnTo>
                <a:lnTo>
                  <a:pt x="681642" y="98047"/>
                </a:lnTo>
                <a:lnTo>
                  <a:pt x="682128" y="97995"/>
                </a:lnTo>
                <a:lnTo>
                  <a:pt x="682611" y="97936"/>
                </a:lnTo>
                <a:lnTo>
                  <a:pt x="683092" y="97870"/>
                </a:lnTo>
                <a:lnTo>
                  <a:pt x="683570" y="97795"/>
                </a:lnTo>
                <a:lnTo>
                  <a:pt x="684046" y="97712"/>
                </a:lnTo>
                <a:lnTo>
                  <a:pt x="684520" y="97622"/>
                </a:lnTo>
                <a:lnTo>
                  <a:pt x="684991" y="97523"/>
                </a:lnTo>
                <a:lnTo>
                  <a:pt x="685460" y="97417"/>
                </a:lnTo>
                <a:lnTo>
                  <a:pt x="685926" y="97303"/>
                </a:lnTo>
                <a:lnTo>
                  <a:pt x="686389" y="97181"/>
                </a:lnTo>
                <a:lnTo>
                  <a:pt x="686850" y="97051"/>
                </a:lnTo>
                <a:lnTo>
                  <a:pt x="687309" y="96913"/>
                </a:lnTo>
                <a:lnTo>
                  <a:pt x="687765" y="96768"/>
                </a:lnTo>
                <a:lnTo>
                  <a:pt x="688219" y="96614"/>
                </a:lnTo>
                <a:lnTo>
                  <a:pt x="688670" y="96453"/>
                </a:lnTo>
                <a:lnTo>
                  <a:pt x="689119" y="96283"/>
                </a:lnTo>
                <a:lnTo>
                  <a:pt x="689565" y="96106"/>
                </a:lnTo>
                <a:lnTo>
                  <a:pt x="690009" y="95921"/>
                </a:lnTo>
                <a:lnTo>
                  <a:pt x="690450" y="95729"/>
                </a:lnTo>
                <a:lnTo>
                  <a:pt x="690890" y="95528"/>
                </a:lnTo>
                <a:lnTo>
                  <a:pt x="691327" y="95319"/>
                </a:lnTo>
                <a:lnTo>
                  <a:pt x="691761" y="95103"/>
                </a:lnTo>
                <a:lnTo>
                  <a:pt x="692194" y="94878"/>
                </a:lnTo>
                <a:lnTo>
                  <a:pt x="692624" y="94646"/>
                </a:lnTo>
                <a:lnTo>
                  <a:pt x="693052" y="94406"/>
                </a:lnTo>
                <a:lnTo>
                  <a:pt x="693478" y="94158"/>
                </a:lnTo>
                <a:lnTo>
                  <a:pt x="693901" y="93902"/>
                </a:lnTo>
                <a:lnTo>
                  <a:pt x="694322" y="93639"/>
                </a:lnTo>
                <a:lnTo>
                  <a:pt x="694741" y="93367"/>
                </a:lnTo>
                <a:lnTo>
                  <a:pt x="695158" y="93088"/>
                </a:lnTo>
                <a:lnTo>
                  <a:pt x="695573" y="92801"/>
                </a:lnTo>
                <a:lnTo>
                  <a:pt x="695985" y="92505"/>
                </a:lnTo>
                <a:lnTo>
                  <a:pt x="696395" y="92202"/>
                </a:lnTo>
                <a:lnTo>
                  <a:pt x="696802" y="91891"/>
                </a:lnTo>
                <a:lnTo>
                  <a:pt x="697208" y="91573"/>
                </a:lnTo>
                <a:lnTo>
                  <a:pt x="697611" y="91246"/>
                </a:lnTo>
                <a:lnTo>
                  <a:pt x="698012" y="90911"/>
                </a:lnTo>
                <a:lnTo>
                  <a:pt x="698411" y="90569"/>
                </a:lnTo>
                <a:lnTo>
                  <a:pt x="698807" y="90219"/>
                </a:lnTo>
                <a:lnTo>
                  <a:pt x="699202" y="89861"/>
                </a:lnTo>
                <a:lnTo>
                  <a:pt x="699594" y="89495"/>
                </a:lnTo>
                <a:lnTo>
                  <a:pt x="699983" y="89121"/>
                </a:lnTo>
                <a:lnTo>
                  <a:pt x="700000" y="89166"/>
                </a:lnTo>
                <a:lnTo>
                  <a:pt x="700017" y="89215"/>
                </a:lnTo>
                <a:lnTo>
                  <a:pt x="700036" y="89268"/>
                </a:lnTo>
                <a:lnTo>
                  <a:pt x="700055" y="89324"/>
                </a:lnTo>
                <a:lnTo>
                  <a:pt x="700075" y="89384"/>
                </a:lnTo>
                <a:lnTo>
                  <a:pt x="700097" y="89449"/>
                </a:lnTo>
                <a:lnTo>
                  <a:pt x="700119" y="89517"/>
                </a:lnTo>
                <a:lnTo>
                  <a:pt x="700142" y="89589"/>
                </a:lnTo>
                <a:lnTo>
                  <a:pt x="700165" y="89664"/>
                </a:lnTo>
                <a:lnTo>
                  <a:pt x="700190" y="89744"/>
                </a:lnTo>
                <a:lnTo>
                  <a:pt x="700216" y="89827"/>
                </a:lnTo>
                <a:lnTo>
                  <a:pt x="700242" y="89914"/>
                </a:lnTo>
                <a:lnTo>
                  <a:pt x="700270" y="90005"/>
                </a:lnTo>
                <a:lnTo>
                  <a:pt x="700298" y="90100"/>
                </a:lnTo>
                <a:lnTo>
                  <a:pt x="700327" y="90199"/>
                </a:lnTo>
                <a:lnTo>
                  <a:pt x="700358" y="90301"/>
                </a:lnTo>
                <a:lnTo>
                  <a:pt x="700389" y="90407"/>
                </a:lnTo>
                <a:lnTo>
                  <a:pt x="700420" y="90517"/>
                </a:lnTo>
                <a:lnTo>
                  <a:pt x="700453" y="90631"/>
                </a:lnTo>
                <a:lnTo>
                  <a:pt x="700487" y="90749"/>
                </a:lnTo>
                <a:lnTo>
                  <a:pt x="700522" y="90871"/>
                </a:lnTo>
                <a:lnTo>
                  <a:pt x="700557" y="90996"/>
                </a:lnTo>
                <a:lnTo>
                  <a:pt x="700594" y="91125"/>
                </a:lnTo>
                <a:lnTo>
                  <a:pt x="700631" y="91258"/>
                </a:lnTo>
                <a:lnTo>
                  <a:pt x="700717" y="91552"/>
                </a:lnTo>
                <a:lnTo>
                  <a:pt x="700801" y="91840"/>
                </a:lnTo>
                <a:lnTo>
                  <a:pt x="700885" y="92121"/>
                </a:lnTo>
                <a:lnTo>
                  <a:pt x="700967" y="92397"/>
                </a:lnTo>
                <a:lnTo>
                  <a:pt x="701049" y="92666"/>
                </a:lnTo>
                <a:lnTo>
                  <a:pt x="701129" y="92930"/>
                </a:lnTo>
                <a:lnTo>
                  <a:pt x="701208" y="93187"/>
                </a:lnTo>
                <a:lnTo>
                  <a:pt x="701286" y="93439"/>
                </a:lnTo>
                <a:lnTo>
                  <a:pt x="701363" y="93684"/>
                </a:lnTo>
                <a:lnTo>
                  <a:pt x="701438" y="93923"/>
                </a:lnTo>
                <a:lnTo>
                  <a:pt x="701513" y="94156"/>
                </a:lnTo>
                <a:lnTo>
                  <a:pt x="701586" y="94383"/>
                </a:lnTo>
                <a:lnTo>
                  <a:pt x="701659" y="94604"/>
                </a:lnTo>
                <a:lnTo>
                  <a:pt x="701730" y="94819"/>
                </a:lnTo>
                <a:lnTo>
                  <a:pt x="701800" y="95028"/>
                </a:lnTo>
                <a:lnTo>
                  <a:pt x="701869" y="95231"/>
                </a:lnTo>
                <a:lnTo>
                  <a:pt x="701937" y="95427"/>
                </a:lnTo>
                <a:lnTo>
                  <a:pt x="702003" y="95618"/>
                </a:lnTo>
                <a:lnTo>
                  <a:pt x="702069" y="95802"/>
                </a:lnTo>
                <a:lnTo>
                  <a:pt x="702133" y="95981"/>
                </a:lnTo>
                <a:lnTo>
                  <a:pt x="702197" y="96153"/>
                </a:lnTo>
                <a:lnTo>
                  <a:pt x="702259" y="96319"/>
                </a:lnTo>
                <a:lnTo>
                  <a:pt x="702320" y="96480"/>
                </a:lnTo>
                <a:lnTo>
                  <a:pt x="702380" y="96634"/>
                </a:lnTo>
                <a:lnTo>
                  <a:pt x="720385" y="96634"/>
                </a:lnTo>
                <a:lnTo>
                  <a:pt x="720188" y="96225"/>
                </a:lnTo>
                <a:lnTo>
                  <a:pt x="719996" y="95818"/>
                </a:lnTo>
                <a:lnTo>
                  <a:pt x="719810" y="95413"/>
                </a:lnTo>
                <a:lnTo>
                  <a:pt x="719629" y="95010"/>
                </a:lnTo>
                <a:lnTo>
                  <a:pt x="719453" y="94610"/>
                </a:lnTo>
                <a:lnTo>
                  <a:pt x="719282" y="94211"/>
                </a:lnTo>
                <a:lnTo>
                  <a:pt x="719117" y="93815"/>
                </a:lnTo>
                <a:lnTo>
                  <a:pt x="718957" y="93421"/>
                </a:lnTo>
                <a:lnTo>
                  <a:pt x="718802" y="93029"/>
                </a:lnTo>
                <a:lnTo>
                  <a:pt x="718652" y="92639"/>
                </a:lnTo>
                <a:lnTo>
                  <a:pt x="718508" y="92251"/>
                </a:lnTo>
                <a:lnTo>
                  <a:pt x="718369" y="91865"/>
                </a:lnTo>
                <a:lnTo>
                  <a:pt x="718236" y="91482"/>
                </a:lnTo>
                <a:lnTo>
                  <a:pt x="718107" y="91100"/>
                </a:lnTo>
                <a:lnTo>
                  <a:pt x="717984" y="90721"/>
                </a:lnTo>
                <a:lnTo>
                  <a:pt x="717866" y="90344"/>
                </a:lnTo>
                <a:lnTo>
                  <a:pt x="717754" y="89969"/>
                </a:lnTo>
                <a:lnTo>
                  <a:pt x="717647" y="89596"/>
                </a:lnTo>
                <a:lnTo>
                  <a:pt x="717545" y="89226"/>
                </a:lnTo>
                <a:lnTo>
                  <a:pt x="717448" y="88857"/>
                </a:lnTo>
                <a:lnTo>
                  <a:pt x="717357" y="88491"/>
                </a:lnTo>
                <a:lnTo>
                  <a:pt x="717271" y="88127"/>
                </a:lnTo>
                <a:lnTo>
                  <a:pt x="717190" y="87764"/>
                </a:lnTo>
                <a:lnTo>
                  <a:pt x="717114" y="87404"/>
                </a:lnTo>
                <a:lnTo>
                  <a:pt x="717043" y="87037"/>
                </a:lnTo>
                <a:lnTo>
                  <a:pt x="716975" y="86654"/>
                </a:lnTo>
                <a:lnTo>
                  <a:pt x="716910" y="86253"/>
                </a:lnTo>
                <a:lnTo>
                  <a:pt x="716847" y="85836"/>
                </a:lnTo>
                <a:lnTo>
                  <a:pt x="716788" y="85403"/>
                </a:lnTo>
                <a:lnTo>
                  <a:pt x="716732" y="84953"/>
                </a:lnTo>
                <a:lnTo>
                  <a:pt x="716679" y="84487"/>
                </a:lnTo>
                <a:lnTo>
                  <a:pt x="716629" y="84004"/>
                </a:lnTo>
                <a:lnTo>
                  <a:pt x="716582" y="83505"/>
                </a:lnTo>
                <a:lnTo>
                  <a:pt x="716538" y="82989"/>
                </a:lnTo>
                <a:lnTo>
                  <a:pt x="716497" y="82456"/>
                </a:lnTo>
                <a:lnTo>
                  <a:pt x="716459" y="81907"/>
                </a:lnTo>
                <a:lnTo>
                  <a:pt x="716424" y="81342"/>
                </a:lnTo>
                <a:lnTo>
                  <a:pt x="716392" y="80760"/>
                </a:lnTo>
                <a:lnTo>
                  <a:pt x="716363" y="80161"/>
                </a:lnTo>
                <a:lnTo>
                  <a:pt x="716337" y="79546"/>
                </a:lnTo>
                <a:lnTo>
                  <a:pt x="716314" y="78914"/>
                </a:lnTo>
                <a:lnTo>
                  <a:pt x="716295" y="78266"/>
                </a:lnTo>
                <a:lnTo>
                  <a:pt x="716278" y="77601"/>
                </a:lnTo>
                <a:lnTo>
                  <a:pt x="716264" y="76920"/>
                </a:lnTo>
                <a:lnTo>
                  <a:pt x="716254" y="76222"/>
                </a:lnTo>
                <a:lnTo>
                  <a:pt x="716246" y="75508"/>
                </a:lnTo>
                <a:lnTo>
                  <a:pt x="716242" y="74777"/>
                </a:lnTo>
                <a:lnTo>
                  <a:pt x="716240" y="74030"/>
                </a:lnTo>
                <a:lnTo>
                  <a:pt x="716434" y="52786"/>
                </a:lnTo>
                <a:lnTo>
                  <a:pt x="716430" y="51811"/>
                </a:lnTo>
                <a:lnTo>
                  <a:pt x="716418" y="50862"/>
                </a:lnTo>
                <a:lnTo>
                  <a:pt x="716396" y="49939"/>
                </a:lnTo>
                <a:lnTo>
                  <a:pt x="716367" y="49041"/>
                </a:lnTo>
                <a:lnTo>
                  <a:pt x="716329" y="48169"/>
                </a:lnTo>
                <a:lnTo>
                  <a:pt x="716283" y="47323"/>
                </a:lnTo>
                <a:lnTo>
                  <a:pt x="716228" y="46503"/>
                </a:lnTo>
                <a:lnTo>
                  <a:pt x="716165" y="45708"/>
                </a:lnTo>
                <a:lnTo>
                  <a:pt x="716093" y="44939"/>
                </a:lnTo>
                <a:lnTo>
                  <a:pt x="716013" y="44196"/>
                </a:lnTo>
                <a:lnTo>
                  <a:pt x="715924" y="43479"/>
                </a:lnTo>
                <a:lnTo>
                  <a:pt x="715827" y="42787"/>
                </a:lnTo>
                <a:lnTo>
                  <a:pt x="715722" y="42122"/>
                </a:lnTo>
                <a:lnTo>
                  <a:pt x="715608" y="41481"/>
                </a:lnTo>
                <a:lnTo>
                  <a:pt x="715486" y="40867"/>
                </a:lnTo>
                <a:lnTo>
                  <a:pt x="715355" y="40278"/>
                </a:lnTo>
                <a:lnTo>
                  <a:pt x="715216" y="39716"/>
                </a:lnTo>
                <a:lnTo>
                  <a:pt x="715068" y="39179"/>
                </a:lnTo>
                <a:lnTo>
                  <a:pt x="714912" y="38667"/>
                </a:lnTo>
                <a:lnTo>
                  <a:pt x="714748" y="38182"/>
                </a:lnTo>
                <a:lnTo>
                  <a:pt x="714575" y="37722"/>
                </a:lnTo>
                <a:lnTo>
                  <a:pt x="714394" y="37288"/>
                </a:lnTo>
                <a:lnTo>
                  <a:pt x="714204" y="36879"/>
                </a:lnTo>
                <a:lnTo>
                  <a:pt x="714006" y="36497"/>
                </a:lnTo>
                <a:lnTo>
                  <a:pt x="713797" y="36130"/>
                </a:lnTo>
                <a:lnTo>
                  <a:pt x="713576" y="35768"/>
                </a:lnTo>
                <a:lnTo>
                  <a:pt x="713343" y="35412"/>
                </a:lnTo>
                <a:lnTo>
                  <a:pt x="713098" y="35061"/>
                </a:lnTo>
                <a:lnTo>
                  <a:pt x="712840" y="34716"/>
                </a:lnTo>
                <a:lnTo>
                  <a:pt x="712571" y="34376"/>
                </a:lnTo>
                <a:lnTo>
                  <a:pt x="712288" y="34041"/>
                </a:lnTo>
                <a:lnTo>
                  <a:pt x="711994" y="33712"/>
                </a:lnTo>
                <a:lnTo>
                  <a:pt x="711688" y="33388"/>
                </a:lnTo>
                <a:lnTo>
                  <a:pt x="711369" y="33069"/>
                </a:lnTo>
                <a:lnTo>
                  <a:pt x="711038" y="32756"/>
                </a:lnTo>
                <a:lnTo>
                  <a:pt x="710694" y="32449"/>
                </a:lnTo>
                <a:lnTo>
                  <a:pt x="710339" y="32147"/>
                </a:lnTo>
                <a:lnTo>
                  <a:pt x="709971" y="31850"/>
                </a:lnTo>
                <a:lnTo>
                  <a:pt x="709591" y="31558"/>
                </a:lnTo>
                <a:lnTo>
                  <a:pt x="709198" y="31272"/>
                </a:lnTo>
                <a:lnTo>
                  <a:pt x="708794" y="30991"/>
                </a:lnTo>
                <a:lnTo>
                  <a:pt x="708377" y="30716"/>
                </a:lnTo>
                <a:lnTo>
                  <a:pt x="707948" y="30446"/>
                </a:lnTo>
                <a:lnTo>
                  <a:pt x="707506" y="30182"/>
                </a:lnTo>
                <a:lnTo>
                  <a:pt x="707053" y="29923"/>
                </a:lnTo>
                <a:lnTo>
                  <a:pt x="706587" y="29669"/>
                </a:lnTo>
                <a:lnTo>
                  <a:pt x="706109" y="29421"/>
                </a:lnTo>
                <a:lnTo>
                  <a:pt x="705618" y="29178"/>
                </a:lnTo>
                <a:lnTo>
                  <a:pt x="705111" y="28943"/>
                </a:lnTo>
                <a:lnTo>
                  <a:pt x="704582" y="28718"/>
                </a:lnTo>
                <a:lnTo>
                  <a:pt x="704031" y="28502"/>
                </a:lnTo>
                <a:lnTo>
                  <a:pt x="703459" y="28297"/>
                </a:lnTo>
                <a:lnTo>
                  <a:pt x="702865" y="28102"/>
                </a:lnTo>
                <a:lnTo>
                  <a:pt x="702250" y="27917"/>
                </a:lnTo>
                <a:lnTo>
                  <a:pt x="701613" y="27742"/>
                </a:lnTo>
                <a:lnTo>
                  <a:pt x="700955" y="27577"/>
                </a:lnTo>
                <a:lnTo>
                  <a:pt x="700275" y="27422"/>
                </a:lnTo>
                <a:lnTo>
                  <a:pt x="699573" y="27277"/>
                </a:lnTo>
                <a:lnTo>
                  <a:pt x="698850" y="27141"/>
                </a:lnTo>
                <a:lnTo>
                  <a:pt x="698105" y="27016"/>
                </a:lnTo>
                <a:lnTo>
                  <a:pt x="697339" y="26901"/>
                </a:lnTo>
                <a:lnTo>
                  <a:pt x="696551" y="26796"/>
                </a:lnTo>
                <a:lnTo>
                  <a:pt x="695741" y="26701"/>
                </a:lnTo>
                <a:lnTo>
                  <a:pt x="694910" y="26616"/>
                </a:lnTo>
                <a:lnTo>
                  <a:pt x="694057" y="26541"/>
                </a:lnTo>
                <a:lnTo>
                  <a:pt x="693183" y="26476"/>
                </a:lnTo>
                <a:lnTo>
                  <a:pt x="692287" y="26421"/>
                </a:lnTo>
                <a:lnTo>
                  <a:pt x="691369" y="26376"/>
                </a:lnTo>
                <a:lnTo>
                  <a:pt x="690430" y="26341"/>
                </a:lnTo>
                <a:lnTo>
                  <a:pt x="689469" y="26316"/>
                </a:lnTo>
                <a:lnTo>
                  <a:pt x="688487" y="26301"/>
                </a:lnTo>
                <a:lnTo>
                  <a:pt x="687483" y="26296"/>
                </a:lnTo>
                <a:lnTo>
                  <a:pt x="686377" y="26304"/>
                </a:lnTo>
                <a:lnTo>
                  <a:pt x="685294" y="26330"/>
                </a:lnTo>
                <a:lnTo>
                  <a:pt x="684235" y="26372"/>
                </a:lnTo>
                <a:lnTo>
                  <a:pt x="683198" y="26431"/>
                </a:lnTo>
                <a:lnTo>
                  <a:pt x="682184" y="26507"/>
                </a:lnTo>
                <a:lnTo>
                  <a:pt x="681192" y="26599"/>
                </a:lnTo>
                <a:lnTo>
                  <a:pt x="680224" y="26709"/>
                </a:lnTo>
                <a:lnTo>
                  <a:pt x="679279" y="26836"/>
                </a:lnTo>
                <a:lnTo>
                  <a:pt x="678357" y="26979"/>
                </a:lnTo>
                <a:lnTo>
                  <a:pt x="677458" y="27139"/>
                </a:lnTo>
                <a:lnTo>
                  <a:pt x="676581" y="27316"/>
                </a:lnTo>
                <a:lnTo>
                  <a:pt x="675728" y="27510"/>
                </a:lnTo>
                <a:lnTo>
                  <a:pt x="674897" y="27721"/>
                </a:lnTo>
                <a:lnTo>
                  <a:pt x="674090" y="27949"/>
                </a:lnTo>
                <a:lnTo>
                  <a:pt x="673305" y="28193"/>
                </a:lnTo>
                <a:lnTo>
                  <a:pt x="672543" y="28455"/>
                </a:lnTo>
                <a:lnTo>
                  <a:pt x="671804" y="28733"/>
                </a:lnTo>
                <a:lnTo>
                  <a:pt x="671089" y="29028"/>
                </a:lnTo>
                <a:lnTo>
                  <a:pt x="670396" y="29340"/>
                </a:lnTo>
                <a:lnTo>
                  <a:pt x="669726" y="29669"/>
                </a:lnTo>
                <a:lnTo>
                  <a:pt x="669079" y="30015"/>
                </a:lnTo>
                <a:lnTo>
                  <a:pt x="668455" y="30378"/>
                </a:lnTo>
                <a:lnTo>
                  <a:pt x="667854" y="30757"/>
                </a:lnTo>
                <a:lnTo>
                  <a:pt x="667275" y="31153"/>
                </a:lnTo>
                <a:lnTo>
                  <a:pt x="666716" y="31567"/>
                </a:lnTo>
                <a:lnTo>
                  <a:pt x="666170" y="31999"/>
                </a:lnTo>
                <a:lnTo>
                  <a:pt x="665638" y="32449"/>
                </a:lnTo>
                <a:lnTo>
                  <a:pt x="665120" y="32918"/>
                </a:lnTo>
                <a:lnTo>
                  <a:pt x="664616" y="33404"/>
                </a:lnTo>
                <a:lnTo>
                  <a:pt x="664126" y="33909"/>
                </a:lnTo>
                <a:lnTo>
                  <a:pt x="663650" y="34432"/>
                </a:lnTo>
                <a:lnTo>
                  <a:pt x="663188" y="34974"/>
                </a:lnTo>
                <a:lnTo>
                  <a:pt x="662740" y="35533"/>
                </a:lnTo>
                <a:lnTo>
                  <a:pt x="662305" y="36111"/>
                </a:lnTo>
                <a:lnTo>
                  <a:pt x="661885" y="36707"/>
                </a:lnTo>
                <a:lnTo>
                  <a:pt x="661479" y="37322"/>
                </a:lnTo>
                <a:lnTo>
                  <a:pt x="661086" y="37954"/>
                </a:lnTo>
                <a:lnTo>
                  <a:pt x="660708" y="38605"/>
                </a:lnTo>
                <a:lnTo>
                  <a:pt x="660343" y="39274"/>
                </a:lnTo>
                <a:lnTo>
                  <a:pt x="659993" y="39961"/>
                </a:lnTo>
                <a:lnTo>
                  <a:pt x="659656" y="40666"/>
                </a:lnTo>
                <a:lnTo>
                  <a:pt x="659333" y="41390"/>
                </a:lnTo>
                <a:lnTo>
                  <a:pt x="659025" y="42132"/>
                </a:lnTo>
                <a:lnTo>
                  <a:pt x="658730" y="42892"/>
                </a:lnTo>
                <a:lnTo>
                  <a:pt x="658449" y="43670"/>
                </a:lnTo>
                <a:lnTo>
                  <a:pt x="658182" y="44467"/>
                </a:lnTo>
                <a:lnTo>
                  <a:pt x="657929" y="45282"/>
                </a:lnTo>
                <a:lnTo>
                  <a:pt x="657690" y="46115"/>
                </a:lnTo>
                <a:lnTo>
                  <a:pt x="674206" y="49094"/>
                </a:lnTo>
                <a:lnTo>
                  <a:pt x="674348" y="48691"/>
                </a:lnTo>
                <a:lnTo>
                  <a:pt x="674493" y="48298"/>
                </a:lnTo>
                <a:lnTo>
                  <a:pt x="674643" y="47915"/>
                </a:lnTo>
                <a:lnTo>
                  <a:pt x="674796" y="47543"/>
                </a:lnTo>
                <a:lnTo>
                  <a:pt x="674952" y="47180"/>
                </a:lnTo>
                <a:close/>
                <a:moveTo>
                  <a:pt x="698539" y="69484"/>
                </a:moveTo>
                <a:lnTo>
                  <a:pt x="698527" y="69958"/>
                </a:lnTo>
                <a:lnTo>
                  <a:pt x="698514" y="70417"/>
                </a:lnTo>
                <a:lnTo>
                  <a:pt x="698498" y="70862"/>
                </a:lnTo>
                <a:lnTo>
                  <a:pt x="698479" y="71292"/>
                </a:lnTo>
                <a:lnTo>
                  <a:pt x="698458" y="71708"/>
                </a:lnTo>
                <a:lnTo>
                  <a:pt x="698435" y="72109"/>
                </a:lnTo>
                <a:lnTo>
                  <a:pt x="698409" y="72496"/>
                </a:lnTo>
                <a:lnTo>
                  <a:pt x="698380" y="72869"/>
                </a:lnTo>
                <a:lnTo>
                  <a:pt x="698349" y="73227"/>
                </a:lnTo>
                <a:lnTo>
                  <a:pt x="698316" y="73570"/>
                </a:lnTo>
                <a:lnTo>
                  <a:pt x="698280" y="73899"/>
                </a:lnTo>
                <a:lnTo>
                  <a:pt x="698242" y="74214"/>
                </a:lnTo>
                <a:lnTo>
                  <a:pt x="698201" y="74514"/>
                </a:lnTo>
                <a:lnTo>
                  <a:pt x="698158" y="74800"/>
                </a:lnTo>
                <a:lnTo>
                  <a:pt x="698112" y="75071"/>
                </a:lnTo>
                <a:lnTo>
                  <a:pt x="698064" y="75328"/>
                </a:lnTo>
                <a:lnTo>
                  <a:pt x="698013" y="75571"/>
                </a:lnTo>
                <a:lnTo>
                  <a:pt x="697960" y="75799"/>
                </a:lnTo>
                <a:lnTo>
                  <a:pt x="697904" y="76013"/>
                </a:lnTo>
                <a:lnTo>
                  <a:pt x="697846" y="76212"/>
                </a:lnTo>
                <a:lnTo>
                  <a:pt x="697756" y="76503"/>
                </a:lnTo>
                <a:lnTo>
                  <a:pt x="697657" y="76791"/>
                </a:lnTo>
                <a:lnTo>
                  <a:pt x="697551" y="77075"/>
                </a:lnTo>
                <a:lnTo>
                  <a:pt x="697438" y="77355"/>
                </a:lnTo>
                <a:lnTo>
                  <a:pt x="697316" y="77632"/>
                </a:lnTo>
                <a:lnTo>
                  <a:pt x="697186" y="77904"/>
                </a:lnTo>
                <a:lnTo>
                  <a:pt x="697049" y="78173"/>
                </a:lnTo>
                <a:lnTo>
                  <a:pt x="696903" y="78438"/>
                </a:lnTo>
                <a:lnTo>
                  <a:pt x="696750" y="78700"/>
                </a:lnTo>
                <a:lnTo>
                  <a:pt x="696589" y="78957"/>
                </a:lnTo>
                <a:lnTo>
                  <a:pt x="696420" y="79211"/>
                </a:lnTo>
                <a:lnTo>
                  <a:pt x="696243" y="79461"/>
                </a:lnTo>
                <a:lnTo>
                  <a:pt x="696058" y="79707"/>
                </a:lnTo>
                <a:lnTo>
                  <a:pt x="695866" y="79949"/>
                </a:lnTo>
                <a:lnTo>
                  <a:pt x="695665" y="80188"/>
                </a:lnTo>
                <a:lnTo>
                  <a:pt x="695457" y="80423"/>
                </a:lnTo>
                <a:lnTo>
                  <a:pt x="695241" y="80653"/>
                </a:lnTo>
                <a:lnTo>
                  <a:pt x="695016" y="80881"/>
                </a:lnTo>
                <a:lnTo>
                  <a:pt x="694784" y="81104"/>
                </a:lnTo>
                <a:lnTo>
                  <a:pt x="694545" y="81324"/>
                </a:lnTo>
                <a:lnTo>
                  <a:pt x="694297" y="81540"/>
                </a:lnTo>
                <a:lnTo>
                  <a:pt x="694041" y="81752"/>
                </a:lnTo>
                <a:lnTo>
                  <a:pt x="693778" y="81960"/>
                </a:lnTo>
                <a:lnTo>
                  <a:pt x="693506" y="82164"/>
                </a:lnTo>
                <a:lnTo>
                  <a:pt x="693133" y="82425"/>
                </a:lnTo>
                <a:lnTo>
                  <a:pt x="692759" y="82675"/>
                </a:lnTo>
                <a:lnTo>
                  <a:pt x="692382" y="82914"/>
                </a:lnTo>
                <a:lnTo>
                  <a:pt x="692004" y="83142"/>
                </a:lnTo>
                <a:lnTo>
                  <a:pt x="691625" y="83359"/>
                </a:lnTo>
                <a:lnTo>
                  <a:pt x="691244" y="83564"/>
                </a:lnTo>
                <a:lnTo>
                  <a:pt x="690861" y="83759"/>
                </a:lnTo>
                <a:lnTo>
                  <a:pt x="690477" y="83942"/>
                </a:lnTo>
                <a:lnTo>
                  <a:pt x="690091" y="84114"/>
                </a:lnTo>
                <a:lnTo>
                  <a:pt x="689704" y="84275"/>
                </a:lnTo>
                <a:lnTo>
                  <a:pt x="689315" y="84425"/>
                </a:lnTo>
                <a:lnTo>
                  <a:pt x="688924" y="84564"/>
                </a:lnTo>
                <a:lnTo>
                  <a:pt x="688532" y="84692"/>
                </a:lnTo>
                <a:lnTo>
                  <a:pt x="688138" y="84809"/>
                </a:lnTo>
                <a:lnTo>
                  <a:pt x="687743" y="84914"/>
                </a:lnTo>
                <a:lnTo>
                  <a:pt x="687346" y="85009"/>
                </a:lnTo>
                <a:lnTo>
                  <a:pt x="686948" y="85092"/>
                </a:lnTo>
                <a:lnTo>
                  <a:pt x="686548" y="85164"/>
                </a:lnTo>
                <a:lnTo>
                  <a:pt x="686146" y="85225"/>
                </a:lnTo>
                <a:lnTo>
                  <a:pt x="685743" y="85275"/>
                </a:lnTo>
                <a:lnTo>
                  <a:pt x="685339" y="85314"/>
                </a:lnTo>
                <a:lnTo>
                  <a:pt x="684932" y="85342"/>
                </a:lnTo>
                <a:lnTo>
                  <a:pt x="684525" y="85359"/>
                </a:lnTo>
                <a:lnTo>
                  <a:pt x="684115" y="85364"/>
                </a:lnTo>
                <a:lnTo>
                  <a:pt x="683751" y="85359"/>
                </a:lnTo>
                <a:lnTo>
                  <a:pt x="683392" y="85345"/>
                </a:lnTo>
                <a:lnTo>
                  <a:pt x="683038" y="85321"/>
                </a:lnTo>
                <a:lnTo>
                  <a:pt x="682690" y="85288"/>
                </a:lnTo>
                <a:lnTo>
                  <a:pt x="682348" y="85245"/>
                </a:lnTo>
                <a:lnTo>
                  <a:pt x="682010" y="85192"/>
                </a:lnTo>
                <a:lnTo>
                  <a:pt x="681678" y="85130"/>
                </a:lnTo>
                <a:lnTo>
                  <a:pt x="681352" y="85059"/>
                </a:lnTo>
                <a:lnTo>
                  <a:pt x="681031" y="84977"/>
                </a:lnTo>
                <a:lnTo>
                  <a:pt x="680715" y="84887"/>
                </a:lnTo>
                <a:lnTo>
                  <a:pt x="680404" y="84786"/>
                </a:lnTo>
                <a:lnTo>
                  <a:pt x="680100" y="84677"/>
                </a:lnTo>
                <a:lnTo>
                  <a:pt x="679800" y="84557"/>
                </a:lnTo>
                <a:lnTo>
                  <a:pt x="679506" y="84428"/>
                </a:lnTo>
                <a:lnTo>
                  <a:pt x="679217" y="84290"/>
                </a:lnTo>
                <a:lnTo>
                  <a:pt x="678934" y="84142"/>
                </a:lnTo>
                <a:lnTo>
                  <a:pt x="678656" y="83984"/>
                </a:lnTo>
                <a:lnTo>
                  <a:pt x="678383" y="83817"/>
                </a:lnTo>
                <a:lnTo>
                  <a:pt x="678116" y="83640"/>
                </a:lnTo>
                <a:lnTo>
                  <a:pt x="677854" y="83454"/>
                </a:lnTo>
                <a:lnTo>
                  <a:pt x="677598" y="83258"/>
                </a:lnTo>
                <a:lnTo>
                  <a:pt x="677347" y="83053"/>
                </a:lnTo>
                <a:lnTo>
                  <a:pt x="677101" y="82838"/>
                </a:lnTo>
                <a:lnTo>
                  <a:pt x="676861" y="82614"/>
                </a:lnTo>
                <a:lnTo>
                  <a:pt x="676629" y="82382"/>
                </a:lnTo>
                <a:lnTo>
                  <a:pt x="676406" y="82148"/>
                </a:lnTo>
                <a:lnTo>
                  <a:pt x="676193" y="81909"/>
                </a:lnTo>
                <a:lnTo>
                  <a:pt x="675990" y="81668"/>
                </a:lnTo>
                <a:lnTo>
                  <a:pt x="675797" y="81422"/>
                </a:lnTo>
                <a:lnTo>
                  <a:pt x="675614" y="81173"/>
                </a:lnTo>
                <a:lnTo>
                  <a:pt x="675441" y="80921"/>
                </a:lnTo>
                <a:lnTo>
                  <a:pt x="675278" y="80665"/>
                </a:lnTo>
                <a:lnTo>
                  <a:pt x="675125" y="80405"/>
                </a:lnTo>
                <a:lnTo>
                  <a:pt x="674981" y="80142"/>
                </a:lnTo>
                <a:lnTo>
                  <a:pt x="674847" y="79875"/>
                </a:lnTo>
                <a:lnTo>
                  <a:pt x="674724" y="79605"/>
                </a:lnTo>
                <a:lnTo>
                  <a:pt x="674610" y="79331"/>
                </a:lnTo>
                <a:lnTo>
                  <a:pt x="674506" y="79054"/>
                </a:lnTo>
                <a:lnTo>
                  <a:pt x="674412" y="78773"/>
                </a:lnTo>
                <a:lnTo>
                  <a:pt x="674328" y="78488"/>
                </a:lnTo>
                <a:lnTo>
                  <a:pt x="674254" y="78200"/>
                </a:lnTo>
                <a:lnTo>
                  <a:pt x="674189" y="77909"/>
                </a:lnTo>
                <a:lnTo>
                  <a:pt x="674135" y="77613"/>
                </a:lnTo>
                <a:lnTo>
                  <a:pt x="674090" y="77315"/>
                </a:lnTo>
                <a:lnTo>
                  <a:pt x="674056" y="77012"/>
                </a:lnTo>
                <a:lnTo>
                  <a:pt x="674031" y="76707"/>
                </a:lnTo>
                <a:lnTo>
                  <a:pt x="674016" y="76397"/>
                </a:lnTo>
                <a:lnTo>
                  <a:pt x="674011" y="76084"/>
                </a:lnTo>
                <a:lnTo>
                  <a:pt x="674018" y="75767"/>
                </a:lnTo>
                <a:lnTo>
                  <a:pt x="674036" y="75454"/>
                </a:lnTo>
                <a:lnTo>
                  <a:pt x="674067" y="75145"/>
                </a:lnTo>
                <a:lnTo>
                  <a:pt x="674110" y="74842"/>
                </a:lnTo>
                <a:lnTo>
                  <a:pt x="674166" y="74543"/>
                </a:lnTo>
                <a:lnTo>
                  <a:pt x="674234" y="74248"/>
                </a:lnTo>
                <a:lnTo>
                  <a:pt x="674314" y="73959"/>
                </a:lnTo>
                <a:lnTo>
                  <a:pt x="674407" y="73674"/>
                </a:lnTo>
                <a:lnTo>
                  <a:pt x="674512" y="73394"/>
                </a:lnTo>
                <a:lnTo>
                  <a:pt x="674630" y="73118"/>
                </a:lnTo>
                <a:lnTo>
                  <a:pt x="674760" y="72847"/>
                </a:lnTo>
                <a:lnTo>
                  <a:pt x="674902" y="72581"/>
                </a:lnTo>
                <a:lnTo>
                  <a:pt x="675056" y="72319"/>
                </a:lnTo>
                <a:lnTo>
                  <a:pt x="675223" y="72062"/>
                </a:lnTo>
                <a:lnTo>
                  <a:pt x="675403" y="71810"/>
                </a:lnTo>
                <a:lnTo>
                  <a:pt x="675595" y="71562"/>
                </a:lnTo>
                <a:lnTo>
                  <a:pt x="675799" y="71319"/>
                </a:lnTo>
                <a:lnTo>
                  <a:pt x="676015" y="71081"/>
                </a:lnTo>
                <a:lnTo>
                  <a:pt x="676244" y="70847"/>
                </a:lnTo>
                <a:lnTo>
                  <a:pt x="676485" y="70618"/>
                </a:lnTo>
                <a:lnTo>
                  <a:pt x="676739" y="70394"/>
                </a:lnTo>
                <a:lnTo>
                  <a:pt x="677005" y="70174"/>
                </a:lnTo>
                <a:lnTo>
                  <a:pt x="677283" y="69959"/>
                </a:lnTo>
                <a:lnTo>
                  <a:pt x="677574" y="69749"/>
                </a:lnTo>
                <a:lnTo>
                  <a:pt x="677777" y="69621"/>
                </a:lnTo>
                <a:lnTo>
                  <a:pt x="677999" y="69493"/>
                </a:lnTo>
                <a:lnTo>
                  <a:pt x="678238" y="69364"/>
                </a:lnTo>
                <a:lnTo>
                  <a:pt x="678497" y="69235"/>
                </a:lnTo>
                <a:lnTo>
                  <a:pt x="678773" y="69106"/>
                </a:lnTo>
                <a:lnTo>
                  <a:pt x="679067" y="68977"/>
                </a:lnTo>
                <a:lnTo>
                  <a:pt x="679380" y="68848"/>
                </a:lnTo>
                <a:lnTo>
                  <a:pt x="679711" y="68718"/>
                </a:lnTo>
                <a:lnTo>
                  <a:pt x="680060" y="68588"/>
                </a:lnTo>
                <a:lnTo>
                  <a:pt x="680427" y="68458"/>
                </a:lnTo>
                <a:lnTo>
                  <a:pt x="680813" y="68328"/>
                </a:lnTo>
                <a:lnTo>
                  <a:pt x="681217" y="68197"/>
                </a:lnTo>
                <a:lnTo>
                  <a:pt x="681639" y="68066"/>
                </a:lnTo>
                <a:lnTo>
                  <a:pt x="682079" y="67935"/>
                </a:lnTo>
                <a:lnTo>
                  <a:pt x="682537" y="67804"/>
                </a:lnTo>
                <a:lnTo>
                  <a:pt x="683014" y="67673"/>
                </a:lnTo>
                <a:lnTo>
                  <a:pt x="683509" y="67541"/>
                </a:lnTo>
                <a:lnTo>
                  <a:pt x="684022" y="67409"/>
                </a:lnTo>
                <a:lnTo>
                  <a:pt x="684553" y="67277"/>
                </a:lnTo>
                <a:lnTo>
                  <a:pt x="685103" y="67145"/>
                </a:lnTo>
                <a:lnTo>
                  <a:pt x="685671" y="67013"/>
                </a:lnTo>
                <a:lnTo>
                  <a:pt x="686257" y="66880"/>
                </a:lnTo>
                <a:lnTo>
                  <a:pt x="686861" y="66747"/>
                </a:lnTo>
                <a:lnTo>
                  <a:pt x="687483" y="66614"/>
                </a:lnTo>
                <a:lnTo>
                  <a:pt x="688107" y="66481"/>
                </a:lnTo>
                <a:lnTo>
                  <a:pt x="688718" y="66350"/>
                </a:lnTo>
                <a:lnTo>
                  <a:pt x="689314" y="66221"/>
                </a:lnTo>
                <a:lnTo>
                  <a:pt x="689896" y="66093"/>
                </a:lnTo>
                <a:lnTo>
                  <a:pt x="690463" y="65966"/>
                </a:lnTo>
                <a:lnTo>
                  <a:pt x="691017" y="65841"/>
                </a:lnTo>
                <a:lnTo>
                  <a:pt x="691556" y="65718"/>
                </a:lnTo>
                <a:lnTo>
                  <a:pt x="692082" y="65596"/>
                </a:lnTo>
                <a:lnTo>
                  <a:pt x="692593" y="65476"/>
                </a:lnTo>
                <a:lnTo>
                  <a:pt x="693090" y="65358"/>
                </a:lnTo>
                <a:lnTo>
                  <a:pt x="693572" y="65241"/>
                </a:lnTo>
                <a:lnTo>
                  <a:pt x="694041" y="65125"/>
                </a:lnTo>
                <a:lnTo>
                  <a:pt x="694495" y="65011"/>
                </a:lnTo>
                <a:lnTo>
                  <a:pt x="694935" y="64899"/>
                </a:lnTo>
                <a:lnTo>
                  <a:pt x="695361" y="64788"/>
                </a:lnTo>
                <a:lnTo>
                  <a:pt x="695773" y="64679"/>
                </a:lnTo>
                <a:lnTo>
                  <a:pt x="696171" y="64571"/>
                </a:lnTo>
                <a:lnTo>
                  <a:pt x="696555" y="64465"/>
                </a:lnTo>
                <a:lnTo>
                  <a:pt x="696924" y="64361"/>
                </a:lnTo>
                <a:lnTo>
                  <a:pt x="697279" y="64258"/>
                </a:lnTo>
                <a:lnTo>
                  <a:pt x="697620" y="64156"/>
                </a:lnTo>
                <a:lnTo>
                  <a:pt x="697947" y="64056"/>
                </a:lnTo>
                <a:lnTo>
                  <a:pt x="698260" y="63958"/>
                </a:lnTo>
                <a:lnTo>
                  <a:pt x="698558" y="63861"/>
                </a:lnTo>
                <a:lnTo>
                  <a:pt x="698558" y="67446"/>
                </a:lnTo>
                <a:lnTo>
                  <a:pt x="698557" y="67977"/>
                </a:lnTo>
                <a:lnTo>
                  <a:pt x="698553" y="68494"/>
                </a:lnTo>
                <a:lnTo>
                  <a:pt x="698547" y="68996"/>
                </a:lnTo>
                <a:lnTo>
                  <a:pt x="698539" y="69484"/>
                </a:lnTo>
                <a:close/>
                <a:moveTo>
                  <a:pt x="1119973" y="76778"/>
                </a:moveTo>
                <a:lnTo>
                  <a:pt x="1119822" y="77155"/>
                </a:lnTo>
                <a:lnTo>
                  <a:pt x="1119666" y="77522"/>
                </a:lnTo>
                <a:lnTo>
                  <a:pt x="1119504" y="77880"/>
                </a:lnTo>
                <a:lnTo>
                  <a:pt x="1119338" y="78228"/>
                </a:lnTo>
                <a:lnTo>
                  <a:pt x="1119167" y="78565"/>
                </a:lnTo>
                <a:lnTo>
                  <a:pt x="1118991" y="78893"/>
                </a:lnTo>
                <a:lnTo>
                  <a:pt x="1118810" y="79211"/>
                </a:lnTo>
                <a:lnTo>
                  <a:pt x="1118624" y="79519"/>
                </a:lnTo>
                <a:lnTo>
                  <a:pt x="1118433" y="79818"/>
                </a:lnTo>
                <a:lnTo>
                  <a:pt x="1118237" y="80106"/>
                </a:lnTo>
                <a:lnTo>
                  <a:pt x="1118036" y="80384"/>
                </a:lnTo>
                <a:lnTo>
                  <a:pt x="1117830" y="80653"/>
                </a:lnTo>
                <a:lnTo>
                  <a:pt x="1117620" y="80911"/>
                </a:lnTo>
                <a:lnTo>
                  <a:pt x="1117404" y="81160"/>
                </a:lnTo>
                <a:lnTo>
                  <a:pt x="1117183" y="81399"/>
                </a:lnTo>
                <a:lnTo>
                  <a:pt x="1116958" y="81628"/>
                </a:lnTo>
                <a:lnTo>
                  <a:pt x="1116727" y="81847"/>
                </a:lnTo>
                <a:lnTo>
                  <a:pt x="1116492" y="82056"/>
                </a:lnTo>
                <a:lnTo>
                  <a:pt x="1116252" y="82255"/>
                </a:lnTo>
                <a:lnTo>
                  <a:pt x="1116006" y="82446"/>
                </a:lnTo>
                <a:lnTo>
                  <a:pt x="1115756" y="82628"/>
                </a:lnTo>
                <a:lnTo>
                  <a:pt x="1115502" y="82802"/>
                </a:lnTo>
                <a:lnTo>
                  <a:pt x="1115242" y="82968"/>
                </a:lnTo>
                <a:lnTo>
                  <a:pt x="1114978" y="83126"/>
                </a:lnTo>
                <a:lnTo>
                  <a:pt x="1114709" y="83275"/>
                </a:lnTo>
                <a:lnTo>
                  <a:pt x="1114436" y="83417"/>
                </a:lnTo>
                <a:lnTo>
                  <a:pt x="1114157" y="83551"/>
                </a:lnTo>
                <a:lnTo>
                  <a:pt x="1113874" y="83676"/>
                </a:lnTo>
                <a:lnTo>
                  <a:pt x="1113587" y="83794"/>
                </a:lnTo>
                <a:lnTo>
                  <a:pt x="1113294" y="83903"/>
                </a:lnTo>
                <a:lnTo>
                  <a:pt x="1112997" y="84004"/>
                </a:lnTo>
                <a:lnTo>
                  <a:pt x="1112695" y="84097"/>
                </a:lnTo>
                <a:lnTo>
                  <a:pt x="1112388" y="84182"/>
                </a:lnTo>
                <a:lnTo>
                  <a:pt x="1112077" y="84259"/>
                </a:lnTo>
                <a:lnTo>
                  <a:pt x="1111761" y="84328"/>
                </a:lnTo>
                <a:lnTo>
                  <a:pt x="1111440" y="84389"/>
                </a:lnTo>
                <a:lnTo>
                  <a:pt x="1111115" y="84441"/>
                </a:lnTo>
                <a:lnTo>
                  <a:pt x="1110784" y="84486"/>
                </a:lnTo>
                <a:lnTo>
                  <a:pt x="1110449" y="84522"/>
                </a:lnTo>
                <a:lnTo>
                  <a:pt x="1110110" y="84551"/>
                </a:lnTo>
                <a:lnTo>
                  <a:pt x="1109765" y="84571"/>
                </a:lnTo>
                <a:lnTo>
                  <a:pt x="1109416" y="84583"/>
                </a:lnTo>
                <a:lnTo>
                  <a:pt x="1109062" y="84587"/>
                </a:lnTo>
                <a:lnTo>
                  <a:pt x="1108542" y="84579"/>
                </a:lnTo>
                <a:lnTo>
                  <a:pt x="1108030" y="84556"/>
                </a:lnTo>
                <a:lnTo>
                  <a:pt x="1107524" y="84517"/>
                </a:lnTo>
                <a:lnTo>
                  <a:pt x="1107026" y="84462"/>
                </a:lnTo>
                <a:lnTo>
                  <a:pt x="1106535" y="84392"/>
                </a:lnTo>
                <a:lnTo>
                  <a:pt x="1106051" y="84306"/>
                </a:lnTo>
                <a:lnTo>
                  <a:pt x="1105574" y="84204"/>
                </a:lnTo>
                <a:lnTo>
                  <a:pt x="1105104" y="84087"/>
                </a:lnTo>
                <a:lnTo>
                  <a:pt x="1104642" y="83954"/>
                </a:lnTo>
                <a:lnTo>
                  <a:pt x="1104187" y="83806"/>
                </a:lnTo>
                <a:lnTo>
                  <a:pt x="1103739" y="83641"/>
                </a:lnTo>
                <a:lnTo>
                  <a:pt x="1103298" y="83462"/>
                </a:lnTo>
                <a:lnTo>
                  <a:pt x="1102864" y="83266"/>
                </a:lnTo>
                <a:lnTo>
                  <a:pt x="1102438" y="83055"/>
                </a:lnTo>
                <a:lnTo>
                  <a:pt x="1102019" y="82829"/>
                </a:lnTo>
                <a:lnTo>
                  <a:pt x="1101607" y="82586"/>
                </a:lnTo>
                <a:lnTo>
                  <a:pt x="1101202" y="82328"/>
                </a:lnTo>
                <a:lnTo>
                  <a:pt x="1100804" y="82055"/>
                </a:lnTo>
                <a:lnTo>
                  <a:pt x="1100414" y="81766"/>
                </a:lnTo>
                <a:lnTo>
                  <a:pt x="1100031" y="81461"/>
                </a:lnTo>
                <a:lnTo>
                  <a:pt x="1099655" y="81141"/>
                </a:lnTo>
                <a:lnTo>
                  <a:pt x="1099286" y="80805"/>
                </a:lnTo>
                <a:lnTo>
                  <a:pt x="1098924" y="80453"/>
                </a:lnTo>
                <a:lnTo>
                  <a:pt x="1098570" y="80086"/>
                </a:lnTo>
                <a:lnTo>
                  <a:pt x="1098226" y="79704"/>
                </a:lnTo>
                <a:lnTo>
                  <a:pt x="1097896" y="79310"/>
                </a:lnTo>
                <a:lnTo>
                  <a:pt x="1097580" y="78904"/>
                </a:lnTo>
                <a:lnTo>
                  <a:pt x="1097278" y="78485"/>
                </a:lnTo>
                <a:lnTo>
                  <a:pt x="1096990" y="78054"/>
                </a:lnTo>
                <a:lnTo>
                  <a:pt x="1096716" y="77610"/>
                </a:lnTo>
                <a:lnTo>
                  <a:pt x="1096456" y="77154"/>
                </a:lnTo>
                <a:lnTo>
                  <a:pt x="1096209" y="76685"/>
                </a:lnTo>
                <a:lnTo>
                  <a:pt x="1095977" y="76204"/>
                </a:lnTo>
                <a:lnTo>
                  <a:pt x="1095759" y="75710"/>
                </a:lnTo>
                <a:lnTo>
                  <a:pt x="1095554" y="75204"/>
                </a:lnTo>
                <a:lnTo>
                  <a:pt x="1095364" y="74686"/>
                </a:lnTo>
                <a:lnTo>
                  <a:pt x="1095187" y="74154"/>
                </a:lnTo>
                <a:lnTo>
                  <a:pt x="1095025" y="73611"/>
                </a:lnTo>
                <a:lnTo>
                  <a:pt x="1094876" y="73055"/>
                </a:lnTo>
                <a:lnTo>
                  <a:pt x="1094741" y="72486"/>
                </a:lnTo>
                <a:lnTo>
                  <a:pt x="1094621" y="71905"/>
                </a:lnTo>
                <a:lnTo>
                  <a:pt x="1094514" y="71312"/>
                </a:lnTo>
                <a:lnTo>
                  <a:pt x="1094421" y="70706"/>
                </a:lnTo>
                <a:lnTo>
                  <a:pt x="1094342" y="70087"/>
                </a:lnTo>
                <a:lnTo>
                  <a:pt x="1094277" y="69456"/>
                </a:lnTo>
                <a:lnTo>
                  <a:pt x="1094226" y="68813"/>
                </a:lnTo>
                <a:lnTo>
                  <a:pt x="1094189" y="68157"/>
                </a:lnTo>
                <a:lnTo>
                  <a:pt x="1094166" y="67488"/>
                </a:lnTo>
                <a:lnTo>
                  <a:pt x="1139762" y="67488"/>
                </a:lnTo>
                <a:lnTo>
                  <a:pt x="1139779" y="65764"/>
                </a:lnTo>
                <a:lnTo>
                  <a:pt x="1139763" y="64076"/>
                </a:lnTo>
                <a:lnTo>
                  <a:pt x="1139715" y="62427"/>
                </a:lnTo>
                <a:lnTo>
                  <a:pt x="1139635" y="60814"/>
                </a:lnTo>
                <a:lnTo>
                  <a:pt x="1139522" y="59240"/>
                </a:lnTo>
                <a:lnTo>
                  <a:pt x="1139378" y="57702"/>
                </a:lnTo>
                <a:lnTo>
                  <a:pt x="1139201" y="56202"/>
                </a:lnTo>
                <a:lnTo>
                  <a:pt x="1138992" y="54740"/>
                </a:lnTo>
                <a:lnTo>
                  <a:pt x="1138751" y="53315"/>
                </a:lnTo>
                <a:lnTo>
                  <a:pt x="1138478" y="51927"/>
                </a:lnTo>
                <a:lnTo>
                  <a:pt x="1138173" y="50577"/>
                </a:lnTo>
                <a:lnTo>
                  <a:pt x="1137835" y="49264"/>
                </a:lnTo>
                <a:lnTo>
                  <a:pt x="1137466" y="47989"/>
                </a:lnTo>
                <a:lnTo>
                  <a:pt x="1137064" y="46751"/>
                </a:lnTo>
                <a:lnTo>
                  <a:pt x="1136630" y="45551"/>
                </a:lnTo>
                <a:lnTo>
                  <a:pt x="1136164" y="44388"/>
                </a:lnTo>
                <a:lnTo>
                  <a:pt x="1135666" y="43262"/>
                </a:lnTo>
                <a:lnTo>
                  <a:pt x="1135135" y="42174"/>
                </a:lnTo>
                <a:lnTo>
                  <a:pt x="1134573" y="41123"/>
                </a:lnTo>
                <a:lnTo>
                  <a:pt x="1133978" y="40110"/>
                </a:lnTo>
                <a:lnTo>
                  <a:pt x="1133351" y="39135"/>
                </a:lnTo>
                <a:lnTo>
                  <a:pt x="1132692" y="38196"/>
                </a:lnTo>
                <a:lnTo>
                  <a:pt x="1132001" y="37295"/>
                </a:lnTo>
                <a:lnTo>
                  <a:pt x="1131278" y="36432"/>
                </a:lnTo>
                <a:lnTo>
                  <a:pt x="1130527" y="35605"/>
                </a:lnTo>
                <a:lnTo>
                  <a:pt x="1129754" y="34813"/>
                </a:lnTo>
                <a:lnTo>
                  <a:pt x="1128958" y="34056"/>
                </a:lnTo>
                <a:lnTo>
                  <a:pt x="1128140" y="33335"/>
                </a:lnTo>
                <a:lnTo>
                  <a:pt x="1127299" y="32649"/>
                </a:lnTo>
                <a:lnTo>
                  <a:pt x="1126436" y="31997"/>
                </a:lnTo>
                <a:lnTo>
                  <a:pt x="1125551" y="31381"/>
                </a:lnTo>
                <a:lnTo>
                  <a:pt x="1124643" y="30801"/>
                </a:lnTo>
                <a:lnTo>
                  <a:pt x="1123712" y="30255"/>
                </a:lnTo>
                <a:lnTo>
                  <a:pt x="1122759" y="29745"/>
                </a:lnTo>
                <a:lnTo>
                  <a:pt x="1121783" y="29270"/>
                </a:lnTo>
                <a:lnTo>
                  <a:pt x="1120785" y="28830"/>
                </a:lnTo>
                <a:lnTo>
                  <a:pt x="1119765" y="28425"/>
                </a:lnTo>
                <a:lnTo>
                  <a:pt x="1118722" y="28056"/>
                </a:lnTo>
                <a:lnTo>
                  <a:pt x="1117656" y="27721"/>
                </a:lnTo>
                <a:lnTo>
                  <a:pt x="1116568" y="27422"/>
                </a:lnTo>
                <a:lnTo>
                  <a:pt x="1115458" y="27158"/>
                </a:lnTo>
                <a:lnTo>
                  <a:pt x="1114325" y="26929"/>
                </a:lnTo>
                <a:lnTo>
                  <a:pt x="1113169" y="26736"/>
                </a:lnTo>
                <a:lnTo>
                  <a:pt x="1111991" y="26577"/>
                </a:lnTo>
                <a:lnTo>
                  <a:pt x="1110791" y="26454"/>
                </a:lnTo>
                <a:lnTo>
                  <a:pt x="1109568" y="26366"/>
                </a:lnTo>
                <a:lnTo>
                  <a:pt x="1108322" y="26313"/>
                </a:lnTo>
                <a:lnTo>
                  <a:pt x="1107054" y="26296"/>
                </a:lnTo>
                <a:lnTo>
                  <a:pt x="1105924" y="26313"/>
                </a:lnTo>
                <a:lnTo>
                  <a:pt x="1104810" y="26363"/>
                </a:lnTo>
                <a:lnTo>
                  <a:pt x="1103712" y="26447"/>
                </a:lnTo>
                <a:lnTo>
                  <a:pt x="1102630" y="26565"/>
                </a:lnTo>
                <a:lnTo>
                  <a:pt x="1101566" y="26716"/>
                </a:lnTo>
                <a:lnTo>
                  <a:pt x="1100517" y="26901"/>
                </a:lnTo>
                <a:lnTo>
                  <a:pt x="1099485" y="27120"/>
                </a:lnTo>
                <a:lnTo>
                  <a:pt x="1098469" y="27372"/>
                </a:lnTo>
                <a:lnTo>
                  <a:pt x="1097470" y="27657"/>
                </a:lnTo>
                <a:lnTo>
                  <a:pt x="1096487" y="27977"/>
                </a:lnTo>
                <a:lnTo>
                  <a:pt x="1095520" y="28330"/>
                </a:lnTo>
                <a:lnTo>
                  <a:pt x="1094570" y="28717"/>
                </a:lnTo>
                <a:lnTo>
                  <a:pt x="1093637" y="29137"/>
                </a:lnTo>
                <a:lnTo>
                  <a:pt x="1092720" y="29591"/>
                </a:lnTo>
                <a:lnTo>
                  <a:pt x="1091819" y="30078"/>
                </a:lnTo>
                <a:lnTo>
                  <a:pt x="1090934" y="30599"/>
                </a:lnTo>
                <a:lnTo>
                  <a:pt x="1090066" y="31154"/>
                </a:lnTo>
                <a:lnTo>
                  <a:pt x="1089215" y="31742"/>
                </a:lnTo>
                <a:lnTo>
                  <a:pt x="1088380" y="32364"/>
                </a:lnTo>
                <a:lnTo>
                  <a:pt x="1087561" y="33020"/>
                </a:lnTo>
                <a:lnTo>
                  <a:pt x="1086759" y="33709"/>
                </a:lnTo>
                <a:lnTo>
                  <a:pt x="1085973" y="34432"/>
                </a:lnTo>
                <a:lnTo>
                  <a:pt x="1085203" y="35189"/>
                </a:lnTo>
                <a:lnTo>
                  <a:pt x="1084450" y="35979"/>
                </a:lnTo>
                <a:lnTo>
                  <a:pt x="1083721" y="36798"/>
                </a:lnTo>
                <a:lnTo>
                  <a:pt x="1083023" y="37644"/>
                </a:lnTo>
                <a:lnTo>
                  <a:pt x="1082356" y="38515"/>
                </a:lnTo>
                <a:lnTo>
                  <a:pt x="1081719" y="39412"/>
                </a:lnTo>
                <a:lnTo>
                  <a:pt x="1081114" y="40335"/>
                </a:lnTo>
                <a:lnTo>
                  <a:pt x="1080540" y="41284"/>
                </a:lnTo>
                <a:lnTo>
                  <a:pt x="1079997" y="42258"/>
                </a:lnTo>
                <a:lnTo>
                  <a:pt x="1079485" y="43258"/>
                </a:lnTo>
                <a:lnTo>
                  <a:pt x="1079004" y="44284"/>
                </a:lnTo>
                <a:lnTo>
                  <a:pt x="1078554" y="45335"/>
                </a:lnTo>
                <a:lnTo>
                  <a:pt x="1078135" y="46412"/>
                </a:lnTo>
                <a:lnTo>
                  <a:pt x="1077747" y="47515"/>
                </a:lnTo>
                <a:lnTo>
                  <a:pt x="1077390" y="48644"/>
                </a:lnTo>
                <a:lnTo>
                  <a:pt x="1077064" y="49799"/>
                </a:lnTo>
                <a:lnTo>
                  <a:pt x="1076769" y="50979"/>
                </a:lnTo>
                <a:lnTo>
                  <a:pt x="1076506" y="52185"/>
                </a:lnTo>
                <a:lnTo>
                  <a:pt x="1076273" y="53417"/>
                </a:lnTo>
                <a:lnTo>
                  <a:pt x="1076071" y="54674"/>
                </a:lnTo>
                <a:lnTo>
                  <a:pt x="1075900" y="55958"/>
                </a:lnTo>
                <a:lnTo>
                  <a:pt x="1075761" y="57267"/>
                </a:lnTo>
                <a:lnTo>
                  <a:pt x="1075652" y="58601"/>
                </a:lnTo>
                <a:lnTo>
                  <a:pt x="1075575" y="59962"/>
                </a:lnTo>
                <a:lnTo>
                  <a:pt x="1075528" y="61348"/>
                </a:lnTo>
                <a:lnTo>
                  <a:pt x="1075512" y="62760"/>
                </a:lnTo>
                <a:lnTo>
                  <a:pt x="1075524" y="63944"/>
                </a:lnTo>
                <a:lnTo>
                  <a:pt x="1075560" y="65112"/>
                </a:lnTo>
                <a:lnTo>
                  <a:pt x="1075619" y="66262"/>
                </a:lnTo>
                <a:lnTo>
                  <a:pt x="1075701" y="67395"/>
                </a:lnTo>
                <a:lnTo>
                  <a:pt x="1075808" y="68511"/>
                </a:lnTo>
                <a:lnTo>
                  <a:pt x="1075938" y="69609"/>
                </a:lnTo>
                <a:lnTo>
                  <a:pt x="1076091" y="70691"/>
                </a:lnTo>
                <a:lnTo>
                  <a:pt x="1076268" y="71756"/>
                </a:lnTo>
                <a:lnTo>
                  <a:pt x="1076469" y="72803"/>
                </a:lnTo>
                <a:lnTo>
                  <a:pt x="1076693" y="73834"/>
                </a:lnTo>
                <a:lnTo>
                  <a:pt x="1076941" y="74847"/>
                </a:lnTo>
                <a:lnTo>
                  <a:pt x="1077213" y="75843"/>
                </a:lnTo>
                <a:lnTo>
                  <a:pt x="1077508" y="76822"/>
                </a:lnTo>
                <a:lnTo>
                  <a:pt x="1077827" y="77785"/>
                </a:lnTo>
                <a:lnTo>
                  <a:pt x="1078169" y="78730"/>
                </a:lnTo>
                <a:lnTo>
                  <a:pt x="1078535" y="79657"/>
                </a:lnTo>
                <a:lnTo>
                  <a:pt x="1078925" y="80568"/>
                </a:lnTo>
                <a:lnTo>
                  <a:pt x="1079338" y="81462"/>
                </a:lnTo>
                <a:lnTo>
                  <a:pt x="1079775" y="82339"/>
                </a:lnTo>
                <a:lnTo>
                  <a:pt x="1080235" y="83198"/>
                </a:lnTo>
                <a:lnTo>
                  <a:pt x="1080719" y="84041"/>
                </a:lnTo>
                <a:lnTo>
                  <a:pt x="1081227" y="84866"/>
                </a:lnTo>
                <a:lnTo>
                  <a:pt x="1081758" y="85674"/>
                </a:lnTo>
                <a:lnTo>
                  <a:pt x="1082313" y="86465"/>
                </a:lnTo>
                <a:lnTo>
                  <a:pt x="1083047" y="87422"/>
                </a:lnTo>
                <a:lnTo>
                  <a:pt x="1083814" y="88338"/>
                </a:lnTo>
                <a:lnTo>
                  <a:pt x="1084612" y="89213"/>
                </a:lnTo>
                <a:lnTo>
                  <a:pt x="1085444" y="90047"/>
                </a:lnTo>
                <a:lnTo>
                  <a:pt x="1086307" y="90841"/>
                </a:lnTo>
                <a:lnTo>
                  <a:pt x="1087203" y="91594"/>
                </a:lnTo>
                <a:lnTo>
                  <a:pt x="1088131" y="92306"/>
                </a:lnTo>
                <a:lnTo>
                  <a:pt x="1089092" y="92978"/>
                </a:lnTo>
                <a:lnTo>
                  <a:pt x="1090085" y="93609"/>
                </a:lnTo>
                <a:lnTo>
                  <a:pt x="1091111" y="94199"/>
                </a:lnTo>
                <a:lnTo>
                  <a:pt x="1092169" y="94749"/>
                </a:lnTo>
                <a:lnTo>
                  <a:pt x="1093259" y="95258"/>
                </a:lnTo>
                <a:lnTo>
                  <a:pt x="1094382" y="95726"/>
                </a:lnTo>
                <a:lnTo>
                  <a:pt x="1095537" y="96153"/>
                </a:lnTo>
                <a:lnTo>
                  <a:pt x="1096724" y="96540"/>
                </a:lnTo>
                <a:lnTo>
                  <a:pt x="1097944" y="96886"/>
                </a:lnTo>
                <a:lnTo>
                  <a:pt x="1099196" y="97191"/>
                </a:lnTo>
                <a:lnTo>
                  <a:pt x="1100481" y="97456"/>
                </a:lnTo>
                <a:lnTo>
                  <a:pt x="1101797" y="97679"/>
                </a:lnTo>
                <a:lnTo>
                  <a:pt x="1103147" y="97863"/>
                </a:lnTo>
                <a:lnTo>
                  <a:pt x="1104529" y="98005"/>
                </a:lnTo>
                <a:lnTo>
                  <a:pt x="1105943" y="98107"/>
                </a:lnTo>
                <a:lnTo>
                  <a:pt x="1107389" y="98168"/>
                </a:lnTo>
                <a:lnTo>
                  <a:pt x="1108868" y="98188"/>
                </a:lnTo>
                <a:lnTo>
                  <a:pt x="1109806" y="98179"/>
                </a:lnTo>
                <a:lnTo>
                  <a:pt x="1110731" y="98152"/>
                </a:lnTo>
                <a:lnTo>
                  <a:pt x="1111642" y="98107"/>
                </a:lnTo>
                <a:lnTo>
                  <a:pt x="1112541" y="98044"/>
                </a:lnTo>
                <a:lnTo>
                  <a:pt x="1113426" y="97963"/>
                </a:lnTo>
                <a:lnTo>
                  <a:pt x="1114298" y="97863"/>
                </a:lnTo>
                <a:lnTo>
                  <a:pt x="1115157" y="97746"/>
                </a:lnTo>
                <a:lnTo>
                  <a:pt x="1116003" y="97611"/>
                </a:lnTo>
                <a:lnTo>
                  <a:pt x="1116836" y="97457"/>
                </a:lnTo>
                <a:lnTo>
                  <a:pt x="1117656" y="97286"/>
                </a:lnTo>
                <a:lnTo>
                  <a:pt x="1118462" y="97096"/>
                </a:lnTo>
                <a:lnTo>
                  <a:pt x="1119255" y="96889"/>
                </a:lnTo>
                <a:lnTo>
                  <a:pt x="1120035" y="96663"/>
                </a:lnTo>
                <a:lnTo>
                  <a:pt x="1120802" y="96420"/>
                </a:lnTo>
                <a:lnTo>
                  <a:pt x="1121556" y="96158"/>
                </a:lnTo>
                <a:lnTo>
                  <a:pt x="1122297" y="95878"/>
                </a:lnTo>
                <a:lnTo>
                  <a:pt x="1123024" y="95580"/>
                </a:lnTo>
                <a:lnTo>
                  <a:pt x="1123738" y="95265"/>
                </a:lnTo>
                <a:lnTo>
                  <a:pt x="1124439" y="94931"/>
                </a:lnTo>
                <a:lnTo>
                  <a:pt x="1125127" y="94579"/>
                </a:lnTo>
                <a:lnTo>
                  <a:pt x="1125802" y="94209"/>
                </a:lnTo>
                <a:lnTo>
                  <a:pt x="1126464" y="93821"/>
                </a:lnTo>
                <a:lnTo>
                  <a:pt x="1127112" y="93415"/>
                </a:lnTo>
                <a:lnTo>
                  <a:pt x="1127748" y="92991"/>
                </a:lnTo>
                <a:lnTo>
                  <a:pt x="1128370" y="92549"/>
                </a:lnTo>
                <a:lnTo>
                  <a:pt x="1128977" y="92091"/>
                </a:lnTo>
                <a:lnTo>
                  <a:pt x="1129571" y="91617"/>
                </a:lnTo>
                <a:lnTo>
                  <a:pt x="1130151" y="91126"/>
                </a:lnTo>
                <a:lnTo>
                  <a:pt x="1130716" y="90619"/>
                </a:lnTo>
                <a:lnTo>
                  <a:pt x="1131268" y="90095"/>
                </a:lnTo>
                <a:lnTo>
                  <a:pt x="1131805" y="89555"/>
                </a:lnTo>
                <a:lnTo>
                  <a:pt x="1132328" y="88998"/>
                </a:lnTo>
                <a:lnTo>
                  <a:pt x="1132838" y="88425"/>
                </a:lnTo>
                <a:lnTo>
                  <a:pt x="1133333" y="87836"/>
                </a:lnTo>
                <a:lnTo>
                  <a:pt x="1133814" y="87230"/>
                </a:lnTo>
                <a:lnTo>
                  <a:pt x="1134281" y="86607"/>
                </a:lnTo>
                <a:lnTo>
                  <a:pt x="1134734" y="85968"/>
                </a:lnTo>
                <a:lnTo>
                  <a:pt x="1135173" y="85312"/>
                </a:lnTo>
                <a:lnTo>
                  <a:pt x="1135598" y="84640"/>
                </a:lnTo>
                <a:lnTo>
                  <a:pt x="1136009" y="83952"/>
                </a:lnTo>
                <a:lnTo>
                  <a:pt x="1136406" y="83247"/>
                </a:lnTo>
                <a:lnTo>
                  <a:pt x="1136789" y="82526"/>
                </a:lnTo>
                <a:lnTo>
                  <a:pt x="1137158" y="81788"/>
                </a:lnTo>
                <a:lnTo>
                  <a:pt x="1137513" y="81033"/>
                </a:lnTo>
                <a:lnTo>
                  <a:pt x="1137853" y="80262"/>
                </a:lnTo>
                <a:lnTo>
                  <a:pt x="1138180" y="79475"/>
                </a:lnTo>
                <a:lnTo>
                  <a:pt x="1138492" y="78671"/>
                </a:lnTo>
                <a:lnTo>
                  <a:pt x="1138791" y="77851"/>
                </a:lnTo>
                <a:lnTo>
                  <a:pt x="1120656" y="74742"/>
                </a:lnTo>
                <a:lnTo>
                  <a:pt x="1120529" y="75169"/>
                </a:lnTo>
                <a:lnTo>
                  <a:pt x="1120398" y="75586"/>
                </a:lnTo>
                <a:lnTo>
                  <a:pt x="1120261" y="75993"/>
                </a:lnTo>
                <a:lnTo>
                  <a:pt x="1120120" y="76390"/>
                </a:lnTo>
                <a:lnTo>
                  <a:pt x="1119973" y="76778"/>
                </a:lnTo>
                <a:close/>
                <a:moveTo>
                  <a:pt x="1094578" y="53961"/>
                </a:moveTo>
                <a:lnTo>
                  <a:pt x="1094634" y="53392"/>
                </a:lnTo>
                <a:lnTo>
                  <a:pt x="1094704" y="52833"/>
                </a:lnTo>
                <a:lnTo>
                  <a:pt x="1094788" y="52284"/>
                </a:lnTo>
                <a:lnTo>
                  <a:pt x="1094885" y="51747"/>
                </a:lnTo>
                <a:lnTo>
                  <a:pt x="1094997" y="51220"/>
                </a:lnTo>
                <a:lnTo>
                  <a:pt x="1095121" y="50704"/>
                </a:lnTo>
                <a:lnTo>
                  <a:pt x="1095260" y="50198"/>
                </a:lnTo>
                <a:lnTo>
                  <a:pt x="1095412" y="49704"/>
                </a:lnTo>
                <a:lnTo>
                  <a:pt x="1095579" y="49220"/>
                </a:lnTo>
                <a:lnTo>
                  <a:pt x="1095758" y="48747"/>
                </a:lnTo>
                <a:lnTo>
                  <a:pt x="1095952" y="48285"/>
                </a:lnTo>
                <a:lnTo>
                  <a:pt x="1096159" y="47833"/>
                </a:lnTo>
                <a:lnTo>
                  <a:pt x="1096380" y="47392"/>
                </a:lnTo>
                <a:lnTo>
                  <a:pt x="1096615" y="46962"/>
                </a:lnTo>
                <a:lnTo>
                  <a:pt x="1096863" y="46543"/>
                </a:lnTo>
                <a:lnTo>
                  <a:pt x="1097125" y="46134"/>
                </a:lnTo>
                <a:lnTo>
                  <a:pt x="1097401" y="45736"/>
                </a:lnTo>
                <a:lnTo>
                  <a:pt x="1097691" y="45349"/>
                </a:lnTo>
                <a:lnTo>
                  <a:pt x="1097994" y="44973"/>
                </a:lnTo>
                <a:lnTo>
                  <a:pt x="1098311" y="44607"/>
                </a:lnTo>
                <a:lnTo>
                  <a:pt x="1098638" y="44254"/>
                </a:lnTo>
                <a:lnTo>
                  <a:pt x="1098973" y="43917"/>
                </a:lnTo>
                <a:lnTo>
                  <a:pt x="1099315" y="43594"/>
                </a:lnTo>
                <a:lnTo>
                  <a:pt x="1099664" y="43287"/>
                </a:lnTo>
                <a:lnTo>
                  <a:pt x="1100020" y="42994"/>
                </a:lnTo>
                <a:lnTo>
                  <a:pt x="1100383" y="42716"/>
                </a:lnTo>
                <a:lnTo>
                  <a:pt x="1100754" y="42454"/>
                </a:lnTo>
                <a:lnTo>
                  <a:pt x="1101132" y="42206"/>
                </a:lnTo>
                <a:lnTo>
                  <a:pt x="1101517" y="41974"/>
                </a:lnTo>
                <a:lnTo>
                  <a:pt x="1101909" y="41756"/>
                </a:lnTo>
                <a:lnTo>
                  <a:pt x="1102308" y="41554"/>
                </a:lnTo>
                <a:lnTo>
                  <a:pt x="1102715" y="41366"/>
                </a:lnTo>
                <a:lnTo>
                  <a:pt x="1103129" y="41193"/>
                </a:lnTo>
                <a:lnTo>
                  <a:pt x="1103550" y="41036"/>
                </a:lnTo>
                <a:lnTo>
                  <a:pt x="1103978" y="40893"/>
                </a:lnTo>
                <a:lnTo>
                  <a:pt x="1104413" y="40766"/>
                </a:lnTo>
                <a:lnTo>
                  <a:pt x="1104856" y="40653"/>
                </a:lnTo>
                <a:lnTo>
                  <a:pt x="1105306" y="40556"/>
                </a:lnTo>
                <a:lnTo>
                  <a:pt x="1105763" y="40473"/>
                </a:lnTo>
                <a:lnTo>
                  <a:pt x="1106227" y="40406"/>
                </a:lnTo>
                <a:lnTo>
                  <a:pt x="1106698" y="40353"/>
                </a:lnTo>
                <a:lnTo>
                  <a:pt x="1107177" y="40316"/>
                </a:lnTo>
                <a:lnTo>
                  <a:pt x="1107663" y="40293"/>
                </a:lnTo>
                <a:lnTo>
                  <a:pt x="1108156" y="40286"/>
                </a:lnTo>
                <a:lnTo>
                  <a:pt x="1108617" y="40293"/>
                </a:lnTo>
                <a:lnTo>
                  <a:pt x="1109072" y="40314"/>
                </a:lnTo>
                <a:lnTo>
                  <a:pt x="1109522" y="40350"/>
                </a:lnTo>
                <a:lnTo>
                  <a:pt x="1109965" y="40399"/>
                </a:lnTo>
                <a:lnTo>
                  <a:pt x="1110403" y="40463"/>
                </a:lnTo>
                <a:lnTo>
                  <a:pt x="1110835" y="40542"/>
                </a:lnTo>
                <a:lnTo>
                  <a:pt x="1111261" y="40634"/>
                </a:lnTo>
                <a:lnTo>
                  <a:pt x="1111682" y="40741"/>
                </a:lnTo>
                <a:lnTo>
                  <a:pt x="1112096" y="40862"/>
                </a:lnTo>
                <a:lnTo>
                  <a:pt x="1112505" y="40997"/>
                </a:lnTo>
                <a:lnTo>
                  <a:pt x="1112908" y="41146"/>
                </a:lnTo>
                <a:lnTo>
                  <a:pt x="1113305" y="41310"/>
                </a:lnTo>
                <a:lnTo>
                  <a:pt x="1113696" y="41488"/>
                </a:lnTo>
                <a:lnTo>
                  <a:pt x="1114081" y="41680"/>
                </a:lnTo>
                <a:lnTo>
                  <a:pt x="1114460" y="41886"/>
                </a:lnTo>
                <a:lnTo>
                  <a:pt x="1114834" y="42106"/>
                </a:lnTo>
                <a:lnTo>
                  <a:pt x="1115202" y="42341"/>
                </a:lnTo>
                <a:lnTo>
                  <a:pt x="1115563" y="42590"/>
                </a:lnTo>
                <a:lnTo>
                  <a:pt x="1115919" y="42853"/>
                </a:lnTo>
                <a:lnTo>
                  <a:pt x="1116270" y="43131"/>
                </a:lnTo>
                <a:lnTo>
                  <a:pt x="1116614" y="43422"/>
                </a:lnTo>
                <a:lnTo>
                  <a:pt x="1116952" y="43728"/>
                </a:lnTo>
                <a:lnTo>
                  <a:pt x="1117285" y="44048"/>
                </a:lnTo>
                <a:lnTo>
                  <a:pt x="1117612" y="44382"/>
                </a:lnTo>
                <a:lnTo>
                  <a:pt x="1117929" y="44730"/>
                </a:lnTo>
                <a:lnTo>
                  <a:pt x="1118234" y="45091"/>
                </a:lnTo>
                <a:lnTo>
                  <a:pt x="1118526" y="45465"/>
                </a:lnTo>
                <a:lnTo>
                  <a:pt x="1118804" y="45853"/>
                </a:lnTo>
                <a:lnTo>
                  <a:pt x="1119071" y="46253"/>
                </a:lnTo>
                <a:lnTo>
                  <a:pt x="1119324" y="46666"/>
                </a:lnTo>
                <a:lnTo>
                  <a:pt x="1119564" y="47093"/>
                </a:lnTo>
                <a:lnTo>
                  <a:pt x="1119792" y="47533"/>
                </a:lnTo>
                <a:lnTo>
                  <a:pt x="1120007" y="47985"/>
                </a:lnTo>
                <a:lnTo>
                  <a:pt x="1120209" y="48451"/>
                </a:lnTo>
                <a:lnTo>
                  <a:pt x="1120398" y="48930"/>
                </a:lnTo>
                <a:lnTo>
                  <a:pt x="1120575" y="49422"/>
                </a:lnTo>
                <a:lnTo>
                  <a:pt x="1120738" y="49927"/>
                </a:lnTo>
                <a:lnTo>
                  <a:pt x="1120889" y="50445"/>
                </a:lnTo>
                <a:lnTo>
                  <a:pt x="1121027" y="50977"/>
                </a:lnTo>
                <a:lnTo>
                  <a:pt x="1121152" y="51521"/>
                </a:lnTo>
                <a:lnTo>
                  <a:pt x="1121265" y="52079"/>
                </a:lnTo>
                <a:lnTo>
                  <a:pt x="1121364" y="52649"/>
                </a:lnTo>
                <a:lnTo>
                  <a:pt x="1121451" y="53233"/>
                </a:lnTo>
                <a:lnTo>
                  <a:pt x="1121525" y="53830"/>
                </a:lnTo>
                <a:lnTo>
                  <a:pt x="1121586" y="54440"/>
                </a:lnTo>
                <a:lnTo>
                  <a:pt x="1121634" y="55063"/>
                </a:lnTo>
                <a:lnTo>
                  <a:pt x="1121669" y="55699"/>
                </a:lnTo>
                <a:lnTo>
                  <a:pt x="1121692" y="56348"/>
                </a:lnTo>
                <a:lnTo>
                  <a:pt x="1094489" y="56348"/>
                </a:lnTo>
                <a:lnTo>
                  <a:pt x="1094491" y="55735"/>
                </a:lnTo>
                <a:lnTo>
                  <a:pt x="1094506" y="55133"/>
                </a:lnTo>
                <a:lnTo>
                  <a:pt x="1094535" y="54542"/>
                </a:lnTo>
                <a:lnTo>
                  <a:pt x="1094578" y="53961"/>
                </a:lnTo>
                <a:close/>
                <a:moveTo>
                  <a:pt x="229654" y="89044"/>
                </a:moveTo>
                <a:lnTo>
                  <a:pt x="230077" y="89475"/>
                </a:lnTo>
                <a:lnTo>
                  <a:pt x="230497" y="89894"/>
                </a:lnTo>
                <a:lnTo>
                  <a:pt x="230916" y="90303"/>
                </a:lnTo>
                <a:lnTo>
                  <a:pt x="231333" y="90699"/>
                </a:lnTo>
                <a:lnTo>
                  <a:pt x="231748" y="91085"/>
                </a:lnTo>
                <a:lnTo>
                  <a:pt x="232162" y="91460"/>
                </a:lnTo>
                <a:lnTo>
                  <a:pt x="232574" y="91823"/>
                </a:lnTo>
                <a:lnTo>
                  <a:pt x="232985" y="92175"/>
                </a:lnTo>
                <a:lnTo>
                  <a:pt x="233393" y="92515"/>
                </a:lnTo>
                <a:lnTo>
                  <a:pt x="233800" y="92845"/>
                </a:lnTo>
                <a:lnTo>
                  <a:pt x="234206" y="93163"/>
                </a:lnTo>
                <a:lnTo>
                  <a:pt x="234609" y="93470"/>
                </a:lnTo>
                <a:lnTo>
                  <a:pt x="235011" y="93766"/>
                </a:lnTo>
                <a:lnTo>
                  <a:pt x="235411" y="94050"/>
                </a:lnTo>
                <a:lnTo>
                  <a:pt x="235810" y="94324"/>
                </a:lnTo>
                <a:lnTo>
                  <a:pt x="236207" y="94586"/>
                </a:lnTo>
                <a:lnTo>
                  <a:pt x="236602" y="94836"/>
                </a:lnTo>
                <a:lnTo>
                  <a:pt x="236995" y="95076"/>
                </a:lnTo>
                <a:lnTo>
                  <a:pt x="237387" y="95304"/>
                </a:lnTo>
                <a:lnTo>
                  <a:pt x="237777" y="95521"/>
                </a:lnTo>
                <a:lnTo>
                  <a:pt x="238166" y="95727"/>
                </a:lnTo>
                <a:lnTo>
                  <a:pt x="238553" y="95921"/>
                </a:lnTo>
                <a:lnTo>
                  <a:pt x="238940" y="96106"/>
                </a:lnTo>
                <a:lnTo>
                  <a:pt x="239332" y="96283"/>
                </a:lnTo>
                <a:lnTo>
                  <a:pt x="239727" y="96453"/>
                </a:lnTo>
                <a:lnTo>
                  <a:pt x="240126" y="96614"/>
                </a:lnTo>
                <a:lnTo>
                  <a:pt x="240528" y="96768"/>
                </a:lnTo>
                <a:lnTo>
                  <a:pt x="240935" y="96913"/>
                </a:lnTo>
                <a:lnTo>
                  <a:pt x="241345" y="97051"/>
                </a:lnTo>
                <a:lnTo>
                  <a:pt x="241759" y="97181"/>
                </a:lnTo>
                <a:lnTo>
                  <a:pt x="242176" y="97303"/>
                </a:lnTo>
                <a:lnTo>
                  <a:pt x="242597" y="97417"/>
                </a:lnTo>
                <a:lnTo>
                  <a:pt x="243022" y="97523"/>
                </a:lnTo>
                <a:lnTo>
                  <a:pt x="243451" y="97622"/>
                </a:lnTo>
                <a:lnTo>
                  <a:pt x="243883" y="97712"/>
                </a:lnTo>
                <a:lnTo>
                  <a:pt x="244319" y="97795"/>
                </a:lnTo>
                <a:lnTo>
                  <a:pt x="244759" y="97870"/>
                </a:lnTo>
                <a:lnTo>
                  <a:pt x="245202" y="97936"/>
                </a:lnTo>
                <a:lnTo>
                  <a:pt x="245649" y="97995"/>
                </a:lnTo>
                <a:lnTo>
                  <a:pt x="246100" y="98047"/>
                </a:lnTo>
                <a:lnTo>
                  <a:pt x="246555" y="98090"/>
                </a:lnTo>
                <a:lnTo>
                  <a:pt x="247013" y="98125"/>
                </a:lnTo>
                <a:lnTo>
                  <a:pt x="247475" y="98153"/>
                </a:lnTo>
                <a:lnTo>
                  <a:pt x="247941" y="98173"/>
                </a:lnTo>
                <a:lnTo>
                  <a:pt x="248410" y="98184"/>
                </a:lnTo>
                <a:lnTo>
                  <a:pt x="248883" y="98188"/>
                </a:lnTo>
                <a:lnTo>
                  <a:pt x="249875" y="98172"/>
                </a:lnTo>
                <a:lnTo>
                  <a:pt x="250855" y="98122"/>
                </a:lnTo>
                <a:lnTo>
                  <a:pt x="251823" y="98039"/>
                </a:lnTo>
                <a:lnTo>
                  <a:pt x="252778" y="97923"/>
                </a:lnTo>
                <a:lnTo>
                  <a:pt x="253721" y="97774"/>
                </a:lnTo>
                <a:lnTo>
                  <a:pt x="254651" y="97591"/>
                </a:lnTo>
                <a:lnTo>
                  <a:pt x="255570" y="97376"/>
                </a:lnTo>
                <a:lnTo>
                  <a:pt x="256475" y="97127"/>
                </a:lnTo>
                <a:lnTo>
                  <a:pt x="257369" y="96845"/>
                </a:lnTo>
                <a:lnTo>
                  <a:pt x="258250" y="96530"/>
                </a:lnTo>
                <a:lnTo>
                  <a:pt x="259118" y="96181"/>
                </a:lnTo>
                <a:lnTo>
                  <a:pt x="259975" y="95800"/>
                </a:lnTo>
                <a:lnTo>
                  <a:pt x="260818" y="95385"/>
                </a:lnTo>
                <a:lnTo>
                  <a:pt x="261650" y="94938"/>
                </a:lnTo>
                <a:lnTo>
                  <a:pt x="262469" y="94457"/>
                </a:lnTo>
                <a:lnTo>
                  <a:pt x="263276" y="93942"/>
                </a:lnTo>
                <a:lnTo>
                  <a:pt x="264070" y="93395"/>
                </a:lnTo>
                <a:lnTo>
                  <a:pt x="264852" y="92815"/>
                </a:lnTo>
                <a:lnTo>
                  <a:pt x="265622" y="92201"/>
                </a:lnTo>
                <a:lnTo>
                  <a:pt x="266379" y="91554"/>
                </a:lnTo>
                <a:lnTo>
                  <a:pt x="267124" y="90874"/>
                </a:lnTo>
                <a:lnTo>
                  <a:pt x="267857" y="90161"/>
                </a:lnTo>
                <a:lnTo>
                  <a:pt x="268577" y="89415"/>
                </a:lnTo>
                <a:lnTo>
                  <a:pt x="269285" y="88635"/>
                </a:lnTo>
                <a:lnTo>
                  <a:pt x="269972" y="87826"/>
                </a:lnTo>
                <a:lnTo>
                  <a:pt x="270630" y="86989"/>
                </a:lnTo>
                <a:lnTo>
                  <a:pt x="271258" y="86127"/>
                </a:lnTo>
                <a:lnTo>
                  <a:pt x="271858" y="85237"/>
                </a:lnTo>
                <a:lnTo>
                  <a:pt x="272428" y="84321"/>
                </a:lnTo>
                <a:lnTo>
                  <a:pt x="272969" y="83379"/>
                </a:lnTo>
                <a:lnTo>
                  <a:pt x="273480" y="82409"/>
                </a:lnTo>
                <a:lnTo>
                  <a:pt x="273963" y="81413"/>
                </a:lnTo>
                <a:lnTo>
                  <a:pt x="274416" y="80391"/>
                </a:lnTo>
                <a:lnTo>
                  <a:pt x="274840" y="79341"/>
                </a:lnTo>
                <a:lnTo>
                  <a:pt x="275234" y="78266"/>
                </a:lnTo>
                <a:lnTo>
                  <a:pt x="275600" y="77163"/>
                </a:lnTo>
                <a:lnTo>
                  <a:pt x="275936" y="76034"/>
                </a:lnTo>
                <a:lnTo>
                  <a:pt x="276243" y="74878"/>
                </a:lnTo>
                <a:lnTo>
                  <a:pt x="276521" y="73695"/>
                </a:lnTo>
                <a:lnTo>
                  <a:pt x="276769" y="72486"/>
                </a:lnTo>
                <a:lnTo>
                  <a:pt x="276989" y="71250"/>
                </a:lnTo>
                <a:lnTo>
                  <a:pt x="277179" y="69988"/>
                </a:lnTo>
                <a:lnTo>
                  <a:pt x="277339" y="68699"/>
                </a:lnTo>
                <a:lnTo>
                  <a:pt x="277471" y="67383"/>
                </a:lnTo>
                <a:lnTo>
                  <a:pt x="277573" y="66041"/>
                </a:lnTo>
                <a:lnTo>
                  <a:pt x="277646" y="64672"/>
                </a:lnTo>
                <a:lnTo>
                  <a:pt x="277690" y="63276"/>
                </a:lnTo>
                <a:lnTo>
                  <a:pt x="277705" y="61853"/>
                </a:lnTo>
                <a:lnTo>
                  <a:pt x="277690" y="60468"/>
                </a:lnTo>
                <a:lnTo>
                  <a:pt x="277647" y="59109"/>
                </a:lnTo>
                <a:lnTo>
                  <a:pt x="277574" y="57775"/>
                </a:lnTo>
                <a:lnTo>
                  <a:pt x="277473" y="56467"/>
                </a:lnTo>
                <a:lnTo>
                  <a:pt x="277342" y="55184"/>
                </a:lnTo>
                <a:lnTo>
                  <a:pt x="277183" y="53927"/>
                </a:lnTo>
                <a:lnTo>
                  <a:pt x="276994" y="52696"/>
                </a:lnTo>
                <a:lnTo>
                  <a:pt x="276776" y="51491"/>
                </a:lnTo>
                <a:lnTo>
                  <a:pt x="276530" y="50311"/>
                </a:lnTo>
                <a:lnTo>
                  <a:pt x="276254" y="49156"/>
                </a:lnTo>
                <a:lnTo>
                  <a:pt x="275950" y="48027"/>
                </a:lnTo>
                <a:lnTo>
                  <a:pt x="275616" y="46924"/>
                </a:lnTo>
                <a:lnTo>
                  <a:pt x="275253" y="45847"/>
                </a:lnTo>
                <a:lnTo>
                  <a:pt x="274862" y="44795"/>
                </a:lnTo>
                <a:lnTo>
                  <a:pt x="274441" y="43769"/>
                </a:lnTo>
                <a:lnTo>
                  <a:pt x="273991" y="42768"/>
                </a:lnTo>
                <a:lnTo>
                  <a:pt x="273513" y="41794"/>
                </a:lnTo>
                <a:lnTo>
                  <a:pt x="273005" y="40844"/>
                </a:lnTo>
                <a:lnTo>
                  <a:pt x="272468" y="39921"/>
                </a:lnTo>
                <a:lnTo>
                  <a:pt x="271903" y="39023"/>
                </a:lnTo>
                <a:lnTo>
                  <a:pt x="271308" y="38150"/>
                </a:lnTo>
                <a:lnTo>
                  <a:pt x="270684" y="37304"/>
                </a:lnTo>
                <a:lnTo>
                  <a:pt x="270032" y="36483"/>
                </a:lnTo>
                <a:lnTo>
                  <a:pt x="269350" y="35687"/>
                </a:lnTo>
                <a:lnTo>
                  <a:pt x="268647" y="34921"/>
                </a:lnTo>
                <a:lnTo>
                  <a:pt x="267932" y="34187"/>
                </a:lnTo>
                <a:lnTo>
                  <a:pt x="267204" y="33486"/>
                </a:lnTo>
                <a:lnTo>
                  <a:pt x="266464" y="32818"/>
                </a:lnTo>
                <a:lnTo>
                  <a:pt x="265711" y="32182"/>
                </a:lnTo>
                <a:lnTo>
                  <a:pt x="264946" y="31578"/>
                </a:lnTo>
                <a:lnTo>
                  <a:pt x="264167" y="31008"/>
                </a:lnTo>
                <a:lnTo>
                  <a:pt x="263377" y="30470"/>
                </a:lnTo>
                <a:lnTo>
                  <a:pt x="262573" y="29964"/>
                </a:lnTo>
                <a:lnTo>
                  <a:pt x="261757" y="29491"/>
                </a:lnTo>
                <a:lnTo>
                  <a:pt x="260929" y="29051"/>
                </a:lnTo>
                <a:lnTo>
                  <a:pt x="260088" y="28644"/>
                </a:lnTo>
                <a:lnTo>
                  <a:pt x="259234" y="28269"/>
                </a:lnTo>
                <a:lnTo>
                  <a:pt x="258368" y="27926"/>
                </a:lnTo>
                <a:lnTo>
                  <a:pt x="257489" y="27616"/>
                </a:lnTo>
                <a:lnTo>
                  <a:pt x="256598" y="27339"/>
                </a:lnTo>
                <a:lnTo>
                  <a:pt x="255694" y="27095"/>
                </a:lnTo>
                <a:lnTo>
                  <a:pt x="254777" y="26883"/>
                </a:lnTo>
                <a:lnTo>
                  <a:pt x="253848" y="26703"/>
                </a:lnTo>
                <a:lnTo>
                  <a:pt x="252906" y="26557"/>
                </a:lnTo>
                <a:lnTo>
                  <a:pt x="251951" y="26443"/>
                </a:lnTo>
                <a:lnTo>
                  <a:pt x="250984" y="26361"/>
                </a:lnTo>
                <a:lnTo>
                  <a:pt x="250005" y="26312"/>
                </a:lnTo>
                <a:lnTo>
                  <a:pt x="249013" y="26296"/>
                </a:lnTo>
                <a:lnTo>
                  <a:pt x="248443" y="26301"/>
                </a:lnTo>
                <a:lnTo>
                  <a:pt x="247877" y="26318"/>
                </a:lnTo>
                <a:lnTo>
                  <a:pt x="247315" y="26346"/>
                </a:lnTo>
                <a:lnTo>
                  <a:pt x="246758" y="26386"/>
                </a:lnTo>
                <a:lnTo>
                  <a:pt x="246205" y="26436"/>
                </a:lnTo>
                <a:lnTo>
                  <a:pt x="245657" y="26498"/>
                </a:lnTo>
                <a:lnTo>
                  <a:pt x="245112" y="26571"/>
                </a:lnTo>
                <a:lnTo>
                  <a:pt x="244572" y="26656"/>
                </a:lnTo>
                <a:lnTo>
                  <a:pt x="244037" y="26751"/>
                </a:lnTo>
                <a:lnTo>
                  <a:pt x="243505" y="26858"/>
                </a:lnTo>
                <a:lnTo>
                  <a:pt x="242978" y="26976"/>
                </a:lnTo>
                <a:lnTo>
                  <a:pt x="242455" y="27105"/>
                </a:lnTo>
                <a:lnTo>
                  <a:pt x="241936" y="27246"/>
                </a:lnTo>
                <a:lnTo>
                  <a:pt x="241422" y="27398"/>
                </a:lnTo>
                <a:lnTo>
                  <a:pt x="240912" y="27561"/>
                </a:lnTo>
                <a:lnTo>
                  <a:pt x="240406" y="27735"/>
                </a:lnTo>
                <a:lnTo>
                  <a:pt x="239904" y="27921"/>
                </a:lnTo>
                <a:lnTo>
                  <a:pt x="239407" y="28117"/>
                </a:lnTo>
                <a:lnTo>
                  <a:pt x="238914" y="28325"/>
                </a:lnTo>
                <a:lnTo>
                  <a:pt x="238425" y="28545"/>
                </a:lnTo>
                <a:lnTo>
                  <a:pt x="237940" y="28775"/>
                </a:lnTo>
                <a:lnTo>
                  <a:pt x="237460" y="29017"/>
                </a:lnTo>
                <a:lnTo>
                  <a:pt x="236984" y="29270"/>
                </a:lnTo>
                <a:lnTo>
                  <a:pt x="236512" y="29534"/>
                </a:lnTo>
                <a:lnTo>
                  <a:pt x="236047" y="29807"/>
                </a:lnTo>
                <a:lnTo>
                  <a:pt x="235589" y="30087"/>
                </a:lnTo>
                <a:lnTo>
                  <a:pt x="235140" y="30374"/>
                </a:lnTo>
                <a:lnTo>
                  <a:pt x="234699" y="30668"/>
                </a:lnTo>
                <a:lnTo>
                  <a:pt x="234266" y="30968"/>
                </a:lnTo>
                <a:lnTo>
                  <a:pt x="233841" y="31275"/>
                </a:lnTo>
                <a:lnTo>
                  <a:pt x="233424" y="31589"/>
                </a:lnTo>
                <a:lnTo>
                  <a:pt x="233015" y="31909"/>
                </a:lnTo>
                <a:lnTo>
                  <a:pt x="232614" y="32236"/>
                </a:lnTo>
                <a:lnTo>
                  <a:pt x="232221" y="32570"/>
                </a:lnTo>
                <a:lnTo>
                  <a:pt x="231837" y="32911"/>
                </a:lnTo>
                <a:lnTo>
                  <a:pt x="231460" y="33258"/>
                </a:lnTo>
                <a:lnTo>
                  <a:pt x="231092" y="33613"/>
                </a:lnTo>
                <a:lnTo>
                  <a:pt x="230732" y="33974"/>
                </a:lnTo>
                <a:lnTo>
                  <a:pt x="230380" y="34341"/>
                </a:lnTo>
                <a:lnTo>
                  <a:pt x="230036" y="34716"/>
                </a:lnTo>
                <a:lnTo>
                  <a:pt x="229700" y="35097"/>
                </a:lnTo>
                <a:lnTo>
                  <a:pt x="229372" y="35485"/>
                </a:lnTo>
                <a:lnTo>
                  <a:pt x="229052" y="35879"/>
                </a:lnTo>
                <a:lnTo>
                  <a:pt x="228740" y="36281"/>
                </a:lnTo>
                <a:lnTo>
                  <a:pt x="228437" y="36689"/>
                </a:lnTo>
                <a:lnTo>
                  <a:pt x="228141" y="37104"/>
                </a:lnTo>
                <a:lnTo>
                  <a:pt x="227854" y="37526"/>
                </a:lnTo>
                <a:lnTo>
                  <a:pt x="227574" y="37954"/>
                </a:lnTo>
                <a:lnTo>
                  <a:pt x="227574" y="27850"/>
                </a:lnTo>
                <a:lnTo>
                  <a:pt x="210605" y="27850"/>
                </a:lnTo>
                <a:lnTo>
                  <a:pt x="210605" y="122800"/>
                </a:lnTo>
                <a:lnTo>
                  <a:pt x="228805" y="122800"/>
                </a:lnTo>
                <a:lnTo>
                  <a:pt x="228805" y="88149"/>
                </a:lnTo>
                <a:lnTo>
                  <a:pt x="229231" y="88602"/>
                </a:lnTo>
                <a:lnTo>
                  <a:pt x="229654" y="89044"/>
                </a:lnTo>
                <a:close/>
                <a:moveTo>
                  <a:pt x="228802" y="57057"/>
                </a:moveTo>
                <a:lnTo>
                  <a:pt x="228886" y="56310"/>
                </a:lnTo>
                <a:lnTo>
                  <a:pt x="228985" y="55581"/>
                </a:lnTo>
                <a:lnTo>
                  <a:pt x="229100" y="54869"/>
                </a:lnTo>
                <a:lnTo>
                  <a:pt x="229230" y="54175"/>
                </a:lnTo>
                <a:lnTo>
                  <a:pt x="229375" y="53497"/>
                </a:lnTo>
                <a:lnTo>
                  <a:pt x="229536" y="52837"/>
                </a:lnTo>
                <a:lnTo>
                  <a:pt x="229712" y="52193"/>
                </a:lnTo>
                <a:lnTo>
                  <a:pt x="229903" y="51567"/>
                </a:lnTo>
                <a:lnTo>
                  <a:pt x="230109" y="50959"/>
                </a:lnTo>
                <a:lnTo>
                  <a:pt x="230331" y="50367"/>
                </a:lnTo>
                <a:lnTo>
                  <a:pt x="230568" y="49792"/>
                </a:lnTo>
                <a:lnTo>
                  <a:pt x="230820" y="49235"/>
                </a:lnTo>
                <a:lnTo>
                  <a:pt x="231088" y="48695"/>
                </a:lnTo>
                <a:lnTo>
                  <a:pt x="231371" y="48172"/>
                </a:lnTo>
                <a:lnTo>
                  <a:pt x="231669" y="47666"/>
                </a:lnTo>
                <a:lnTo>
                  <a:pt x="231983" y="47178"/>
                </a:lnTo>
                <a:lnTo>
                  <a:pt x="232311" y="46706"/>
                </a:lnTo>
                <a:lnTo>
                  <a:pt x="232656" y="46252"/>
                </a:lnTo>
                <a:lnTo>
                  <a:pt x="233015" y="45815"/>
                </a:lnTo>
                <a:lnTo>
                  <a:pt x="233386" y="45396"/>
                </a:lnTo>
                <a:lnTo>
                  <a:pt x="233765" y="44994"/>
                </a:lnTo>
                <a:lnTo>
                  <a:pt x="234151" y="44610"/>
                </a:lnTo>
                <a:lnTo>
                  <a:pt x="234546" y="44244"/>
                </a:lnTo>
                <a:lnTo>
                  <a:pt x="234948" y="43896"/>
                </a:lnTo>
                <a:lnTo>
                  <a:pt x="235359" y="43566"/>
                </a:lnTo>
                <a:lnTo>
                  <a:pt x="235777" y="43254"/>
                </a:lnTo>
                <a:lnTo>
                  <a:pt x="236203" y="42959"/>
                </a:lnTo>
                <a:lnTo>
                  <a:pt x="236637" y="42682"/>
                </a:lnTo>
                <a:lnTo>
                  <a:pt x="237079" y="42424"/>
                </a:lnTo>
                <a:lnTo>
                  <a:pt x="237528" y="42183"/>
                </a:lnTo>
                <a:lnTo>
                  <a:pt x="237986" y="41960"/>
                </a:lnTo>
                <a:lnTo>
                  <a:pt x="238451" y="41754"/>
                </a:lnTo>
                <a:lnTo>
                  <a:pt x="238925" y="41567"/>
                </a:lnTo>
                <a:lnTo>
                  <a:pt x="239406" y="41397"/>
                </a:lnTo>
                <a:lnTo>
                  <a:pt x="239895" y="41246"/>
                </a:lnTo>
                <a:lnTo>
                  <a:pt x="240392" y="41112"/>
                </a:lnTo>
                <a:lnTo>
                  <a:pt x="240896" y="40996"/>
                </a:lnTo>
                <a:lnTo>
                  <a:pt x="241409" y="40897"/>
                </a:lnTo>
                <a:lnTo>
                  <a:pt x="241929" y="40817"/>
                </a:lnTo>
                <a:lnTo>
                  <a:pt x="242458" y="40755"/>
                </a:lnTo>
                <a:lnTo>
                  <a:pt x="242994" y="40710"/>
                </a:lnTo>
                <a:lnTo>
                  <a:pt x="243538" y="40683"/>
                </a:lnTo>
                <a:lnTo>
                  <a:pt x="244090" y="40674"/>
                </a:lnTo>
                <a:lnTo>
                  <a:pt x="244621" y="40683"/>
                </a:lnTo>
                <a:lnTo>
                  <a:pt x="245145" y="40711"/>
                </a:lnTo>
                <a:lnTo>
                  <a:pt x="245661" y="40756"/>
                </a:lnTo>
                <a:lnTo>
                  <a:pt x="246170" y="40820"/>
                </a:lnTo>
                <a:lnTo>
                  <a:pt x="246672" y="40902"/>
                </a:lnTo>
                <a:lnTo>
                  <a:pt x="247167" y="41002"/>
                </a:lnTo>
                <a:lnTo>
                  <a:pt x="247654" y="41120"/>
                </a:lnTo>
                <a:lnTo>
                  <a:pt x="248135" y="41256"/>
                </a:lnTo>
                <a:lnTo>
                  <a:pt x="248608" y="41411"/>
                </a:lnTo>
                <a:lnTo>
                  <a:pt x="249074" y="41584"/>
                </a:lnTo>
                <a:lnTo>
                  <a:pt x="249533" y="41775"/>
                </a:lnTo>
                <a:lnTo>
                  <a:pt x="249984" y="41984"/>
                </a:lnTo>
                <a:lnTo>
                  <a:pt x="250428" y="42211"/>
                </a:lnTo>
                <a:lnTo>
                  <a:pt x="250866" y="42457"/>
                </a:lnTo>
                <a:lnTo>
                  <a:pt x="251296" y="42720"/>
                </a:lnTo>
                <a:lnTo>
                  <a:pt x="251718" y="43002"/>
                </a:lnTo>
                <a:lnTo>
                  <a:pt x="252134" y="43302"/>
                </a:lnTo>
                <a:lnTo>
                  <a:pt x="252542" y="43621"/>
                </a:lnTo>
                <a:lnTo>
                  <a:pt x="252944" y="43957"/>
                </a:lnTo>
                <a:lnTo>
                  <a:pt x="253338" y="44312"/>
                </a:lnTo>
                <a:lnTo>
                  <a:pt x="253724" y="44685"/>
                </a:lnTo>
                <a:lnTo>
                  <a:pt x="254104" y="45076"/>
                </a:lnTo>
                <a:lnTo>
                  <a:pt x="254476" y="45485"/>
                </a:lnTo>
                <a:lnTo>
                  <a:pt x="254842" y="45912"/>
                </a:lnTo>
                <a:lnTo>
                  <a:pt x="255196" y="46359"/>
                </a:lnTo>
                <a:lnTo>
                  <a:pt x="255535" y="46824"/>
                </a:lnTo>
                <a:lnTo>
                  <a:pt x="255859" y="47309"/>
                </a:lnTo>
                <a:lnTo>
                  <a:pt x="256168" y="47813"/>
                </a:lnTo>
                <a:lnTo>
                  <a:pt x="256461" y="48336"/>
                </a:lnTo>
                <a:lnTo>
                  <a:pt x="256740" y="48879"/>
                </a:lnTo>
                <a:lnTo>
                  <a:pt x="257004" y="49441"/>
                </a:lnTo>
                <a:lnTo>
                  <a:pt x="257253" y="50022"/>
                </a:lnTo>
                <a:lnTo>
                  <a:pt x="257486" y="50623"/>
                </a:lnTo>
                <a:lnTo>
                  <a:pt x="257705" y="51243"/>
                </a:lnTo>
                <a:lnTo>
                  <a:pt x="257908" y="51882"/>
                </a:lnTo>
                <a:lnTo>
                  <a:pt x="258096" y="52541"/>
                </a:lnTo>
                <a:lnTo>
                  <a:pt x="258270" y="53219"/>
                </a:lnTo>
                <a:lnTo>
                  <a:pt x="258428" y="53916"/>
                </a:lnTo>
                <a:lnTo>
                  <a:pt x="258571" y="54633"/>
                </a:lnTo>
                <a:lnTo>
                  <a:pt x="258699" y="55369"/>
                </a:lnTo>
                <a:lnTo>
                  <a:pt x="258812" y="56124"/>
                </a:lnTo>
                <a:lnTo>
                  <a:pt x="258910" y="56898"/>
                </a:lnTo>
                <a:lnTo>
                  <a:pt x="258993" y="57692"/>
                </a:lnTo>
                <a:lnTo>
                  <a:pt x="259061" y="58505"/>
                </a:lnTo>
                <a:lnTo>
                  <a:pt x="259113" y="59337"/>
                </a:lnTo>
                <a:lnTo>
                  <a:pt x="259151" y="60189"/>
                </a:lnTo>
                <a:lnTo>
                  <a:pt x="259174" y="61060"/>
                </a:lnTo>
                <a:lnTo>
                  <a:pt x="259181" y="61951"/>
                </a:lnTo>
                <a:lnTo>
                  <a:pt x="259174" y="62904"/>
                </a:lnTo>
                <a:lnTo>
                  <a:pt x="259152" y="63835"/>
                </a:lnTo>
                <a:lnTo>
                  <a:pt x="259115" y="64743"/>
                </a:lnTo>
                <a:lnTo>
                  <a:pt x="259064" y="65629"/>
                </a:lnTo>
                <a:lnTo>
                  <a:pt x="258998" y="66492"/>
                </a:lnTo>
                <a:lnTo>
                  <a:pt x="258918" y="67333"/>
                </a:lnTo>
                <a:lnTo>
                  <a:pt x="258823" y="68151"/>
                </a:lnTo>
                <a:lnTo>
                  <a:pt x="258713" y="68946"/>
                </a:lnTo>
                <a:lnTo>
                  <a:pt x="258589" y="69719"/>
                </a:lnTo>
                <a:lnTo>
                  <a:pt x="258450" y="70470"/>
                </a:lnTo>
                <a:lnTo>
                  <a:pt x="258297" y="71197"/>
                </a:lnTo>
                <a:lnTo>
                  <a:pt x="258129" y="71903"/>
                </a:lnTo>
                <a:lnTo>
                  <a:pt x="257946" y="72585"/>
                </a:lnTo>
                <a:lnTo>
                  <a:pt x="257749" y="73245"/>
                </a:lnTo>
                <a:lnTo>
                  <a:pt x="257537" y="73883"/>
                </a:lnTo>
                <a:lnTo>
                  <a:pt x="257310" y="74498"/>
                </a:lnTo>
                <a:lnTo>
                  <a:pt x="257069" y="75090"/>
                </a:lnTo>
                <a:lnTo>
                  <a:pt x="256813" y="75660"/>
                </a:lnTo>
                <a:lnTo>
                  <a:pt x="256543" y="76207"/>
                </a:lnTo>
                <a:lnTo>
                  <a:pt x="256258" y="76731"/>
                </a:lnTo>
                <a:lnTo>
                  <a:pt x="255958" y="77233"/>
                </a:lnTo>
                <a:lnTo>
                  <a:pt x="255644" y="77713"/>
                </a:lnTo>
                <a:lnTo>
                  <a:pt x="255315" y="78170"/>
                </a:lnTo>
                <a:lnTo>
                  <a:pt x="254971" y="78604"/>
                </a:lnTo>
                <a:lnTo>
                  <a:pt x="254617" y="79018"/>
                </a:lnTo>
                <a:lnTo>
                  <a:pt x="254255" y="79415"/>
                </a:lnTo>
                <a:lnTo>
                  <a:pt x="253885" y="79794"/>
                </a:lnTo>
                <a:lnTo>
                  <a:pt x="253509" y="80155"/>
                </a:lnTo>
                <a:lnTo>
                  <a:pt x="253124" y="80499"/>
                </a:lnTo>
                <a:lnTo>
                  <a:pt x="252733" y="80825"/>
                </a:lnTo>
                <a:lnTo>
                  <a:pt x="252334" y="81133"/>
                </a:lnTo>
                <a:lnTo>
                  <a:pt x="251927" y="81424"/>
                </a:lnTo>
                <a:lnTo>
                  <a:pt x="251513" y="81697"/>
                </a:lnTo>
                <a:lnTo>
                  <a:pt x="251092" y="81953"/>
                </a:lnTo>
                <a:lnTo>
                  <a:pt x="250663" y="82191"/>
                </a:lnTo>
                <a:lnTo>
                  <a:pt x="250227" y="82411"/>
                </a:lnTo>
                <a:lnTo>
                  <a:pt x="249783" y="82614"/>
                </a:lnTo>
                <a:lnTo>
                  <a:pt x="249332" y="82799"/>
                </a:lnTo>
                <a:lnTo>
                  <a:pt x="248874" y="82966"/>
                </a:lnTo>
                <a:lnTo>
                  <a:pt x="248408" y="83116"/>
                </a:lnTo>
                <a:lnTo>
                  <a:pt x="247935" y="83248"/>
                </a:lnTo>
                <a:lnTo>
                  <a:pt x="247454" y="83363"/>
                </a:lnTo>
                <a:lnTo>
                  <a:pt x="246966" y="83460"/>
                </a:lnTo>
                <a:lnTo>
                  <a:pt x="246470" y="83539"/>
                </a:lnTo>
                <a:lnTo>
                  <a:pt x="245967" y="83601"/>
                </a:lnTo>
                <a:lnTo>
                  <a:pt x="245457" y="83645"/>
                </a:lnTo>
                <a:lnTo>
                  <a:pt x="244939" y="83671"/>
                </a:lnTo>
                <a:lnTo>
                  <a:pt x="244414" y="83680"/>
                </a:lnTo>
                <a:lnTo>
                  <a:pt x="243867" y="83671"/>
                </a:lnTo>
                <a:lnTo>
                  <a:pt x="243327" y="83642"/>
                </a:lnTo>
                <a:lnTo>
                  <a:pt x="242794" y="83594"/>
                </a:lnTo>
                <a:lnTo>
                  <a:pt x="242268" y="83527"/>
                </a:lnTo>
                <a:lnTo>
                  <a:pt x="241749" y="83440"/>
                </a:lnTo>
                <a:lnTo>
                  <a:pt x="241236" y="83335"/>
                </a:lnTo>
                <a:lnTo>
                  <a:pt x="240731" y="83210"/>
                </a:lnTo>
                <a:lnTo>
                  <a:pt x="240233" y="83066"/>
                </a:lnTo>
                <a:lnTo>
                  <a:pt x="239742" y="82903"/>
                </a:lnTo>
                <a:lnTo>
                  <a:pt x="239257" y="82720"/>
                </a:lnTo>
                <a:lnTo>
                  <a:pt x="238780" y="82519"/>
                </a:lnTo>
                <a:lnTo>
                  <a:pt x="238310" y="82298"/>
                </a:lnTo>
                <a:lnTo>
                  <a:pt x="237846" y="82058"/>
                </a:lnTo>
                <a:lnTo>
                  <a:pt x="237390" y="81799"/>
                </a:lnTo>
                <a:lnTo>
                  <a:pt x="236940" y="81520"/>
                </a:lnTo>
                <a:lnTo>
                  <a:pt x="236498" y="81223"/>
                </a:lnTo>
                <a:lnTo>
                  <a:pt x="236062" y="80906"/>
                </a:lnTo>
                <a:lnTo>
                  <a:pt x="235634" y="80570"/>
                </a:lnTo>
                <a:lnTo>
                  <a:pt x="235212" y="80215"/>
                </a:lnTo>
                <a:lnTo>
                  <a:pt x="234798" y="79840"/>
                </a:lnTo>
                <a:lnTo>
                  <a:pt x="234390" y="79447"/>
                </a:lnTo>
                <a:lnTo>
                  <a:pt x="233990" y="79034"/>
                </a:lnTo>
                <a:lnTo>
                  <a:pt x="233596" y="78602"/>
                </a:lnTo>
                <a:lnTo>
                  <a:pt x="233209" y="78151"/>
                </a:lnTo>
                <a:lnTo>
                  <a:pt x="232834" y="77679"/>
                </a:lnTo>
                <a:lnTo>
                  <a:pt x="232475" y="77187"/>
                </a:lnTo>
                <a:lnTo>
                  <a:pt x="232131" y="76674"/>
                </a:lnTo>
                <a:lnTo>
                  <a:pt x="231804" y="76140"/>
                </a:lnTo>
                <a:lnTo>
                  <a:pt x="231493" y="75584"/>
                </a:lnTo>
                <a:lnTo>
                  <a:pt x="231197" y="75008"/>
                </a:lnTo>
                <a:lnTo>
                  <a:pt x="230918" y="74411"/>
                </a:lnTo>
                <a:lnTo>
                  <a:pt x="230654" y="73793"/>
                </a:lnTo>
                <a:lnTo>
                  <a:pt x="230407" y="73153"/>
                </a:lnTo>
                <a:lnTo>
                  <a:pt x="230175" y="72493"/>
                </a:lnTo>
                <a:lnTo>
                  <a:pt x="229960" y="71812"/>
                </a:lnTo>
                <a:lnTo>
                  <a:pt x="229760" y="71110"/>
                </a:lnTo>
                <a:lnTo>
                  <a:pt x="229577" y="70386"/>
                </a:lnTo>
                <a:lnTo>
                  <a:pt x="229409" y="69642"/>
                </a:lnTo>
                <a:lnTo>
                  <a:pt x="229257" y="68877"/>
                </a:lnTo>
                <a:lnTo>
                  <a:pt x="229122" y="68091"/>
                </a:lnTo>
                <a:lnTo>
                  <a:pt x="229002" y="67284"/>
                </a:lnTo>
                <a:lnTo>
                  <a:pt x="228898" y="66456"/>
                </a:lnTo>
                <a:lnTo>
                  <a:pt x="228810" y="65606"/>
                </a:lnTo>
                <a:lnTo>
                  <a:pt x="228738" y="64736"/>
                </a:lnTo>
                <a:lnTo>
                  <a:pt x="228683" y="63845"/>
                </a:lnTo>
                <a:lnTo>
                  <a:pt x="228643" y="62933"/>
                </a:lnTo>
                <a:lnTo>
                  <a:pt x="228619" y="62000"/>
                </a:lnTo>
                <a:lnTo>
                  <a:pt x="228611" y="61046"/>
                </a:lnTo>
                <a:lnTo>
                  <a:pt x="228618" y="60214"/>
                </a:lnTo>
                <a:lnTo>
                  <a:pt x="228641" y="59399"/>
                </a:lnTo>
                <a:lnTo>
                  <a:pt x="228679" y="58601"/>
                </a:lnTo>
                <a:lnTo>
                  <a:pt x="228733" y="57820"/>
                </a:lnTo>
                <a:lnTo>
                  <a:pt x="228802" y="57057"/>
                </a:lnTo>
                <a:close/>
                <a:moveTo>
                  <a:pt x="1018309" y="89044"/>
                </a:moveTo>
                <a:lnTo>
                  <a:pt x="1018731" y="89475"/>
                </a:lnTo>
                <a:lnTo>
                  <a:pt x="1019151" y="89894"/>
                </a:lnTo>
                <a:lnTo>
                  <a:pt x="1019570" y="90303"/>
                </a:lnTo>
                <a:lnTo>
                  <a:pt x="1019987" y="90699"/>
                </a:lnTo>
                <a:lnTo>
                  <a:pt x="1020403" y="91085"/>
                </a:lnTo>
                <a:lnTo>
                  <a:pt x="1020816" y="91460"/>
                </a:lnTo>
                <a:lnTo>
                  <a:pt x="1021228" y="91823"/>
                </a:lnTo>
                <a:lnTo>
                  <a:pt x="1021639" y="92175"/>
                </a:lnTo>
                <a:lnTo>
                  <a:pt x="1022048" y="92515"/>
                </a:lnTo>
                <a:lnTo>
                  <a:pt x="1022454" y="92845"/>
                </a:lnTo>
                <a:lnTo>
                  <a:pt x="1022860" y="93163"/>
                </a:lnTo>
                <a:lnTo>
                  <a:pt x="1023263" y="93470"/>
                </a:lnTo>
                <a:lnTo>
                  <a:pt x="1023665" y="93766"/>
                </a:lnTo>
                <a:lnTo>
                  <a:pt x="1024066" y="94050"/>
                </a:lnTo>
                <a:lnTo>
                  <a:pt x="1024464" y="94324"/>
                </a:lnTo>
                <a:lnTo>
                  <a:pt x="1024861" y="94586"/>
                </a:lnTo>
                <a:lnTo>
                  <a:pt x="1025256" y="94836"/>
                </a:lnTo>
                <a:lnTo>
                  <a:pt x="1025650" y="95076"/>
                </a:lnTo>
                <a:lnTo>
                  <a:pt x="1026042" y="95304"/>
                </a:lnTo>
                <a:lnTo>
                  <a:pt x="1026432" y="95521"/>
                </a:lnTo>
                <a:lnTo>
                  <a:pt x="1026820" y="95727"/>
                </a:lnTo>
                <a:lnTo>
                  <a:pt x="1027207" y="95921"/>
                </a:lnTo>
                <a:lnTo>
                  <a:pt x="1027595" y="96106"/>
                </a:lnTo>
                <a:lnTo>
                  <a:pt x="1027986" y="96283"/>
                </a:lnTo>
                <a:lnTo>
                  <a:pt x="1028381" y="96453"/>
                </a:lnTo>
                <a:lnTo>
                  <a:pt x="1028780" y="96614"/>
                </a:lnTo>
                <a:lnTo>
                  <a:pt x="1029183" y="96768"/>
                </a:lnTo>
                <a:lnTo>
                  <a:pt x="1029589" y="96913"/>
                </a:lnTo>
                <a:lnTo>
                  <a:pt x="1029999" y="97051"/>
                </a:lnTo>
                <a:lnTo>
                  <a:pt x="1030413" y="97181"/>
                </a:lnTo>
                <a:lnTo>
                  <a:pt x="1030830" y="97303"/>
                </a:lnTo>
                <a:lnTo>
                  <a:pt x="1031251" y="97417"/>
                </a:lnTo>
                <a:lnTo>
                  <a:pt x="1031676" y="97523"/>
                </a:lnTo>
                <a:lnTo>
                  <a:pt x="1032105" y="97622"/>
                </a:lnTo>
                <a:lnTo>
                  <a:pt x="1032537" y="97712"/>
                </a:lnTo>
                <a:lnTo>
                  <a:pt x="1032973" y="97795"/>
                </a:lnTo>
                <a:lnTo>
                  <a:pt x="1033413" y="97870"/>
                </a:lnTo>
                <a:lnTo>
                  <a:pt x="1033856" y="97936"/>
                </a:lnTo>
                <a:lnTo>
                  <a:pt x="1034303" y="97995"/>
                </a:lnTo>
                <a:lnTo>
                  <a:pt x="1034754" y="98047"/>
                </a:lnTo>
                <a:lnTo>
                  <a:pt x="1035209" y="98090"/>
                </a:lnTo>
                <a:lnTo>
                  <a:pt x="1035667" y="98125"/>
                </a:lnTo>
                <a:lnTo>
                  <a:pt x="1036129" y="98153"/>
                </a:lnTo>
                <a:lnTo>
                  <a:pt x="1036595" y="98173"/>
                </a:lnTo>
                <a:lnTo>
                  <a:pt x="1037064" y="98184"/>
                </a:lnTo>
                <a:lnTo>
                  <a:pt x="1037537" y="98188"/>
                </a:lnTo>
                <a:lnTo>
                  <a:pt x="1038530" y="98172"/>
                </a:lnTo>
                <a:lnTo>
                  <a:pt x="1039510" y="98122"/>
                </a:lnTo>
                <a:lnTo>
                  <a:pt x="1040477" y="98039"/>
                </a:lnTo>
                <a:lnTo>
                  <a:pt x="1041432" y="97923"/>
                </a:lnTo>
                <a:lnTo>
                  <a:pt x="1042375" y="97774"/>
                </a:lnTo>
                <a:lnTo>
                  <a:pt x="1043306" y="97591"/>
                </a:lnTo>
                <a:lnTo>
                  <a:pt x="1044224" y="97376"/>
                </a:lnTo>
                <a:lnTo>
                  <a:pt x="1045130" y="97127"/>
                </a:lnTo>
                <a:lnTo>
                  <a:pt x="1046023" y="96845"/>
                </a:lnTo>
                <a:lnTo>
                  <a:pt x="1046904" y="96530"/>
                </a:lnTo>
                <a:lnTo>
                  <a:pt x="1047773" y="96181"/>
                </a:lnTo>
                <a:lnTo>
                  <a:pt x="1048629" y="95800"/>
                </a:lnTo>
                <a:lnTo>
                  <a:pt x="1049473" y="95385"/>
                </a:lnTo>
                <a:lnTo>
                  <a:pt x="1050304" y="94938"/>
                </a:lnTo>
                <a:lnTo>
                  <a:pt x="1051123" y="94457"/>
                </a:lnTo>
                <a:lnTo>
                  <a:pt x="1051930" y="93942"/>
                </a:lnTo>
                <a:lnTo>
                  <a:pt x="1052725" y="93395"/>
                </a:lnTo>
                <a:lnTo>
                  <a:pt x="1053507" y="92815"/>
                </a:lnTo>
                <a:lnTo>
                  <a:pt x="1054276" y="92201"/>
                </a:lnTo>
                <a:lnTo>
                  <a:pt x="1055034" y="91554"/>
                </a:lnTo>
                <a:lnTo>
                  <a:pt x="1055779" y="90874"/>
                </a:lnTo>
                <a:lnTo>
                  <a:pt x="1056511" y="90161"/>
                </a:lnTo>
                <a:lnTo>
                  <a:pt x="1057231" y="89415"/>
                </a:lnTo>
                <a:lnTo>
                  <a:pt x="1057939" y="88635"/>
                </a:lnTo>
                <a:lnTo>
                  <a:pt x="1058626" y="87826"/>
                </a:lnTo>
                <a:lnTo>
                  <a:pt x="1059284" y="86989"/>
                </a:lnTo>
                <a:lnTo>
                  <a:pt x="1059913" y="86127"/>
                </a:lnTo>
                <a:lnTo>
                  <a:pt x="1060512" y="85237"/>
                </a:lnTo>
                <a:lnTo>
                  <a:pt x="1061082" y="84321"/>
                </a:lnTo>
                <a:lnTo>
                  <a:pt x="1061623" y="83379"/>
                </a:lnTo>
                <a:lnTo>
                  <a:pt x="1062135" y="82409"/>
                </a:lnTo>
                <a:lnTo>
                  <a:pt x="1062617" y="81413"/>
                </a:lnTo>
                <a:lnTo>
                  <a:pt x="1063070" y="80391"/>
                </a:lnTo>
                <a:lnTo>
                  <a:pt x="1063494" y="79341"/>
                </a:lnTo>
                <a:lnTo>
                  <a:pt x="1063889" y="78266"/>
                </a:lnTo>
                <a:lnTo>
                  <a:pt x="1064254" y="77163"/>
                </a:lnTo>
                <a:lnTo>
                  <a:pt x="1064590" y="76034"/>
                </a:lnTo>
                <a:lnTo>
                  <a:pt x="1064897" y="74878"/>
                </a:lnTo>
                <a:lnTo>
                  <a:pt x="1065175" y="73695"/>
                </a:lnTo>
                <a:lnTo>
                  <a:pt x="1065424" y="72486"/>
                </a:lnTo>
                <a:lnTo>
                  <a:pt x="1065643" y="71250"/>
                </a:lnTo>
                <a:lnTo>
                  <a:pt x="1065833" y="69988"/>
                </a:lnTo>
                <a:lnTo>
                  <a:pt x="1065994" y="68699"/>
                </a:lnTo>
                <a:lnTo>
                  <a:pt x="1066125" y="67383"/>
                </a:lnTo>
                <a:lnTo>
                  <a:pt x="1066228" y="66041"/>
                </a:lnTo>
                <a:lnTo>
                  <a:pt x="1066301" y="64672"/>
                </a:lnTo>
                <a:lnTo>
                  <a:pt x="1066344" y="63276"/>
                </a:lnTo>
                <a:lnTo>
                  <a:pt x="1066359" y="61853"/>
                </a:lnTo>
                <a:lnTo>
                  <a:pt x="1066345" y="60468"/>
                </a:lnTo>
                <a:lnTo>
                  <a:pt x="1066301" y="59109"/>
                </a:lnTo>
                <a:lnTo>
                  <a:pt x="1066229" y="57775"/>
                </a:lnTo>
                <a:lnTo>
                  <a:pt x="1066127" y="56467"/>
                </a:lnTo>
                <a:lnTo>
                  <a:pt x="1065996" y="55184"/>
                </a:lnTo>
                <a:lnTo>
                  <a:pt x="1065837" y="53927"/>
                </a:lnTo>
                <a:lnTo>
                  <a:pt x="1065648" y="52696"/>
                </a:lnTo>
                <a:lnTo>
                  <a:pt x="1065431" y="51491"/>
                </a:lnTo>
                <a:lnTo>
                  <a:pt x="1065184" y="50311"/>
                </a:lnTo>
                <a:lnTo>
                  <a:pt x="1064909" y="49156"/>
                </a:lnTo>
                <a:lnTo>
                  <a:pt x="1064604" y="48027"/>
                </a:lnTo>
                <a:lnTo>
                  <a:pt x="1064270" y="46924"/>
                </a:lnTo>
                <a:lnTo>
                  <a:pt x="1063908" y="45847"/>
                </a:lnTo>
                <a:lnTo>
                  <a:pt x="1063516" y="44795"/>
                </a:lnTo>
                <a:lnTo>
                  <a:pt x="1063095" y="43769"/>
                </a:lnTo>
                <a:lnTo>
                  <a:pt x="1062646" y="42768"/>
                </a:lnTo>
                <a:lnTo>
                  <a:pt x="1062167" y="41794"/>
                </a:lnTo>
                <a:lnTo>
                  <a:pt x="1061659" y="40844"/>
                </a:lnTo>
                <a:lnTo>
                  <a:pt x="1061123" y="39921"/>
                </a:lnTo>
                <a:lnTo>
                  <a:pt x="1060557" y="39023"/>
                </a:lnTo>
                <a:lnTo>
                  <a:pt x="1059962" y="38150"/>
                </a:lnTo>
                <a:lnTo>
                  <a:pt x="1059339" y="37304"/>
                </a:lnTo>
                <a:lnTo>
                  <a:pt x="1058686" y="36483"/>
                </a:lnTo>
                <a:lnTo>
                  <a:pt x="1058004" y="35687"/>
                </a:lnTo>
                <a:lnTo>
                  <a:pt x="1057301" y="34921"/>
                </a:lnTo>
                <a:lnTo>
                  <a:pt x="1056586" y="34187"/>
                </a:lnTo>
                <a:lnTo>
                  <a:pt x="1055859" y="33486"/>
                </a:lnTo>
                <a:lnTo>
                  <a:pt x="1055118" y="32818"/>
                </a:lnTo>
                <a:lnTo>
                  <a:pt x="1054365" y="32182"/>
                </a:lnTo>
                <a:lnTo>
                  <a:pt x="1053600" y="31578"/>
                </a:lnTo>
                <a:lnTo>
                  <a:pt x="1052822" y="31008"/>
                </a:lnTo>
                <a:lnTo>
                  <a:pt x="1052031" y="30470"/>
                </a:lnTo>
                <a:lnTo>
                  <a:pt x="1051228" y="29964"/>
                </a:lnTo>
                <a:lnTo>
                  <a:pt x="1050412" y="29491"/>
                </a:lnTo>
                <a:lnTo>
                  <a:pt x="1049583" y="29051"/>
                </a:lnTo>
                <a:lnTo>
                  <a:pt x="1048742" y="28644"/>
                </a:lnTo>
                <a:lnTo>
                  <a:pt x="1047889" y="28269"/>
                </a:lnTo>
                <a:lnTo>
                  <a:pt x="1047022" y="27926"/>
                </a:lnTo>
                <a:lnTo>
                  <a:pt x="1046143" y="27616"/>
                </a:lnTo>
                <a:lnTo>
                  <a:pt x="1045252" y="27339"/>
                </a:lnTo>
                <a:lnTo>
                  <a:pt x="1044348" y="27095"/>
                </a:lnTo>
                <a:lnTo>
                  <a:pt x="1043431" y="26883"/>
                </a:lnTo>
                <a:lnTo>
                  <a:pt x="1042502" y="26703"/>
                </a:lnTo>
                <a:lnTo>
                  <a:pt x="1041560" y="26557"/>
                </a:lnTo>
                <a:lnTo>
                  <a:pt x="1040606" y="26443"/>
                </a:lnTo>
                <a:lnTo>
                  <a:pt x="1039639" y="26361"/>
                </a:lnTo>
                <a:lnTo>
                  <a:pt x="1038659" y="26312"/>
                </a:lnTo>
                <a:lnTo>
                  <a:pt x="1037667" y="26296"/>
                </a:lnTo>
                <a:lnTo>
                  <a:pt x="1037097" y="26301"/>
                </a:lnTo>
                <a:lnTo>
                  <a:pt x="1036531" y="26318"/>
                </a:lnTo>
                <a:lnTo>
                  <a:pt x="1035970" y="26346"/>
                </a:lnTo>
                <a:lnTo>
                  <a:pt x="1035413" y="26386"/>
                </a:lnTo>
                <a:lnTo>
                  <a:pt x="1034860" y="26436"/>
                </a:lnTo>
                <a:lnTo>
                  <a:pt x="1034311" y="26498"/>
                </a:lnTo>
                <a:lnTo>
                  <a:pt x="1033767" y="26571"/>
                </a:lnTo>
                <a:lnTo>
                  <a:pt x="1033227" y="26656"/>
                </a:lnTo>
                <a:lnTo>
                  <a:pt x="1032691" y="26751"/>
                </a:lnTo>
                <a:lnTo>
                  <a:pt x="1032159" y="26858"/>
                </a:lnTo>
                <a:lnTo>
                  <a:pt x="1031632" y="26976"/>
                </a:lnTo>
                <a:lnTo>
                  <a:pt x="1031109" y="27105"/>
                </a:lnTo>
                <a:lnTo>
                  <a:pt x="1030590" y="27246"/>
                </a:lnTo>
                <a:lnTo>
                  <a:pt x="1030076" y="27398"/>
                </a:lnTo>
                <a:lnTo>
                  <a:pt x="1029566" y="27561"/>
                </a:lnTo>
                <a:lnTo>
                  <a:pt x="1029060" y="27735"/>
                </a:lnTo>
                <a:lnTo>
                  <a:pt x="1028558" y="27921"/>
                </a:lnTo>
                <a:lnTo>
                  <a:pt x="1028061" y="28117"/>
                </a:lnTo>
                <a:lnTo>
                  <a:pt x="1027568" y="28325"/>
                </a:lnTo>
                <a:lnTo>
                  <a:pt x="1027079" y="28545"/>
                </a:lnTo>
                <a:lnTo>
                  <a:pt x="1026595" y="28775"/>
                </a:lnTo>
                <a:lnTo>
                  <a:pt x="1026114" y="29017"/>
                </a:lnTo>
                <a:lnTo>
                  <a:pt x="1025638" y="29270"/>
                </a:lnTo>
                <a:lnTo>
                  <a:pt x="1025167" y="29534"/>
                </a:lnTo>
                <a:lnTo>
                  <a:pt x="1024701" y="29807"/>
                </a:lnTo>
                <a:lnTo>
                  <a:pt x="1024244" y="30087"/>
                </a:lnTo>
                <a:lnTo>
                  <a:pt x="1023794" y="30374"/>
                </a:lnTo>
                <a:lnTo>
                  <a:pt x="1023353" y="30668"/>
                </a:lnTo>
                <a:lnTo>
                  <a:pt x="1022920" y="30968"/>
                </a:lnTo>
                <a:lnTo>
                  <a:pt x="1022495" y="31275"/>
                </a:lnTo>
                <a:lnTo>
                  <a:pt x="1022078" y="31589"/>
                </a:lnTo>
                <a:lnTo>
                  <a:pt x="1021669" y="31909"/>
                </a:lnTo>
                <a:lnTo>
                  <a:pt x="1021268" y="32236"/>
                </a:lnTo>
                <a:lnTo>
                  <a:pt x="1020876" y="32570"/>
                </a:lnTo>
                <a:lnTo>
                  <a:pt x="1020491" y="32911"/>
                </a:lnTo>
                <a:lnTo>
                  <a:pt x="1020115" y="33258"/>
                </a:lnTo>
                <a:lnTo>
                  <a:pt x="1019746" y="33613"/>
                </a:lnTo>
                <a:lnTo>
                  <a:pt x="1019386" y="33974"/>
                </a:lnTo>
                <a:lnTo>
                  <a:pt x="1019034" y="34341"/>
                </a:lnTo>
                <a:lnTo>
                  <a:pt x="1018690" y="34716"/>
                </a:lnTo>
                <a:lnTo>
                  <a:pt x="1018354" y="35097"/>
                </a:lnTo>
                <a:lnTo>
                  <a:pt x="1018026" y="35485"/>
                </a:lnTo>
                <a:lnTo>
                  <a:pt x="1017706" y="35879"/>
                </a:lnTo>
                <a:lnTo>
                  <a:pt x="1017394" y="36281"/>
                </a:lnTo>
                <a:lnTo>
                  <a:pt x="1017091" y="36689"/>
                </a:lnTo>
                <a:lnTo>
                  <a:pt x="1016795" y="37104"/>
                </a:lnTo>
                <a:lnTo>
                  <a:pt x="1016508" y="37526"/>
                </a:lnTo>
                <a:lnTo>
                  <a:pt x="1016229" y="37954"/>
                </a:lnTo>
                <a:lnTo>
                  <a:pt x="1016229" y="27850"/>
                </a:lnTo>
                <a:lnTo>
                  <a:pt x="999259" y="27850"/>
                </a:lnTo>
                <a:lnTo>
                  <a:pt x="999259" y="122800"/>
                </a:lnTo>
                <a:lnTo>
                  <a:pt x="1017459" y="122800"/>
                </a:lnTo>
                <a:lnTo>
                  <a:pt x="1017459" y="88149"/>
                </a:lnTo>
                <a:lnTo>
                  <a:pt x="1017885" y="88602"/>
                </a:lnTo>
                <a:lnTo>
                  <a:pt x="1018309" y="89044"/>
                </a:lnTo>
                <a:close/>
                <a:moveTo>
                  <a:pt x="1017456" y="57057"/>
                </a:moveTo>
                <a:lnTo>
                  <a:pt x="1017540" y="56310"/>
                </a:lnTo>
                <a:lnTo>
                  <a:pt x="1017640" y="55581"/>
                </a:lnTo>
                <a:lnTo>
                  <a:pt x="1017754" y="54869"/>
                </a:lnTo>
                <a:lnTo>
                  <a:pt x="1017884" y="54175"/>
                </a:lnTo>
                <a:lnTo>
                  <a:pt x="1018030" y="53497"/>
                </a:lnTo>
                <a:lnTo>
                  <a:pt x="1018190" y="52837"/>
                </a:lnTo>
                <a:lnTo>
                  <a:pt x="1018366" y="52193"/>
                </a:lnTo>
                <a:lnTo>
                  <a:pt x="1018557" y="51567"/>
                </a:lnTo>
                <a:lnTo>
                  <a:pt x="1018764" y="50959"/>
                </a:lnTo>
                <a:lnTo>
                  <a:pt x="1018985" y="50367"/>
                </a:lnTo>
                <a:lnTo>
                  <a:pt x="1019222" y="49792"/>
                </a:lnTo>
                <a:lnTo>
                  <a:pt x="1019475" y="49235"/>
                </a:lnTo>
                <a:lnTo>
                  <a:pt x="1019742" y="48695"/>
                </a:lnTo>
                <a:lnTo>
                  <a:pt x="1020025" y="48172"/>
                </a:lnTo>
                <a:lnTo>
                  <a:pt x="1020323" y="47666"/>
                </a:lnTo>
                <a:lnTo>
                  <a:pt x="1020637" y="47178"/>
                </a:lnTo>
                <a:lnTo>
                  <a:pt x="1020966" y="46706"/>
                </a:lnTo>
                <a:lnTo>
                  <a:pt x="1021310" y="46252"/>
                </a:lnTo>
                <a:lnTo>
                  <a:pt x="1021669" y="45815"/>
                </a:lnTo>
                <a:lnTo>
                  <a:pt x="1022040" y="45396"/>
                </a:lnTo>
                <a:lnTo>
                  <a:pt x="1022419" y="44994"/>
                </a:lnTo>
                <a:lnTo>
                  <a:pt x="1022806" y="44610"/>
                </a:lnTo>
                <a:lnTo>
                  <a:pt x="1023200" y="44244"/>
                </a:lnTo>
                <a:lnTo>
                  <a:pt x="1023603" y="43896"/>
                </a:lnTo>
                <a:lnTo>
                  <a:pt x="1024013" y="43566"/>
                </a:lnTo>
                <a:lnTo>
                  <a:pt x="1024431" y="43254"/>
                </a:lnTo>
                <a:lnTo>
                  <a:pt x="1024857" y="42959"/>
                </a:lnTo>
                <a:lnTo>
                  <a:pt x="1025291" y="42682"/>
                </a:lnTo>
                <a:lnTo>
                  <a:pt x="1025733" y="42424"/>
                </a:lnTo>
                <a:lnTo>
                  <a:pt x="1026183" y="42183"/>
                </a:lnTo>
                <a:lnTo>
                  <a:pt x="1026640" y="41960"/>
                </a:lnTo>
                <a:lnTo>
                  <a:pt x="1027106" y="41754"/>
                </a:lnTo>
                <a:lnTo>
                  <a:pt x="1027579" y="41567"/>
                </a:lnTo>
                <a:lnTo>
                  <a:pt x="1028060" y="41397"/>
                </a:lnTo>
                <a:lnTo>
                  <a:pt x="1028549" y="41246"/>
                </a:lnTo>
                <a:lnTo>
                  <a:pt x="1029046" y="41112"/>
                </a:lnTo>
                <a:lnTo>
                  <a:pt x="1029551" y="40996"/>
                </a:lnTo>
                <a:lnTo>
                  <a:pt x="1030063" y="40897"/>
                </a:lnTo>
                <a:lnTo>
                  <a:pt x="1030584" y="40817"/>
                </a:lnTo>
                <a:lnTo>
                  <a:pt x="1031112" y="40755"/>
                </a:lnTo>
                <a:lnTo>
                  <a:pt x="1031648" y="40710"/>
                </a:lnTo>
                <a:lnTo>
                  <a:pt x="1032193" y="40683"/>
                </a:lnTo>
                <a:lnTo>
                  <a:pt x="1032745" y="40674"/>
                </a:lnTo>
                <a:lnTo>
                  <a:pt x="1033275" y="40683"/>
                </a:lnTo>
                <a:lnTo>
                  <a:pt x="1033799" y="40711"/>
                </a:lnTo>
                <a:lnTo>
                  <a:pt x="1034315" y="40756"/>
                </a:lnTo>
                <a:lnTo>
                  <a:pt x="1034824" y="40820"/>
                </a:lnTo>
                <a:lnTo>
                  <a:pt x="1035326" y="40902"/>
                </a:lnTo>
                <a:lnTo>
                  <a:pt x="1035821" y="41002"/>
                </a:lnTo>
                <a:lnTo>
                  <a:pt x="1036309" y="41120"/>
                </a:lnTo>
                <a:lnTo>
                  <a:pt x="1036789" y="41256"/>
                </a:lnTo>
                <a:lnTo>
                  <a:pt x="1037262" y="41411"/>
                </a:lnTo>
                <a:lnTo>
                  <a:pt x="1037728" y="41584"/>
                </a:lnTo>
                <a:lnTo>
                  <a:pt x="1038187" y="41775"/>
                </a:lnTo>
                <a:lnTo>
                  <a:pt x="1038638" y="41984"/>
                </a:lnTo>
                <a:lnTo>
                  <a:pt x="1039083" y="42211"/>
                </a:lnTo>
                <a:lnTo>
                  <a:pt x="1039520" y="42457"/>
                </a:lnTo>
                <a:lnTo>
                  <a:pt x="1039950" y="42720"/>
                </a:lnTo>
                <a:lnTo>
                  <a:pt x="1040373" y="43002"/>
                </a:lnTo>
                <a:lnTo>
                  <a:pt x="1040788" y="43302"/>
                </a:lnTo>
                <a:lnTo>
                  <a:pt x="1041197" y="43621"/>
                </a:lnTo>
                <a:lnTo>
                  <a:pt x="1041598" y="43957"/>
                </a:lnTo>
                <a:lnTo>
                  <a:pt x="1041992" y="44312"/>
                </a:lnTo>
                <a:lnTo>
                  <a:pt x="1042379" y="44685"/>
                </a:lnTo>
                <a:lnTo>
                  <a:pt x="1042758" y="45076"/>
                </a:lnTo>
                <a:lnTo>
                  <a:pt x="1043131" y="45485"/>
                </a:lnTo>
                <a:lnTo>
                  <a:pt x="1043496" y="45912"/>
                </a:lnTo>
                <a:lnTo>
                  <a:pt x="1043850" y="46359"/>
                </a:lnTo>
                <a:lnTo>
                  <a:pt x="1044189" y="46824"/>
                </a:lnTo>
                <a:lnTo>
                  <a:pt x="1044513" y="47309"/>
                </a:lnTo>
                <a:lnTo>
                  <a:pt x="1044822" y="47813"/>
                </a:lnTo>
                <a:lnTo>
                  <a:pt x="1045116" y="48336"/>
                </a:lnTo>
                <a:lnTo>
                  <a:pt x="1045395" y="48879"/>
                </a:lnTo>
                <a:lnTo>
                  <a:pt x="1045658" y="49441"/>
                </a:lnTo>
                <a:lnTo>
                  <a:pt x="1045907" y="50022"/>
                </a:lnTo>
                <a:lnTo>
                  <a:pt x="1046140" y="50623"/>
                </a:lnTo>
                <a:lnTo>
                  <a:pt x="1046359" y="51243"/>
                </a:lnTo>
                <a:lnTo>
                  <a:pt x="1046562" y="51882"/>
                </a:lnTo>
                <a:lnTo>
                  <a:pt x="1046751" y="52541"/>
                </a:lnTo>
                <a:lnTo>
                  <a:pt x="1046924" y="53219"/>
                </a:lnTo>
                <a:lnTo>
                  <a:pt x="1047082" y="53916"/>
                </a:lnTo>
                <a:lnTo>
                  <a:pt x="1047225" y="54633"/>
                </a:lnTo>
                <a:lnTo>
                  <a:pt x="1047353" y="55369"/>
                </a:lnTo>
                <a:lnTo>
                  <a:pt x="1047466" y="56124"/>
                </a:lnTo>
                <a:lnTo>
                  <a:pt x="1047564" y="56898"/>
                </a:lnTo>
                <a:lnTo>
                  <a:pt x="1047647" y="57692"/>
                </a:lnTo>
                <a:lnTo>
                  <a:pt x="1047715" y="58505"/>
                </a:lnTo>
                <a:lnTo>
                  <a:pt x="1047768" y="59337"/>
                </a:lnTo>
                <a:lnTo>
                  <a:pt x="1047805" y="60189"/>
                </a:lnTo>
                <a:lnTo>
                  <a:pt x="1047828" y="61060"/>
                </a:lnTo>
                <a:lnTo>
                  <a:pt x="1047835" y="61951"/>
                </a:lnTo>
                <a:lnTo>
                  <a:pt x="1047828" y="62904"/>
                </a:lnTo>
                <a:lnTo>
                  <a:pt x="1047806" y="63835"/>
                </a:lnTo>
                <a:lnTo>
                  <a:pt x="1047770" y="64743"/>
                </a:lnTo>
                <a:lnTo>
                  <a:pt x="1047719" y="65629"/>
                </a:lnTo>
                <a:lnTo>
                  <a:pt x="1047653" y="66492"/>
                </a:lnTo>
                <a:lnTo>
                  <a:pt x="1047572" y="67333"/>
                </a:lnTo>
                <a:lnTo>
                  <a:pt x="1047477" y="68151"/>
                </a:lnTo>
                <a:lnTo>
                  <a:pt x="1047368" y="68946"/>
                </a:lnTo>
                <a:lnTo>
                  <a:pt x="1047243" y="69719"/>
                </a:lnTo>
                <a:lnTo>
                  <a:pt x="1047105" y="70470"/>
                </a:lnTo>
                <a:lnTo>
                  <a:pt x="1046951" y="71197"/>
                </a:lnTo>
                <a:lnTo>
                  <a:pt x="1046783" y="71903"/>
                </a:lnTo>
                <a:lnTo>
                  <a:pt x="1046600" y="72585"/>
                </a:lnTo>
                <a:lnTo>
                  <a:pt x="1046403" y="73245"/>
                </a:lnTo>
                <a:lnTo>
                  <a:pt x="1046191" y="73883"/>
                </a:lnTo>
                <a:lnTo>
                  <a:pt x="1045964" y="74498"/>
                </a:lnTo>
                <a:lnTo>
                  <a:pt x="1045723" y="75090"/>
                </a:lnTo>
                <a:lnTo>
                  <a:pt x="1045467" y="75660"/>
                </a:lnTo>
                <a:lnTo>
                  <a:pt x="1045197" y="76207"/>
                </a:lnTo>
                <a:lnTo>
                  <a:pt x="1044912" y="76731"/>
                </a:lnTo>
                <a:lnTo>
                  <a:pt x="1044612" y="77233"/>
                </a:lnTo>
                <a:lnTo>
                  <a:pt x="1044298" y="77713"/>
                </a:lnTo>
                <a:lnTo>
                  <a:pt x="1043969" y="78170"/>
                </a:lnTo>
                <a:lnTo>
                  <a:pt x="1043626" y="78604"/>
                </a:lnTo>
                <a:lnTo>
                  <a:pt x="1043271" y="79018"/>
                </a:lnTo>
                <a:lnTo>
                  <a:pt x="1042909" y="79415"/>
                </a:lnTo>
                <a:lnTo>
                  <a:pt x="1042540" y="79794"/>
                </a:lnTo>
                <a:lnTo>
                  <a:pt x="1042163" y="80155"/>
                </a:lnTo>
                <a:lnTo>
                  <a:pt x="1041779" y="80499"/>
                </a:lnTo>
                <a:lnTo>
                  <a:pt x="1041387" y="80825"/>
                </a:lnTo>
                <a:lnTo>
                  <a:pt x="1040988" y="81133"/>
                </a:lnTo>
                <a:lnTo>
                  <a:pt x="1040581" y="81424"/>
                </a:lnTo>
                <a:lnTo>
                  <a:pt x="1040168" y="81697"/>
                </a:lnTo>
                <a:lnTo>
                  <a:pt x="1039746" y="81953"/>
                </a:lnTo>
                <a:lnTo>
                  <a:pt x="1039317" y="82191"/>
                </a:lnTo>
                <a:lnTo>
                  <a:pt x="1038881" y="82411"/>
                </a:lnTo>
                <a:lnTo>
                  <a:pt x="1038438" y="82614"/>
                </a:lnTo>
                <a:lnTo>
                  <a:pt x="1037987" y="82799"/>
                </a:lnTo>
                <a:lnTo>
                  <a:pt x="1037528" y="82966"/>
                </a:lnTo>
                <a:lnTo>
                  <a:pt x="1037062" y="83116"/>
                </a:lnTo>
                <a:lnTo>
                  <a:pt x="1036589" y="83248"/>
                </a:lnTo>
                <a:lnTo>
                  <a:pt x="1036108" y="83363"/>
                </a:lnTo>
                <a:lnTo>
                  <a:pt x="1035620" y="83460"/>
                </a:lnTo>
                <a:lnTo>
                  <a:pt x="1035125" y="83539"/>
                </a:lnTo>
                <a:lnTo>
                  <a:pt x="1034622" y="83601"/>
                </a:lnTo>
                <a:lnTo>
                  <a:pt x="1034111" y="83645"/>
                </a:lnTo>
                <a:lnTo>
                  <a:pt x="1033594" y="83671"/>
                </a:lnTo>
                <a:lnTo>
                  <a:pt x="1033068" y="83680"/>
                </a:lnTo>
                <a:lnTo>
                  <a:pt x="1032521" y="83671"/>
                </a:lnTo>
                <a:lnTo>
                  <a:pt x="1031981" y="83642"/>
                </a:lnTo>
                <a:lnTo>
                  <a:pt x="1031448" y="83594"/>
                </a:lnTo>
                <a:lnTo>
                  <a:pt x="1030922" y="83527"/>
                </a:lnTo>
                <a:lnTo>
                  <a:pt x="1030403" y="83440"/>
                </a:lnTo>
                <a:lnTo>
                  <a:pt x="1029891" y="83335"/>
                </a:lnTo>
                <a:lnTo>
                  <a:pt x="1029385" y="83210"/>
                </a:lnTo>
                <a:lnTo>
                  <a:pt x="1028887" y="83066"/>
                </a:lnTo>
                <a:lnTo>
                  <a:pt x="1028396" y="82903"/>
                </a:lnTo>
                <a:lnTo>
                  <a:pt x="1027912" y="82720"/>
                </a:lnTo>
                <a:lnTo>
                  <a:pt x="1027434" y="82519"/>
                </a:lnTo>
                <a:lnTo>
                  <a:pt x="1026964" y="82298"/>
                </a:lnTo>
                <a:lnTo>
                  <a:pt x="1026501" y="82058"/>
                </a:lnTo>
                <a:lnTo>
                  <a:pt x="1026044" y="81799"/>
                </a:lnTo>
                <a:lnTo>
                  <a:pt x="1025595" y="81520"/>
                </a:lnTo>
                <a:lnTo>
                  <a:pt x="1025152" y="81223"/>
                </a:lnTo>
                <a:lnTo>
                  <a:pt x="1024717" y="80906"/>
                </a:lnTo>
                <a:lnTo>
                  <a:pt x="1024288" y="80570"/>
                </a:lnTo>
                <a:lnTo>
                  <a:pt x="1023867" y="80215"/>
                </a:lnTo>
                <a:lnTo>
                  <a:pt x="1023452" y="79840"/>
                </a:lnTo>
                <a:lnTo>
                  <a:pt x="1023044" y="79447"/>
                </a:lnTo>
                <a:lnTo>
                  <a:pt x="1022644" y="79034"/>
                </a:lnTo>
                <a:lnTo>
                  <a:pt x="1022250" y="78602"/>
                </a:lnTo>
                <a:lnTo>
                  <a:pt x="1021863" y="78151"/>
                </a:lnTo>
                <a:lnTo>
                  <a:pt x="1021488" y="77679"/>
                </a:lnTo>
                <a:lnTo>
                  <a:pt x="1021129" y="77187"/>
                </a:lnTo>
                <a:lnTo>
                  <a:pt x="1020786" y="76674"/>
                </a:lnTo>
                <a:lnTo>
                  <a:pt x="1020458" y="76140"/>
                </a:lnTo>
                <a:lnTo>
                  <a:pt x="1020147" y="75584"/>
                </a:lnTo>
                <a:lnTo>
                  <a:pt x="1019852" y="75008"/>
                </a:lnTo>
                <a:lnTo>
                  <a:pt x="1019572" y="74411"/>
                </a:lnTo>
                <a:lnTo>
                  <a:pt x="1019309" y="73793"/>
                </a:lnTo>
                <a:lnTo>
                  <a:pt x="1019061" y="73153"/>
                </a:lnTo>
                <a:lnTo>
                  <a:pt x="1018830" y="72493"/>
                </a:lnTo>
                <a:lnTo>
                  <a:pt x="1018614" y="71812"/>
                </a:lnTo>
                <a:lnTo>
                  <a:pt x="1018415" y="71110"/>
                </a:lnTo>
                <a:lnTo>
                  <a:pt x="1018231" y="70386"/>
                </a:lnTo>
                <a:lnTo>
                  <a:pt x="1018063" y="69642"/>
                </a:lnTo>
                <a:lnTo>
                  <a:pt x="1017912" y="68877"/>
                </a:lnTo>
                <a:lnTo>
                  <a:pt x="1017776" y="68091"/>
                </a:lnTo>
                <a:lnTo>
                  <a:pt x="1017656" y="67284"/>
                </a:lnTo>
                <a:lnTo>
                  <a:pt x="1017552" y="66456"/>
                </a:lnTo>
                <a:lnTo>
                  <a:pt x="1017465" y="65606"/>
                </a:lnTo>
                <a:lnTo>
                  <a:pt x="1017393" y="64736"/>
                </a:lnTo>
                <a:lnTo>
                  <a:pt x="1017337" y="63845"/>
                </a:lnTo>
                <a:lnTo>
                  <a:pt x="1017297" y="62933"/>
                </a:lnTo>
                <a:lnTo>
                  <a:pt x="1017273" y="62000"/>
                </a:lnTo>
                <a:lnTo>
                  <a:pt x="1017265" y="61046"/>
                </a:lnTo>
                <a:lnTo>
                  <a:pt x="1017273" y="60214"/>
                </a:lnTo>
                <a:lnTo>
                  <a:pt x="1017296" y="59399"/>
                </a:lnTo>
                <a:lnTo>
                  <a:pt x="1017334" y="58601"/>
                </a:lnTo>
                <a:lnTo>
                  <a:pt x="1017387" y="57820"/>
                </a:lnTo>
                <a:lnTo>
                  <a:pt x="1017456" y="57057"/>
                </a:lnTo>
                <a:close/>
                <a:moveTo>
                  <a:pt x="424492" y="96634"/>
                </a:moveTo>
                <a:lnTo>
                  <a:pt x="424492" y="78369"/>
                </a:lnTo>
                <a:lnTo>
                  <a:pt x="406292" y="78369"/>
                </a:lnTo>
                <a:lnTo>
                  <a:pt x="406292" y="96634"/>
                </a:lnTo>
                <a:lnTo>
                  <a:pt x="424492" y="96634"/>
                </a:lnTo>
                <a:close/>
                <a:moveTo>
                  <a:pt x="1961480" y="18524"/>
                </a:moveTo>
                <a:lnTo>
                  <a:pt x="1961480" y="1684"/>
                </a:lnTo>
                <a:lnTo>
                  <a:pt x="1943280" y="1684"/>
                </a:lnTo>
                <a:lnTo>
                  <a:pt x="1943280" y="18524"/>
                </a:lnTo>
                <a:lnTo>
                  <a:pt x="1961480" y="18524"/>
                </a:lnTo>
                <a:close/>
                <a:moveTo>
                  <a:pt x="1560585" y="54794"/>
                </a:moveTo>
                <a:lnTo>
                  <a:pt x="1560585" y="38731"/>
                </a:lnTo>
                <a:lnTo>
                  <a:pt x="1512915" y="38731"/>
                </a:lnTo>
                <a:lnTo>
                  <a:pt x="1512915" y="17746"/>
                </a:lnTo>
                <a:lnTo>
                  <a:pt x="1564147" y="17746"/>
                </a:lnTo>
                <a:lnTo>
                  <a:pt x="1564147" y="1684"/>
                </a:lnTo>
                <a:lnTo>
                  <a:pt x="1493744" y="1684"/>
                </a:lnTo>
                <a:lnTo>
                  <a:pt x="1493744" y="96634"/>
                </a:lnTo>
                <a:lnTo>
                  <a:pt x="1565960" y="96634"/>
                </a:lnTo>
                <a:lnTo>
                  <a:pt x="1565960" y="80571"/>
                </a:lnTo>
                <a:lnTo>
                  <a:pt x="1512915" y="80571"/>
                </a:lnTo>
                <a:lnTo>
                  <a:pt x="1512915" y="54794"/>
                </a:lnTo>
                <a:lnTo>
                  <a:pt x="1560585" y="54794"/>
                </a:lnTo>
                <a:close/>
                <a:moveTo>
                  <a:pt x="1272410" y="27850"/>
                </a:moveTo>
                <a:lnTo>
                  <a:pt x="1272410" y="42358"/>
                </a:lnTo>
                <a:lnTo>
                  <a:pt x="1280765" y="42358"/>
                </a:lnTo>
                <a:lnTo>
                  <a:pt x="1280765" y="72346"/>
                </a:lnTo>
                <a:lnTo>
                  <a:pt x="1280766" y="73139"/>
                </a:lnTo>
                <a:lnTo>
                  <a:pt x="1280770" y="73909"/>
                </a:lnTo>
                <a:lnTo>
                  <a:pt x="1280775" y="74657"/>
                </a:lnTo>
                <a:lnTo>
                  <a:pt x="1280782" y="75383"/>
                </a:lnTo>
                <a:lnTo>
                  <a:pt x="1280791" y="76086"/>
                </a:lnTo>
                <a:lnTo>
                  <a:pt x="1280802" y="76766"/>
                </a:lnTo>
                <a:lnTo>
                  <a:pt x="1280815" y="77424"/>
                </a:lnTo>
                <a:lnTo>
                  <a:pt x="1280830" y="78060"/>
                </a:lnTo>
                <a:lnTo>
                  <a:pt x="1280847" y="78673"/>
                </a:lnTo>
                <a:lnTo>
                  <a:pt x="1280867" y="79263"/>
                </a:lnTo>
                <a:lnTo>
                  <a:pt x="1280888" y="79832"/>
                </a:lnTo>
                <a:lnTo>
                  <a:pt x="1280911" y="80377"/>
                </a:lnTo>
                <a:lnTo>
                  <a:pt x="1280936" y="80900"/>
                </a:lnTo>
                <a:lnTo>
                  <a:pt x="1280964" y="81401"/>
                </a:lnTo>
                <a:lnTo>
                  <a:pt x="1280993" y="81879"/>
                </a:lnTo>
                <a:lnTo>
                  <a:pt x="1281025" y="82335"/>
                </a:lnTo>
                <a:lnTo>
                  <a:pt x="1281058" y="82768"/>
                </a:lnTo>
                <a:lnTo>
                  <a:pt x="1281093" y="83178"/>
                </a:lnTo>
                <a:lnTo>
                  <a:pt x="1281131" y="83566"/>
                </a:lnTo>
                <a:lnTo>
                  <a:pt x="1281170" y="83932"/>
                </a:lnTo>
                <a:lnTo>
                  <a:pt x="1281212" y="84275"/>
                </a:lnTo>
                <a:lnTo>
                  <a:pt x="1281255" y="84596"/>
                </a:lnTo>
                <a:lnTo>
                  <a:pt x="1281301" y="84894"/>
                </a:lnTo>
                <a:lnTo>
                  <a:pt x="1281348" y="85170"/>
                </a:lnTo>
                <a:lnTo>
                  <a:pt x="1281410" y="85539"/>
                </a:lnTo>
                <a:lnTo>
                  <a:pt x="1281475" y="85902"/>
                </a:lnTo>
                <a:lnTo>
                  <a:pt x="1281544" y="86258"/>
                </a:lnTo>
                <a:lnTo>
                  <a:pt x="1281617" y="86608"/>
                </a:lnTo>
                <a:lnTo>
                  <a:pt x="1281694" y="86952"/>
                </a:lnTo>
                <a:lnTo>
                  <a:pt x="1281775" y="87289"/>
                </a:lnTo>
                <a:lnTo>
                  <a:pt x="1281860" y="87620"/>
                </a:lnTo>
                <a:lnTo>
                  <a:pt x="1281949" y="87944"/>
                </a:lnTo>
                <a:lnTo>
                  <a:pt x="1282042" y="88262"/>
                </a:lnTo>
                <a:lnTo>
                  <a:pt x="1282139" y="88574"/>
                </a:lnTo>
                <a:lnTo>
                  <a:pt x="1282240" y="88879"/>
                </a:lnTo>
                <a:lnTo>
                  <a:pt x="1282344" y="89177"/>
                </a:lnTo>
                <a:lnTo>
                  <a:pt x="1282453" y="89470"/>
                </a:lnTo>
                <a:lnTo>
                  <a:pt x="1282565" y="89756"/>
                </a:lnTo>
                <a:lnTo>
                  <a:pt x="1282682" y="90035"/>
                </a:lnTo>
                <a:lnTo>
                  <a:pt x="1282802" y="90308"/>
                </a:lnTo>
                <a:lnTo>
                  <a:pt x="1282926" y="90575"/>
                </a:lnTo>
                <a:lnTo>
                  <a:pt x="1283055" y="90835"/>
                </a:lnTo>
                <a:lnTo>
                  <a:pt x="1283187" y="91089"/>
                </a:lnTo>
                <a:lnTo>
                  <a:pt x="1283323" y="91336"/>
                </a:lnTo>
                <a:lnTo>
                  <a:pt x="1283463" y="91577"/>
                </a:lnTo>
                <a:lnTo>
                  <a:pt x="1283607" y="91812"/>
                </a:lnTo>
                <a:lnTo>
                  <a:pt x="1283755" y="92040"/>
                </a:lnTo>
                <a:lnTo>
                  <a:pt x="1283907" y="92262"/>
                </a:lnTo>
                <a:lnTo>
                  <a:pt x="1284064" y="92479"/>
                </a:lnTo>
                <a:lnTo>
                  <a:pt x="1284229" y="92692"/>
                </a:lnTo>
                <a:lnTo>
                  <a:pt x="1284401" y="92903"/>
                </a:lnTo>
                <a:lnTo>
                  <a:pt x="1284580" y="93109"/>
                </a:lnTo>
                <a:lnTo>
                  <a:pt x="1284767" y="93313"/>
                </a:lnTo>
                <a:lnTo>
                  <a:pt x="1284961" y="93513"/>
                </a:lnTo>
                <a:lnTo>
                  <a:pt x="1285163" y="93710"/>
                </a:lnTo>
                <a:lnTo>
                  <a:pt x="1285371" y="93903"/>
                </a:lnTo>
                <a:lnTo>
                  <a:pt x="1285587" y="94093"/>
                </a:lnTo>
                <a:lnTo>
                  <a:pt x="1285810" y="94279"/>
                </a:lnTo>
                <a:lnTo>
                  <a:pt x="1286041" y="94462"/>
                </a:lnTo>
                <a:lnTo>
                  <a:pt x="1286279" y="94642"/>
                </a:lnTo>
                <a:lnTo>
                  <a:pt x="1286524" y="94819"/>
                </a:lnTo>
                <a:lnTo>
                  <a:pt x="1286777" y="94992"/>
                </a:lnTo>
                <a:lnTo>
                  <a:pt x="1287036" y="95161"/>
                </a:lnTo>
                <a:lnTo>
                  <a:pt x="1287303" y="95328"/>
                </a:lnTo>
                <a:lnTo>
                  <a:pt x="1287578" y="95491"/>
                </a:lnTo>
                <a:lnTo>
                  <a:pt x="1287860" y="95650"/>
                </a:lnTo>
                <a:lnTo>
                  <a:pt x="1288149" y="95806"/>
                </a:lnTo>
                <a:lnTo>
                  <a:pt x="1288445" y="95959"/>
                </a:lnTo>
                <a:lnTo>
                  <a:pt x="1288749" y="96109"/>
                </a:lnTo>
                <a:lnTo>
                  <a:pt x="1289060" y="96255"/>
                </a:lnTo>
                <a:lnTo>
                  <a:pt x="1289378" y="96397"/>
                </a:lnTo>
                <a:lnTo>
                  <a:pt x="1289703" y="96537"/>
                </a:lnTo>
                <a:lnTo>
                  <a:pt x="1290034" y="96671"/>
                </a:lnTo>
                <a:lnTo>
                  <a:pt x="1290369" y="96800"/>
                </a:lnTo>
                <a:lnTo>
                  <a:pt x="1290706" y="96924"/>
                </a:lnTo>
                <a:lnTo>
                  <a:pt x="1291047" y="97041"/>
                </a:lnTo>
                <a:lnTo>
                  <a:pt x="1291392" y="97153"/>
                </a:lnTo>
                <a:lnTo>
                  <a:pt x="1291740" y="97259"/>
                </a:lnTo>
                <a:lnTo>
                  <a:pt x="1292091" y="97360"/>
                </a:lnTo>
                <a:lnTo>
                  <a:pt x="1292445" y="97454"/>
                </a:lnTo>
                <a:lnTo>
                  <a:pt x="1292803" y="97543"/>
                </a:lnTo>
                <a:lnTo>
                  <a:pt x="1293164" y="97626"/>
                </a:lnTo>
                <a:lnTo>
                  <a:pt x="1293529" y="97704"/>
                </a:lnTo>
                <a:lnTo>
                  <a:pt x="1293897" y="97775"/>
                </a:lnTo>
                <a:lnTo>
                  <a:pt x="1294269" y="97841"/>
                </a:lnTo>
                <a:lnTo>
                  <a:pt x="1294643" y="97902"/>
                </a:lnTo>
                <a:lnTo>
                  <a:pt x="1295022" y="97956"/>
                </a:lnTo>
                <a:lnTo>
                  <a:pt x="1295403" y="98005"/>
                </a:lnTo>
                <a:lnTo>
                  <a:pt x="1295788" y="98048"/>
                </a:lnTo>
                <a:lnTo>
                  <a:pt x="1296176" y="98085"/>
                </a:lnTo>
                <a:lnTo>
                  <a:pt x="1296568" y="98117"/>
                </a:lnTo>
                <a:lnTo>
                  <a:pt x="1296963" y="98142"/>
                </a:lnTo>
                <a:lnTo>
                  <a:pt x="1297361" y="98162"/>
                </a:lnTo>
                <a:lnTo>
                  <a:pt x="1297763" y="98177"/>
                </a:lnTo>
                <a:lnTo>
                  <a:pt x="1298168" y="98185"/>
                </a:lnTo>
                <a:lnTo>
                  <a:pt x="1298577" y="98188"/>
                </a:lnTo>
                <a:lnTo>
                  <a:pt x="1299243" y="98184"/>
                </a:lnTo>
                <a:lnTo>
                  <a:pt x="1299904" y="98169"/>
                </a:lnTo>
                <a:lnTo>
                  <a:pt x="1300558" y="98146"/>
                </a:lnTo>
                <a:lnTo>
                  <a:pt x="1301207" y="98112"/>
                </a:lnTo>
                <a:lnTo>
                  <a:pt x="1301850" y="98070"/>
                </a:lnTo>
                <a:lnTo>
                  <a:pt x="1302487" y="98018"/>
                </a:lnTo>
                <a:lnTo>
                  <a:pt x="1303118" y="97956"/>
                </a:lnTo>
                <a:lnTo>
                  <a:pt x="1303744" y="97885"/>
                </a:lnTo>
                <a:lnTo>
                  <a:pt x="1304363" y="97804"/>
                </a:lnTo>
                <a:lnTo>
                  <a:pt x="1304977" y="97714"/>
                </a:lnTo>
                <a:lnTo>
                  <a:pt x="1305585" y="97614"/>
                </a:lnTo>
                <a:lnTo>
                  <a:pt x="1306187" y="97505"/>
                </a:lnTo>
                <a:lnTo>
                  <a:pt x="1306783" y="97387"/>
                </a:lnTo>
                <a:lnTo>
                  <a:pt x="1307373" y="97259"/>
                </a:lnTo>
                <a:lnTo>
                  <a:pt x="1307958" y="97121"/>
                </a:lnTo>
                <a:lnTo>
                  <a:pt x="1308537" y="96974"/>
                </a:lnTo>
                <a:lnTo>
                  <a:pt x="1309109" y="96817"/>
                </a:lnTo>
                <a:lnTo>
                  <a:pt x="1309676" y="96651"/>
                </a:lnTo>
                <a:lnTo>
                  <a:pt x="1310237" y="96476"/>
                </a:lnTo>
                <a:lnTo>
                  <a:pt x="1310793" y="96291"/>
                </a:lnTo>
                <a:lnTo>
                  <a:pt x="1311342" y="96096"/>
                </a:lnTo>
                <a:lnTo>
                  <a:pt x="1311886" y="95892"/>
                </a:lnTo>
                <a:lnTo>
                  <a:pt x="1312423" y="95679"/>
                </a:lnTo>
                <a:lnTo>
                  <a:pt x="1312955" y="95456"/>
                </a:lnTo>
                <a:lnTo>
                  <a:pt x="1311401" y="81284"/>
                </a:lnTo>
                <a:lnTo>
                  <a:pt x="1311005" y="81427"/>
                </a:lnTo>
                <a:lnTo>
                  <a:pt x="1310618" y="81563"/>
                </a:lnTo>
                <a:lnTo>
                  <a:pt x="1310238" y="81694"/>
                </a:lnTo>
                <a:lnTo>
                  <a:pt x="1309866" y="81818"/>
                </a:lnTo>
                <a:lnTo>
                  <a:pt x="1309502" y="81937"/>
                </a:lnTo>
                <a:lnTo>
                  <a:pt x="1309146" y="82049"/>
                </a:lnTo>
                <a:lnTo>
                  <a:pt x="1308798" y="82155"/>
                </a:lnTo>
                <a:lnTo>
                  <a:pt x="1308457" y="82255"/>
                </a:lnTo>
                <a:lnTo>
                  <a:pt x="1308125" y="82349"/>
                </a:lnTo>
                <a:lnTo>
                  <a:pt x="1307800" y="82438"/>
                </a:lnTo>
                <a:lnTo>
                  <a:pt x="1307483" y="82519"/>
                </a:lnTo>
                <a:lnTo>
                  <a:pt x="1307175" y="82595"/>
                </a:lnTo>
                <a:lnTo>
                  <a:pt x="1306874" y="82665"/>
                </a:lnTo>
                <a:lnTo>
                  <a:pt x="1306580" y="82729"/>
                </a:lnTo>
                <a:lnTo>
                  <a:pt x="1306295" y="82787"/>
                </a:lnTo>
                <a:lnTo>
                  <a:pt x="1306018" y="82838"/>
                </a:lnTo>
                <a:lnTo>
                  <a:pt x="1305748" y="82884"/>
                </a:lnTo>
                <a:lnTo>
                  <a:pt x="1305487" y="82923"/>
                </a:lnTo>
                <a:lnTo>
                  <a:pt x="1305233" y="82957"/>
                </a:lnTo>
                <a:lnTo>
                  <a:pt x="1304987" y="82984"/>
                </a:lnTo>
                <a:lnTo>
                  <a:pt x="1304749" y="83005"/>
                </a:lnTo>
                <a:lnTo>
                  <a:pt x="1304519" y="83020"/>
                </a:lnTo>
                <a:lnTo>
                  <a:pt x="1304296" y="83030"/>
                </a:lnTo>
                <a:lnTo>
                  <a:pt x="1304082" y="83033"/>
                </a:lnTo>
                <a:lnTo>
                  <a:pt x="1303932" y="83031"/>
                </a:lnTo>
                <a:lnTo>
                  <a:pt x="1303784" y="83026"/>
                </a:lnTo>
                <a:lnTo>
                  <a:pt x="1303637" y="83018"/>
                </a:lnTo>
                <a:lnTo>
                  <a:pt x="1303493" y="83007"/>
                </a:lnTo>
                <a:lnTo>
                  <a:pt x="1303350" y="82993"/>
                </a:lnTo>
                <a:lnTo>
                  <a:pt x="1303210" y="82976"/>
                </a:lnTo>
                <a:lnTo>
                  <a:pt x="1303071" y="82956"/>
                </a:lnTo>
                <a:lnTo>
                  <a:pt x="1302934" y="82932"/>
                </a:lnTo>
                <a:lnTo>
                  <a:pt x="1302799" y="82905"/>
                </a:lnTo>
                <a:lnTo>
                  <a:pt x="1302666" y="82876"/>
                </a:lnTo>
                <a:lnTo>
                  <a:pt x="1302535" y="82843"/>
                </a:lnTo>
                <a:lnTo>
                  <a:pt x="1302406" y="82806"/>
                </a:lnTo>
                <a:lnTo>
                  <a:pt x="1302279" y="82767"/>
                </a:lnTo>
                <a:lnTo>
                  <a:pt x="1302154" y="82725"/>
                </a:lnTo>
                <a:lnTo>
                  <a:pt x="1302030" y="82679"/>
                </a:lnTo>
                <a:lnTo>
                  <a:pt x="1301909" y="82630"/>
                </a:lnTo>
                <a:lnTo>
                  <a:pt x="1301789" y="82579"/>
                </a:lnTo>
                <a:lnTo>
                  <a:pt x="1301671" y="82524"/>
                </a:lnTo>
                <a:lnTo>
                  <a:pt x="1301556" y="82466"/>
                </a:lnTo>
                <a:lnTo>
                  <a:pt x="1301442" y="82404"/>
                </a:lnTo>
                <a:lnTo>
                  <a:pt x="1301330" y="82340"/>
                </a:lnTo>
                <a:lnTo>
                  <a:pt x="1301220" y="82272"/>
                </a:lnTo>
                <a:lnTo>
                  <a:pt x="1301112" y="82202"/>
                </a:lnTo>
                <a:lnTo>
                  <a:pt x="1301005" y="82128"/>
                </a:lnTo>
                <a:lnTo>
                  <a:pt x="1300902" y="82051"/>
                </a:lnTo>
                <a:lnTo>
                  <a:pt x="1300801" y="81973"/>
                </a:lnTo>
                <a:lnTo>
                  <a:pt x="1300704" y="81894"/>
                </a:lnTo>
                <a:lnTo>
                  <a:pt x="1300610" y="81812"/>
                </a:lnTo>
                <a:lnTo>
                  <a:pt x="1300519" y="81729"/>
                </a:lnTo>
                <a:lnTo>
                  <a:pt x="1300431" y="81644"/>
                </a:lnTo>
                <a:lnTo>
                  <a:pt x="1300346" y="81558"/>
                </a:lnTo>
                <a:lnTo>
                  <a:pt x="1300264" y="81470"/>
                </a:lnTo>
                <a:lnTo>
                  <a:pt x="1300186" y="81380"/>
                </a:lnTo>
                <a:lnTo>
                  <a:pt x="1300110" y="81289"/>
                </a:lnTo>
                <a:lnTo>
                  <a:pt x="1300038" y="81195"/>
                </a:lnTo>
                <a:lnTo>
                  <a:pt x="1299969" y="81101"/>
                </a:lnTo>
                <a:lnTo>
                  <a:pt x="1299903" y="81004"/>
                </a:lnTo>
                <a:lnTo>
                  <a:pt x="1299841" y="80906"/>
                </a:lnTo>
                <a:lnTo>
                  <a:pt x="1299781" y="80806"/>
                </a:lnTo>
                <a:lnTo>
                  <a:pt x="1299724" y="80705"/>
                </a:lnTo>
                <a:lnTo>
                  <a:pt x="1299671" y="80602"/>
                </a:lnTo>
                <a:lnTo>
                  <a:pt x="1299621" y="80497"/>
                </a:lnTo>
                <a:lnTo>
                  <a:pt x="1299574" y="80390"/>
                </a:lnTo>
                <a:lnTo>
                  <a:pt x="1299530" y="80282"/>
                </a:lnTo>
                <a:lnTo>
                  <a:pt x="1299489" y="80172"/>
                </a:lnTo>
                <a:lnTo>
                  <a:pt x="1299452" y="80061"/>
                </a:lnTo>
                <a:lnTo>
                  <a:pt x="1299418" y="79947"/>
                </a:lnTo>
                <a:lnTo>
                  <a:pt x="1299386" y="79833"/>
                </a:lnTo>
                <a:lnTo>
                  <a:pt x="1299357" y="79705"/>
                </a:lnTo>
                <a:lnTo>
                  <a:pt x="1299329" y="79552"/>
                </a:lnTo>
                <a:lnTo>
                  <a:pt x="1299303" y="79375"/>
                </a:lnTo>
                <a:lnTo>
                  <a:pt x="1299277" y="79174"/>
                </a:lnTo>
                <a:lnTo>
                  <a:pt x="1299253" y="78949"/>
                </a:lnTo>
                <a:lnTo>
                  <a:pt x="1299230" y="78699"/>
                </a:lnTo>
                <a:lnTo>
                  <a:pt x="1299209" y="78425"/>
                </a:lnTo>
                <a:lnTo>
                  <a:pt x="1299188" y="78126"/>
                </a:lnTo>
                <a:lnTo>
                  <a:pt x="1299169" y="77803"/>
                </a:lnTo>
                <a:lnTo>
                  <a:pt x="1299151" y="77456"/>
                </a:lnTo>
                <a:lnTo>
                  <a:pt x="1299135" y="77084"/>
                </a:lnTo>
                <a:lnTo>
                  <a:pt x="1299119" y="76688"/>
                </a:lnTo>
                <a:lnTo>
                  <a:pt x="1299105" y="76267"/>
                </a:lnTo>
                <a:lnTo>
                  <a:pt x="1299092" y="75823"/>
                </a:lnTo>
                <a:lnTo>
                  <a:pt x="1299080" y="75353"/>
                </a:lnTo>
                <a:lnTo>
                  <a:pt x="1299070" y="74860"/>
                </a:lnTo>
                <a:lnTo>
                  <a:pt x="1299060" y="74342"/>
                </a:lnTo>
                <a:lnTo>
                  <a:pt x="1299052" y="73800"/>
                </a:lnTo>
                <a:lnTo>
                  <a:pt x="1299045" y="73233"/>
                </a:lnTo>
                <a:lnTo>
                  <a:pt x="1299040" y="72642"/>
                </a:lnTo>
                <a:lnTo>
                  <a:pt x="1299036" y="72027"/>
                </a:lnTo>
                <a:lnTo>
                  <a:pt x="1299033" y="71387"/>
                </a:lnTo>
                <a:lnTo>
                  <a:pt x="1299031" y="70723"/>
                </a:lnTo>
                <a:lnTo>
                  <a:pt x="1299030" y="70034"/>
                </a:lnTo>
                <a:lnTo>
                  <a:pt x="1299030" y="42358"/>
                </a:lnTo>
                <a:lnTo>
                  <a:pt x="1311465" y="42358"/>
                </a:lnTo>
                <a:lnTo>
                  <a:pt x="1311465" y="27850"/>
                </a:lnTo>
                <a:lnTo>
                  <a:pt x="1299030" y="27850"/>
                </a:lnTo>
                <a:lnTo>
                  <a:pt x="1299030" y="3368"/>
                </a:lnTo>
                <a:lnTo>
                  <a:pt x="1280765" y="14119"/>
                </a:lnTo>
                <a:lnTo>
                  <a:pt x="1280765" y="27850"/>
                </a:lnTo>
                <a:lnTo>
                  <a:pt x="1272410" y="27850"/>
                </a:lnTo>
                <a:close/>
                <a:moveTo>
                  <a:pt x="1648326" y="27850"/>
                </a:moveTo>
                <a:lnTo>
                  <a:pt x="1648326" y="42358"/>
                </a:lnTo>
                <a:lnTo>
                  <a:pt x="1656681" y="42358"/>
                </a:lnTo>
                <a:lnTo>
                  <a:pt x="1656681" y="72346"/>
                </a:lnTo>
                <a:lnTo>
                  <a:pt x="1656682" y="73139"/>
                </a:lnTo>
                <a:lnTo>
                  <a:pt x="1656685" y="73909"/>
                </a:lnTo>
                <a:lnTo>
                  <a:pt x="1656690" y="74657"/>
                </a:lnTo>
                <a:lnTo>
                  <a:pt x="1656697" y="75383"/>
                </a:lnTo>
                <a:lnTo>
                  <a:pt x="1656706" y="76086"/>
                </a:lnTo>
                <a:lnTo>
                  <a:pt x="1656717" y="76766"/>
                </a:lnTo>
                <a:lnTo>
                  <a:pt x="1656731" y="77424"/>
                </a:lnTo>
                <a:lnTo>
                  <a:pt x="1656746" y="78060"/>
                </a:lnTo>
                <a:lnTo>
                  <a:pt x="1656763" y="78673"/>
                </a:lnTo>
                <a:lnTo>
                  <a:pt x="1656782" y="79263"/>
                </a:lnTo>
                <a:lnTo>
                  <a:pt x="1656803" y="79832"/>
                </a:lnTo>
                <a:lnTo>
                  <a:pt x="1656827" y="80377"/>
                </a:lnTo>
                <a:lnTo>
                  <a:pt x="1656852" y="80900"/>
                </a:lnTo>
                <a:lnTo>
                  <a:pt x="1656879" y="81401"/>
                </a:lnTo>
                <a:lnTo>
                  <a:pt x="1656909" y="81879"/>
                </a:lnTo>
                <a:lnTo>
                  <a:pt x="1656940" y="82335"/>
                </a:lnTo>
                <a:lnTo>
                  <a:pt x="1656973" y="82768"/>
                </a:lnTo>
                <a:lnTo>
                  <a:pt x="1657009" y="83178"/>
                </a:lnTo>
                <a:lnTo>
                  <a:pt x="1657046" y="83566"/>
                </a:lnTo>
                <a:lnTo>
                  <a:pt x="1657086" y="83932"/>
                </a:lnTo>
                <a:lnTo>
                  <a:pt x="1657127" y="84275"/>
                </a:lnTo>
                <a:lnTo>
                  <a:pt x="1657171" y="84596"/>
                </a:lnTo>
                <a:lnTo>
                  <a:pt x="1657216" y="84894"/>
                </a:lnTo>
                <a:lnTo>
                  <a:pt x="1657264" y="85170"/>
                </a:lnTo>
                <a:lnTo>
                  <a:pt x="1657325" y="85539"/>
                </a:lnTo>
                <a:lnTo>
                  <a:pt x="1657391" y="85902"/>
                </a:lnTo>
                <a:lnTo>
                  <a:pt x="1657460" y="86258"/>
                </a:lnTo>
                <a:lnTo>
                  <a:pt x="1657533" y="86608"/>
                </a:lnTo>
                <a:lnTo>
                  <a:pt x="1657610" y="86952"/>
                </a:lnTo>
                <a:lnTo>
                  <a:pt x="1657691" y="87289"/>
                </a:lnTo>
                <a:lnTo>
                  <a:pt x="1657776" y="87620"/>
                </a:lnTo>
                <a:lnTo>
                  <a:pt x="1657865" y="87944"/>
                </a:lnTo>
                <a:lnTo>
                  <a:pt x="1657958" y="88262"/>
                </a:lnTo>
                <a:lnTo>
                  <a:pt x="1658054" y="88574"/>
                </a:lnTo>
                <a:lnTo>
                  <a:pt x="1658155" y="88879"/>
                </a:lnTo>
                <a:lnTo>
                  <a:pt x="1658260" y="89177"/>
                </a:lnTo>
                <a:lnTo>
                  <a:pt x="1658368" y="89470"/>
                </a:lnTo>
                <a:lnTo>
                  <a:pt x="1658481" y="89756"/>
                </a:lnTo>
                <a:lnTo>
                  <a:pt x="1658597" y="90035"/>
                </a:lnTo>
                <a:lnTo>
                  <a:pt x="1658718" y="90308"/>
                </a:lnTo>
                <a:lnTo>
                  <a:pt x="1658842" y="90575"/>
                </a:lnTo>
                <a:lnTo>
                  <a:pt x="1658970" y="90835"/>
                </a:lnTo>
                <a:lnTo>
                  <a:pt x="1659102" y="91089"/>
                </a:lnTo>
                <a:lnTo>
                  <a:pt x="1659238" y="91336"/>
                </a:lnTo>
                <a:lnTo>
                  <a:pt x="1659378" y="91577"/>
                </a:lnTo>
                <a:lnTo>
                  <a:pt x="1659522" y="91812"/>
                </a:lnTo>
                <a:lnTo>
                  <a:pt x="1659670" y="92040"/>
                </a:lnTo>
                <a:lnTo>
                  <a:pt x="1659822" y="92262"/>
                </a:lnTo>
                <a:lnTo>
                  <a:pt x="1659980" y="92479"/>
                </a:lnTo>
                <a:lnTo>
                  <a:pt x="1660145" y="92692"/>
                </a:lnTo>
                <a:lnTo>
                  <a:pt x="1660317" y="92903"/>
                </a:lnTo>
                <a:lnTo>
                  <a:pt x="1660496" y="93109"/>
                </a:lnTo>
                <a:lnTo>
                  <a:pt x="1660683" y="93313"/>
                </a:lnTo>
                <a:lnTo>
                  <a:pt x="1660877" y="93513"/>
                </a:lnTo>
                <a:lnTo>
                  <a:pt x="1661078" y="93710"/>
                </a:lnTo>
                <a:lnTo>
                  <a:pt x="1661287" y="93903"/>
                </a:lnTo>
                <a:lnTo>
                  <a:pt x="1661503" y="94093"/>
                </a:lnTo>
                <a:lnTo>
                  <a:pt x="1661726" y="94279"/>
                </a:lnTo>
                <a:lnTo>
                  <a:pt x="1661957" y="94462"/>
                </a:lnTo>
                <a:lnTo>
                  <a:pt x="1662194" y="94642"/>
                </a:lnTo>
                <a:lnTo>
                  <a:pt x="1662440" y="94819"/>
                </a:lnTo>
                <a:lnTo>
                  <a:pt x="1662692" y="94992"/>
                </a:lnTo>
                <a:lnTo>
                  <a:pt x="1662952" y="95161"/>
                </a:lnTo>
                <a:lnTo>
                  <a:pt x="1663219" y="95328"/>
                </a:lnTo>
                <a:lnTo>
                  <a:pt x="1663493" y="95491"/>
                </a:lnTo>
                <a:lnTo>
                  <a:pt x="1663775" y="95650"/>
                </a:lnTo>
                <a:lnTo>
                  <a:pt x="1664064" y="95806"/>
                </a:lnTo>
                <a:lnTo>
                  <a:pt x="1664361" y="95959"/>
                </a:lnTo>
                <a:lnTo>
                  <a:pt x="1664664" y="96109"/>
                </a:lnTo>
                <a:lnTo>
                  <a:pt x="1664975" y="96255"/>
                </a:lnTo>
                <a:lnTo>
                  <a:pt x="1665293" y="96397"/>
                </a:lnTo>
                <a:lnTo>
                  <a:pt x="1665619" y="96537"/>
                </a:lnTo>
                <a:lnTo>
                  <a:pt x="1665950" y="96671"/>
                </a:lnTo>
                <a:lnTo>
                  <a:pt x="1666284" y="96800"/>
                </a:lnTo>
                <a:lnTo>
                  <a:pt x="1666622" y="96924"/>
                </a:lnTo>
                <a:lnTo>
                  <a:pt x="1666963" y="97041"/>
                </a:lnTo>
                <a:lnTo>
                  <a:pt x="1667307" y="97153"/>
                </a:lnTo>
                <a:lnTo>
                  <a:pt x="1667655" y="97259"/>
                </a:lnTo>
                <a:lnTo>
                  <a:pt x="1668006" y="97360"/>
                </a:lnTo>
                <a:lnTo>
                  <a:pt x="1668361" y="97454"/>
                </a:lnTo>
                <a:lnTo>
                  <a:pt x="1668719" y="97543"/>
                </a:lnTo>
                <a:lnTo>
                  <a:pt x="1669080" y="97626"/>
                </a:lnTo>
                <a:lnTo>
                  <a:pt x="1669445" y="97704"/>
                </a:lnTo>
                <a:lnTo>
                  <a:pt x="1669813" y="97775"/>
                </a:lnTo>
                <a:lnTo>
                  <a:pt x="1670184" y="97841"/>
                </a:lnTo>
                <a:lnTo>
                  <a:pt x="1670559" y="97902"/>
                </a:lnTo>
                <a:lnTo>
                  <a:pt x="1670937" y="97956"/>
                </a:lnTo>
                <a:lnTo>
                  <a:pt x="1671319" y="98005"/>
                </a:lnTo>
                <a:lnTo>
                  <a:pt x="1671703" y="98048"/>
                </a:lnTo>
                <a:lnTo>
                  <a:pt x="1672092" y="98085"/>
                </a:lnTo>
                <a:lnTo>
                  <a:pt x="1672483" y="98117"/>
                </a:lnTo>
                <a:lnTo>
                  <a:pt x="1672878" y="98142"/>
                </a:lnTo>
                <a:lnTo>
                  <a:pt x="1673277" y="98162"/>
                </a:lnTo>
                <a:lnTo>
                  <a:pt x="1673679" y="98177"/>
                </a:lnTo>
                <a:lnTo>
                  <a:pt x="1674084" y="98185"/>
                </a:lnTo>
                <a:lnTo>
                  <a:pt x="1674492" y="98188"/>
                </a:lnTo>
                <a:lnTo>
                  <a:pt x="1675159" y="98184"/>
                </a:lnTo>
                <a:lnTo>
                  <a:pt x="1675819" y="98169"/>
                </a:lnTo>
                <a:lnTo>
                  <a:pt x="1676474" y="98146"/>
                </a:lnTo>
                <a:lnTo>
                  <a:pt x="1677123" y="98112"/>
                </a:lnTo>
                <a:lnTo>
                  <a:pt x="1677765" y="98070"/>
                </a:lnTo>
                <a:lnTo>
                  <a:pt x="1678403" y="98018"/>
                </a:lnTo>
                <a:lnTo>
                  <a:pt x="1679034" y="97956"/>
                </a:lnTo>
                <a:lnTo>
                  <a:pt x="1679659" y="97885"/>
                </a:lnTo>
                <a:lnTo>
                  <a:pt x="1680279" y="97804"/>
                </a:lnTo>
                <a:lnTo>
                  <a:pt x="1680893" y="97714"/>
                </a:lnTo>
                <a:lnTo>
                  <a:pt x="1681500" y="97614"/>
                </a:lnTo>
                <a:lnTo>
                  <a:pt x="1682102" y="97505"/>
                </a:lnTo>
                <a:lnTo>
                  <a:pt x="1682699" y="97387"/>
                </a:lnTo>
                <a:lnTo>
                  <a:pt x="1683289" y="97259"/>
                </a:lnTo>
                <a:lnTo>
                  <a:pt x="1683873" y="97121"/>
                </a:lnTo>
                <a:lnTo>
                  <a:pt x="1684452" y="96974"/>
                </a:lnTo>
                <a:lnTo>
                  <a:pt x="1685025" y="96817"/>
                </a:lnTo>
                <a:lnTo>
                  <a:pt x="1685592" y="96651"/>
                </a:lnTo>
                <a:lnTo>
                  <a:pt x="1686153" y="96476"/>
                </a:lnTo>
                <a:lnTo>
                  <a:pt x="1686708" y="96291"/>
                </a:lnTo>
                <a:lnTo>
                  <a:pt x="1687258" y="96096"/>
                </a:lnTo>
                <a:lnTo>
                  <a:pt x="1687801" y="95892"/>
                </a:lnTo>
                <a:lnTo>
                  <a:pt x="1688339" y="95679"/>
                </a:lnTo>
                <a:lnTo>
                  <a:pt x="1688871" y="95456"/>
                </a:lnTo>
                <a:lnTo>
                  <a:pt x="1687316" y="81284"/>
                </a:lnTo>
                <a:lnTo>
                  <a:pt x="1686921" y="81427"/>
                </a:lnTo>
                <a:lnTo>
                  <a:pt x="1686533" y="81563"/>
                </a:lnTo>
                <a:lnTo>
                  <a:pt x="1686153" y="81694"/>
                </a:lnTo>
                <a:lnTo>
                  <a:pt x="1685782" y="81818"/>
                </a:lnTo>
                <a:lnTo>
                  <a:pt x="1685418" y="81937"/>
                </a:lnTo>
                <a:lnTo>
                  <a:pt x="1685062" y="82049"/>
                </a:lnTo>
                <a:lnTo>
                  <a:pt x="1684713" y="82155"/>
                </a:lnTo>
                <a:lnTo>
                  <a:pt x="1684373" y="82255"/>
                </a:lnTo>
                <a:lnTo>
                  <a:pt x="1684040" y="82349"/>
                </a:lnTo>
                <a:lnTo>
                  <a:pt x="1683716" y="82438"/>
                </a:lnTo>
                <a:lnTo>
                  <a:pt x="1683399" y="82519"/>
                </a:lnTo>
                <a:lnTo>
                  <a:pt x="1683090" y="82595"/>
                </a:lnTo>
                <a:lnTo>
                  <a:pt x="1682789" y="82665"/>
                </a:lnTo>
                <a:lnTo>
                  <a:pt x="1682496" y="82729"/>
                </a:lnTo>
                <a:lnTo>
                  <a:pt x="1682211" y="82787"/>
                </a:lnTo>
                <a:lnTo>
                  <a:pt x="1681933" y="82838"/>
                </a:lnTo>
                <a:lnTo>
                  <a:pt x="1681664" y="82884"/>
                </a:lnTo>
                <a:lnTo>
                  <a:pt x="1681402" y="82923"/>
                </a:lnTo>
                <a:lnTo>
                  <a:pt x="1681148" y="82957"/>
                </a:lnTo>
                <a:lnTo>
                  <a:pt x="1680902" y="82984"/>
                </a:lnTo>
                <a:lnTo>
                  <a:pt x="1680664" y="83005"/>
                </a:lnTo>
                <a:lnTo>
                  <a:pt x="1680434" y="83020"/>
                </a:lnTo>
                <a:lnTo>
                  <a:pt x="1680212" y="83030"/>
                </a:lnTo>
                <a:lnTo>
                  <a:pt x="1679997" y="83033"/>
                </a:lnTo>
                <a:lnTo>
                  <a:pt x="1679847" y="83031"/>
                </a:lnTo>
                <a:lnTo>
                  <a:pt x="1679699" y="83026"/>
                </a:lnTo>
                <a:lnTo>
                  <a:pt x="1679553" y="83018"/>
                </a:lnTo>
                <a:lnTo>
                  <a:pt x="1679408" y="83007"/>
                </a:lnTo>
                <a:lnTo>
                  <a:pt x="1679266" y="82993"/>
                </a:lnTo>
                <a:lnTo>
                  <a:pt x="1679125" y="82976"/>
                </a:lnTo>
                <a:lnTo>
                  <a:pt x="1678986" y="82956"/>
                </a:lnTo>
                <a:lnTo>
                  <a:pt x="1678850" y="82932"/>
                </a:lnTo>
                <a:lnTo>
                  <a:pt x="1678715" y="82905"/>
                </a:lnTo>
                <a:lnTo>
                  <a:pt x="1678582" y="82876"/>
                </a:lnTo>
                <a:lnTo>
                  <a:pt x="1678451" y="82843"/>
                </a:lnTo>
                <a:lnTo>
                  <a:pt x="1678322" y="82806"/>
                </a:lnTo>
                <a:lnTo>
                  <a:pt x="1678194" y="82767"/>
                </a:lnTo>
                <a:lnTo>
                  <a:pt x="1678069" y="82725"/>
                </a:lnTo>
                <a:lnTo>
                  <a:pt x="1677946" y="82679"/>
                </a:lnTo>
                <a:lnTo>
                  <a:pt x="1677824" y="82630"/>
                </a:lnTo>
                <a:lnTo>
                  <a:pt x="1677705" y="82579"/>
                </a:lnTo>
                <a:lnTo>
                  <a:pt x="1677587" y="82524"/>
                </a:lnTo>
                <a:lnTo>
                  <a:pt x="1677471" y="82466"/>
                </a:lnTo>
                <a:lnTo>
                  <a:pt x="1677357" y="82404"/>
                </a:lnTo>
                <a:lnTo>
                  <a:pt x="1677245" y="82340"/>
                </a:lnTo>
                <a:lnTo>
                  <a:pt x="1677135" y="82272"/>
                </a:lnTo>
                <a:lnTo>
                  <a:pt x="1677027" y="82202"/>
                </a:lnTo>
                <a:lnTo>
                  <a:pt x="1676921" y="82128"/>
                </a:lnTo>
                <a:lnTo>
                  <a:pt x="1676817" y="82051"/>
                </a:lnTo>
                <a:lnTo>
                  <a:pt x="1676717" y="81973"/>
                </a:lnTo>
                <a:lnTo>
                  <a:pt x="1676619" y="81894"/>
                </a:lnTo>
                <a:lnTo>
                  <a:pt x="1676525" y="81812"/>
                </a:lnTo>
                <a:lnTo>
                  <a:pt x="1676434" y="81729"/>
                </a:lnTo>
                <a:lnTo>
                  <a:pt x="1676346" y="81644"/>
                </a:lnTo>
                <a:lnTo>
                  <a:pt x="1676261" y="81558"/>
                </a:lnTo>
                <a:lnTo>
                  <a:pt x="1676180" y="81470"/>
                </a:lnTo>
                <a:lnTo>
                  <a:pt x="1676101" y="81380"/>
                </a:lnTo>
                <a:lnTo>
                  <a:pt x="1676026" y="81289"/>
                </a:lnTo>
                <a:lnTo>
                  <a:pt x="1675954" y="81195"/>
                </a:lnTo>
                <a:lnTo>
                  <a:pt x="1675885" y="81101"/>
                </a:lnTo>
                <a:lnTo>
                  <a:pt x="1675819" y="81004"/>
                </a:lnTo>
                <a:lnTo>
                  <a:pt x="1675756" y="80906"/>
                </a:lnTo>
                <a:lnTo>
                  <a:pt x="1675696" y="80806"/>
                </a:lnTo>
                <a:lnTo>
                  <a:pt x="1675640" y="80705"/>
                </a:lnTo>
                <a:lnTo>
                  <a:pt x="1675587" y="80602"/>
                </a:lnTo>
                <a:lnTo>
                  <a:pt x="1675537" y="80497"/>
                </a:lnTo>
                <a:lnTo>
                  <a:pt x="1675490" y="80390"/>
                </a:lnTo>
                <a:lnTo>
                  <a:pt x="1675446" y="80282"/>
                </a:lnTo>
                <a:lnTo>
                  <a:pt x="1675405" y="80172"/>
                </a:lnTo>
                <a:lnTo>
                  <a:pt x="1675367" y="80061"/>
                </a:lnTo>
                <a:lnTo>
                  <a:pt x="1675333" y="79947"/>
                </a:lnTo>
                <a:lnTo>
                  <a:pt x="1675302" y="79833"/>
                </a:lnTo>
                <a:lnTo>
                  <a:pt x="1675273" y="79705"/>
                </a:lnTo>
                <a:lnTo>
                  <a:pt x="1675245" y="79552"/>
                </a:lnTo>
                <a:lnTo>
                  <a:pt x="1675218" y="79375"/>
                </a:lnTo>
                <a:lnTo>
                  <a:pt x="1675193" y="79174"/>
                </a:lnTo>
                <a:lnTo>
                  <a:pt x="1675169" y="78949"/>
                </a:lnTo>
                <a:lnTo>
                  <a:pt x="1675146" y="78699"/>
                </a:lnTo>
                <a:lnTo>
                  <a:pt x="1675124" y="78425"/>
                </a:lnTo>
                <a:lnTo>
                  <a:pt x="1675104" y="78126"/>
                </a:lnTo>
                <a:lnTo>
                  <a:pt x="1675085" y="77803"/>
                </a:lnTo>
                <a:lnTo>
                  <a:pt x="1675067" y="77456"/>
                </a:lnTo>
                <a:lnTo>
                  <a:pt x="1675050" y="77084"/>
                </a:lnTo>
                <a:lnTo>
                  <a:pt x="1675035" y="76688"/>
                </a:lnTo>
                <a:lnTo>
                  <a:pt x="1675020" y="76267"/>
                </a:lnTo>
                <a:lnTo>
                  <a:pt x="1675007" y="75823"/>
                </a:lnTo>
                <a:lnTo>
                  <a:pt x="1674996" y="75353"/>
                </a:lnTo>
                <a:lnTo>
                  <a:pt x="1674985" y="74860"/>
                </a:lnTo>
                <a:lnTo>
                  <a:pt x="1674976" y="74342"/>
                </a:lnTo>
                <a:lnTo>
                  <a:pt x="1674968" y="73800"/>
                </a:lnTo>
                <a:lnTo>
                  <a:pt x="1674961" y="73233"/>
                </a:lnTo>
                <a:lnTo>
                  <a:pt x="1674955" y="72642"/>
                </a:lnTo>
                <a:lnTo>
                  <a:pt x="1674951" y="72027"/>
                </a:lnTo>
                <a:lnTo>
                  <a:pt x="1674948" y="71387"/>
                </a:lnTo>
                <a:lnTo>
                  <a:pt x="1674946" y="70723"/>
                </a:lnTo>
                <a:lnTo>
                  <a:pt x="1674946" y="70034"/>
                </a:lnTo>
                <a:lnTo>
                  <a:pt x="1674946" y="42358"/>
                </a:lnTo>
                <a:lnTo>
                  <a:pt x="1687381" y="42358"/>
                </a:lnTo>
                <a:lnTo>
                  <a:pt x="1687381" y="27850"/>
                </a:lnTo>
                <a:lnTo>
                  <a:pt x="1674946" y="27850"/>
                </a:lnTo>
                <a:lnTo>
                  <a:pt x="1674946" y="3368"/>
                </a:lnTo>
                <a:lnTo>
                  <a:pt x="1656681" y="14119"/>
                </a:lnTo>
                <a:lnTo>
                  <a:pt x="1656681" y="27850"/>
                </a:lnTo>
                <a:lnTo>
                  <a:pt x="1648326" y="27850"/>
                </a:lnTo>
                <a:close/>
                <a:moveTo>
                  <a:pt x="1891596" y="27850"/>
                </a:moveTo>
                <a:lnTo>
                  <a:pt x="1891596" y="42358"/>
                </a:lnTo>
                <a:lnTo>
                  <a:pt x="1899951" y="42358"/>
                </a:lnTo>
                <a:lnTo>
                  <a:pt x="1899951" y="72346"/>
                </a:lnTo>
                <a:lnTo>
                  <a:pt x="1899952" y="73139"/>
                </a:lnTo>
                <a:lnTo>
                  <a:pt x="1899955" y="73909"/>
                </a:lnTo>
                <a:lnTo>
                  <a:pt x="1899961" y="74657"/>
                </a:lnTo>
                <a:lnTo>
                  <a:pt x="1899968" y="75383"/>
                </a:lnTo>
                <a:lnTo>
                  <a:pt x="1899977" y="76086"/>
                </a:lnTo>
                <a:lnTo>
                  <a:pt x="1899988" y="76766"/>
                </a:lnTo>
                <a:lnTo>
                  <a:pt x="1900001" y="77424"/>
                </a:lnTo>
                <a:lnTo>
                  <a:pt x="1900016" y="78060"/>
                </a:lnTo>
                <a:lnTo>
                  <a:pt x="1900033" y="78673"/>
                </a:lnTo>
                <a:lnTo>
                  <a:pt x="1900053" y="79263"/>
                </a:lnTo>
                <a:lnTo>
                  <a:pt x="1900074" y="79832"/>
                </a:lnTo>
                <a:lnTo>
                  <a:pt x="1900097" y="80377"/>
                </a:lnTo>
                <a:lnTo>
                  <a:pt x="1900122" y="80900"/>
                </a:lnTo>
                <a:lnTo>
                  <a:pt x="1900150" y="81401"/>
                </a:lnTo>
                <a:lnTo>
                  <a:pt x="1900179" y="81879"/>
                </a:lnTo>
                <a:lnTo>
                  <a:pt x="1900210" y="82335"/>
                </a:lnTo>
                <a:lnTo>
                  <a:pt x="1900244" y="82768"/>
                </a:lnTo>
                <a:lnTo>
                  <a:pt x="1900279" y="83178"/>
                </a:lnTo>
                <a:lnTo>
                  <a:pt x="1900317" y="83566"/>
                </a:lnTo>
                <a:lnTo>
                  <a:pt x="1900356" y="83932"/>
                </a:lnTo>
                <a:lnTo>
                  <a:pt x="1900398" y="84275"/>
                </a:lnTo>
                <a:lnTo>
                  <a:pt x="1900441" y="84596"/>
                </a:lnTo>
                <a:lnTo>
                  <a:pt x="1900487" y="84894"/>
                </a:lnTo>
                <a:lnTo>
                  <a:pt x="1900534" y="85170"/>
                </a:lnTo>
                <a:lnTo>
                  <a:pt x="1900596" y="85539"/>
                </a:lnTo>
                <a:lnTo>
                  <a:pt x="1900661" y="85902"/>
                </a:lnTo>
                <a:lnTo>
                  <a:pt x="1900730" y="86258"/>
                </a:lnTo>
                <a:lnTo>
                  <a:pt x="1900803" y="86608"/>
                </a:lnTo>
                <a:lnTo>
                  <a:pt x="1900880" y="86952"/>
                </a:lnTo>
                <a:lnTo>
                  <a:pt x="1900961" y="87289"/>
                </a:lnTo>
                <a:lnTo>
                  <a:pt x="1901046" y="87620"/>
                </a:lnTo>
                <a:lnTo>
                  <a:pt x="1901135" y="87944"/>
                </a:lnTo>
                <a:lnTo>
                  <a:pt x="1901228" y="88262"/>
                </a:lnTo>
                <a:lnTo>
                  <a:pt x="1901325" y="88574"/>
                </a:lnTo>
                <a:lnTo>
                  <a:pt x="1901426" y="88879"/>
                </a:lnTo>
                <a:lnTo>
                  <a:pt x="1901530" y="89177"/>
                </a:lnTo>
                <a:lnTo>
                  <a:pt x="1901639" y="89470"/>
                </a:lnTo>
                <a:lnTo>
                  <a:pt x="1901751" y="89756"/>
                </a:lnTo>
                <a:lnTo>
                  <a:pt x="1901868" y="90035"/>
                </a:lnTo>
                <a:lnTo>
                  <a:pt x="1901988" y="90308"/>
                </a:lnTo>
                <a:lnTo>
                  <a:pt x="1902112" y="90575"/>
                </a:lnTo>
                <a:lnTo>
                  <a:pt x="1902241" y="90835"/>
                </a:lnTo>
                <a:lnTo>
                  <a:pt x="1902373" y="91089"/>
                </a:lnTo>
                <a:lnTo>
                  <a:pt x="1902509" y="91336"/>
                </a:lnTo>
                <a:lnTo>
                  <a:pt x="1902649" y="91577"/>
                </a:lnTo>
                <a:lnTo>
                  <a:pt x="1902793" y="91812"/>
                </a:lnTo>
                <a:lnTo>
                  <a:pt x="1902941" y="92040"/>
                </a:lnTo>
                <a:lnTo>
                  <a:pt x="1903093" y="92262"/>
                </a:lnTo>
                <a:lnTo>
                  <a:pt x="1903250" y="92479"/>
                </a:lnTo>
                <a:lnTo>
                  <a:pt x="1903415" y="92692"/>
                </a:lnTo>
                <a:lnTo>
                  <a:pt x="1903587" y="92903"/>
                </a:lnTo>
                <a:lnTo>
                  <a:pt x="1903766" y="93109"/>
                </a:lnTo>
                <a:lnTo>
                  <a:pt x="1903953" y="93313"/>
                </a:lnTo>
                <a:lnTo>
                  <a:pt x="1904147" y="93513"/>
                </a:lnTo>
                <a:lnTo>
                  <a:pt x="1904348" y="93710"/>
                </a:lnTo>
                <a:lnTo>
                  <a:pt x="1904557" y="93903"/>
                </a:lnTo>
                <a:lnTo>
                  <a:pt x="1904773" y="94093"/>
                </a:lnTo>
                <a:lnTo>
                  <a:pt x="1904996" y="94279"/>
                </a:lnTo>
                <a:lnTo>
                  <a:pt x="1905227" y="94462"/>
                </a:lnTo>
                <a:lnTo>
                  <a:pt x="1905465" y="94642"/>
                </a:lnTo>
                <a:lnTo>
                  <a:pt x="1905710" y="94819"/>
                </a:lnTo>
                <a:lnTo>
                  <a:pt x="1905962" y="94992"/>
                </a:lnTo>
                <a:lnTo>
                  <a:pt x="1906222" y="95161"/>
                </a:lnTo>
                <a:lnTo>
                  <a:pt x="1906489" y="95328"/>
                </a:lnTo>
                <a:lnTo>
                  <a:pt x="1906764" y="95491"/>
                </a:lnTo>
                <a:lnTo>
                  <a:pt x="1907046" y="95650"/>
                </a:lnTo>
                <a:lnTo>
                  <a:pt x="1907335" y="95806"/>
                </a:lnTo>
                <a:lnTo>
                  <a:pt x="1907631" y="95959"/>
                </a:lnTo>
                <a:lnTo>
                  <a:pt x="1907935" y="96109"/>
                </a:lnTo>
                <a:lnTo>
                  <a:pt x="1908246" y="96255"/>
                </a:lnTo>
                <a:lnTo>
                  <a:pt x="1908564" y="96397"/>
                </a:lnTo>
                <a:lnTo>
                  <a:pt x="1908889" y="96537"/>
                </a:lnTo>
                <a:lnTo>
                  <a:pt x="1909220" y="96671"/>
                </a:lnTo>
                <a:lnTo>
                  <a:pt x="1909555" y="96800"/>
                </a:lnTo>
                <a:lnTo>
                  <a:pt x="1909892" y="96924"/>
                </a:lnTo>
                <a:lnTo>
                  <a:pt x="1910233" y="97041"/>
                </a:lnTo>
                <a:lnTo>
                  <a:pt x="1910578" y="97153"/>
                </a:lnTo>
                <a:lnTo>
                  <a:pt x="1910926" y="97259"/>
                </a:lnTo>
                <a:lnTo>
                  <a:pt x="1911277" y="97360"/>
                </a:lnTo>
                <a:lnTo>
                  <a:pt x="1911631" y="97454"/>
                </a:lnTo>
                <a:lnTo>
                  <a:pt x="1911989" y="97543"/>
                </a:lnTo>
                <a:lnTo>
                  <a:pt x="1912350" y="97626"/>
                </a:lnTo>
                <a:lnTo>
                  <a:pt x="1912715" y="97704"/>
                </a:lnTo>
                <a:lnTo>
                  <a:pt x="1913083" y="97775"/>
                </a:lnTo>
                <a:lnTo>
                  <a:pt x="1913455" y="97841"/>
                </a:lnTo>
                <a:lnTo>
                  <a:pt x="1913829" y="97902"/>
                </a:lnTo>
                <a:lnTo>
                  <a:pt x="1914207" y="97956"/>
                </a:lnTo>
                <a:lnTo>
                  <a:pt x="1914589" y="98005"/>
                </a:lnTo>
                <a:lnTo>
                  <a:pt x="1914974" y="98048"/>
                </a:lnTo>
                <a:lnTo>
                  <a:pt x="1915362" y="98085"/>
                </a:lnTo>
                <a:lnTo>
                  <a:pt x="1915754" y="98117"/>
                </a:lnTo>
                <a:lnTo>
                  <a:pt x="1916149" y="98142"/>
                </a:lnTo>
                <a:lnTo>
                  <a:pt x="1916547" y="98162"/>
                </a:lnTo>
                <a:lnTo>
                  <a:pt x="1916949" y="98177"/>
                </a:lnTo>
                <a:lnTo>
                  <a:pt x="1917354" y="98185"/>
                </a:lnTo>
                <a:lnTo>
                  <a:pt x="1917763" y="98188"/>
                </a:lnTo>
                <a:lnTo>
                  <a:pt x="1918429" y="98184"/>
                </a:lnTo>
                <a:lnTo>
                  <a:pt x="1919089" y="98169"/>
                </a:lnTo>
                <a:lnTo>
                  <a:pt x="1919744" y="98146"/>
                </a:lnTo>
                <a:lnTo>
                  <a:pt x="1920393" y="98112"/>
                </a:lnTo>
                <a:lnTo>
                  <a:pt x="1921036" y="98070"/>
                </a:lnTo>
                <a:lnTo>
                  <a:pt x="1921673" y="98018"/>
                </a:lnTo>
                <a:lnTo>
                  <a:pt x="1922304" y="97956"/>
                </a:lnTo>
                <a:lnTo>
                  <a:pt x="1922930" y="97885"/>
                </a:lnTo>
                <a:lnTo>
                  <a:pt x="1923549" y="97804"/>
                </a:lnTo>
                <a:lnTo>
                  <a:pt x="1924163" y="97714"/>
                </a:lnTo>
                <a:lnTo>
                  <a:pt x="1924771" y="97614"/>
                </a:lnTo>
                <a:lnTo>
                  <a:pt x="1925373" y="97505"/>
                </a:lnTo>
                <a:lnTo>
                  <a:pt x="1925969" y="97387"/>
                </a:lnTo>
                <a:lnTo>
                  <a:pt x="1926559" y="97259"/>
                </a:lnTo>
                <a:lnTo>
                  <a:pt x="1927144" y="97121"/>
                </a:lnTo>
                <a:lnTo>
                  <a:pt x="1927722" y="96974"/>
                </a:lnTo>
                <a:lnTo>
                  <a:pt x="1928295" y="96817"/>
                </a:lnTo>
                <a:lnTo>
                  <a:pt x="1928862" y="96651"/>
                </a:lnTo>
                <a:lnTo>
                  <a:pt x="1929423" y="96476"/>
                </a:lnTo>
                <a:lnTo>
                  <a:pt x="1929979" y="96291"/>
                </a:lnTo>
                <a:lnTo>
                  <a:pt x="1930528" y="96096"/>
                </a:lnTo>
                <a:lnTo>
                  <a:pt x="1931072" y="95892"/>
                </a:lnTo>
                <a:lnTo>
                  <a:pt x="1931609" y="95679"/>
                </a:lnTo>
                <a:lnTo>
                  <a:pt x="1932141" y="95456"/>
                </a:lnTo>
                <a:lnTo>
                  <a:pt x="1930587" y="81284"/>
                </a:lnTo>
                <a:lnTo>
                  <a:pt x="1930191" y="81427"/>
                </a:lnTo>
                <a:lnTo>
                  <a:pt x="1929804" y="81563"/>
                </a:lnTo>
                <a:lnTo>
                  <a:pt x="1929424" y="81694"/>
                </a:lnTo>
                <a:lnTo>
                  <a:pt x="1929052" y="81818"/>
                </a:lnTo>
                <a:lnTo>
                  <a:pt x="1928688" y="81937"/>
                </a:lnTo>
                <a:lnTo>
                  <a:pt x="1928332" y="82049"/>
                </a:lnTo>
                <a:lnTo>
                  <a:pt x="1927984" y="82155"/>
                </a:lnTo>
                <a:lnTo>
                  <a:pt x="1927643" y="82255"/>
                </a:lnTo>
                <a:lnTo>
                  <a:pt x="1927311" y="82349"/>
                </a:lnTo>
                <a:lnTo>
                  <a:pt x="1926986" y="82438"/>
                </a:lnTo>
                <a:lnTo>
                  <a:pt x="1926669" y="82519"/>
                </a:lnTo>
                <a:lnTo>
                  <a:pt x="1926361" y="82595"/>
                </a:lnTo>
                <a:lnTo>
                  <a:pt x="1926060" y="82665"/>
                </a:lnTo>
                <a:lnTo>
                  <a:pt x="1925766" y="82729"/>
                </a:lnTo>
                <a:lnTo>
                  <a:pt x="1925481" y="82787"/>
                </a:lnTo>
                <a:lnTo>
                  <a:pt x="1925204" y="82838"/>
                </a:lnTo>
                <a:lnTo>
                  <a:pt x="1924934" y="82884"/>
                </a:lnTo>
                <a:lnTo>
                  <a:pt x="1924673" y="82923"/>
                </a:lnTo>
                <a:lnTo>
                  <a:pt x="1924419" y="82957"/>
                </a:lnTo>
                <a:lnTo>
                  <a:pt x="1924173" y="82984"/>
                </a:lnTo>
                <a:lnTo>
                  <a:pt x="1923935" y="83005"/>
                </a:lnTo>
                <a:lnTo>
                  <a:pt x="1923705" y="83020"/>
                </a:lnTo>
                <a:lnTo>
                  <a:pt x="1923482" y="83030"/>
                </a:lnTo>
                <a:lnTo>
                  <a:pt x="1923268" y="83033"/>
                </a:lnTo>
                <a:lnTo>
                  <a:pt x="1923118" y="83031"/>
                </a:lnTo>
                <a:lnTo>
                  <a:pt x="1922969" y="83026"/>
                </a:lnTo>
                <a:lnTo>
                  <a:pt x="1922823" y="83018"/>
                </a:lnTo>
                <a:lnTo>
                  <a:pt x="1922679" y="83007"/>
                </a:lnTo>
                <a:lnTo>
                  <a:pt x="1922536" y="82993"/>
                </a:lnTo>
                <a:lnTo>
                  <a:pt x="1922396" y="82976"/>
                </a:lnTo>
                <a:lnTo>
                  <a:pt x="1922257" y="82956"/>
                </a:lnTo>
                <a:lnTo>
                  <a:pt x="1922120" y="82932"/>
                </a:lnTo>
                <a:lnTo>
                  <a:pt x="1921985" y="82905"/>
                </a:lnTo>
                <a:lnTo>
                  <a:pt x="1921852" y="82876"/>
                </a:lnTo>
                <a:lnTo>
                  <a:pt x="1921721" y="82843"/>
                </a:lnTo>
                <a:lnTo>
                  <a:pt x="1921592" y="82806"/>
                </a:lnTo>
                <a:lnTo>
                  <a:pt x="1921465" y="82767"/>
                </a:lnTo>
                <a:lnTo>
                  <a:pt x="1921339" y="82725"/>
                </a:lnTo>
                <a:lnTo>
                  <a:pt x="1921216" y="82679"/>
                </a:lnTo>
                <a:lnTo>
                  <a:pt x="1921095" y="82630"/>
                </a:lnTo>
                <a:lnTo>
                  <a:pt x="1920975" y="82579"/>
                </a:lnTo>
                <a:lnTo>
                  <a:pt x="1920857" y="82524"/>
                </a:lnTo>
                <a:lnTo>
                  <a:pt x="1920742" y="82466"/>
                </a:lnTo>
                <a:lnTo>
                  <a:pt x="1920628" y="82404"/>
                </a:lnTo>
                <a:lnTo>
                  <a:pt x="1920516" y="82340"/>
                </a:lnTo>
                <a:lnTo>
                  <a:pt x="1920406" y="82272"/>
                </a:lnTo>
                <a:lnTo>
                  <a:pt x="1920298" y="82202"/>
                </a:lnTo>
                <a:lnTo>
                  <a:pt x="1920191" y="82128"/>
                </a:lnTo>
                <a:lnTo>
                  <a:pt x="1920088" y="82051"/>
                </a:lnTo>
                <a:lnTo>
                  <a:pt x="1919987" y="81973"/>
                </a:lnTo>
                <a:lnTo>
                  <a:pt x="1919890" y="81894"/>
                </a:lnTo>
                <a:lnTo>
                  <a:pt x="1919796" y="81812"/>
                </a:lnTo>
                <a:lnTo>
                  <a:pt x="1919705" y="81729"/>
                </a:lnTo>
                <a:lnTo>
                  <a:pt x="1919617" y="81644"/>
                </a:lnTo>
                <a:lnTo>
                  <a:pt x="1919532" y="81558"/>
                </a:lnTo>
                <a:lnTo>
                  <a:pt x="1919450" y="81470"/>
                </a:lnTo>
                <a:lnTo>
                  <a:pt x="1919372" y="81380"/>
                </a:lnTo>
                <a:lnTo>
                  <a:pt x="1919296" y="81289"/>
                </a:lnTo>
                <a:lnTo>
                  <a:pt x="1919224" y="81195"/>
                </a:lnTo>
                <a:lnTo>
                  <a:pt x="1919155" y="81101"/>
                </a:lnTo>
                <a:lnTo>
                  <a:pt x="1919089" y="81004"/>
                </a:lnTo>
                <a:lnTo>
                  <a:pt x="1919026" y="80906"/>
                </a:lnTo>
                <a:lnTo>
                  <a:pt x="1918967" y="80806"/>
                </a:lnTo>
                <a:lnTo>
                  <a:pt x="1918910" y="80705"/>
                </a:lnTo>
                <a:lnTo>
                  <a:pt x="1918857" y="80602"/>
                </a:lnTo>
                <a:lnTo>
                  <a:pt x="1918807" y="80497"/>
                </a:lnTo>
                <a:lnTo>
                  <a:pt x="1918760" y="80390"/>
                </a:lnTo>
                <a:lnTo>
                  <a:pt x="1918716" y="80282"/>
                </a:lnTo>
                <a:lnTo>
                  <a:pt x="1918675" y="80172"/>
                </a:lnTo>
                <a:lnTo>
                  <a:pt x="1918638" y="80061"/>
                </a:lnTo>
                <a:lnTo>
                  <a:pt x="1918603" y="79947"/>
                </a:lnTo>
                <a:lnTo>
                  <a:pt x="1918572" y="79833"/>
                </a:lnTo>
                <a:lnTo>
                  <a:pt x="1918543" y="79705"/>
                </a:lnTo>
                <a:lnTo>
                  <a:pt x="1918515" y="79552"/>
                </a:lnTo>
                <a:lnTo>
                  <a:pt x="1918489" y="79375"/>
                </a:lnTo>
                <a:lnTo>
                  <a:pt x="1918463" y="79174"/>
                </a:lnTo>
                <a:lnTo>
                  <a:pt x="1918439" y="78949"/>
                </a:lnTo>
                <a:lnTo>
                  <a:pt x="1918416" y="78699"/>
                </a:lnTo>
                <a:lnTo>
                  <a:pt x="1918395" y="78425"/>
                </a:lnTo>
                <a:lnTo>
                  <a:pt x="1918374" y="78126"/>
                </a:lnTo>
                <a:lnTo>
                  <a:pt x="1918355" y="77803"/>
                </a:lnTo>
                <a:lnTo>
                  <a:pt x="1918337" y="77456"/>
                </a:lnTo>
                <a:lnTo>
                  <a:pt x="1918321" y="77084"/>
                </a:lnTo>
                <a:lnTo>
                  <a:pt x="1918305" y="76688"/>
                </a:lnTo>
                <a:lnTo>
                  <a:pt x="1918291" y="76267"/>
                </a:lnTo>
                <a:lnTo>
                  <a:pt x="1918278" y="75823"/>
                </a:lnTo>
                <a:lnTo>
                  <a:pt x="1918266" y="75353"/>
                </a:lnTo>
                <a:lnTo>
                  <a:pt x="1918256" y="74860"/>
                </a:lnTo>
                <a:lnTo>
                  <a:pt x="1918246" y="74342"/>
                </a:lnTo>
                <a:lnTo>
                  <a:pt x="1918238" y="73800"/>
                </a:lnTo>
                <a:lnTo>
                  <a:pt x="1918231" y="73233"/>
                </a:lnTo>
                <a:lnTo>
                  <a:pt x="1918226" y="72642"/>
                </a:lnTo>
                <a:lnTo>
                  <a:pt x="1918222" y="72027"/>
                </a:lnTo>
                <a:lnTo>
                  <a:pt x="1918218" y="71387"/>
                </a:lnTo>
                <a:lnTo>
                  <a:pt x="1918217" y="70723"/>
                </a:lnTo>
                <a:lnTo>
                  <a:pt x="1918216" y="70034"/>
                </a:lnTo>
                <a:lnTo>
                  <a:pt x="1918216" y="42358"/>
                </a:lnTo>
                <a:lnTo>
                  <a:pt x="1930651" y="42358"/>
                </a:lnTo>
                <a:lnTo>
                  <a:pt x="1930651" y="27850"/>
                </a:lnTo>
                <a:lnTo>
                  <a:pt x="1918216" y="27850"/>
                </a:lnTo>
                <a:lnTo>
                  <a:pt x="1918216" y="3368"/>
                </a:lnTo>
                <a:lnTo>
                  <a:pt x="1899951" y="14119"/>
                </a:lnTo>
                <a:lnTo>
                  <a:pt x="1899951" y="27850"/>
                </a:lnTo>
                <a:lnTo>
                  <a:pt x="1891596" y="27850"/>
                </a:lnTo>
                <a:close/>
                <a:moveTo>
                  <a:pt x="1172039" y="69874"/>
                </a:moveTo>
                <a:lnTo>
                  <a:pt x="1172063" y="68599"/>
                </a:lnTo>
                <a:lnTo>
                  <a:pt x="1172092" y="67367"/>
                </a:lnTo>
                <a:lnTo>
                  <a:pt x="1172126" y="66176"/>
                </a:lnTo>
                <a:lnTo>
                  <a:pt x="1172166" y="65027"/>
                </a:lnTo>
                <a:lnTo>
                  <a:pt x="1172211" y="63920"/>
                </a:lnTo>
                <a:lnTo>
                  <a:pt x="1172261" y="62855"/>
                </a:lnTo>
                <a:lnTo>
                  <a:pt x="1172316" y="61831"/>
                </a:lnTo>
                <a:lnTo>
                  <a:pt x="1172377" y="60850"/>
                </a:lnTo>
                <a:lnTo>
                  <a:pt x="1172443" y="59910"/>
                </a:lnTo>
                <a:lnTo>
                  <a:pt x="1172515" y="59012"/>
                </a:lnTo>
                <a:lnTo>
                  <a:pt x="1172591" y="58156"/>
                </a:lnTo>
                <a:lnTo>
                  <a:pt x="1172673" y="57341"/>
                </a:lnTo>
                <a:lnTo>
                  <a:pt x="1172760" y="56569"/>
                </a:lnTo>
                <a:lnTo>
                  <a:pt x="1172853" y="55838"/>
                </a:lnTo>
                <a:lnTo>
                  <a:pt x="1172951" y="55149"/>
                </a:lnTo>
                <a:lnTo>
                  <a:pt x="1173054" y="54502"/>
                </a:lnTo>
                <a:lnTo>
                  <a:pt x="1173162" y="53897"/>
                </a:lnTo>
                <a:lnTo>
                  <a:pt x="1173276" y="53334"/>
                </a:lnTo>
                <a:lnTo>
                  <a:pt x="1173395" y="52812"/>
                </a:lnTo>
                <a:lnTo>
                  <a:pt x="1173519" y="52333"/>
                </a:lnTo>
                <a:lnTo>
                  <a:pt x="1173648" y="51880"/>
                </a:lnTo>
                <a:lnTo>
                  <a:pt x="1173780" y="51439"/>
                </a:lnTo>
                <a:lnTo>
                  <a:pt x="1173917" y="51009"/>
                </a:lnTo>
                <a:lnTo>
                  <a:pt x="1174058" y="50592"/>
                </a:lnTo>
                <a:lnTo>
                  <a:pt x="1174202" y="50186"/>
                </a:lnTo>
                <a:lnTo>
                  <a:pt x="1174351" y="49792"/>
                </a:lnTo>
                <a:lnTo>
                  <a:pt x="1174503" y="49410"/>
                </a:lnTo>
                <a:lnTo>
                  <a:pt x="1174659" y="49040"/>
                </a:lnTo>
                <a:lnTo>
                  <a:pt x="1174820" y="48682"/>
                </a:lnTo>
                <a:lnTo>
                  <a:pt x="1174984" y="48335"/>
                </a:lnTo>
                <a:lnTo>
                  <a:pt x="1175152" y="48000"/>
                </a:lnTo>
                <a:lnTo>
                  <a:pt x="1175324" y="47677"/>
                </a:lnTo>
                <a:lnTo>
                  <a:pt x="1175500" y="47366"/>
                </a:lnTo>
                <a:lnTo>
                  <a:pt x="1175680" y="47067"/>
                </a:lnTo>
                <a:lnTo>
                  <a:pt x="1175864" y="46779"/>
                </a:lnTo>
                <a:lnTo>
                  <a:pt x="1176052" y="46503"/>
                </a:lnTo>
                <a:lnTo>
                  <a:pt x="1176244" y="46239"/>
                </a:lnTo>
                <a:lnTo>
                  <a:pt x="1176439" y="45987"/>
                </a:lnTo>
                <a:lnTo>
                  <a:pt x="1176639" y="45747"/>
                </a:lnTo>
                <a:lnTo>
                  <a:pt x="1176843" y="45518"/>
                </a:lnTo>
                <a:lnTo>
                  <a:pt x="1177050" y="45302"/>
                </a:lnTo>
                <a:lnTo>
                  <a:pt x="1177262" y="45097"/>
                </a:lnTo>
                <a:lnTo>
                  <a:pt x="1177477" y="44904"/>
                </a:lnTo>
                <a:lnTo>
                  <a:pt x="1177696" y="44722"/>
                </a:lnTo>
                <a:lnTo>
                  <a:pt x="1177920" y="44551"/>
                </a:lnTo>
                <a:lnTo>
                  <a:pt x="1178147" y="44386"/>
                </a:lnTo>
                <a:lnTo>
                  <a:pt x="1178378" y="44229"/>
                </a:lnTo>
                <a:lnTo>
                  <a:pt x="1178614" y="44079"/>
                </a:lnTo>
                <a:lnTo>
                  <a:pt x="1178853" y="43937"/>
                </a:lnTo>
                <a:lnTo>
                  <a:pt x="1179097" y="43801"/>
                </a:lnTo>
                <a:lnTo>
                  <a:pt x="1179344" y="43673"/>
                </a:lnTo>
                <a:lnTo>
                  <a:pt x="1179596" y="43553"/>
                </a:lnTo>
                <a:lnTo>
                  <a:pt x="1179852" y="43440"/>
                </a:lnTo>
                <a:lnTo>
                  <a:pt x="1180112" y="43334"/>
                </a:lnTo>
                <a:lnTo>
                  <a:pt x="1180375" y="43235"/>
                </a:lnTo>
                <a:lnTo>
                  <a:pt x="1180643" y="43144"/>
                </a:lnTo>
                <a:lnTo>
                  <a:pt x="1180915" y="43060"/>
                </a:lnTo>
                <a:lnTo>
                  <a:pt x="1181191" y="42983"/>
                </a:lnTo>
                <a:lnTo>
                  <a:pt x="1181471" y="42913"/>
                </a:lnTo>
                <a:lnTo>
                  <a:pt x="1181755" y="42851"/>
                </a:lnTo>
                <a:lnTo>
                  <a:pt x="1182043" y="42796"/>
                </a:lnTo>
                <a:lnTo>
                  <a:pt x="1182335" y="42749"/>
                </a:lnTo>
                <a:lnTo>
                  <a:pt x="1182631" y="42709"/>
                </a:lnTo>
                <a:lnTo>
                  <a:pt x="1182932" y="42676"/>
                </a:lnTo>
                <a:lnTo>
                  <a:pt x="1183236" y="42650"/>
                </a:lnTo>
                <a:lnTo>
                  <a:pt x="1183544" y="42632"/>
                </a:lnTo>
                <a:lnTo>
                  <a:pt x="1183857" y="42621"/>
                </a:lnTo>
                <a:lnTo>
                  <a:pt x="1184173" y="42617"/>
                </a:lnTo>
                <a:lnTo>
                  <a:pt x="1184503" y="42623"/>
                </a:lnTo>
                <a:lnTo>
                  <a:pt x="1184836" y="42638"/>
                </a:lnTo>
                <a:lnTo>
                  <a:pt x="1185171" y="42664"/>
                </a:lnTo>
                <a:lnTo>
                  <a:pt x="1185508" y="42700"/>
                </a:lnTo>
                <a:lnTo>
                  <a:pt x="1185847" y="42747"/>
                </a:lnTo>
                <a:lnTo>
                  <a:pt x="1186189" y="42804"/>
                </a:lnTo>
                <a:lnTo>
                  <a:pt x="1186533" y="42871"/>
                </a:lnTo>
                <a:lnTo>
                  <a:pt x="1186879" y="42948"/>
                </a:lnTo>
                <a:lnTo>
                  <a:pt x="1187227" y="43036"/>
                </a:lnTo>
                <a:lnTo>
                  <a:pt x="1187578" y="43135"/>
                </a:lnTo>
                <a:lnTo>
                  <a:pt x="1187931" y="43243"/>
                </a:lnTo>
                <a:lnTo>
                  <a:pt x="1188286" y="43362"/>
                </a:lnTo>
                <a:lnTo>
                  <a:pt x="1188643" y="43491"/>
                </a:lnTo>
                <a:lnTo>
                  <a:pt x="1189003" y="43631"/>
                </a:lnTo>
                <a:lnTo>
                  <a:pt x="1189365" y="43781"/>
                </a:lnTo>
                <a:lnTo>
                  <a:pt x="1189729" y="43941"/>
                </a:lnTo>
                <a:lnTo>
                  <a:pt x="1190095" y="44112"/>
                </a:lnTo>
                <a:lnTo>
                  <a:pt x="1190464" y="44293"/>
                </a:lnTo>
                <a:lnTo>
                  <a:pt x="1190835" y="44485"/>
                </a:lnTo>
                <a:lnTo>
                  <a:pt x="1191208" y="44686"/>
                </a:lnTo>
                <a:lnTo>
                  <a:pt x="1191583" y="44898"/>
                </a:lnTo>
                <a:lnTo>
                  <a:pt x="1191961" y="45121"/>
                </a:lnTo>
                <a:lnTo>
                  <a:pt x="1192340" y="45354"/>
                </a:lnTo>
                <a:lnTo>
                  <a:pt x="1192722" y="45597"/>
                </a:lnTo>
                <a:lnTo>
                  <a:pt x="1198357" y="29729"/>
                </a:lnTo>
                <a:lnTo>
                  <a:pt x="1197876" y="29448"/>
                </a:lnTo>
                <a:lnTo>
                  <a:pt x="1197393" y="29180"/>
                </a:lnTo>
                <a:lnTo>
                  <a:pt x="1196909" y="28924"/>
                </a:lnTo>
                <a:lnTo>
                  <a:pt x="1196423" y="28680"/>
                </a:lnTo>
                <a:lnTo>
                  <a:pt x="1195936" y="28447"/>
                </a:lnTo>
                <a:lnTo>
                  <a:pt x="1195447" y="28227"/>
                </a:lnTo>
                <a:lnTo>
                  <a:pt x="1194956" y="28018"/>
                </a:lnTo>
                <a:lnTo>
                  <a:pt x="1194464" y="27821"/>
                </a:lnTo>
                <a:lnTo>
                  <a:pt x="1193970" y="27637"/>
                </a:lnTo>
                <a:lnTo>
                  <a:pt x="1193475" y="27464"/>
                </a:lnTo>
                <a:lnTo>
                  <a:pt x="1192978" y="27303"/>
                </a:lnTo>
                <a:lnTo>
                  <a:pt x="1192480" y="27154"/>
                </a:lnTo>
                <a:lnTo>
                  <a:pt x="1191980" y="27017"/>
                </a:lnTo>
                <a:lnTo>
                  <a:pt x="1191478" y="26892"/>
                </a:lnTo>
                <a:lnTo>
                  <a:pt x="1190975" y="26779"/>
                </a:lnTo>
                <a:lnTo>
                  <a:pt x="1190470" y="26677"/>
                </a:lnTo>
                <a:lnTo>
                  <a:pt x="1189964" y="26588"/>
                </a:lnTo>
                <a:lnTo>
                  <a:pt x="1189456" y="26510"/>
                </a:lnTo>
                <a:lnTo>
                  <a:pt x="1188946" y="26445"/>
                </a:lnTo>
                <a:lnTo>
                  <a:pt x="1188435" y="26391"/>
                </a:lnTo>
                <a:lnTo>
                  <a:pt x="1187923" y="26349"/>
                </a:lnTo>
                <a:lnTo>
                  <a:pt x="1187408" y="26320"/>
                </a:lnTo>
                <a:lnTo>
                  <a:pt x="1186893" y="26302"/>
                </a:lnTo>
                <a:lnTo>
                  <a:pt x="1186375" y="26296"/>
                </a:lnTo>
                <a:lnTo>
                  <a:pt x="1186010" y="26300"/>
                </a:lnTo>
                <a:lnTo>
                  <a:pt x="1185648" y="26311"/>
                </a:lnTo>
                <a:lnTo>
                  <a:pt x="1185289" y="26330"/>
                </a:lnTo>
                <a:lnTo>
                  <a:pt x="1184933" y="26357"/>
                </a:lnTo>
                <a:lnTo>
                  <a:pt x="1184581" y="26391"/>
                </a:lnTo>
                <a:lnTo>
                  <a:pt x="1184232" y="26433"/>
                </a:lnTo>
                <a:lnTo>
                  <a:pt x="1183886" y="26483"/>
                </a:lnTo>
                <a:lnTo>
                  <a:pt x="1183543" y="26540"/>
                </a:lnTo>
                <a:lnTo>
                  <a:pt x="1183204" y="26605"/>
                </a:lnTo>
                <a:lnTo>
                  <a:pt x="1182868" y="26678"/>
                </a:lnTo>
                <a:lnTo>
                  <a:pt x="1182535" y="26758"/>
                </a:lnTo>
                <a:lnTo>
                  <a:pt x="1182206" y="26846"/>
                </a:lnTo>
                <a:lnTo>
                  <a:pt x="1181879" y="26942"/>
                </a:lnTo>
                <a:lnTo>
                  <a:pt x="1181556" y="27045"/>
                </a:lnTo>
                <a:lnTo>
                  <a:pt x="1181237" y="27156"/>
                </a:lnTo>
                <a:lnTo>
                  <a:pt x="1180920" y="27275"/>
                </a:lnTo>
                <a:lnTo>
                  <a:pt x="1180607" y="27401"/>
                </a:lnTo>
                <a:lnTo>
                  <a:pt x="1180297" y="27534"/>
                </a:lnTo>
                <a:lnTo>
                  <a:pt x="1179990" y="27676"/>
                </a:lnTo>
                <a:lnTo>
                  <a:pt x="1179687" y="27825"/>
                </a:lnTo>
                <a:lnTo>
                  <a:pt x="1179387" y="27982"/>
                </a:lnTo>
                <a:lnTo>
                  <a:pt x="1179090" y="28146"/>
                </a:lnTo>
                <a:lnTo>
                  <a:pt x="1178796" y="28318"/>
                </a:lnTo>
                <a:lnTo>
                  <a:pt x="1178506" y="28498"/>
                </a:lnTo>
                <a:lnTo>
                  <a:pt x="1178216" y="28690"/>
                </a:lnTo>
                <a:lnTo>
                  <a:pt x="1177922" y="28898"/>
                </a:lnTo>
                <a:lnTo>
                  <a:pt x="1177626" y="29122"/>
                </a:lnTo>
                <a:lnTo>
                  <a:pt x="1177327" y="29363"/>
                </a:lnTo>
                <a:lnTo>
                  <a:pt x="1177024" y="29621"/>
                </a:lnTo>
                <a:lnTo>
                  <a:pt x="1176719" y="29894"/>
                </a:lnTo>
                <a:lnTo>
                  <a:pt x="1176410" y="30185"/>
                </a:lnTo>
                <a:lnTo>
                  <a:pt x="1176099" y="30491"/>
                </a:lnTo>
                <a:lnTo>
                  <a:pt x="1175784" y="30814"/>
                </a:lnTo>
                <a:lnTo>
                  <a:pt x="1175466" y="31154"/>
                </a:lnTo>
                <a:lnTo>
                  <a:pt x="1175146" y="31510"/>
                </a:lnTo>
                <a:lnTo>
                  <a:pt x="1174822" y="31882"/>
                </a:lnTo>
                <a:lnTo>
                  <a:pt x="1174495" y="32271"/>
                </a:lnTo>
                <a:lnTo>
                  <a:pt x="1174166" y="32676"/>
                </a:lnTo>
                <a:lnTo>
                  <a:pt x="1173833" y="33097"/>
                </a:lnTo>
                <a:lnTo>
                  <a:pt x="1173497" y="33535"/>
                </a:lnTo>
                <a:lnTo>
                  <a:pt x="1173158" y="33990"/>
                </a:lnTo>
                <a:lnTo>
                  <a:pt x="1172816" y="34461"/>
                </a:lnTo>
                <a:lnTo>
                  <a:pt x="1172471" y="34948"/>
                </a:lnTo>
                <a:lnTo>
                  <a:pt x="1172124" y="35451"/>
                </a:lnTo>
                <a:lnTo>
                  <a:pt x="1171773" y="35972"/>
                </a:lnTo>
                <a:lnTo>
                  <a:pt x="1171418" y="36508"/>
                </a:lnTo>
                <a:lnTo>
                  <a:pt x="1171061" y="37061"/>
                </a:lnTo>
                <a:lnTo>
                  <a:pt x="1170701" y="37630"/>
                </a:lnTo>
                <a:lnTo>
                  <a:pt x="1170701" y="27850"/>
                </a:lnTo>
                <a:lnTo>
                  <a:pt x="1153797" y="27850"/>
                </a:lnTo>
                <a:lnTo>
                  <a:pt x="1153797" y="96634"/>
                </a:lnTo>
                <a:lnTo>
                  <a:pt x="1171997" y="96634"/>
                </a:lnTo>
                <a:lnTo>
                  <a:pt x="1171997" y="75390"/>
                </a:lnTo>
                <a:lnTo>
                  <a:pt x="1171999" y="73948"/>
                </a:lnTo>
                <a:lnTo>
                  <a:pt x="1172007" y="72548"/>
                </a:lnTo>
                <a:lnTo>
                  <a:pt x="1172020" y="71190"/>
                </a:lnTo>
                <a:lnTo>
                  <a:pt x="1172039" y="69874"/>
                </a:lnTo>
                <a:close/>
                <a:moveTo>
                  <a:pt x="1422605" y="69874"/>
                </a:moveTo>
                <a:lnTo>
                  <a:pt x="1422628" y="68599"/>
                </a:lnTo>
                <a:lnTo>
                  <a:pt x="1422657" y="67367"/>
                </a:lnTo>
                <a:lnTo>
                  <a:pt x="1422692" y="66176"/>
                </a:lnTo>
                <a:lnTo>
                  <a:pt x="1422731" y="65027"/>
                </a:lnTo>
                <a:lnTo>
                  <a:pt x="1422776" y="63920"/>
                </a:lnTo>
                <a:lnTo>
                  <a:pt x="1422827" y="62855"/>
                </a:lnTo>
                <a:lnTo>
                  <a:pt x="1422882" y="61831"/>
                </a:lnTo>
                <a:lnTo>
                  <a:pt x="1422943" y="60850"/>
                </a:lnTo>
                <a:lnTo>
                  <a:pt x="1423009" y="59910"/>
                </a:lnTo>
                <a:lnTo>
                  <a:pt x="1423080" y="59012"/>
                </a:lnTo>
                <a:lnTo>
                  <a:pt x="1423157" y="58156"/>
                </a:lnTo>
                <a:lnTo>
                  <a:pt x="1423239" y="57341"/>
                </a:lnTo>
                <a:lnTo>
                  <a:pt x="1423326" y="56569"/>
                </a:lnTo>
                <a:lnTo>
                  <a:pt x="1423418" y="55838"/>
                </a:lnTo>
                <a:lnTo>
                  <a:pt x="1423516" y="55149"/>
                </a:lnTo>
                <a:lnTo>
                  <a:pt x="1423619" y="54502"/>
                </a:lnTo>
                <a:lnTo>
                  <a:pt x="1423728" y="53897"/>
                </a:lnTo>
                <a:lnTo>
                  <a:pt x="1423841" y="53334"/>
                </a:lnTo>
                <a:lnTo>
                  <a:pt x="1423960" y="52812"/>
                </a:lnTo>
                <a:lnTo>
                  <a:pt x="1424084" y="52333"/>
                </a:lnTo>
                <a:lnTo>
                  <a:pt x="1424213" y="51880"/>
                </a:lnTo>
                <a:lnTo>
                  <a:pt x="1424346" y="51439"/>
                </a:lnTo>
                <a:lnTo>
                  <a:pt x="1424483" y="51009"/>
                </a:lnTo>
                <a:lnTo>
                  <a:pt x="1424623" y="50592"/>
                </a:lnTo>
                <a:lnTo>
                  <a:pt x="1424768" y="50186"/>
                </a:lnTo>
                <a:lnTo>
                  <a:pt x="1424916" y="49792"/>
                </a:lnTo>
                <a:lnTo>
                  <a:pt x="1425069" y="49410"/>
                </a:lnTo>
                <a:lnTo>
                  <a:pt x="1425225" y="49040"/>
                </a:lnTo>
                <a:lnTo>
                  <a:pt x="1425385" y="48682"/>
                </a:lnTo>
                <a:lnTo>
                  <a:pt x="1425549" y="48335"/>
                </a:lnTo>
                <a:lnTo>
                  <a:pt x="1425718" y="48000"/>
                </a:lnTo>
                <a:lnTo>
                  <a:pt x="1425890" y="47677"/>
                </a:lnTo>
                <a:lnTo>
                  <a:pt x="1426066" y="47366"/>
                </a:lnTo>
                <a:lnTo>
                  <a:pt x="1426246" y="47067"/>
                </a:lnTo>
                <a:lnTo>
                  <a:pt x="1426430" y="46779"/>
                </a:lnTo>
                <a:lnTo>
                  <a:pt x="1426617" y="46503"/>
                </a:lnTo>
                <a:lnTo>
                  <a:pt x="1426809" y="46239"/>
                </a:lnTo>
                <a:lnTo>
                  <a:pt x="1427005" y="45987"/>
                </a:lnTo>
                <a:lnTo>
                  <a:pt x="1427205" y="45747"/>
                </a:lnTo>
                <a:lnTo>
                  <a:pt x="1427408" y="45518"/>
                </a:lnTo>
                <a:lnTo>
                  <a:pt x="1427616" y="45302"/>
                </a:lnTo>
                <a:lnTo>
                  <a:pt x="1427827" y="45097"/>
                </a:lnTo>
                <a:lnTo>
                  <a:pt x="1428043" y="44904"/>
                </a:lnTo>
                <a:lnTo>
                  <a:pt x="1428262" y="44722"/>
                </a:lnTo>
                <a:lnTo>
                  <a:pt x="1428485" y="44551"/>
                </a:lnTo>
                <a:lnTo>
                  <a:pt x="1428713" y="44386"/>
                </a:lnTo>
                <a:lnTo>
                  <a:pt x="1428944" y="44229"/>
                </a:lnTo>
                <a:lnTo>
                  <a:pt x="1429179" y="44079"/>
                </a:lnTo>
                <a:lnTo>
                  <a:pt x="1429419" y="43937"/>
                </a:lnTo>
                <a:lnTo>
                  <a:pt x="1429662" y="43801"/>
                </a:lnTo>
                <a:lnTo>
                  <a:pt x="1429910" y="43673"/>
                </a:lnTo>
                <a:lnTo>
                  <a:pt x="1430162" y="43553"/>
                </a:lnTo>
                <a:lnTo>
                  <a:pt x="1430417" y="43440"/>
                </a:lnTo>
                <a:lnTo>
                  <a:pt x="1430677" y="43334"/>
                </a:lnTo>
                <a:lnTo>
                  <a:pt x="1430941" y="43235"/>
                </a:lnTo>
                <a:lnTo>
                  <a:pt x="1431209" y="43144"/>
                </a:lnTo>
                <a:lnTo>
                  <a:pt x="1431481" y="43060"/>
                </a:lnTo>
                <a:lnTo>
                  <a:pt x="1431757" y="42983"/>
                </a:lnTo>
                <a:lnTo>
                  <a:pt x="1432037" y="42913"/>
                </a:lnTo>
                <a:lnTo>
                  <a:pt x="1432321" y="42851"/>
                </a:lnTo>
                <a:lnTo>
                  <a:pt x="1432609" y="42796"/>
                </a:lnTo>
                <a:lnTo>
                  <a:pt x="1432901" y="42749"/>
                </a:lnTo>
                <a:lnTo>
                  <a:pt x="1433197" y="42709"/>
                </a:lnTo>
                <a:lnTo>
                  <a:pt x="1433497" y="42676"/>
                </a:lnTo>
                <a:lnTo>
                  <a:pt x="1433802" y="42650"/>
                </a:lnTo>
                <a:lnTo>
                  <a:pt x="1434110" y="42632"/>
                </a:lnTo>
                <a:lnTo>
                  <a:pt x="1434422" y="42621"/>
                </a:lnTo>
                <a:lnTo>
                  <a:pt x="1434739" y="42617"/>
                </a:lnTo>
                <a:lnTo>
                  <a:pt x="1435069" y="42623"/>
                </a:lnTo>
                <a:lnTo>
                  <a:pt x="1435402" y="42638"/>
                </a:lnTo>
                <a:lnTo>
                  <a:pt x="1435737" y="42664"/>
                </a:lnTo>
                <a:lnTo>
                  <a:pt x="1436074" y="42700"/>
                </a:lnTo>
                <a:lnTo>
                  <a:pt x="1436413" y="42747"/>
                </a:lnTo>
                <a:lnTo>
                  <a:pt x="1436755" y="42804"/>
                </a:lnTo>
                <a:lnTo>
                  <a:pt x="1437098" y="42871"/>
                </a:lnTo>
                <a:lnTo>
                  <a:pt x="1437445" y="42948"/>
                </a:lnTo>
                <a:lnTo>
                  <a:pt x="1437793" y="43036"/>
                </a:lnTo>
                <a:lnTo>
                  <a:pt x="1438143" y="43135"/>
                </a:lnTo>
                <a:lnTo>
                  <a:pt x="1438496" y="43243"/>
                </a:lnTo>
                <a:lnTo>
                  <a:pt x="1438851" y="43362"/>
                </a:lnTo>
                <a:lnTo>
                  <a:pt x="1439209" y="43491"/>
                </a:lnTo>
                <a:lnTo>
                  <a:pt x="1439568" y="43631"/>
                </a:lnTo>
                <a:lnTo>
                  <a:pt x="1439930" y="43781"/>
                </a:lnTo>
                <a:lnTo>
                  <a:pt x="1440294" y="43941"/>
                </a:lnTo>
                <a:lnTo>
                  <a:pt x="1440661" y="44112"/>
                </a:lnTo>
                <a:lnTo>
                  <a:pt x="1441029" y="44293"/>
                </a:lnTo>
                <a:lnTo>
                  <a:pt x="1441400" y="44485"/>
                </a:lnTo>
                <a:lnTo>
                  <a:pt x="1441773" y="44686"/>
                </a:lnTo>
                <a:lnTo>
                  <a:pt x="1442149" y="44898"/>
                </a:lnTo>
                <a:lnTo>
                  <a:pt x="1442526" y="45121"/>
                </a:lnTo>
                <a:lnTo>
                  <a:pt x="1442906" y="45354"/>
                </a:lnTo>
                <a:lnTo>
                  <a:pt x="1443288" y="45597"/>
                </a:lnTo>
                <a:lnTo>
                  <a:pt x="1448923" y="29729"/>
                </a:lnTo>
                <a:lnTo>
                  <a:pt x="1448442" y="29448"/>
                </a:lnTo>
                <a:lnTo>
                  <a:pt x="1447959" y="29180"/>
                </a:lnTo>
                <a:lnTo>
                  <a:pt x="1447475" y="28924"/>
                </a:lnTo>
                <a:lnTo>
                  <a:pt x="1446989" y="28680"/>
                </a:lnTo>
                <a:lnTo>
                  <a:pt x="1446501" y="28447"/>
                </a:lnTo>
                <a:lnTo>
                  <a:pt x="1446012" y="28227"/>
                </a:lnTo>
                <a:lnTo>
                  <a:pt x="1445522" y="28018"/>
                </a:lnTo>
                <a:lnTo>
                  <a:pt x="1445030" y="27821"/>
                </a:lnTo>
                <a:lnTo>
                  <a:pt x="1444536" y="27637"/>
                </a:lnTo>
                <a:lnTo>
                  <a:pt x="1444041" y="27464"/>
                </a:lnTo>
                <a:lnTo>
                  <a:pt x="1443544" y="27303"/>
                </a:lnTo>
                <a:lnTo>
                  <a:pt x="1443045" y="27154"/>
                </a:lnTo>
                <a:lnTo>
                  <a:pt x="1442545" y="27017"/>
                </a:lnTo>
                <a:lnTo>
                  <a:pt x="1442044" y="26892"/>
                </a:lnTo>
                <a:lnTo>
                  <a:pt x="1441540" y="26779"/>
                </a:lnTo>
                <a:lnTo>
                  <a:pt x="1441036" y="26677"/>
                </a:lnTo>
                <a:lnTo>
                  <a:pt x="1440529" y="26588"/>
                </a:lnTo>
                <a:lnTo>
                  <a:pt x="1440021" y="26510"/>
                </a:lnTo>
                <a:lnTo>
                  <a:pt x="1439512" y="26445"/>
                </a:lnTo>
                <a:lnTo>
                  <a:pt x="1439001" y="26391"/>
                </a:lnTo>
                <a:lnTo>
                  <a:pt x="1438488" y="26349"/>
                </a:lnTo>
                <a:lnTo>
                  <a:pt x="1437974" y="26320"/>
                </a:lnTo>
                <a:lnTo>
                  <a:pt x="1437458" y="26302"/>
                </a:lnTo>
                <a:lnTo>
                  <a:pt x="1436941" y="26296"/>
                </a:lnTo>
                <a:lnTo>
                  <a:pt x="1436575" y="26300"/>
                </a:lnTo>
                <a:lnTo>
                  <a:pt x="1436213" y="26311"/>
                </a:lnTo>
                <a:lnTo>
                  <a:pt x="1435854" y="26330"/>
                </a:lnTo>
                <a:lnTo>
                  <a:pt x="1435499" y="26357"/>
                </a:lnTo>
                <a:lnTo>
                  <a:pt x="1435146" y="26391"/>
                </a:lnTo>
                <a:lnTo>
                  <a:pt x="1434797" y="26433"/>
                </a:lnTo>
                <a:lnTo>
                  <a:pt x="1434452" y="26483"/>
                </a:lnTo>
                <a:lnTo>
                  <a:pt x="1434109" y="26540"/>
                </a:lnTo>
                <a:lnTo>
                  <a:pt x="1433770" y="26605"/>
                </a:lnTo>
                <a:lnTo>
                  <a:pt x="1433434" y="26678"/>
                </a:lnTo>
                <a:lnTo>
                  <a:pt x="1433101" y="26758"/>
                </a:lnTo>
                <a:lnTo>
                  <a:pt x="1432771" y="26846"/>
                </a:lnTo>
                <a:lnTo>
                  <a:pt x="1432445" y="26942"/>
                </a:lnTo>
                <a:lnTo>
                  <a:pt x="1432122" y="27045"/>
                </a:lnTo>
                <a:lnTo>
                  <a:pt x="1431802" y="27156"/>
                </a:lnTo>
                <a:lnTo>
                  <a:pt x="1431486" y="27275"/>
                </a:lnTo>
                <a:lnTo>
                  <a:pt x="1431173" y="27401"/>
                </a:lnTo>
                <a:lnTo>
                  <a:pt x="1430863" y="27534"/>
                </a:lnTo>
                <a:lnTo>
                  <a:pt x="1430556" y="27676"/>
                </a:lnTo>
                <a:lnTo>
                  <a:pt x="1430253" y="27825"/>
                </a:lnTo>
                <a:lnTo>
                  <a:pt x="1429952" y="27982"/>
                </a:lnTo>
                <a:lnTo>
                  <a:pt x="1429656" y="28146"/>
                </a:lnTo>
                <a:lnTo>
                  <a:pt x="1429362" y="28318"/>
                </a:lnTo>
                <a:lnTo>
                  <a:pt x="1429071" y="28498"/>
                </a:lnTo>
                <a:lnTo>
                  <a:pt x="1428781" y="28690"/>
                </a:lnTo>
                <a:lnTo>
                  <a:pt x="1428488" y="28898"/>
                </a:lnTo>
                <a:lnTo>
                  <a:pt x="1428192" y="29122"/>
                </a:lnTo>
                <a:lnTo>
                  <a:pt x="1427892" y="29363"/>
                </a:lnTo>
                <a:lnTo>
                  <a:pt x="1427590" y="29621"/>
                </a:lnTo>
                <a:lnTo>
                  <a:pt x="1427284" y="29894"/>
                </a:lnTo>
                <a:lnTo>
                  <a:pt x="1426976" y="30185"/>
                </a:lnTo>
                <a:lnTo>
                  <a:pt x="1426664" y="30491"/>
                </a:lnTo>
                <a:lnTo>
                  <a:pt x="1426350" y="30814"/>
                </a:lnTo>
                <a:lnTo>
                  <a:pt x="1426032" y="31154"/>
                </a:lnTo>
                <a:lnTo>
                  <a:pt x="1425711" y="31510"/>
                </a:lnTo>
                <a:lnTo>
                  <a:pt x="1425388" y="31882"/>
                </a:lnTo>
                <a:lnTo>
                  <a:pt x="1425061" y="32271"/>
                </a:lnTo>
                <a:lnTo>
                  <a:pt x="1424731" y="32676"/>
                </a:lnTo>
                <a:lnTo>
                  <a:pt x="1424399" y="33097"/>
                </a:lnTo>
                <a:lnTo>
                  <a:pt x="1424063" y="33535"/>
                </a:lnTo>
                <a:lnTo>
                  <a:pt x="1423724" y="33990"/>
                </a:lnTo>
                <a:lnTo>
                  <a:pt x="1423382" y="34461"/>
                </a:lnTo>
                <a:lnTo>
                  <a:pt x="1423037" y="34948"/>
                </a:lnTo>
                <a:lnTo>
                  <a:pt x="1422689" y="35451"/>
                </a:lnTo>
                <a:lnTo>
                  <a:pt x="1422338" y="35972"/>
                </a:lnTo>
                <a:lnTo>
                  <a:pt x="1421984" y="36508"/>
                </a:lnTo>
                <a:lnTo>
                  <a:pt x="1421627" y="37061"/>
                </a:lnTo>
                <a:lnTo>
                  <a:pt x="1421267" y="37630"/>
                </a:lnTo>
                <a:lnTo>
                  <a:pt x="1421267" y="27850"/>
                </a:lnTo>
                <a:lnTo>
                  <a:pt x="1404362" y="27850"/>
                </a:lnTo>
                <a:lnTo>
                  <a:pt x="1404362" y="96634"/>
                </a:lnTo>
                <a:lnTo>
                  <a:pt x="1422562" y="96634"/>
                </a:lnTo>
                <a:lnTo>
                  <a:pt x="1422562" y="75390"/>
                </a:lnTo>
                <a:lnTo>
                  <a:pt x="1422565" y="73948"/>
                </a:lnTo>
                <a:lnTo>
                  <a:pt x="1422573" y="72548"/>
                </a:lnTo>
                <a:lnTo>
                  <a:pt x="1422586" y="71190"/>
                </a:lnTo>
                <a:lnTo>
                  <a:pt x="1422605" y="69874"/>
                </a:lnTo>
                <a:close/>
                <a:moveTo>
                  <a:pt x="1717475" y="69874"/>
                </a:moveTo>
                <a:lnTo>
                  <a:pt x="1717498" y="68599"/>
                </a:lnTo>
                <a:lnTo>
                  <a:pt x="1717527" y="67367"/>
                </a:lnTo>
                <a:lnTo>
                  <a:pt x="1717562" y="66176"/>
                </a:lnTo>
                <a:lnTo>
                  <a:pt x="1717601" y="65027"/>
                </a:lnTo>
                <a:lnTo>
                  <a:pt x="1717646" y="63920"/>
                </a:lnTo>
                <a:lnTo>
                  <a:pt x="1717697" y="62855"/>
                </a:lnTo>
                <a:lnTo>
                  <a:pt x="1717752" y="61831"/>
                </a:lnTo>
                <a:lnTo>
                  <a:pt x="1717813" y="60850"/>
                </a:lnTo>
                <a:lnTo>
                  <a:pt x="1717879" y="59910"/>
                </a:lnTo>
                <a:lnTo>
                  <a:pt x="1717950" y="59012"/>
                </a:lnTo>
                <a:lnTo>
                  <a:pt x="1718027" y="58156"/>
                </a:lnTo>
                <a:lnTo>
                  <a:pt x="1718109" y="57341"/>
                </a:lnTo>
                <a:lnTo>
                  <a:pt x="1718196" y="56569"/>
                </a:lnTo>
                <a:lnTo>
                  <a:pt x="1718288" y="55838"/>
                </a:lnTo>
                <a:lnTo>
                  <a:pt x="1718386" y="55149"/>
                </a:lnTo>
                <a:lnTo>
                  <a:pt x="1718489" y="54502"/>
                </a:lnTo>
                <a:lnTo>
                  <a:pt x="1718598" y="53897"/>
                </a:lnTo>
                <a:lnTo>
                  <a:pt x="1718711" y="53334"/>
                </a:lnTo>
                <a:lnTo>
                  <a:pt x="1718830" y="52812"/>
                </a:lnTo>
                <a:lnTo>
                  <a:pt x="1718954" y="52333"/>
                </a:lnTo>
                <a:lnTo>
                  <a:pt x="1719083" y="51880"/>
                </a:lnTo>
                <a:lnTo>
                  <a:pt x="1719216" y="51439"/>
                </a:lnTo>
                <a:lnTo>
                  <a:pt x="1719353" y="51009"/>
                </a:lnTo>
                <a:lnTo>
                  <a:pt x="1719493" y="50592"/>
                </a:lnTo>
                <a:lnTo>
                  <a:pt x="1719638" y="50186"/>
                </a:lnTo>
                <a:lnTo>
                  <a:pt x="1719786" y="49792"/>
                </a:lnTo>
                <a:lnTo>
                  <a:pt x="1719939" y="49410"/>
                </a:lnTo>
                <a:lnTo>
                  <a:pt x="1720095" y="49040"/>
                </a:lnTo>
                <a:lnTo>
                  <a:pt x="1720255" y="48682"/>
                </a:lnTo>
                <a:lnTo>
                  <a:pt x="1720419" y="48335"/>
                </a:lnTo>
                <a:lnTo>
                  <a:pt x="1720588" y="48000"/>
                </a:lnTo>
                <a:lnTo>
                  <a:pt x="1720760" y="47677"/>
                </a:lnTo>
                <a:lnTo>
                  <a:pt x="1720936" y="47366"/>
                </a:lnTo>
                <a:lnTo>
                  <a:pt x="1721116" y="47067"/>
                </a:lnTo>
                <a:lnTo>
                  <a:pt x="1721300" y="46779"/>
                </a:lnTo>
                <a:lnTo>
                  <a:pt x="1721487" y="46503"/>
                </a:lnTo>
                <a:lnTo>
                  <a:pt x="1721679" y="46239"/>
                </a:lnTo>
                <a:lnTo>
                  <a:pt x="1721875" y="45987"/>
                </a:lnTo>
                <a:lnTo>
                  <a:pt x="1722075" y="45747"/>
                </a:lnTo>
                <a:lnTo>
                  <a:pt x="1722278" y="45518"/>
                </a:lnTo>
                <a:lnTo>
                  <a:pt x="1722486" y="45302"/>
                </a:lnTo>
                <a:lnTo>
                  <a:pt x="1722697" y="45097"/>
                </a:lnTo>
                <a:lnTo>
                  <a:pt x="1722913" y="44904"/>
                </a:lnTo>
                <a:lnTo>
                  <a:pt x="1723132" y="44722"/>
                </a:lnTo>
                <a:lnTo>
                  <a:pt x="1723355" y="44551"/>
                </a:lnTo>
                <a:lnTo>
                  <a:pt x="1723583" y="44386"/>
                </a:lnTo>
                <a:lnTo>
                  <a:pt x="1723814" y="44229"/>
                </a:lnTo>
                <a:lnTo>
                  <a:pt x="1724049" y="44079"/>
                </a:lnTo>
                <a:lnTo>
                  <a:pt x="1724289" y="43937"/>
                </a:lnTo>
                <a:lnTo>
                  <a:pt x="1724532" y="43801"/>
                </a:lnTo>
                <a:lnTo>
                  <a:pt x="1724780" y="43673"/>
                </a:lnTo>
                <a:lnTo>
                  <a:pt x="1725032" y="43553"/>
                </a:lnTo>
                <a:lnTo>
                  <a:pt x="1725287" y="43440"/>
                </a:lnTo>
                <a:lnTo>
                  <a:pt x="1725547" y="43334"/>
                </a:lnTo>
                <a:lnTo>
                  <a:pt x="1725811" y="43235"/>
                </a:lnTo>
                <a:lnTo>
                  <a:pt x="1726079" y="43144"/>
                </a:lnTo>
                <a:lnTo>
                  <a:pt x="1726351" y="43060"/>
                </a:lnTo>
                <a:lnTo>
                  <a:pt x="1726627" y="42983"/>
                </a:lnTo>
                <a:lnTo>
                  <a:pt x="1726907" y="42913"/>
                </a:lnTo>
                <a:lnTo>
                  <a:pt x="1727191" y="42851"/>
                </a:lnTo>
                <a:lnTo>
                  <a:pt x="1727479" y="42796"/>
                </a:lnTo>
                <a:lnTo>
                  <a:pt x="1727771" y="42749"/>
                </a:lnTo>
                <a:lnTo>
                  <a:pt x="1728067" y="42709"/>
                </a:lnTo>
                <a:lnTo>
                  <a:pt x="1728367" y="42676"/>
                </a:lnTo>
                <a:lnTo>
                  <a:pt x="1728672" y="42650"/>
                </a:lnTo>
                <a:lnTo>
                  <a:pt x="1728980" y="42632"/>
                </a:lnTo>
                <a:lnTo>
                  <a:pt x="1729292" y="42621"/>
                </a:lnTo>
                <a:lnTo>
                  <a:pt x="1729609" y="42617"/>
                </a:lnTo>
                <a:lnTo>
                  <a:pt x="1729939" y="42623"/>
                </a:lnTo>
                <a:lnTo>
                  <a:pt x="1730272" y="42638"/>
                </a:lnTo>
                <a:lnTo>
                  <a:pt x="1730606" y="42664"/>
                </a:lnTo>
                <a:lnTo>
                  <a:pt x="1730944" y="42700"/>
                </a:lnTo>
                <a:lnTo>
                  <a:pt x="1731283" y="42747"/>
                </a:lnTo>
                <a:lnTo>
                  <a:pt x="1731625" y="42804"/>
                </a:lnTo>
                <a:lnTo>
                  <a:pt x="1731968" y="42871"/>
                </a:lnTo>
                <a:lnTo>
                  <a:pt x="1732315" y="42948"/>
                </a:lnTo>
                <a:lnTo>
                  <a:pt x="1732663" y="43036"/>
                </a:lnTo>
                <a:lnTo>
                  <a:pt x="1733013" y="43135"/>
                </a:lnTo>
                <a:lnTo>
                  <a:pt x="1733366" y="43243"/>
                </a:lnTo>
                <a:lnTo>
                  <a:pt x="1733721" y="43362"/>
                </a:lnTo>
                <a:lnTo>
                  <a:pt x="1734079" y="43491"/>
                </a:lnTo>
                <a:lnTo>
                  <a:pt x="1734438" y="43631"/>
                </a:lnTo>
                <a:lnTo>
                  <a:pt x="1734800" y="43781"/>
                </a:lnTo>
                <a:lnTo>
                  <a:pt x="1735164" y="43941"/>
                </a:lnTo>
                <a:lnTo>
                  <a:pt x="1735531" y="44112"/>
                </a:lnTo>
                <a:lnTo>
                  <a:pt x="1735899" y="44293"/>
                </a:lnTo>
                <a:lnTo>
                  <a:pt x="1736270" y="44485"/>
                </a:lnTo>
                <a:lnTo>
                  <a:pt x="1736643" y="44686"/>
                </a:lnTo>
                <a:lnTo>
                  <a:pt x="1737019" y="44898"/>
                </a:lnTo>
                <a:lnTo>
                  <a:pt x="1737396" y="45121"/>
                </a:lnTo>
                <a:lnTo>
                  <a:pt x="1737776" y="45354"/>
                </a:lnTo>
                <a:lnTo>
                  <a:pt x="1738158" y="45597"/>
                </a:lnTo>
                <a:lnTo>
                  <a:pt x="1743793" y="29729"/>
                </a:lnTo>
                <a:lnTo>
                  <a:pt x="1743312" y="29448"/>
                </a:lnTo>
                <a:lnTo>
                  <a:pt x="1742829" y="29180"/>
                </a:lnTo>
                <a:lnTo>
                  <a:pt x="1742345" y="28924"/>
                </a:lnTo>
                <a:lnTo>
                  <a:pt x="1741859" y="28680"/>
                </a:lnTo>
                <a:lnTo>
                  <a:pt x="1741371" y="28447"/>
                </a:lnTo>
                <a:lnTo>
                  <a:pt x="1740882" y="28227"/>
                </a:lnTo>
                <a:lnTo>
                  <a:pt x="1740392" y="28018"/>
                </a:lnTo>
                <a:lnTo>
                  <a:pt x="1739900" y="27821"/>
                </a:lnTo>
                <a:lnTo>
                  <a:pt x="1739406" y="27637"/>
                </a:lnTo>
                <a:lnTo>
                  <a:pt x="1738911" y="27464"/>
                </a:lnTo>
                <a:lnTo>
                  <a:pt x="1738414" y="27303"/>
                </a:lnTo>
                <a:lnTo>
                  <a:pt x="1737915" y="27154"/>
                </a:lnTo>
                <a:lnTo>
                  <a:pt x="1737415" y="27017"/>
                </a:lnTo>
                <a:lnTo>
                  <a:pt x="1736914" y="26892"/>
                </a:lnTo>
                <a:lnTo>
                  <a:pt x="1736410" y="26779"/>
                </a:lnTo>
                <a:lnTo>
                  <a:pt x="1735906" y="26677"/>
                </a:lnTo>
                <a:lnTo>
                  <a:pt x="1735399" y="26588"/>
                </a:lnTo>
                <a:lnTo>
                  <a:pt x="1734891" y="26510"/>
                </a:lnTo>
                <a:lnTo>
                  <a:pt x="1734382" y="26445"/>
                </a:lnTo>
                <a:lnTo>
                  <a:pt x="1733871" y="26391"/>
                </a:lnTo>
                <a:lnTo>
                  <a:pt x="1733358" y="26349"/>
                </a:lnTo>
                <a:lnTo>
                  <a:pt x="1732844" y="26320"/>
                </a:lnTo>
                <a:lnTo>
                  <a:pt x="1732328" y="26302"/>
                </a:lnTo>
                <a:lnTo>
                  <a:pt x="1731811" y="26296"/>
                </a:lnTo>
                <a:lnTo>
                  <a:pt x="1731445" y="26300"/>
                </a:lnTo>
                <a:lnTo>
                  <a:pt x="1731083" y="26311"/>
                </a:lnTo>
                <a:lnTo>
                  <a:pt x="1730724" y="26330"/>
                </a:lnTo>
                <a:lnTo>
                  <a:pt x="1730369" y="26357"/>
                </a:lnTo>
                <a:lnTo>
                  <a:pt x="1730016" y="26391"/>
                </a:lnTo>
                <a:lnTo>
                  <a:pt x="1729667" y="26433"/>
                </a:lnTo>
                <a:lnTo>
                  <a:pt x="1729322" y="26483"/>
                </a:lnTo>
                <a:lnTo>
                  <a:pt x="1728979" y="26540"/>
                </a:lnTo>
                <a:lnTo>
                  <a:pt x="1728640" y="26605"/>
                </a:lnTo>
                <a:lnTo>
                  <a:pt x="1728304" y="26678"/>
                </a:lnTo>
                <a:lnTo>
                  <a:pt x="1727971" y="26758"/>
                </a:lnTo>
                <a:lnTo>
                  <a:pt x="1727641" y="26846"/>
                </a:lnTo>
                <a:lnTo>
                  <a:pt x="1727315" y="26942"/>
                </a:lnTo>
                <a:lnTo>
                  <a:pt x="1726992" y="27045"/>
                </a:lnTo>
                <a:lnTo>
                  <a:pt x="1726672" y="27156"/>
                </a:lnTo>
                <a:lnTo>
                  <a:pt x="1726356" y="27275"/>
                </a:lnTo>
                <a:lnTo>
                  <a:pt x="1726043" y="27401"/>
                </a:lnTo>
                <a:lnTo>
                  <a:pt x="1725733" y="27534"/>
                </a:lnTo>
                <a:lnTo>
                  <a:pt x="1725426" y="27676"/>
                </a:lnTo>
                <a:lnTo>
                  <a:pt x="1725123" y="27825"/>
                </a:lnTo>
                <a:lnTo>
                  <a:pt x="1724822" y="27982"/>
                </a:lnTo>
                <a:lnTo>
                  <a:pt x="1724526" y="28146"/>
                </a:lnTo>
                <a:lnTo>
                  <a:pt x="1724232" y="28318"/>
                </a:lnTo>
                <a:lnTo>
                  <a:pt x="1723941" y="28498"/>
                </a:lnTo>
                <a:lnTo>
                  <a:pt x="1723651" y="28690"/>
                </a:lnTo>
                <a:lnTo>
                  <a:pt x="1723358" y="28898"/>
                </a:lnTo>
                <a:lnTo>
                  <a:pt x="1723062" y="29122"/>
                </a:lnTo>
                <a:lnTo>
                  <a:pt x="1722762" y="29363"/>
                </a:lnTo>
                <a:lnTo>
                  <a:pt x="1722460" y="29621"/>
                </a:lnTo>
                <a:lnTo>
                  <a:pt x="1722154" y="29894"/>
                </a:lnTo>
                <a:lnTo>
                  <a:pt x="1721846" y="30185"/>
                </a:lnTo>
                <a:lnTo>
                  <a:pt x="1721534" y="30491"/>
                </a:lnTo>
                <a:lnTo>
                  <a:pt x="1721220" y="30814"/>
                </a:lnTo>
                <a:lnTo>
                  <a:pt x="1720902" y="31154"/>
                </a:lnTo>
                <a:lnTo>
                  <a:pt x="1720581" y="31510"/>
                </a:lnTo>
                <a:lnTo>
                  <a:pt x="1720258" y="31882"/>
                </a:lnTo>
                <a:lnTo>
                  <a:pt x="1719931" y="32271"/>
                </a:lnTo>
                <a:lnTo>
                  <a:pt x="1719601" y="32676"/>
                </a:lnTo>
                <a:lnTo>
                  <a:pt x="1719269" y="33097"/>
                </a:lnTo>
                <a:lnTo>
                  <a:pt x="1718933" y="33535"/>
                </a:lnTo>
                <a:lnTo>
                  <a:pt x="1718594" y="33990"/>
                </a:lnTo>
                <a:lnTo>
                  <a:pt x="1718252" y="34461"/>
                </a:lnTo>
                <a:lnTo>
                  <a:pt x="1717907" y="34948"/>
                </a:lnTo>
                <a:lnTo>
                  <a:pt x="1717559" y="35451"/>
                </a:lnTo>
                <a:lnTo>
                  <a:pt x="1717208" y="35972"/>
                </a:lnTo>
                <a:lnTo>
                  <a:pt x="1716854" y="36508"/>
                </a:lnTo>
                <a:lnTo>
                  <a:pt x="1716497" y="37061"/>
                </a:lnTo>
                <a:lnTo>
                  <a:pt x="1716137" y="37630"/>
                </a:lnTo>
                <a:lnTo>
                  <a:pt x="1716137" y="27850"/>
                </a:lnTo>
                <a:lnTo>
                  <a:pt x="1699232" y="27850"/>
                </a:lnTo>
                <a:lnTo>
                  <a:pt x="1699232" y="96634"/>
                </a:lnTo>
                <a:lnTo>
                  <a:pt x="1717432" y="96634"/>
                </a:lnTo>
                <a:lnTo>
                  <a:pt x="1717432" y="75390"/>
                </a:lnTo>
                <a:lnTo>
                  <a:pt x="1717435" y="73948"/>
                </a:lnTo>
                <a:lnTo>
                  <a:pt x="1717443" y="72548"/>
                </a:lnTo>
                <a:lnTo>
                  <a:pt x="1717456" y="71190"/>
                </a:lnTo>
                <a:lnTo>
                  <a:pt x="1717475" y="69874"/>
                </a:lnTo>
                <a:close/>
                <a:moveTo>
                  <a:pt x="2123740" y="51334"/>
                </a:moveTo>
                <a:lnTo>
                  <a:pt x="2123724" y="50728"/>
                </a:lnTo>
                <a:lnTo>
                  <a:pt x="2123705" y="50134"/>
                </a:lnTo>
                <a:lnTo>
                  <a:pt x="2123682" y="49554"/>
                </a:lnTo>
                <a:lnTo>
                  <a:pt x="2123656" y="48986"/>
                </a:lnTo>
                <a:lnTo>
                  <a:pt x="2123626" y="48431"/>
                </a:lnTo>
                <a:lnTo>
                  <a:pt x="2123593" y="47889"/>
                </a:lnTo>
                <a:lnTo>
                  <a:pt x="2123557" y="47360"/>
                </a:lnTo>
                <a:lnTo>
                  <a:pt x="2123517" y="46843"/>
                </a:lnTo>
                <a:lnTo>
                  <a:pt x="2123473" y="46340"/>
                </a:lnTo>
                <a:lnTo>
                  <a:pt x="2123426" y="45849"/>
                </a:lnTo>
                <a:lnTo>
                  <a:pt x="2123375" y="45371"/>
                </a:lnTo>
                <a:lnTo>
                  <a:pt x="2123321" y="44906"/>
                </a:lnTo>
                <a:lnTo>
                  <a:pt x="2123264" y="44453"/>
                </a:lnTo>
                <a:lnTo>
                  <a:pt x="2123203" y="44014"/>
                </a:lnTo>
                <a:lnTo>
                  <a:pt x="2123138" y="43587"/>
                </a:lnTo>
                <a:lnTo>
                  <a:pt x="2123070" y="43173"/>
                </a:lnTo>
                <a:lnTo>
                  <a:pt x="2122999" y="42772"/>
                </a:lnTo>
                <a:lnTo>
                  <a:pt x="2122924" y="42384"/>
                </a:lnTo>
                <a:lnTo>
                  <a:pt x="2122846" y="42008"/>
                </a:lnTo>
                <a:lnTo>
                  <a:pt x="2122764" y="41646"/>
                </a:lnTo>
                <a:lnTo>
                  <a:pt x="2122677" y="41291"/>
                </a:lnTo>
                <a:lnTo>
                  <a:pt x="2122586" y="40940"/>
                </a:lnTo>
                <a:lnTo>
                  <a:pt x="2122488" y="40591"/>
                </a:lnTo>
                <a:lnTo>
                  <a:pt x="2122386" y="40246"/>
                </a:lnTo>
                <a:lnTo>
                  <a:pt x="2122278" y="39904"/>
                </a:lnTo>
                <a:lnTo>
                  <a:pt x="2122165" y="39565"/>
                </a:lnTo>
                <a:lnTo>
                  <a:pt x="2122046" y="39229"/>
                </a:lnTo>
                <a:lnTo>
                  <a:pt x="2121922" y="38897"/>
                </a:lnTo>
                <a:lnTo>
                  <a:pt x="2121792" y="38567"/>
                </a:lnTo>
                <a:lnTo>
                  <a:pt x="2121657" y="38241"/>
                </a:lnTo>
                <a:lnTo>
                  <a:pt x="2121517" y="37918"/>
                </a:lnTo>
                <a:lnTo>
                  <a:pt x="2121371" y="37598"/>
                </a:lnTo>
                <a:lnTo>
                  <a:pt x="2121220" y="37281"/>
                </a:lnTo>
                <a:lnTo>
                  <a:pt x="2121064" y="36967"/>
                </a:lnTo>
                <a:lnTo>
                  <a:pt x="2120902" y="36657"/>
                </a:lnTo>
                <a:lnTo>
                  <a:pt x="2120734" y="36349"/>
                </a:lnTo>
                <a:lnTo>
                  <a:pt x="2120562" y="36045"/>
                </a:lnTo>
                <a:lnTo>
                  <a:pt x="2120383" y="35744"/>
                </a:lnTo>
                <a:lnTo>
                  <a:pt x="2120200" y="35446"/>
                </a:lnTo>
                <a:lnTo>
                  <a:pt x="2120011" y="35151"/>
                </a:lnTo>
                <a:lnTo>
                  <a:pt x="2119817" y="34859"/>
                </a:lnTo>
                <a:lnTo>
                  <a:pt x="2119617" y="34571"/>
                </a:lnTo>
                <a:lnTo>
                  <a:pt x="2119412" y="34285"/>
                </a:lnTo>
                <a:lnTo>
                  <a:pt x="2119201" y="34003"/>
                </a:lnTo>
                <a:lnTo>
                  <a:pt x="2118984" y="33725"/>
                </a:lnTo>
                <a:lnTo>
                  <a:pt x="2118758" y="33450"/>
                </a:lnTo>
                <a:lnTo>
                  <a:pt x="2118524" y="33180"/>
                </a:lnTo>
                <a:lnTo>
                  <a:pt x="2118281" y="32914"/>
                </a:lnTo>
                <a:lnTo>
                  <a:pt x="2118030" y="32652"/>
                </a:lnTo>
                <a:lnTo>
                  <a:pt x="2117770" y="32394"/>
                </a:lnTo>
                <a:lnTo>
                  <a:pt x="2117502" y="32140"/>
                </a:lnTo>
                <a:lnTo>
                  <a:pt x="2117226" y="31891"/>
                </a:lnTo>
                <a:lnTo>
                  <a:pt x="2116941" y="31646"/>
                </a:lnTo>
                <a:lnTo>
                  <a:pt x="2116648" y="31405"/>
                </a:lnTo>
                <a:lnTo>
                  <a:pt x="2116346" y="31168"/>
                </a:lnTo>
                <a:lnTo>
                  <a:pt x="2116036" y="30935"/>
                </a:lnTo>
                <a:lnTo>
                  <a:pt x="2115717" y="30706"/>
                </a:lnTo>
                <a:lnTo>
                  <a:pt x="2115390" y="30482"/>
                </a:lnTo>
                <a:lnTo>
                  <a:pt x="2115055" y="30261"/>
                </a:lnTo>
                <a:lnTo>
                  <a:pt x="2114711" y="30045"/>
                </a:lnTo>
                <a:lnTo>
                  <a:pt x="2114359" y="29833"/>
                </a:lnTo>
                <a:lnTo>
                  <a:pt x="2113998" y="29625"/>
                </a:lnTo>
                <a:lnTo>
                  <a:pt x="2113629" y="29422"/>
                </a:lnTo>
                <a:lnTo>
                  <a:pt x="2113251" y="29222"/>
                </a:lnTo>
                <a:lnTo>
                  <a:pt x="2112865" y="29027"/>
                </a:lnTo>
                <a:lnTo>
                  <a:pt x="2112470" y="28835"/>
                </a:lnTo>
                <a:lnTo>
                  <a:pt x="2112067" y="28648"/>
                </a:lnTo>
                <a:lnTo>
                  <a:pt x="2111656" y="28466"/>
                </a:lnTo>
                <a:lnTo>
                  <a:pt x="2111239" y="28288"/>
                </a:lnTo>
                <a:lnTo>
                  <a:pt x="2110818" y="28119"/>
                </a:lnTo>
                <a:lnTo>
                  <a:pt x="2110393" y="27957"/>
                </a:lnTo>
                <a:lnTo>
                  <a:pt x="2109965" y="27803"/>
                </a:lnTo>
                <a:lnTo>
                  <a:pt x="2109533" y="27656"/>
                </a:lnTo>
                <a:lnTo>
                  <a:pt x="2109098" y="27516"/>
                </a:lnTo>
                <a:lnTo>
                  <a:pt x="2108659" y="27384"/>
                </a:lnTo>
                <a:lnTo>
                  <a:pt x="2108216" y="27260"/>
                </a:lnTo>
                <a:lnTo>
                  <a:pt x="2107770" y="27143"/>
                </a:lnTo>
                <a:lnTo>
                  <a:pt x="2107320" y="27034"/>
                </a:lnTo>
                <a:lnTo>
                  <a:pt x="2106867" y="26932"/>
                </a:lnTo>
                <a:lnTo>
                  <a:pt x="2106410" y="26838"/>
                </a:lnTo>
                <a:lnTo>
                  <a:pt x="2105949" y="26752"/>
                </a:lnTo>
                <a:lnTo>
                  <a:pt x="2105485" y="26672"/>
                </a:lnTo>
                <a:lnTo>
                  <a:pt x="2105017" y="26601"/>
                </a:lnTo>
                <a:lnTo>
                  <a:pt x="2104546" y="26537"/>
                </a:lnTo>
                <a:lnTo>
                  <a:pt x="2104071" y="26480"/>
                </a:lnTo>
                <a:lnTo>
                  <a:pt x="2103592" y="26431"/>
                </a:lnTo>
                <a:lnTo>
                  <a:pt x="2103110" y="26390"/>
                </a:lnTo>
                <a:lnTo>
                  <a:pt x="2102624" y="26356"/>
                </a:lnTo>
                <a:lnTo>
                  <a:pt x="2102135" y="26330"/>
                </a:lnTo>
                <a:lnTo>
                  <a:pt x="2101642" y="26311"/>
                </a:lnTo>
                <a:lnTo>
                  <a:pt x="2101146" y="26300"/>
                </a:lnTo>
                <a:lnTo>
                  <a:pt x="2100645" y="26296"/>
                </a:lnTo>
                <a:lnTo>
                  <a:pt x="2099515" y="26316"/>
                </a:lnTo>
                <a:lnTo>
                  <a:pt x="2098400" y="26377"/>
                </a:lnTo>
                <a:lnTo>
                  <a:pt x="2097302" y="26478"/>
                </a:lnTo>
                <a:lnTo>
                  <a:pt x="2096220" y="26620"/>
                </a:lnTo>
                <a:lnTo>
                  <a:pt x="2095154" y="26802"/>
                </a:lnTo>
                <a:lnTo>
                  <a:pt x="2094104" y="27024"/>
                </a:lnTo>
                <a:lnTo>
                  <a:pt x="2093070" y="27288"/>
                </a:lnTo>
                <a:lnTo>
                  <a:pt x="2092053" y="27591"/>
                </a:lnTo>
                <a:lnTo>
                  <a:pt x="2091052" y="27935"/>
                </a:lnTo>
                <a:lnTo>
                  <a:pt x="2090067" y="28320"/>
                </a:lnTo>
                <a:lnTo>
                  <a:pt x="2089098" y="28745"/>
                </a:lnTo>
                <a:lnTo>
                  <a:pt x="2088145" y="29210"/>
                </a:lnTo>
                <a:lnTo>
                  <a:pt x="2087209" y="29716"/>
                </a:lnTo>
                <a:lnTo>
                  <a:pt x="2086288" y="30263"/>
                </a:lnTo>
                <a:lnTo>
                  <a:pt x="2085384" y="30850"/>
                </a:lnTo>
                <a:lnTo>
                  <a:pt x="2084497" y="31477"/>
                </a:lnTo>
                <a:lnTo>
                  <a:pt x="2083625" y="32145"/>
                </a:lnTo>
                <a:lnTo>
                  <a:pt x="2082769" y="32854"/>
                </a:lnTo>
                <a:lnTo>
                  <a:pt x="2081930" y="33602"/>
                </a:lnTo>
                <a:lnTo>
                  <a:pt x="2081107" y="34392"/>
                </a:lnTo>
                <a:lnTo>
                  <a:pt x="2080300" y="35222"/>
                </a:lnTo>
                <a:lnTo>
                  <a:pt x="2079509" y="36092"/>
                </a:lnTo>
                <a:lnTo>
                  <a:pt x="2078735" y="37003"/>
                </a:lnTo>
                <a:lnTo>
                  <a:pt x="2077977" y="37954"/>
                </a:lnTo>
                <a:lnTo>
                  <a:pt x="2077977" y="27850"/>
                </a:lnTo>
                <a:lnTo>
                  <a:pt x="2061072" y="27850"/>
                </a:lnTo>
                <a:lnTo>
                  <a:pt x="2061072" y="96634"/>
                </a:lnTo>
                <a:lnTo>
                  <a:pt x="2079272" y="96634"/>
                </a:lnTo>
                <a:lnTo>
                  <a:pt x="2079272" y="65517"/>
                </a:lnTo>
                <a:lnTo>
                  <a:pt x="2079274" y="64570"/>
                </a:lnTo>
                <a:lnTo>
                  <a:pt x="2079282" y="63648"/>
                </a:lnTo>
                <a:lnTo>
                  <a:pt x="2079294" y="62751"/>
                </a:lnTo>
                <a:lnTo>
                  <a:pt x="2079311" y="61879"/>
                </a:lnTo>
                <a:lnTo>
                  <a:pt x="2079332" y="61033"/>
                </a:lnTo>
                <a:lnTo>
                  <a:pt x="2079359" y="60212"/>
                </a:lnTo>
                <a:lnTo>
                  <a:pt x="2079390" y="59415"/>
                </a:lnTo>
                <a:lnTo>
                  <a:pt x="2079427" y="58644"/>
                </a:lnTo>
                <a:lnTo>
                  <a:pt x="2079468" y="57899"/>
                </a:lnTo>
                <a:lnTo>
                  <a:pt x="2079514" y="57178"/>
                </a:lnTo>
                <a:lnTo>
                  <a:pt x="2079564" y="56483"/>
                </a:lnTo>
                <a:lnTo>
                  <a:pt x="2079620" y="55812"/>
                </a:lnTo>
                <a:lnTo>
                  <a:pt x="2079681" y="55167"/>
                </a:lnTo>
                <a:lnTo>
                  <a:pt x="2079746" y="54547"/>
                </a:lnTo>
                <a:lnTo>
                  <a:pt x="2079816" y="53952"/>
                </a:lnTo>
                <a:lnTo>
                  <a:pt x="2079891" y="53383"/>
                </a:lnTo>
                <a:lnTo>
                  <a:pt x="2079971" y="52838"/>
                </a:lnTo>
                <a:lnTo>
                  <a:pt x="2080055" y="52319"/>
                </a:lnTo>
                <a:lnTo>
                  <a:pt x="2080145" y="51825"/>
                </a:lnTo>
                <a:lnTo>
                  <a:pt x="2080239" y="51356"/>
                </a:lnTo>
                <a:lnTo>
                  <a:pt x="2080338" y="50912"/>
                </a:lnTo>
                <a:lnTo>
                  <a:pt x="2080442" y="50493"/>
                </a:lnTo>
                <a:lnTo>
                  <a:pt x="2080551" y="50100"/>
                </a:lnTo>
                <a:lnTo>
                  <a:pt x="2080664" y="49732"/>
                </a:lnTo>
                <a:lnTo>
                  <a:pt x="2080785" y="49379"/>
                </a:lnTo>
                <a:lnTo>
                  <a:pt x="2080913" y="49032"/>
                </a:lnTo>
                <a:lnTo>
                  <a:pt x="2081050" y="48690"/>
                </a:lnTo>
                <a:lnTo>
                  <a:pt x="2081194" y="48355"/>
                </a:lnTo>
                <a:lnTo>
                  <a:pt x="2081347" y="48025"/>
                </a:lnTo>
                <a:lnTo>
                  <a:pt x="2081508" y="47702"/>
                </a:lnTo>
                <a:lnTo>
                  <a:pt x="2081678" y="47384"/>
                </a:lnTo>
                <a:lnTo>
                  <a:pt x="2081855" y="47072"/>
                </a:lnTo>
                <a:lnTo>
                  <a:pt x="2082041" y="46766"/>
                </a:lnTo>
                <a:lnTo>
                  <a:pt x="2082235" y="46465"/>
                </a:lnTo>
                <a:lnTo>
                  <a:pt x="2082438" y="46171"/>
                </a:lnTo>
                <a:lnTo>
                  <a:pt x="2082648" y="45882"/>
                </a:lnTo>
                <a:lnTo>
                  <a:pt x="2082867" y="45599"/>
                </a:lnTo>
                <a:lnTo>
                  <a:pt x="2083094" y="45322"/>
                </a:lnTo>
                <a:lnTo>
                  <a:pt x="2083329" y="45051"/>
                </a:lnTo>
                <a:lnTo>
                  <a:pt x="2083572" y="44786"/>
                </a:lnTo>
                <a:lnTo>
                  <a:pt x="2083823" y="44527"/>
                </a:lnTo>
                <a:lnTo>
                  <a:pt x="2084083" y="44273"/>
                </a:lnTo>
                <a:lnTo>
                  <a:pt x="2084351" y="44025"/>
                </a:lnTo>
                <a:lnTo>
                  <a:pt x="2084627" y="43783"/>
                </a:lnTo>
                <a:lnTo>
                  <a:pt x="2084911" y="43547"/>
                </a:lnTo>
                <a:lnTo>
                  <a:pt x="2085204" y="43317"/>
                </a:lnTo>
                <a:lnTo>
                  <a:pt x="2085505" y="43093"/>
                </a:lnTo>
                <a:lnTo>
                  <a:pt x="2085814" y="42874"/>
                </a:lnTo>
                <a:lnTo>
                  <a:pt x="2086128" y="42663"/>
                </a:lnTo>
                <a:lnTo>
                  <a:pt x="2086446" y="42461"/>
                </a:lnTo>
                <a:lnTo>
                  <a:pt x="2086768" y="42268"/>
                </a:lnTo>
                <a:lnTo>
                  <a:pt x="2087093" y="42083"/>
                </a:lnTo>
                <a:lnTo>
                  <a:pt x="2087421" y="41908"/>
                </a:lnTo>
                <a:lnTo>
                  <a:pt x="2087753" y="41742"/>
                </a:lnTo>
                <a:lnTo>
                  <a:pt x="2088087" y="41585"/>
                </a:lnTo>
                <a:lnTo>
                  <a:pt x="2088426" y="41436"/>
                </a:lnTo>
                <a:lnTo>
                  <a:pt x="2088768" y="41297"/>
                </a:lnTo>
                <a:lnTo>
                  <a:pt x="2089113" y="41167"/>
                </a:lnTo>
                <a:lnTo>
                  <a:pt x="2089461" y="41045"/>
                </a:lnTo>
                <a:lnTo>
                  <a:pt x="2089813" y="40933"/>
                </a:lnTo>
                <a:lnTo>
                  <a:pt x="2090168" y="40829"/>
                </a:lnTo>
                <a:lnTo>
                  <a:pt x="2090527" y="40735"/>
                </a:lnTo>
                <a:lnTo>
                  <a:pt x="2090889" y="40650"/>
                </a:lnTo>
                <a:lnTo>
                  <a:pt x="2091254" y="40573"/>
                </a:lnTo>
                <a:lnTo>
                  <a:pt x="2091623" y="40506"/>
                </a:lnTo>
                <a:lnTo>
                  <a:pt x="2091995" y="40447"/>
                </a:lnTo>
                <a:lnTo>
                  <a:pt x="2092370" y="40398"/>
                </a:lnTo>
                <a:lnTo>
                  <a:pt x="2092749" y="40358"/>
                </a:lnTo>
                <a:lnTo>
                  <a:pt x="2093131" y="40326"/>
                </a:lnTo>
                <a:lnTo>
                  <a:pt x="2093517" y="40304"/>
                </a:lnTo>
                <a:lnTo>
                  <a:pt x="2093906" y="40290"/>
                </a:lnTo>
                <a:lnTo>
                  <a:pt x="2094298" y="40286"/>
                </a:lnTo>
                <a:lnTo>
                  <a:pt x="2094604" y="40289"/>
                </a:lnTo>
                <a:lnTo>
                  <a:pt x="2094906" y="40298"/>
                </a:lnTo>
                <a:lnTo>
                  <a:pt x="2095204" y="40314"/>
                </a:lnTo>
                <a:lnTo>
                  <a:pt x="2095499" y="40336"/>
                </a:lnTo>
                <a:lnTo>
                  <a:pt x="2095790" y="40364"/>
                </a:lnTo>
                <a:lnTo>
                  <a:pt x="2096077" y="40399"/>
                </a:lnTo>
                <a:lnTo>
                  <a:pt x="2096361" y="40440"/>
                </a:lnTo>
                <a:lnTo>
                  <a:pt x="2096641" y="40487"/>
                </a:lnTo>
                <a:lnTo>
                  <a:pt x="2096917" y="40540"/>
                </a:lnTo>
                <a:lnTo>
                  <a:pt x="2097189" y="40600"/>
                </a:lnTo>
                <a:lnTo>
                  <a:pt x="2097458" y="40666"/>
                </a:lnTo>
                <a:lnTo>
                  <a:pt x="2097723" y="40739"/>
                </a:lnTo>
                <a:lnTo>
                  <a:pt x="2097984" y="40817"/>
                </a:lnTo>
                <a:lnTo>
                  <a:pt x="2098242" y="40902"/>
                </a:lnTo>
                <a:lnTo>
                  <a:pt x="2098495" y="40993"/>
                </a:lnTo>
                <a:lnTo>
                  <a:pt x="2098746" y="41091"/>
                </a:lnTo>
                <a:lnTo>
                  <a:pt x="2098992" y="41195"/>
                </a:lnTo>
                <a:lnTo>
                  <a:pt x="2099235" y="41305"/>
                </a:lnTo>
                <a:lnTo>
                  <a:pt x="2099474" y="41421"/>
                </a:lnTo>
                <a:lnTo>
                  <a:pt x="2099709" y="41544"/>
                </a:lnTo>
                <a:lnTo>
                  <a:pt x="2099941" y="41673"/>
                </a:lnTo>
                <a:lnTo>
                  <a:pt x="2100168" y="41808"/>
                </a:lnTo>
                <a:lnTo>
                  <a:pt x="2100393" y="41949"/>
                </a:lnTo>
                <a:lnTo>
                  <a:pt x="2100613" y="42097"/>
                </a:lnTo>
                <a:lnTo>
                  <a:pt x="2100829" y="42251"/>
                </a:lnTo>
                <a:lnTo>
                  <a:pt x="2101040" y="42409"/>
                </a:lnTo>
                <a:lnTo>
                  <a:pt x="2101246" y="42573"/>
                </a:lnTo>
                <a:lnTo>
                  <a:pt x="2101447" y="42741"/>
                </a:lnTo>
                <a:lnTo>
                  <a:pt x="2101643" y="42915"/>
                </a:lnTo>
                <a:lnTo>
                  <a:pt x="2101833" y="43094"/>
                </a:lnTo>
                <a:lnTo>
                  <a:pt x="2102019" y="43278"/>
                </a:lnTo>
                <a:lnTo>
                  <a:pt x="2102200" y="43467"/>
                </a:lnTo>
                <a:lnTo>
                  <a:pt x="2102375" y="43660"/>
                </a:lnTo>
                <a:lnTo>
                  <a:pt x="2102546" y="43859"/>
                </a:lnTo>
                <a:lnTo>
                  <a:pt x="2102711" y="44063"/>
                </a:lnTo>
                <a:lnTo>
                  <a:pt x="2102872" y="44272"/>
                </a:lnTo>
                <a:lnTo>
                  <a:pt x="2103027" y="44487"/>
                </a:lnTo>
                <a:lnTo>
                  <a:pt x="2103177" y="44706"/>
                </a:lnTo>
                <a:lnTo>
                  <a:pt x="2103323" y="44930"/>
                </a:lnTo>
                <a:lnTo>
                  <a:pt x="2103463" y="45159"/>
                </a:lnTo>
                <a:lnTo>
                  <a:pt x="2103598" y="45394"/>
                </a:lnTo>
                <a:lnTo>
                  <a:pt x="2103728" y="45633"/>
                </a:lnTo>
                <a:lnTo>
                  <a:pt x="2103853" y="45877"/>
                </a:lnTo>
                <a:lnTo>
                  <a:pt x="2103973" y="46127"/>
                </a:lnTo>
                <a:lnTo>
                  <a:pt x="2104088" y="46381"/>
                </a:lnTo>
                <a:lnTo>
                  <a:pt x="2104198" y="46641"/>
                </a:lnTo>
                <a:lnTo>
                  <a:pt x="2104302" y="46906"/>
                </a:lnTo>
                <a:lnTo>
                  <a:pt x="2104402" y="47175"/>
                </a:lnTo>
                <a:lnTo>
                  <a:pt x="2104497" y="47461"/>
                </a:lnTo>
                <a:lnTo>
                  <a:pt x="2104588" y="47774"/>
                </a:lnTo>
                <a:lnTo>
                  <a:pt x="2104675" y="48115"/>
                </a:lnTo>
                <a:lnTo>
                  <a:pt x="2104758" y="48483"/>
                </a:lnTo>
                <a:lnTo>
                  <a:pt x="2104837" y="48878"/>
                </a:lnTo>
                <a:lnTo>
                  <a:pt x="2104912" y="49300"/>
                </a:lnTo>
                <a:lnTo>
                  <a:pt x="2104983" y="49750"/>
                </a:lnTo>
                <a:lnTo>
                  <a:pt x="2105050" y="50227"/>
                </a:lnTo>
                <a:lnTo>
                  <a:pt x="2105112" y="50731"/>
                </a:lnTo>
                <a:lnTo>
                  <a:pt x="2105171" y="51262"/>
                </a:lnTo>
                <a:lnTo>
                  <a:pt x="2105226" y="51821"/>
                </a:lnTo>
                <a:lnTo>
                  <a:pt x="2105276" y="52407"/>
                </a:lnTo>
                <a:lnTo>
                  <a:pt x="2105323" y="53021"/>
                </a:lnTo>
                <a:lnTo>
                  <a:pt x="2105365" y="53662"/>
                </a:lnTo>
                <a:lnTo>
                  <a:pt x="2105404" y="54330"/>
                </a:lnTo>
                <a:lnTo>
                  <a:pt x="2105438" y="55025"/>
                </a:lnTo>
                <a:lnTo>
                  <a:pt x="2105469" y="55748"/>
                </a:lnTo>
                <a:lnTo>
                  <a:pt x="2105495" y="56497"/>
                </a:lnTo>
                <a:lnTo>
                  <a:pt x="2105517" y="57275"/>
                </a:lnTo>
                <a:lnTo>
                  <a:pt x="2105535" y="58079"/>
                </a:lnTo>
                <a:lnTo>
                  <a:pt x="2105550" y="58911"/>
                </a:lnTo>
                <a:lnTo>
                  <a:pt x="2105560" y="59770"/>
                </a:lnTo>
                <a:lnTo>
                  <a:pt x="2105566" y="60656"/>
                </a:lnTo>
                <a:lnTo>
                  <a:pt x="2105568" y="61570"/>
                </a:lnTo>
                <a:lnTo>
                  <a:pt x="2105568" y="96634"/>
                </a:lnTo>
                <a:lnTo>
                  <a:pt x="2123768" y="96634"/>
                </a:lnTo>
                <a:lnTo>
                  <a:pt x="2123768" y="53887"/>
                </a:lnTo>
                <a:lnTo>
                  <a:pt x="2123766" y="53230"/>
                </a:lnTo>
                <a:lnTo>
                  <a:pt x="2123761" y="52585"/>
                </a:lnTo>
                <a:lnTo>
                  <a:pt x="2123752" y="51953"/>
                </a:lnTo>
                <a:lnTo>
                  <a:pt x="2123740" y="51334"/>
                </a:lnTo>
                <a:close/>
                <a:moveTo>
                  <a:pt x="1220521" y="47180"/>
                </a:moveTo>
                <a:lnTo>
                  <a:pt x="1220681" y="46828"/>
                </a:lnTo>
                <a:lnTo>
                  <a:pt x="1220845" y="46486"/>
                </a:lnTo>
                <a:lnTo>
                  <a:pt x="1221012" y="46155"/>
                </a:lnTo>
                <a:lnTo>
                  <a:pt x="1221183" y="45833"/>
                </a:lnTo>
                <a:lnTo>
                  <a:pt x="1221358" y="45522"/>
                </a:lnTo>
                <a:lnTo>
                  <a:pt x="1221536" y="45221"/>
                </a:lnTo>
                <a:lnTo>
                  <a:pt x="1221717" y="44931"/>
                </a:lnTo>
                <a:lnTo>
                  <a:pt x="1221903" y="44650"/>
                </a:lnTo>
                <a:lnTo>
                  <a:pt x="1222092" y="44380"/>
                </a:lnTo>
                <a:lnTo>
                  <a:pt x="1222284" y="44120"/>
                </a:lnTo>
                <a:lnTo>
                  <a:pt x="1222480" y="43870"/>
                </a:lnTo>
                <a:lnTo>
                  <a:pt x="1222680" y="43631"/>
                </a:lnTo>
                <a:lnTo>
                  <a:pt x="1222883" y="43402"/>
                </a:lnTo>
                <a:lnTo>
                  <a:pt x="1223090" y="43183"/>
                </a:lnTo>
                <a:lnTo>
                  <a:pt x="1223301" y="42974"/>
                </a:lnTo>
                <a:lnTo>
                  <a:pt x="1223515" y="42775"/>
                </a:lnTo>
                <a:lnTo>
                  <a:pt x="1223732" y="42587"/>
                </a:lnTo>
                <a:lnTo>
                  <a:pt x="1223954" y="42409"/>
                </a:lnTo>
                <a:lnTo>
                  <a:pt x="1224179" y="42241"/>
                </a:lnTo>
                <a:lnTo>
                  <a:pt x="1224409" y="42081"/>
                </a:lnTo>
                <a:lnTo>
                  <a:pt x="1224647" y="41929"/>
                </a:lnTo>
                <a:lnTo>
                  <a:pt x="1224892" y="41783"/>
                </a:lnTo>
                <a:lnTo>
                  <a:pt x="1225145" y="41643"/>
                </a:lnTo>
                <a:lnTo>
                  <a:pt x="1225405" y="41511"/>
                </a:lnTo>
                <a:lnTo>
                  <a:pt x="1225672" y="41385"/>
                </a:lnTo>
                <a:lnTo>
                  <a:pt x="1225947" y="41267"/>
                </a:lnTo>
                <a:lnTo>
                  <a:pt x="1226230" y="41155"/>
                </a:lnTo>
                <a:lnTo>
                  <a:pt x="1226519" y="41049"/>
                </a:lnTo>
                <a:lnTo>
                  <a:pt x="1226817" y="40951"/>
                </a:lnTo>
                <a:lnTo>
                  <a:pt x="1227121" y="40859"/>
                </a:lnTo>
                <a:lnTo>
                  <a:pt x="1227433" y="40774"/>
                </a:lnTo>
                <a:lnTo>
                  <a:pt x="1227753" y="40696"/>
                </a:lnTo>
                <a:lnTo>
                  <a:pt x="1228080" y="40625"/>
                </a:lnTo>
                <a:lnTo>
                  <a:pt x="1228414" y="40561"/>
                </a:lnTo>
                <a:lnTo>
                  <a:pt x="1228756" y="40503"/>
                </a:lnTo>
                <a:lnTo>
                  <a:pt x="1229105" y="40452"/>
                </a:lnTo>
                <a:lnTo>
                  <a:pt x="1229461" y="40408"/>
                </a:lnTo>
                <a:lnTo>
                  <a:pt x="1229825" y="40371"/>
                </a:lnTo>
                <a:lnTo>
                  <a:pt x="1230197" y="40340"/>
                </a:lnTo>
                <a:lnTo>
                  <a:pt x="1230575" y="40316"/>
                </a:lnTo>
                <a:lnTo>
                  <a:pt x="1230962" y="40299"/>
                </a:lnTo>
                <a:lnTo>
                  <a:pt x="1231355" y="40289"/>
                </a:lnTo>
                <a:lnTo>
                  <a:pt x="1231756" y="40286"/>
                </a:lnTo>
                <a:lnTo>
                  <a:pt x="1232348" y="40290"/>
                </a:lnTo>
                <a:lnTo>
                  <a:pt x="1232923" y="40301"/>
                </a:lnTo>
                <a:lnTo>
                  <a:pt x="1233482" y="40321"/>
                </a:lnTo>
                <a:lnTo>
                  <a:pt x="1234025" y="40348"/>
                </a:lnTo>
                <a:lnTo>
                  <a:pt x="1234552" y="40384"/>
                </a:lnTo>
                <a:lnTo>
                  <a:pt x="1235064" y="40427"/>
                </a:lnTo>
                <a:lnTo>
                  <a:pt x="1235559" y="40478"/>
                </a:lnTo>
                <a:lnTo>
                  <a:pt x="1236038" y="40537"/>
                </a:lnTo>
                <a:lnTo>
                  <a:pt x="1236502" y="40604"/>
                </a:lnTo>
                <a:lnTo>
                  <a:pt x="1236949" y="40678"/>
                </a:lnTo>
                <a:lnTo>
                  <a:pt x="1237381" y="40761"/>
                </a:lnTo>
                <a:lnTo>
                  <a:pt x="1237796" y="40851"/>
                </a:lnTo>
                <a:lnTo>
                  <a:pt x="1238196" y="40949"/>
                </a:lnTo>
                <a:lnTo>
                  <a:pt x="1238579" y="41055"/>
                </a:lnTo>
                <a:lnTo>
                  <a:pt x="1238947" y="41169"/>
                </a:lnTo>
                <a:lnTo>
                  <a:pt x="1239298" y="41290"/>
                </a:lnTo>
                <a:lnTo>
                  <a:pt x="1239634" y="41420"/>
                </a:lnTo>
                <a:lnTo>
                  <a:pt x="1239954" y="41557"/>
                </a:lnTo>
                <a:lnTo>
                  <a:pt x="1240257" y="41703"/>
                </a:lnTo>
                <a:lnTo>
                  <a:pt x="1240545" y="41856"/>
                </a:lnTo>
                <a:lnTo>
                  <a:pt x="1240817" y="42017"/>
                </a:lnTo>
                <a:lnTo>
                  <a:pt x="1241073" y="42185"/>
                </a:lnTo>
                <a:lnTo>
                  <a:pt x="1241313" y="42362"/>
                </a:lnTo>
                <a:lnTo>
                  <a:pt x="1241536" y="42546"/>
                </a:lnTo>
                <a:lnTo>
                  <a:pt x="1241748" y="42740"/>
                </a:lnTo>
                <a:lnTo>
                  <a:pt x="1241950" y="42944"/>
                </a:lnTo>
                <a:lnTo>
                  <a:pt x="1242144" y="43159"/>
                </a:lnTo>
                <a:lnTo>
                  <a:pt x="1242328" y="43384"/>
                </a:lnTo>
                <a:lnTo>
                  <a:pt x="1242503" y="43620"/>
                </a:lnTo>
                <a:lnTo>
                  <a:pt x="1242670" y="43866"/>
                </a:lnTo>
                <a:lnTo>
                  <a:pt x="1242827" y="44123"/>
                </a:lnTo>
                <a:lnTo>
                  <a:pt x="1242976" y="44391"/>
                </a:lnTo>
                <a:lnTo>
                  <a:pt x="1243115" y="44669"/>
                </a:lnTo>
                <a:lnTo>
                  <a:pt x="1243246" y="44958"/>
                </a:lnTo>
                <a:lnTo>
                  <a:pt x="1243367" y="45257"/>
                </a:lnTo>
                <a:lnTo>
                  <a:pt x="1243479" y="45567"/>
                </a:lnTo>
                <a:lnTo>
                  <a:pt x="1243583" y="45887"/>
                </a:lnTo>
                <a:lnTo>
                  <a:pt x="1243677" y="46218"/>
                </a:lnTo>
                <a:lnTo>
                  <a:pt x="1243763" y="46560"/>
                </a:lnTo>
                <a:lnTo>
                  <a:pt x="1243839" y="46912"/>
                </a:lnTo>
                <a:lnTo>
                  <a:pt x="1243907" y="47275"/>
                </a:lnTo>
                <a:lnTo>
                  <a:pt x="1243965" y="47648"/>
                </a:lnTo>
                <a:lnTo>
                  <a:pt x="1244015" y="48032"/>
                </a:lnTo>
                <a:lnTo>
                  <a:pt x="1244055" y="48426"/>
                </a:lnTo>
                <a:lnTo>
                  <a:pt x="1244087" y="48832"/>
                </a:lnTo>
                <a:lnTo>
                  <a:pt x="1244109" y="49247"/>
                </a:lnTo>
                <a:lnTo>
                  <a:pt x="1244123" y="49673"/>
                </a:lnTo>
                <a:lnTo>
                  <a:pt x="1244127" y="50110"/>
                </a:lnTo>
                <a:lnTo>
                  <a:pt x="1244127" y="51944"/>
                </a:lnTo>
                <a:lnTo>
                  <a:pt x="1243703" y="52117"/>
                </a:lnTo>
                <a:lnTo>
                  <a:pt x="1243252" y="52290"/>
                </a:lnTo>
                <a:lnTo>
                  <a:pt x="1242774" y="52465"/>
                </a:lnTo>
                <a:lnTo>
                  <a:pt x="1242269" y="52641"/>
                </a:lnTo>
                <a:lnTo>
                  <a:pt x="1241736" y="52818"/>
                </a:lnTo>
                <a:lnTo>
                  <a:pt x="1241176" y="52996"/>
                </a:lnTo>
                <a:lnTo>
                  <a:pt x="1240589" y="53176"/>
                </a:lnTo>
                <a:lnTo>
                  <a:pt x="1239975" y="53356"/>
                </a:lnTo>
                <a:lnTo>
                  <a:pt x="1239333" y="53538"/>
                </a:lnTo>
                <a:lnTo>
                  <a:pt x="1238665" y="53720"/>
                </a:lnTo>
                <a:lnTo>
                  <a:pt x="1237969" y="53904"/>
                </a:lnTo>
                <a:lnTo>
                  <a:pt x="1237246" y="54089"/>
                </a:lnTo>
                <a:lnTo>
                  <a:pt x="1236495" y="54275"/>
                </a:lnTo>
                <a:lnTo>
                  <a:pt x="1235718" y="54462"/>
                </a:lnTo>
                <a:lnTo>
                  <a:pt x="1234913" y="54650"/>
                </a:lnTo>
                <a:lnTo>
                  <a:pt x="1234081" y="54840"/>
                </a:lnTo>
                <a:lnTo>
                  <a:pt x="1233222" y="55030"/>
                </a:lnTo>
                <a:lnTo>
                  <a:pt x="1232335" y="55222"/>
                </a:lnTo>
                <a:lnTo>
                  <a:pt x="1231422" y="55414"/>
                </a:lnTo>
                <a:lnTo>
                  <a:pt x="1230481" y="55608"/>
                </a:lnTo>
                <a:lnTo>
                  <a:pt x="1229513" y="55803"/>
                </a:lnTo>
                <a:lnTo>
                  <a:pt x="1228518" y="55999"/>
                </a:lnTo>
                <a:lnTo>
                  <a:pt x="1227495" y="56196"/>
                </a:lnTo>
                <a:lnTo>
                  <a:pt x="1226445" y="56395"/>
                </a:lnTo>
                <a:lnTo>
                  <a:pt x="1225665" y="56546"/>
                </a:lnTo>
                <a:lnTo>
                  <a:pt x="1224900" y="56700"/>
                </a:lnTo>
                <a:lnTo>
                  <a:pt x="1224151" y="56856"/>
                </a:lnTo>
                <a:lnTo>
                  <a:pt x="1223417" y="57014"/>
                </a:lnTo>
                <a:lnTo>
                  <a:pt x="1222698" y="57174"/>
                </a:lnTo>
                <a:lnTo>
                  <a:pt x="1221995" y="57336"/>
                </a:lnTo>
                <a:lnTo>
                  <a:pt x="1221307" y="57500"/>
                </a:lnTo>
                <a:lnTo>
                  <a:pt x="1220634" y="57666"/>
                </a:lnTo>
                <a:lnTo>
                  <a:pt x="1219977" y="57835"/>
                </a:lnTo>
                <a:lnTo>
                  <a:pt x="1219336" y="58006"/>
                </a:lnTo>
                <a:lnTo>
                  <a:pt x="1218709" y="58178"/>
                </a:lnTo>
                <a:lnTo>
                  <a:pt x="1218099" y="58353"/>
                </a:lnTo>
                <a:lnTo>
                  <a:pt x="1217503" y="58531"/>
                </a:lnTo>
                <a:lnTo>
                  <a:pt x="1216923" y="58710"/>
                </a:lnTo>
                <a:lnTo>
                  <a:pt x="1216358" y="58891"/>
                </a:lnTo>
                <a:lnTo>
                  <a:pt x="1215809" y="59074"/>
                </a:lnTo>
                <a:lnTo>
                  <a:pt x="1215275" y="59260"/>
                </a:lnTo>
                <a:lnTo>
                  <a:pt x="1214757" y="59448"/>
                </a:lnTo>
                <a:lnTo>
                  <a:pt x="1214254" y="59638"/>
                </a:lnTo>
                <a:lnTo>
                  <a:pt x="1213766" y="59830"/>
                </a:lnTo>
                <a:lnTo>
                  <a:pt x="1213294" y="60024"/>
                </a:lnTo>
                <a:lnTo>
                  <a:pt x="1212837" y="60220"/>
                </a:lnTo>
                <a:lnTo>
                  <a:pt x="1212396" y="60418"/>
                </a:lnTo>
                <a:lnTo>
                  <a:pt x="1211970" y="60619"/>
                </a:lnTo>
                <a:lnTo>
                  <a:pt x="1211555" y="60824"/>
                </a:lnTo>
                <a:lnTo>
                  <a:pt x="1211149" y="61037"/>
                </a:lnTo>
                <a:lnTo>
                  <a:pt x="1210750" y="61257"/>
                </a:lnTo>
                <a:lnTo>
                  <a:pt x="1210359" y="61484"/>
                </a:lnTo>
                <a:lnTo>
                  <a:pt x="1209975" y="61719"/>
                </a:lnTo>
                <a:lnTo>
                  <a:pt x="1209600" y="61961"/>
                </a:lnTo>
                <a:lnTo>
                  <a:pt x="1209232" y="62211"/>
                </a:lnTo>
                <a:lnTo>
                  <a:pt x="1208872" y="62468"/>
                </a:lnTo>
                <a:lnTo>
                  <a:pt x="1208519" y="62732"/>
                </a:lnTo>
                <a:lnTo>
                  <a:pt x="1208175" y="63004"/>
                </a:lnTo>
                <a:lnTo>
                  <a:pt x="1207838" y="63283"/>
                </a:lnTo>
                <a:lnTo>
                  <a:pt x="1207509" y="63570"/>
                </a:lnTo>
                <a:lnTo>
                  <a:pt x="1207188" y="63864"/>
                </a:lnTo>
                <a:lnTo>
                  <a:pt x="1206874" y="64165"/>
                </a:lnTo>
                <a:lnTo>
                  <a:pt x="1206568" y="64474"/>
                </a:lnTo>
                <a:lnTo>
                  <a:pt x="1206270" y="64790"/>
                </a:lnTo>
                <a:lnTo>
                  <a:pt x="1205980" y="65114"/>
                </a:lnTo>
                <a:lnTo>
                  <a:pt x="1205697" y="65445"/>
                </a:lnTo>
                <a:lnTo>
                  <a:pt x="1205423" y="65783"/>
                </a:lnTo>
                <a:lnTo>
                  <a:pt x="1205156" y="66129"/>
                </a:lnTo>
                <a:lnTo>
                  <a:pt x="1204896" y="66482"/>
                </a:lnTo>
                <a:lnTo>
                  <a:pt x="1204645" y="66842"/>
                </a:lnTo>
                <a:lnTo>
                  <a:pt x="1204401" y="67210"/>
                </a:lnTo>
                <a:lnTo>
                  <a:pt x="1204165" y="67585"/>
                </a:lnTo>
                <a:lnTo>
                  <a:pt x="1203938" y="67966"/>
                </a:lnTo>
                <a:lnTo>
                  <a:pt x="1203720" y="68352"/>
                </a:lnTo>
                <a:lnTo>
                  <a:pt x="1203513" y="68742"/>
                </a:lnTo>
                <a:lnTo>
                  <a:pt x="1203314" y="69136"/>
                </a:lnTo>
                <a:lnTo>
                  <a:pt x="1203126" y="69534"/>
                </a:lnTo>
                <a:lnTo>
                  <a:pt x="1202947" y="69937"/>
                </a:lnTo>
                <a:lnTo>
                  <a:pt x="1202778" y="70344"/>
                </a:lnTo>
                <a:lnTo>
                  <a:pt x="1202618" y="70756"/>
                </a:lnTo>
                <a:lnTo>
                  <a:pt x="1202468" y="71172"/>
                </a:lnTo>
                <a:lnTo>
                  <a:pt x="1202328" y="71592"/>
                </a:lnTo>
                <a:lnTo>
                  <a:pt x="1202197" y="72017"/>
                </a:lnTo>
                <a:lnTo>
                  <a:pt x="1202077" y="72446"/>
                </a:lnTo>
                <a:lnTo>
                  <a:pt x="1201965" y="72880"/>
                </a:lnTo>
                <a:lnTo>
                  <a:pt x="1201864" y="73317"/>
                </a:lnTo>
                <a:lnTo>
                  <a:pt x="1201772" y="73760"/>
                </a:lnTo>
                <a:lnTo>
                  <a:pt x="1201690" y="74206"/>
                </a:lnTo>
                <a:lnTo>
                  <a:pt x="1201617" y="74657"/>
                </a:lnTo>
                <a:lnTo>
                  <a:pt x="1201554" y="75112"/>
                </a:lnTo>
                <a:lnTo>
                  <a:pt x="1201501" y="75572"/>
                </a:lnTo>
                <a:lnTo>
                  <a:pt x="1201458" y="76036"/>
                </a:lnTo>
                <a:lnTo>
                  <a:pt x="1201424" y="76505"/>
                </a:lnTo>
                <a:lnTo>
                  <a:pt x="1201400" y="76977"/>
                </a:lnTo>
                <a:lnTo>
                  <a:pt x="1201385" y="77455"/>
                </a:lnTo>
                <a:lnTo>
                  <a:pt x="1201380" y="77936"/>
                </a:lnTo>
                <a:lnTo>
                  <a:pt x="1201391" y="78662"/>
                </a:lnTo>
                <a:lnTo>
                  <a:pt x="1201423" y="79377"/>
                </a:lnTo>
                <a:lnTo>
                  <a:pt x="1201476" y="80082"/>
                </a:lnTo>
                <a:lnTo>
                  <a:pt x="1201550" y="80776"/>
                </a:lnTo>
                <a:lnTo>
                  <a:pt x="1201646" y="81460"/>
                </a:lnTo>
                <a:lnTo>
                  <a:pt x="1201763" y="82133"/>
                </a:lnTo>
                <a:lnTo>
                  <a:pt x="1201901" y="82795"/>
                </a:lnTo>
                <a:lnTo>
                  <a:pt x="1202060" y="83447"/>
                </a:lnTo>
                <a:lnTo>
                  <a:pt x="1202241" y="84089"/>
                </a:lnTo>
                <a:lnTo>
                  <a:pt x="1202443" y="84720"/>
                </a:lnTo>
                <a:lnTo>
                  <a:pt x="1202666" y="85340"/>
                </a:lnTo>
                <a:lnTo>
                  <a:pt x="1202910" y="85950"/>
                </a:lnTo>
                <a:lnTo>
                  <a:pt x="1203176" y="86550"/>
                </a:lnTo>
                <a:lnTo>
                  <a:pt x="1203463" y="87138"/>
                </a:lnTo>
                <a:lnTo>
                  <a:pt x="1203771" y="87717"/>
                </a:lnTo>
                <a:lnTo>
                  <a:pt x="1204101" y="88285"/>
                </a:lnTo>
                <a:lnTo>
                  <a:pt x="1204451" y="88842"/>
                </a:lnTo>
                <a:lnTo>
                  <a:pt x="1204823" y="89389"/>
                </a:lnTo>
                <a:lnTo>
                  <a:pt x="1205216" y="89925"/>
                </a:lnTo>
                <a:lnTo>
                  <a:pt x="1205631" y="90451"/>
                </a:lnTo>
                <a:lnTo>
                  <a:pt x="1206066" y="90966"/>
                </a:lnTo>
                <a:lnTo>
                  <a:pt x="1206523" y="91470"/>
                </a:lnTo>
                <a:lnTo>
                  <a:pt x="1207001" y="91965"/>
                </a:lnTo>
                <a:lnTo>
                  <a:pt x="1207501" y="92448"/>
                </a:lnTo>
                <a:lnTo>
                  <a:pt x="1208019" y="92917"/>
                </a:lnTo>
                <a:lnTo>
                  <a:pt x="1208552" y="93365"/>
                </a:lnTo>
                <a:lnTo>
                  <a:pt x="1209101" y="93794"/>
                </a:lnTo>
                <a:lnTo>
                  <a:pt x="1209666" y="94202"/>
                </a:lnTo>
                <a:lnTo>
                  <a:pt x="1210246" y="94591"/>
                </a:lnTo>
                <a:lnTo>
                  <a:pt x="1210842" y="94959"/>
                </a:lnTo>
                <a:lnTo>
                  <a:pt x="1211454" y="95308"/>
                </a:lnTo>
                <a:lnTo>
                  <a:pt x="1212081" y="95637"/>
                </a:lnTo>
                <a:lnTo>
                  <a:pt x="1212724" y="95946"/>
                </a:lnTo>
                <a:lnTo>
                  <a:pt x="1213383" y="96235"/>
                </a:lnTo>
                <a:lnTo>
                  <a:pt x="1214057" y="96504"/>
                </a:lnTo>
                <a:lnTo>
                  <a:pt x="1214747" y="96753"/>
                </a:lnTo>
                <a:lnTo>
                  <a:pt x="1215452" y="96982"/>
                </a:lnTo>
                <a:lnTo>
                  <a:pt x="1216173" y="97192"/>
                </a:lnTo>
                <a:lnTo>
                  <a:pt x="1216910" y="97381"/>
                </a:lnTo>
                <a:lnTo>
                  <a:pt x="1217662" y="97550"/>
                </a:lnTo>
                <a:lnTo>
                  <a:pt x="1218430" y="97700"/>
                </a:lnTo>
                <a:lnTo>
                  <a:pt x="1219214" y="97830"/>
                </a:lnTo>
                <a:lnTo>
                  <a:pt x="1220013" y="97939"/>
                </a:lnTo>
                <a:lnTo>
                  <a:pt x="1220828" y="98029"/>
                </a:lnTo>
                <a:lnTo>
                  <a:pt x="1221658" y="98099"/>
                </a:lnTo>
                <a:lnTo>
                  <a:pt x="1222504" y="98148"/>
                </a:lnTo>
                <a:lnTo>
                  <a:pt x="1223366" y="98178"/>
                </a:lnTo>
                <a:lnTo>
                  <a:pt x="1224243" y="98188"/>
                </a:lnTo>
                <a:lnTo>
                  <a:pt x="1224744" y="98184"/>
                </a:lnTo>
                <a:lnTo>
                  <a:pt x="1225242" y="98173"/>
                </a:lnTo>
                <a:lnTo>
                  <a:pt x="1225738" y="98153"/>
                </a:lnTo>
                <a:lnTo>
                  <a:pt x="1226231" y="98125"/>
                </a:lnTo>
                <a:lnTo>
                  <a:pt x="1226722" y="98090"/>
                </a:lnTo>
                <a:lnTo>
                  <a:pt x="1227211" y="98047"/>
                </a:lnTo>
                <a:lnTo>
                  <a:pt x="1227696" y="97995"/>
                </a:lnTo>
                <a:lnTo>
                  <a:pt x="1228180" y="97936"/>
                </a:lnTo>
                <a:lnTo>
                  <a:pt x="1228661" y="97870"/>
                </a:lnTo>
                <a:lnTo>
                  <a:pt x="1229139" y="97795"/>
                </a:lnTo>
                <a:lnTo>
                  <a:pt x="1229615" y="97712"/>
                </a:lnTo>
                <a:lnTo>
                  <a:pt x="1230089" y="97622"/>
                </a:lnTo>
                <a:lnTo>
                  <a:pt x="1230560" y="97523"/>
                </a:lnTo>
                <a:lnTo>
                  <a:pt x="1231028" y="97417"/>
                </a:lnTo>
                <a:lnTo>
                  <a:pt x="1231494" y="97303"/>
                </a:lnTo>
                <a:lnTo>
                  <a:pt x="1231958" y="97181"/>
                </a:lnTo>
                <a:lnTo>
                  <a:pt x="1232419" y="97051"/>
                </a:lnTo>
                <a:lnTo>
                  <a:pt x="1232878" y="96913"/>
                </a:lnTo>
                <a:lnTo>
                  <a:pt x="1233334" y="96768"/>
                </a:lnTo>
                <a:lnTo>
                  <a:pt x="1233788" y="96614"/>
                </a:lnTo>
                <a:lnTo>
                  <a:pt x="1234239" y="96453"/>
                </a:lnTo>
                <a:lnTo>
                  <a:pt x="1234688" y="96283"/>
                </a:lnTo>
                <a:lnTo>
                  <a:pt x="1235134" y="96106"/>
                </a:lnTo>
                <a:lnTo>
                  <a:pt x="1235578" y="95921"/>
                </a:lnTo>
                <a:lnTo>
                  <a:pt x="1236019" y="95729"/>
                </a:lnTo>
                <a:lnTo>
                  <a:pt x="1236458" y="95528"/>
                </a:lnTo>
                <a:lnTo>
                  <a:pt x="1236895" y="95319"/>
                </a:lnTo>
                <a:lnTo>
                  <a:pt x="1237330" y="95103"/>
                </a:lnTo>
                <a:lnTo>
                  <a:pt x="1237763" y="94878"/>
                </a:lnTo>
                <a:lnTo>
                  <a:pt x="1238193" y="94646"/>
                </a:lnTo>
                <a:lnTo>
                  <a:pt x="1238621" y="94406"/>
                </a:lnTo>
                <a:lnTo>
                  <a:pt x="1239046" y="94158"/>
                </a:lnTo>
                <a:lnTo>
                  <a:pt x="1239470" y="93902"/>
                </a:lnTo>
                <a:lnTo>
                  <a:pt x="1239891" y="93639"/>
                </a:lnTo>
                <a:lnTo>
                  <a:pt x="1240310" y="93367"/>
                </a:lnTo>
                <a:lnTo>
                  <a:pt x="1240727" y="93088"/>
                </a:lnTo>
                <a:lnTo>
                  <a:pt x="1241141" y="92801"/>
                </a:lnTo>
                <a:lnTo>
                  <a:pt x="1241554" y="92505"/>
                </a:lnTo>
                <a:lnTo>
                  <a:pt x="1241964" y="92202"/>
                </a:lnTo>
                <a:lnTo>
                  <a:pt x="1242371" y="91891"/>
                </a:lnTo>
                <a:lnTo>
                  <a:pt x="1242777" y="91573"/>
                </a:lnTo>
                <a:lnTo>
                  <a:pt x="1243180" y="91246"/>
                </a:lnTo>
                <a:lnTo>
                  <a:pt x="1243581" y="90911"/>
                </a:lnTo>
                <a:lnTo>
                  <a:pt x="1243980" y="90569"/>
                </a:lnTo>
                <a:lnTo>
                  <a:pt x="1244376" y="90219"/>
                </a:lnTo>
                <a:lnTo>
                  <a:pt x="1244770" y="89861"/>
                </a:lnTo>
                <a:lnTo>
                  <a:pt x="1245162" y="89495"/>
                </a:lnTo>
                <a:lnTo>
                  <a:pt x="1245552" y="89121"/>
                </a:lnTo>
                <a:lnTo>
                  <a:pt x="1245569" y="89166"/>
                </a:lnTo>
                <a:lnTo>
                  <a:pt x="1245586" y="89215"/>
                </a:lnTo>
                <a:lnTo>
                  <a:pt x="1245605" y="89268"/>
                </a:lnTo>
                <a:lnTo>
                  <a:pt x="1245624" y="89324"/>
                </a:lnTo>
                <a:lnTo>
                  <a:pt x="1245644" y="89384"/>
                </a:lnTo>
                <a:lnTo>
                  <a:pt x="1245665" y="89449"/>
                </a:lnTo>
                <a:lnTo>
                  <a:pt x="1245687" y="89517"/>
                </a:lnTo>
                <a:lnTo>
                  <a:pt x="1245710" y="89589"/>
                </a:lnTo>
                <a:lnTo>
                  <a:pt x="1245734" y="89664"/>
                </a:lnTo>
                <a:lnTo>
                  <a:pt x="1245759" y="89744"/>
                </a:lnTo>
                <a:lnTo>
                  <a:pt x="1245785" y="89827"/>
                </a:lnTo>
                <a:lnTo>
                  <a:pt x="1245811" y="89914"/>
                </a:lnTo>
                <a:lnTo>
                  <a:pt x="1245839" y="90005"/>
                </a:lnTo>
                <a:lnTo>
                  <a:pt x="1245867" y="90100"/>
                </a:lnTo>
                <a:lnTo>
                  <a:pt x="1245896" y="90199"/>
                </a:lnTo>
                <a:lnTo>
                  <a:pt x="1245926" y="90301"/>
                </a:lnTo>
                <a:lnTo>
                  <a:pt x="1245957" y="90407"/>
                </a:lnTo>
                <a:lnTo>
                  <a:pt x="1245989" y="90517"/>
                </a:lnTo>
                <a:lnTo>
                  <a:pt x="1246022" y="90631"/>
                </a:lnTo>
                <a:lnTo>
                  <a:pt x="1246056" y="90749"/>
                </a:lnTo>
                <a:lnTo>
                  <a:pt x="1246090" y="90871"/>
                </a:lnTo>
                <a:lnTo>
                  <a:pt x="1246126" y="90996"/>
                </a:lnTo>
                <a:lnTo>
                  <a:pt x="1246162" y="91125"/>
                </a:lnTo>
                <a:lnTo>
                  <a:pt x="1246200" y="91258"/>
                </a:lnTo>
                <a:lnTo>
                  <a:pt x="1246286" y="91552"/>
                </a:lnTo>
                <a:lnTo>
                  <a:pt x="1246370" y="91840"/>
                </a:lnTo>
                <a:lnTo>
                  <a:pt x="1246454" y="92121"/>
                </a:lnTo>
                <a:lnTo>
                  <a:pt x="1246536" y="92397"/>
                </a:lnTo>
                <a:lnTo>
                  <a:pt x="1246617" y="92666"/>
                </a:lnTo>
                <a:lnTo>
                  <a:pt x="1246698" y="92930"/>
                </a:lnTo>
                <a:lnTo>
                  <a:pt x="1246777" y="93187"/>
                </a:lnTo>
                <a:lnTo>
                  <a:pt x="1246855" y="93439"/>
                </a:lnTo>
                <a:lnTo>
                  <a:pt x="1246931" y="93684"/>
                </a:lnTo>
                <a:lnTo>
                  <a:pt x="1247007" y="93923"/>
                </a:lnTo>
                <a:lnTo>
                  <a:pt x="1247082" y="94156"/>
                </a:lnTo>
                <a:lnTo>
                  <a:pt x="1247155" y="94383"/>
                </a:lnTo>
                <a:lnTo>
                  <a:pt x="1247227" y="94604"/>
                </a:lnTo>
                <a:lnTo>
                  <a:pt x="1247299" y="94819"/>
                </a:lnTo>
                <a:lnTo>
                  <a:pt x="1247369" y="95028"/>
                </a:lnTo>
                <a:lnTo>
                  <a:pt x="1247438" y="95231"/>
                </a:lnTo>
                <a:lnTo>
                  <a:pt x="1247505" y="95427"/>
                </a:lnTo>
                <a:lnTo>
                  <a:pt x="1247572" y="95618"/>
                </a:lnTo>
                <a:lnTo>
                  <a:pt x="1247638" y="95802"/>
                </a:lnTo>
                <a:lnTo>
                  <a:pt x="1247702" y="95981"/>
                </a:lnTo>
                <a:lnTo>
                  <a:pt x="1247765" y="96153"/>
                </a:lnTo>
                <a:lnTo>
                  <a:pt x="1247827" y="96319"/>
                </a:lnTo>
                <a:lnTo>
                  <a:pt x="1247889" y="96480"/>
                </a:lnTo>
                <a:lnTo>
                  <a:pt x="1247948" y="96634"/>
                </a:lnTo>
                <a:lnTo>
                  <a:pt x="1265954" y="96634"/>
                </a:lnTo>
                <a:lnTo>
                  <a:pt x="1265757" y="96225"/>
                </a:lnTo>
                <a:lnTo>
                  <a:pt x="1265565" y="95818"/>
                </a:lnTo>
                <a:lnTo>
                  <a:pt x="1265379" y="95413"/>
                </a:lnTo>
                <a:lnTo>
                  <a:pt x="1265197" y="95010"/>
                </a:lnTo>
                <a:lnTo>
                  <a:pt x="1265022" y="94610"/>
                </a:lnTo>
                <a:lnTo>
                  <a:pt x="1264851" y="94211"/>
                </a:lnTo>
                <a:lnTo>
                  <a:pt x="1264686" y="93815"/>
                </a:lnTo>
                <a:lnTo>
                  <a:pt x="1264525" y="93421"/>
                </a:lnTo>
                <a:lnTo>
                  <a:pt x="1264371" y="93029"/>
                </a:lnTo>
                <a:lnTo>
                  <a:pt x="1264221" y="92639"/>
                </a:lnTo>
                <a:lnTo>
                  <a:pt x="1264077" y="92251"/>
                </a:lnTo>
                <a:lnTo>
                  <a:pt x="1263938" y="91865"/>
                </a:lnTo>
                <a:lnTo>
                  <a:pt x="1263804" y="91482"/>
                </a:lnTo>
                <a:lnTo>
                  <a:pt x="1263676" y="91100"/>
                </a:lnTo>
                <a:lnTo>
                  <a:pt x="1263553" y="90721"/>
                </a:lnTo>
                <a:lnTo>
                  <a:pt x="1263435" y="90344"/>
                </a:lnTo>
                <a:lnTo>
                  <a:pt x="1263323" y="89969"/>
                </a:lnTo>
                <a:lnTo>
                  <a:pt x="1263216" y="89596"/>
                </a:lnTo>
                <a:lnTo>
                  <a:pt x="1263114" y="89226"/>
                </a:lnTo>
                <a:lnTo>
                  <a:pt x="1263017" y="88857"/>
                </a:lnTo>
                <a:lnTo>
                  <a:pt x="1262926" y="88491"/>
                </a:lnTo>
                <a:lnTo>
                  <a:pt x="1262839" y="88127"/>
                </a:lnTo>
                <a:lnTo>
                  <a:pt x="1262759" y="87764"/>
                </a:lnTo>
                <a:lnTo>
                  <a:pt x="1262683" y="87404"/>
                </a:lnTo>
                <a:lnTo>
                  <a:pt x="1262612" y="87037"/>
                </a:lnTo>
                <a:lnTo>
                  <a:pt x="1262544" y="86654"/>
                </a:lnTo>
                <a:lnTo>
                  <a:pt x="1262478" y="86253"/>
                </a:lnTo>
                <a:lnTo>
                  <a:pt x="1262416" y="85836"/>
                </a:lnTo>
                <a:lnTo>
                  <a:pt x="1262357" y="85403"/>
                </a:lnTo>
                <a:lnTo>
                  <a:pt x="1262301" y="84953"/>
                </a:lnTo>
                <a:lnTo>
                  <a:pt x="1262248" y="84487"/>
                </a:lnTo>
                <a:lnTo>
                  <a:pt x="1262197" y="84004"/>
                </a:lnTo>
                <a:lnTo>
                  <a:pt x="1262150" y="83505"/>
                </a:lnTo>
                <a:lnTo>
                  <a:pt x="1262106" y="82989"/>
                </a:lnTo>
                <a:lnTo>
                  <a:pt x="1262065" y="82456"/>
                </a:lnTo>
                <a:lnTo>
                  <a:pt x="1262027" y="81907"/>
                </a:lnTo>
                <a:lnTo>
                  <a:pt x="1261993" y="81342"/>
                </a:lnTo>
                <a:lnTo>
                  <a:pt x="1261961" y="80760"/>
                </a:lnTo>
                <a:lnTo>
                  <a:pt x="1261932" y="80161"/>
                </a:lnTo>
                <a:lnTo>
                  <a:pt x="1261906" y="79546"/>
                </a:lnTo>
                <a:lnTo>
                  <a:pt x="1261883" y="78914"/>
                </a:lnTo>
                <a:lnTo>
                  <a:pt x="1261863" y="78266"/>
                </a:lnTo>
                <a:lnTo>
                  <a:pt x="1261847" y="77601"/>
                </a:lnTo>
                <a:lnTo>
                  <a:pt x="1261833" y="76920"/>
                </a:lnTo>
                <a:lnTo>
                  <a:pt x="1261822" y="76222"/>
                </a:lnTo>
                <a:lnTo>
                  <a:pt x="1261815" y="75508"/>
                </a:lnTo>
                <a:lnTo>
                  <a:pt x="1261810" y="74777"/>
                </a:lnTo>
                <a:lnTo>
                  <a:pt x="1261809" y="74030"/>
                </a:lnTo>
                <a:lnTo>
                  <a:pt x="1262003" y="52786"/>
                </a:lnTo>
                <a:lnTo>
                  <a:pt x="1261999" y="51811"/>
                </a:lnTo>
                <a:lnTo>
                  <a:pt x="1261986" y="50862"/>
                </a:lnTo>
                <a:lnTo>
                  <a:pt x="1261965" y="49939"/>
                </a:lnTo>
                <a:lnTo>
                  <a:pt x="1261936" y="49041"/>
                </a:lnTo>
                <a:lnTo>
                  <a:pt x="1261898" y="48169"/>
                </a:lnTo>
                <a:lnTo>
                  <a:pt x="1261851" y="47323"/>
                </a:lnTo>
                <a:lnTo>
                  <a:pt x="1261797" y="46503"/>
                </a:lnTo>
                <a:lnTo>
                  <a:pt x="1261733" y="45708"/>
                </a:lnTo>
                <a:lnTo>
                  <a:pt x="1261662" y="44939"/>
                </a:lnTo>
                <a:lnTo>
                  <a:pt x="1261581" y="44196"/>
                </a:lnTo>
                <a:lnTo>
                  <a:pt x="1261493" y="43479"/>
                </a:lnTo>
                <a:lnTo>
                  <a:pt x="1261396" y="42787"/>
                </a:lnTo>
                <a:lnTo>
                  <a:pt x="1261291" y="42122"/>
                </a:lnTo>
                <a:lnTo>
                  <a:pt x="1261177" y="41481"/>
                </a:lnTo>
                <a:lnTo>
                  <a:pt x="1261054" y="40867"/>
                </a:lnTo>
                <a:lnTo>
                  <a:pt x="1260924" y="40278"/>
                </a:lnTo>
                <a:lnTo>
                  <a:pt x="1260785" y="39716"/>
                </a:lnTo>
                <a:lnTo>
                  <a:pt x="1260637" y="39179"/>
                </a:lnTo>
                <a:lnTo>
                  <a:pt x="1260481" y="38667"/>
                </a:lnTo>
                <a:lnTo>
                  <a:pt x="1260316" y="38182"/>
                </a:lnTo>
                <a:lnTo>
                  <a:pt x="1260144" y="37722"/>
                </a:lnTo>
                <a:lnTo>
                  <a:pt x="1259962" y="37288"/>
                </a:lnTo>
                <a:lnTo>
                  <a:pt x="1259773" y="36879"/>
                </a:lnTo>
                <a:lnTo>
                  <a:pt x="1259574" y="36497"/>
                </a:lnTo>
                <a:lnTo>
                  <a:pt x="1259366" y="36130"/>
                </a:lnTo>
                <a:lnTo>
                  <a:pt x="1259145" y="35768"/>
                </a:lnTo>
                <a:lnTo>
                  <a:pt x="1258912" y="35412"/>
                </a:lnTo>
                <a:lnTo>
                  <a:pt x="1258667" y="35061"/>
                </a:lnTo>
                <a:lnTo>
                  <a:pt x="1258409" y="34716"/>
                </a:lnTo>
                <a:lnTo>
                  <a:pt x="1258139" y="34376"/>
                </a:lnTo>
                <a:lnTo>
                  <a:pt x="1257857" y="34041"/>
                </a:lnTo>
                <a:lnTo>
                  <a:pt x="1257563" y="33712"/>
                </a:lnTo>
                <a:lnTo>
                  <a:pt x="1257256" y="33388"/>
                </a:lnTo>
                <a:lnTo>
                  <a:pt x="1256938" y="33069"/>
                </a:lnTo>
                <a:lnTo>
                  <a:pt x="1256606" y="32756"/>
                </a:lnTo>
                <a:lnTo>
                  <a:pt x="1256263" y="32449"/>
                </a:lnTo>
                <a:lnTo>
                  <a:pt x="1255907" y="32147"/>
                </a:lnTo>
                <a:lnTo>
                  <a:pt x="1255540" y="31850"/>
                </a:lnTo>
                <a:lnTo>
                  <a:pt x="1255159" y="31558"/>
                </a:lnTo>
                <a:lnTo>
                  <a:pt x="1254767" y="31272"/>
                </a:lnTo>
                <a:lnTo>
                  <a:pt x="1254362" y="30991"/>
                </a:lnTo>
                <a:lnTo>
                  <a:pt x="1253946" y="30716"/>
                </a:lnTo>
                <a:lnTo>
                  <a:pt x="1253516" y="30446"/>
                </a:lnTo>
                <a:lnTo>
                  <a:pt x="1253075" y="30182"/>
                </a:lnTo>
                <a:lnTo>
                  <a:pt x="1252621" y="29923"/>
                </a:lnTo>
                <a:lnTo>
                  <a:pt x="1252155" y="29669"/>
                </a:lnTo>
                <a:lnTo>
                  <a:pt x="1251677" y="29421"/>
                </a:lnTo>
                <a:lnTo>
                  <a:pt x="1251187" y="29178"/>
                </a:lnTo>
                <a:lnTo>
                  <a:pt x="1250680" y="28943"/>
                </a:lnTo>
                <a:lnTo>
                  <a:pt x="1250151" y="28718"/>
                </a:lnTo>
                <a:lnTo>
                  <a:pt x="1249600" y="28502"/>
                </a:lnTo>
                <a:lnTo>
                  <a:pt x="1249028" y="28297"/>
                </a:lnTo>
                <a:lnTo>
                  <a:pt x="1248434" y="28102"/>
                </a:lnTo>
                <a:lnTo>
                  <a:pt x="1247819" y="27917"/>
                </a:lnTo>
                <a:lnTo>
                  <a:pt x="1247182" y="27742"/>
                </a:lnTo>
                <a:lnTo>
                  <a:pt x="1246524" y="27577"/>
                </a:lnTo>
                <a:lnTo>
                  <a:pt x="1245844" y="27422"/>
                </a:lnTo>
                <a:lnTo>
                  <a:pt x="1245142" y="27277"/>
                </a:lnTo>
                <a:lnTo>
                  <a:pt x="1244419" y="27141"/>
                </a:lnTo>
                <a:lnTo>
                  <a:pt x="1243674" y="27016"/>
                </a:lnTo>
                <a:lnTo>
                  <a:pt x="1242907" y="26901"/>
                </a:lnTo>
                <a:lnTo>
                  <a:pt x="1242119" y="26796"/>
                </a:lnTo>
                <a:lnTo>
                  <a:pt x="1241310" y="26701"/>
                </a:lnTo>
                <a:lnTo>
                  <a:pt x="1240479" y="26616"/>
                </a:lnTo>
                <a:lnTo>
                  <a:pt x="1239626" y="26541"/>
                </a:lnTo>
                <a:lnTo>
                  <a:pt x="1238751" y="26476"/>
                </a:lnTo>
                <a:lnTo>
                  <a:pt x="1237855" y="26421"/>
                </a:lnTo>
                <a:lnTo>
                  <a:pt x="1236938" y="26376"/>
                </a:lnTo>
                <a:lnTo>
                  <a:pt x="1235999" y="26341"/>
                </a:lnTo>
                <a:lnTo>
                  <a:pt x="1235038" y="26316"/>
                </a:lnTo>
                <a:lnTo>
                  <a:pt x="1234056" y="26301"/>
                </a:lnTo>
                <a:lnTo>
                  <a:pt x="1233052" y="26296"/>
                </a:lnTo>
                <a:lnTo>
                  <a:pt x="1231946" y="26304"/>
                </a:lnTo>
                <a:lnTo>
                  <a:pt x="1230863" y="26330"/>
                </a:lnTo>
                <a:lnTo>
                  <a:pt x="1229803" y="26372"/>
                </a:lnTo>
                <a:lnTo>
                  <a:pt x="1228766" y="26431"/>
                </a:lnTo>
                <a:lnTo>
                  <a:pt x="1227752" y="26507"/>
                </a:lnTo>
                <a:lnTo>
                  <a:pt x="1226761" y="26599"/>
                </a:lnTo>
                <a:lnTo>
                  <a:pt x="1225793" y="26709"/>
                </a:lnTo>
                <a:lnTo>
                  <a:pt x="1224848" y="26836"/>
                </a:lnTo>
                <a:lnTo>
                  <a:pt x="1223926" y="26979"/>
                </a:lnTo>
                <a:lnTo>
                  <a:pt x="1223026" y="27139"/>
                </a:lnTo>
                <a:lnTo>
                  <a:pt x="1222150" y="27316"/>
                </a:lnTo>
                <a:lnTo>
                  <a:pt x="1221296" y="27510"/>
                </a:lnTo>
                <a:lnTo>
                  <a:pt x="1220466" y="27721"/>
                </a:lnTo>
                <a:lnTo>
                  <a:pt x="1219658" y="27949"/>
                </a:lnTo>
                <a:lnTo>
                  <a:pt x="1218874" y="28193"/>
                </a:lnTo>
                <a:lnTo>
                  <a:pt x="1218112" y="28455"/>
                </a:lnTo>
                <a:lnTo>
                  <a:pt x="1217373" y="28733"/>
                </a:lnTo>
                <a:lnTo>
                  <a:pt x="1216657" y="29028"/>
                </a:lnTo>
                <a:lnTo>
                  <a:pt x="1215965" y="29340"/>
                </a:lnTo>
                <a:lnTo>
                  <a:pt x="1215295" y="29669"/>
                </a:lnTo>
                <a:lnTo>
                  <a:pt x="1214648" y="30015"/>
                </a:lnTo>
                <a:lnTo>
                  <a:pt x="1214024" y="30378"/>
                </a:lnTo>
                <a:lnTo>
                  <a:pt x="1213422" y="30757"/>
                </a:lnTo>
                <a:lnTo>
                  <a:pt x="1212844" y="31153"/>
                </a:lnTo>
                <a:lnTo>
                  <a:pt x="1212284" y="31567"/>
                </a:lnTo>
                <a:lnTo>
                  <a:pt x="1211739" y="31999"/>
                </a:lnTo>
                <a:lnTo>
                  <a:pt x="1211207" y="32449"/>
                </a:lnTo>
                <a:lnTo>
                  <a:pt x="1210689" y="32918"/>
                </a:lnTo>
                <a:lnTo>
                  <a:pt x="1210185" y="33404"/>
                </a:lnTo>
                <a:lnTo>
                  <a:pt x="1209695" y="33909"/>
                </a:lnTo>
                <a:lnTo>
                  <a:pt x="1209219" y="34432"/>
                </a:lnTo>
                <a:lnTo>
                  <a:pt x="1208757" y="34974"/>
                </a:lnTo>
                <a:lnTo>
                  <a:pt x="1208308" y="35533"/>
                </a:lnTo>
                <a:lnTo>
                  <a:pt x="1207874" y="36111"/>
                </a:lnTo>
                <a:lnTo>
                  <a:pt x="1207454" y="36707"/>
                </a:lnTo>
                <a:lnTo>
                  <a:pt x="1207047" y="37322"/>
                </a:lnTo>
                <a:lnTo>
                  <a:pt x="1206655" y="37954"/>
                </a:lnTo>
                <a:lnTo>
                  <a:pt x="1206277" y="38605"/>
                </a:lnTo>
                <a:lnTo>
                  <a:pt x="1205912" y="39274"/>
                </a:lnTo>
                <a:lnTo>
                  <a:pt x="1205561" y="39961"/>
                </a:lnTo>
                <a:lnTo>
                  <a:pt x="1205225" y="40666"/>
                </a:lnTo>
                <a:lnTo>
                  <a:pt x="1204902" y="41390"/>
                </a:lnTo>
                <a:lnTo>
                  <a:pt x="1204593" y="42132"/>
                </a:lnTo>
                <a:lnTo>
                  <a:pt x="1204298" y="42892"/>
                </a:lnTo>
                <a:lnTo>
                  <a:pt x="1204018" y="43670"/>
                </a:lnTo>
                <a:lnTo>
                  <a:pt x="1203751" y="44467"/>
                </a:lnTo>
                <a:lnTo>
                  <a:pt x="1203498" y="45282"/>
                </a:lnTo>
                <a:lnTo>
                  <a:pt x="1203259" y="46115"/>
                </a:lnTo>
                <a:lnTo>
                  <a:pt x="1219774" y="49094"/>
                </a:lnTo>
                <a:lnTo>
                  <a:pt x="1219917" y="48691"/>
                </a:lnTo>
                <a:lnTo>
                  <a:pt x="1220062" y="48298"/>
                </a:lnTo>
                <a:lnTo>
                  <a:pt x="1220212" y="47915"/>
                </a:lnTo>
                <a:lnTo>
                  <a:pt x="1220364" y="47543"/>
                </a:lnTo>
                <a:lnTo>
                  <a:pt x="1220521" y="47180"/>
                </a:lnTo>
                <a:close/>
                <a:moveTo>
                  <a:pt x="1244107" y="69484"/>
                </a:moveTo>
                <a:lnTo>
                  <a:pt x="1244096" y="69958"/>
                </a:lnTo>
                <a:lnTo>
                  <a:pt x="1244083" y="70417"/>
                </a:lnTo>
                <a:lnTo>
                  <a:pt x="1244067" y="70862"/>
                </a:lnTo>
                <a:lnTo>
                  <a:pt x="1244048" y="71292"/>
                </a:lnTo>
                <a:lnTo>
                  <a:pt x="1244027" y="71708"/>
                </a:lnTo>
                <a:lnTo>
                  <a:pt x="1244003" y="72109"/>
                </a:lnTo>
                <a:lnTo>
                  <a:pt x="1243977" y="72496"/>
                </a:lnTo>
                <a:lnTo>
                  <a:pt x="1243949" y="72869"/>
                </a:lnTo>
                <a:lnTo>
                  <a:pt x="1243918" y="73227"/>
                </a:lnTo>
                <a:lnTo>
                  <a:pt x="1243885" y="73570"/>
                </a:lnTo>
                <a:lnTo>
                  <a:pt x="1243849" y="73899"/>
                </a:lnTo>
                <a:lnTo>
                  <a:pt x="1243811" y="74214"/>
                </a:lnTo>
                <a:lnTo>
                  <a:pt x="1243770" y="74514"/>
                </a:lnTo>
                <a:lnTo>
                  <a:pt x="1243726" y="74800"/>
                </a:lnTo>
                <a:lnTo>
                  <a:pt x="1243681" y="75071"/>
                </a:lnTo>
                <a:lnTo>
                  <a:pt x="1243632" y="75328"/>
                </a:lnTo>
                <a:lnTo>
                  <a:pt x="1243582" y="75571"/>
                </a:lnTo>
                <a:lnTo>
                  <a:pt x="1243529" y="75799"/>
                </a:lnTo>
                <a:lnTo>
                  <a:pt x="1243473" y="76013"/>
                </a:lnTo>
                <a:lnTo>
                  <a:pt x="1243415" y="76212"/>
                </a:lnTo>
                <a:lnTo>
                  <a:pt x="1243324" y="76503"/>
                </a:lnTo>
                <a:lnTo>
                  <a:pt x="1243226" y="76791"/>
                </a:lnTo>
                <a:lnTo>
                  <a:pt x="1243120" y="77075"/>
                </a:lnTo>
                <a:lnTo>
                  <a:pt x="1243006" y="77355"/>
                </a:lnTo>
                <a:lnTo>
                  <a:pt x="1242885" y="77632"/>
                </a:lnTo>
                <a:lnTo>
                  <a:pt x="1242755" y="77904"/>
                </a:lnTo>
                <a:lnTo>
                  <a:pt x="1242617" y="78173"/>
                </a:lnTo>
                <a:lnTo>
                  <a:pt x="1242472" y="78438"/>
                </a:lnTo>
                <a:lnTo>
                  <a:pt x="1242319" y="78700"/>
                </a:lnTo>
                <a:lnTo>
                  <a:pt x="1242158" y="78957"/>
                </a:lnTo>
                <a:lnTo>
                  <a:pt x="1241989" y="79211"/>
                </a:lnTo>
                <a:lnTo>
                  <a:pt x="1241812" y="79461"/>
                </a:lnTo>
                <a:lnTo>
                  <a:pt x="1241627" y="79707"/>
                </a:lnTo>
                <a:lnTo>
                  <a:pt x="1241434" y="79949"/>
                </a:lnTo>
                <a:lnTo>
                  <a:pt x="1241234" y="80188"/>
                </a:lnTo>
                <a:lnTo>
                  <a:pt x="1241025" y="80423"/>
                </a:lnTo>
                <a:lnTo>
                  <a:pt x="1240809" y="80653"/>
                </a:lnTo>
                <a:lnTo>
                  <a:pt x="1240585" y="80881"/>
                </a:lnTo>
                <a:lnTo>
                  <a:pt x="1240353" y="81104"/>
                </a:lnTo>
                <a:lnTo>
                  <a:pt x="1240113" y="81324"/>
                </a:lnTo>
                <a:lnTo>
                  <a:pt x="1239866" y="81540"/>
                </a:lnTo>
                <a:lnTo>
                  <a:pt x="1239610" y="81752"/>
                </a:lnTo>
                <a:lnTo>
                  <a:pt x="1239347" y="81960"/>
                </a:lnTo>
                <a:lnTo>
                  <a:pt x="1239075" y="82164"/>
                </a:lnTo>
                <a:lnTo>
                  <a:pt x="1238702" y="82425"/>
                </a:lnTo>
                <a:lnTo>
                  <a:pt x="1238327" y="82675"/>
                </a:lnTo>
                <a:lnTo>
                  <a:pt x="1237951" y="82914"/>
                </a:lnTo>
                <a:lnTo>
                  <a:pt x="1237573" y="83142"/>
                </a:lnTo>
                <a:lnTo>
                  <a:pt x="1237193" y="83359"/>
                </a:lnTo>
                <a:lnTo>
                  <a:pt x="1236812" y="83564"/>
                </a:lnTo>
                <a:lnTo>
                  <a:pt x="1236430" y="83759"/>
                </a:lnTo>
                <a:lnTo>
                  <a:pt x="1236046" y="83942"/>
                </a:lnTo>
                <a:lnTo>
                  <a:pt x="1235660" y="84114"/>
                </a:lnTo>
                <a:lnTo>
                  <a:pt x="1235272" y="84275"/>
                </a:lnTo>
                <a:lnTo>
                  <a:pt x="1234883" y="84425"/>
                </a:lnTo>
                <a:lnTo>
                  <a:pt x="1234493" y="84564"/>
                </a:lnTo>
                <a:lnTo>
                  <a:pt x="1234101" y="84692"/>
                </a:lnTo>
                <a:lnTo>
                  <a:pt x="1233707" y="84809"/>
                </a:lnTo>
                <a:lnTo>
                  <a:pt x="1233312" y="84914"/>
                </a:lnTo>
                <a:lnTo>
                  <a:pt x="1232915" y="85009"/>
                </a:lnTo>
                <a:lnTo>
                  <a:pt x="1232517" y="85092"/>
                </a:lnTo>
                <a:lnTo>
                  <a:pt x="1232117" y="85164"/>
                </a:lnTo>
                <a:lnTo>
                  <a:pt x="1231715" y="85225"/>
                </a:lnTo>
                <a:lnTo>
                  <a:pt x="1231312" y="85275"/>
                </a:lnTo>
                <a:lnTo>
                  <a:pt x="1230907" y="85314"/>
                </a:lnTo>
                <a:lnTo>
                  <a:pt x="1230501" y="85342"/>
                </a:lnTo>
                <a:lnTo>
                  <a:pt x="1230093" y="85359"/>
                </a:lnTo>
                <a:lnTo>
                  <a:pt x="1229684" y="85364"/>
                </a:lnTo>
                <a:lnTo>
                  <a:pt x="1229320" y="85359"/>
                </a:lnTo>
                <a:lnTo>
                  <a:pt x="1228961" y="85345"/>
                </a:lnTo>
                <a:lnTo>
                  <a:pt x="1228607" y="85321"/>
                </a:lnTo>
                <a:lnTo>
                  <a:pt x="1228259" y="85288"/>
                </a:lnTo>
                <a:lnTo>
                  <a:pt x="1227916" y="85245"/>
                </a:lnTo>
                <a:lnTo>
                  <a:pt x="1227579" y="85192"/>
                </a:lnTo>
                <a:lnTo>
                  <a:pt x="1227247" y="85130"/>
                </a:lnTo>
                <a:lnTo>
                  <a:pt x="1226920" y="85059"/>
                </a:lnTo>
                <a:lnTo>
                  <a:pt x="1226599" y="84977"/>
                </a:lnTo>
                <a:lnTo>
                  <a:pt x="1226284" y="84887"/>
                </a:lnTo>
                <a:lnTo>
                  <a:pt x="1225973" y="84786"/>
                </a:lnTo>
                <a:lnTo>
                  <a:pt x="1225668" y="84677"/>
                </a:lnTo>
                <a:lnTo>
                  <a:pt x="1225369" y="84557"/>
                </a:lnTo>
                <a:lnTo>
                  <a:pt x="1225075" y="84428"/>
                </a:lnTo>
                <a:lnTo>
                  <a:pt x="1224786" y="84290"/>
                </a:lnTo>
                <a:lnTo>
                  <a:pt x="1224502" y="84142"/>
                </a:lnTo>
                <a:lnTo>
                  <a:pt x="1224224" y="83984"/>
                </a:lnTo>
                <a:lnTo>
                  <a:pt x="1223952" y="83817"/>
                </a:lnTo>
                <a:lnTo>
                  <a:pt x="1223685" y="83640"/>
                </a:lnTo>
                <a:lnTo>
                  <a:pt x="1223423" y="83454"/>
                </a:lnTo>
                <a:lnTo>
                  <a:pt x="1223167" y="83258"/>
                </a:lnTo>
                <a:lnTo>
                  <a:pt x="1222916" y="83053"/>
                </a:lnTo>
                <a:lnTo>
                  <a:pt x="1222670" y="82838"/>
                </a:lnTo>
                <a:lnTo>
                  <a:pt x="1222430" y="82614"/>
                </a:lnTo>
                <a:lnTo>
                  <a:pt x="1222197" y="82382"/>
                </a:lnTo>
                <a:lnTo>
                  <a:pt x="1221975" y="82148"/>
                </a:lnTo>
                <a:lnTo>
                  <a:pt x="1221762" y="81909"/>
                </a:lnTo>
                <a:lnTo>
                  <a:pt x="1221559" y="81668"/>
                </a:lnTo>
                <a:lnTo>
                  <a:pt x="1221366" y="81422"/>
                </a:lnTo>
                <a:lnTo>
                  <a:pt x="1221183" y="81173"/>
                </a:lnTo>
                <a:lnTo>
                  <a:pt x="1221010" y="80921"/>
                </a:lnTo>
                <a:lnTo>
                  <a:pt x="1220847" y="80665"/>
                </a:lnTo>
                <a:lnTo>
                  <a:pt x="1220693" y="80405"/>
                </a:lnTo>
                <a:lnTo>
                  <a:pt x="1220550" y="80142"/>
                </a:lnTo>
                <a:lnTo>
                  <a:pt x="1220416" y="79875"/>
                </a:lnTo>
                <a:lnTo>
                  <a:pt x="1220293" y="79605"/>
                </a:lnTo>
                <a:lnTo>
                  <a:pt x="1220179" y="79331"/>
                </a:lnTo>
                <a:lnTo>
                  <a:pt x="1220075" y="79054"/>
                </a:lnTo>
                <a:lnTo>
                  <a:pt x="1219981" y="78773"/>
                </a:lnTo>
                <a:lnTo>
                  <a:pt x="1219897" y="78488"/>
                </a:lnTo>
                <a:lnTo>
                  <a:pt x="1219823" y="78200"/>
                </a:lnTo>
                <a:lnTo>
                  <a:pt x="1219758" y="77909"/>
                </a:lnTo>
                <a:lnTo>
                  <a:pt x="1219704" y="77613"/>
                </a:lnTo>
                <a:lnTo>
                  <a:pt x="1219659" y="77315"/>
                </a:lnTo>
                <a:lnTo>
                  <a:pt x="1219625" y="77012"/>
                </a:lnTo>
                <a:lnTo>
                  <a:pt x="1219600" y="76707"/>
                </a:lnTo>
                <a:lnTo>
                  <a:pt x="1219585" y="76397"/>
                </a:lnTo>
                <a:lnTo>
                  <a:pt x="1219580" y="76084"/>
                </a:lnTo>
                <a:lnTo>
                  <a:pt x="1219586" y="75767"/>
                </a:lnTo>
                <a:lnTo>
                  <a:pt x="1219605" y="75454"/>
                </a:lnTo>
                <a:lnTo>
                  <a:pt x="1219636" y="75145"/>
                </a:lnTo>
                <a:lnTo>
                  <a:pt x="1219679" y="74842"/>
                </a:lnTo>
                <a:lnTo>
                  <a:pt x="1219735" y="74543"/>
                </a:lnTo>
                <a:lnTo>
                  <a:pt x="1219803" y="74248"/>
                </a:lnTo>
                <a:lnTo>
                  <a:pt x="1219883" y="73959"/>
                </a:lnTo>
                <a:lnTo>
                  <a:pt x="1219976" y="73674"/>
                </a:lnTo>
                <a:lnTo>
                  <a:pt x="1220081" y="73394"/>
                </a:lnTo>
                <a:lnTo>
                  <a:pt x="1220199" y="73118"/>
                </a:lnTo>
                <a:lnTo>
                  <a:pt x="1220328" y="72847"/>
                </a:lnTo>
                <a:lnTo>
                  <a:pt x="1220471" y="72581"/>
                </a:lnTo>
                <a:lnTo>
                  <a:pt x="1220625" y="72319"/>
                </a:lnTo>
                <a:lnTo>
                  <a:pt x="1220792" y="72062"/>
                </a:lnTo>
                <a:lnTo>
                  <a:pt x="1220972" y="71810"/>
                </a:lnTo>
                <a:lnTo>
                  <a:pt x="1221163" y="71562"/>
                </a:lnTo>
                <a:lnTo>
                  <a:pt x="1221367" y="71319"/>
                </a:lnTo>
                <a:lnTo>
                  <a:pt x="1221584" y="71081"/>
                </a:lnTo>
                <a:lnTo>
                  <a:pt x="1221813" y="70847"/>
                </a:lnTo>
                <a:lnTo>
                  <a:pt x="1222054" y="70618"/>
                </a:lnTo>
                <a:lnTo>
                  <a:pt x="1222307" y="70394"/>
                </a:lnTo>
                <a:lnTo>
                  <a:pt x="1222573" y="70174"/>
                </a:lnTo>
                <a:lnTo>
                  <a:pt x="1222852" y="69959"/>
                </a:lnTo>
                <a:lnTo>
                  <a:pt x="1223142" y="69749"/>
                </a:lnTo>
                <a:lnTo>
                  <a:pt x="1223346" y="69621"/>
                </a:lnTo>
                <a:lnTo>
                  <a:pt x="1223567" y="69493"/>
                </a:lnTo>
                <a:lnTo>
                  <a:pt x="1223807" y="69364"/>
                </a:lnTo>
                <a:lnTo>
                  <a:pt x="1224065" y="69235"/>
                </a:lnTo>
                <a:lnTo>
                  <a:pt x="1224342" y="69106"/>
                </a:lnTo>
                <a:lnTo>
                  <a:pt x="1224636" y="68977"/>
                </a:lnTo>
                <a:lnTo>
                  <a:pt x="1224949" y="68848"/>
                </a:lnTo>
                <a:lnTo>
                  <a:pt x="1225280" y="68718"/>
                </a:lnTo>
                <a:lnTo>
                  <a:pt x="1225629" y="68588"/>
                </a:lnTo>
                <a:lnTo>
                  <a:pt x="1225996" y="68458"/>
                </a:lnTo>
                <a:lnTo>
                  <a:pt x="1226382" y="68328"/>
                </a:lnTo>
                <a:lnTo>
                  <a:pt x="1226786" y="68197"/>
                </a:lnTo>
                <a:lnTo>
                  <a:pt x="1227208" y="68066"/>
                </a:lnTo>
                <a:lnTo>
                  <a:pt x="1227648" y="67935"/>
                </a:lnTo>
                <a:lnTo>
                  <a:pt x="1228106" y="67804"/>
                </a:lnTo>
                <a:lnTo>
                  <a:pt x="1228583" y="67673"/>
                </a:lnTo>
                <a:lnTo>
                  <a:pt x="1229078" y="67541"/>
                </a:lnTo>
                <a:lnTo>
                  <a:pt x="1229591" y="67409"/>
                </a:lnTo>
                <a:lnTo>
                  <a:pt x="1230122" y="67277"/>
                </a:lnTo>
                <a:lnTo>
                  <a:pt x="1230672" y="67145"/>
                </a:lnTo>
                <a:lnTo>
                  <a:pt x="1231239" y="67013"/>
                </a:lnTo>
                <a:lnTo>
                  <a:pt x="1231825" y="66880"/>
                </a:lnTo>
                <a:lnTo>
                  <a:pt x="1232429" y="66747"/>
                </a:lnTo>
                <a:lnTo>
                  <a:pt x="1233052" y="66614"/>
                </a:lnTo>
                <a:lnTo>
                  <a:pt x="1233676" y="66481"/>
                </a:lnTo>
                <a:lnTo>
                  <a:pt x="1234286" y="66350"/>
                </a:lnTo>
                <a:lnTo>
                  <a:pt x="1234883" y="66221"/>
                </a:lnTo>
                <a:lnTo>
                  <a:pt x="1235464" y="66093"/>
                </a:lnTo>
                <a:lnTo>
                  <a:pt x="1236032" y="65966"/>
                </a:lnTo>
                <a:lnTo>
                  <a:pt x="1236586" y="65841"/>
                </a:lnTo>
                <a:lnTo>
                  <a:pt x="1237125" y="65718"/>
                </a:lnTo>
                <a:lnTo>
                  <a:pt x="1237650" y="65596"/>
                </a:lnTo>
                <a:lnTo>
                  <a:pt x="1238161" y="65476"/>
                </a:lnTo>
                <a:lnTo>
                  <a:pt x="1238658" y="65358"/>
                </a:lnTo>
                <a:lnTo>
                  <a:pt x="1239141" y="65241"/>
                </a:lnTo>
                <a:lnTo>
                  <a:pt x="1239610" y="65125"/>
                </a:lnTo>
                <a:lnTo>
                  <a:pt x="1240064" y="65011"/>
                </a:lnTo>
                <a:lnTo>
                  <a:pt x="1240504" y="64899"/>
                </a:lnTo>
                <a:lnTo>
                  <a:pt x="1240930" y="64788"/>
                </a:lnTo>
                <a:lnTo>
                  <a:pt x="1241342" y="64679"/>
                </a:lnTo>
                <a:lnTo>
                  <a:pt x="1241740" y="64571"/>
                </a:lnTo>
                <a:lnTo>
                  <a:pt x="1242123" y="64465"/>
                </a:lnTo>
                <a:lnTo>
                  <a:pt x="1242493" y="64361"/>
                </a:lnTo>
                <a:lnTo>
                  <a:pt x="1242848" y="64258"/>
                </a:lnTo>
                <a:lnTo>
                  <a:pt x="1243189" y="64156"/>
                </a:lnTo>
                <a:lnTo>
                  <a:pt x="1243516" y="64056"/>
                </a:lnTo>
                <a:lnTo>
                  <a:pt x="1243829" y="63958"/>
                </a:lnTo>
                <a:lnTo>
                  <a:pt x="1244127" y="63861"/>
                </a:lnTo>
                <a:lnTo>
                  <a:pt x="1244127" y="67446"/>
                </a:lnTo>
                <a:lnTo>
                  <a:pt x="1244126" y="67977"/>
                </a:lnTo>
                <a:lnTo>
                  <a:pt x="1244122" y="68494"/>
                </a:lnTo>
                <a:lnTo>
                  <a:pt x="1244116" y="68996"/>
                </a:lnTo>
                <a:lnTo>
                  <a:pt x="1244107" y="69484"/>
                </a:lnTo>
                <a:close/>
                <a:moveTo>
                  <a:pt x="1320078" y="66053"/>
                </a:moveTo>
                <a:lnTo>
                  <a:pt x="1320164" y="66972"/>
                </a:lnTo>
                <a:lnTo>
                  <a:pt x="1320264" y="67879"/>
                </a:lnTo>
                <a:lnTo>
                  <a:pt x="1320381" y="68773"/>
                </a:lnTo>
                <a:lnTo>
                  <a:pt x="1320513" y="69654"/>
                </a:lnTo>
                <a:lnTo>
                  <a:pt x="1320660" y="70524"/>
                </a:lnTo>
                <a:lnTo>
                  <a:pt x="1320823" y="71380"/>
                </a:lnTo>
                <a:lnTo>
                  <a:pt x="1321001" y="72224"/>
                </a:lnTo>
                <a:lnTo>
                  <a:pt x="1321195" y="73056"/>
                </a:lnTo>
                <a:lnTo>
                  <a:pt x="1321405" y="73875"/>
                </a:lnTo>
                <a:lnTo>
                  <a:pt x="1321630" y="74682"/>
                </a:lnTo>
                <a:lnTo>
                  <a:pt x="1321870" y="75476"/>
                </a:lnTo>
                <a:lnTo>
                  <a:pt x="1322126" y="76258"/>
                </a:lnTo>
                <a:lnTo>
                  <a:pt x="1322398" y="77027"/>
                </a:lnTo>
                <a:lnTo>
                  <a:pt x="1322685" y="77784"/>
                </a:lnTo>
                <a:lnTo>
                  <a:pt x="1322988" y="78528"/>
                </a:lnTo>
                <a:lnTo>
                  <a:pt x="1323306" y="79260"/>
                </a:lnTo>
                <a:lnTo>
                  <a:pt x="1323639" y="79980"/>
                </a:lnTo>
                <a:lnTo>
                  <a:pt x="1323989" y="80687"/>
                </a:lnTo>
                <a:lnTo>
                  <a:pt x="1324353" y="81381"/>
                </a:lnTo>
                <a:lnTo>
                  <a:pt x="1324733" y="82062"/>
                </a:lnTo>
                <a:lnTo>
                  <a:pt x="1325127" y="82730"/>
                </a:lnTo>
                <a:lnTo>
                  <a:pt x="1325535" y="83383"/>
                </a:lnTo>
                <a:lnTo>
                  <a:pt x="1325957" y="84023"/>
                </a:lnTo>
                <a:lnTo>
                  <a:pt x="1326394" y="84649"/>
                </a:lnTo>
                <a:lnTo>
                  <a:pt x="1326845" y="85261"/>
                </a:lnTo>
                <a:lnTo>
                  <a:pt x="1327310" y="85859"/>
                </a:lnTo>
                <a:lnTo>
                  <a:pt x="1327790" y="86444"/>
                </a:lnTo>
                <a:lnTo>
                  <a:pt x="1328283" y="87014"/>
                </a:lnTo>
                <a:lnTo>
                  <a:pt x="1328791" y="87571"/>
                </a:lnTo>
                <a:lnTo>
                  <a:pt x="1329314" y="88114"/>
                </a:lnTo>
                <a:lnTo>
                  <a:pt x="1329850" y="88643"/>
                </a:lnTo>
                <a:lnTo>
                  <a:pt x="1330401" y="89158"/>
                </a:lnTo>
                <a:lnTo>
                  <a:pt x="1330967" y="89660"/>
                </a:lnTo>
                <a:lnTo>
                  <a:pt x="1331546" y="90147"/>
                </a:lnTo>
                <a:lnTo>
                  <a:pt x="1332140" y="90621"/>
                </a:lnTo>
                <a:lnTo>
                  <a:pt x="1332748" y="91081"/>
                </a:lnTo>
                <a:lnTo>
                  <a:pt x="1333370" y="91527"/>
                </a:lnTo>
                <a:lnTo>
                  <a:pt x="1334007" y="91960"/>
                </a:lnTo>
                <a:lnTo>
                  <a:pt x="1334658" y="92378"/>
                </a:lnTo>
                <a:lnTo>
                  <a:pt x="1335323" y="92783"/>
                </a:lnTo>
                <a:lnTo>
                  <a:pt x="1336002" y="93173"/>
                </a:lnTo>
                <a:lnTo>
                  <a:pt x="1336696" y="93550"/>
                </a:lnTo>
                <a:lnTo>
                  <a:pt x="1337404" y="93914"/>
                </a:lnTo>
                <a:lnTo>
                  <a:pt x="1338121" y="94262"/>
                </a:lnTo>
                <a:lnTo>
                  <a:pt x="1338840" y="94596"/>
                </a:lnTo>
                <a:lnTo>
                  <a:pt x="1339563" y="94915"/>
                </a:lnTo>
                <a:lnTo>
                  <a:pt x="1340289" y="95220"/>
                </a:lnTo>
                <a:lnTo>
                  <a:pt x="1341018" y="95509"/>
                </a:lnTo>
                <a:lnTo>
                  <a:pt x="1341749" y="95784"/>
                </a:lnTo>
                <a:lnTo>
                  <a:pt x="1342484" y="96044"/>
                </a:lnTo>
                <a:lnTo>
                  <a:pt x="1343222" y="96288"/>
                </a:lnTo>
                <a:lnTo>
                  <a:pt x="1343963" y="96518"/>
                </a:lnTo>
                <a:lnTo>
                  <a:pt x="1344707" y="96734"/>
                </a:lnTo>
                <a:lnTo>
                  <a:pt x="1345454" y="96934"/>
                </a:lnTo>
                <a:lnTo>
                  <a:pt x="1346204" y="97120"/>
                </a:lnTo>
                <a:lnTo>
                  <a:pt x="1346957" y="97290"/>
                </a:lnTo>
                <a:lnTo>
                  <a:pt x="1347714" y="97446"/>
                </a:lnTo>
                <a:lnTo>
                  <a:pt x="1348473" y="97587"/>
                </a:lnTo>
                <a:lnTo>
                  <a:pt x="1349235" y="97713"/>
                </a:lnTo>
                <a:lnTo>
                  <a:pt x="1350000" y="97825"/>
                </a:lnTo>
                <a:lnTo>
                  <a:pt x="1350768" y="97921"/>
                </a:lnTo>
                <a:lnTo>
                  <a:pt x="1351540" y="98003"/>
                </a:lnTo>
                <a:lnTo>
                  <a:pt x="1352314" y="98070"/>
                </a:lnTo>
                <a:lnTo>
                  <a:pt x="1353091" y="98121"/>
                </a:lnTo>
                <a:lnTo>
                  <a:pt x="1353872" y="98159"/>
                </a:lnTo>
                <a:lnTo>
                  <a:pt x="1354655" y="98181"/>
                </a:lnTo>
                <a:lnTo>
                  <a:pt x="1355442" y="98188"/>
                </a:lnTo>
                <a:lnTo>
                  <a:pt x="1356707" y="98170"/>
                </a:lnTo>
                <a:lnTo>
                  <a:pt x="1357953" y="98117"/>
                </a:lnTo>
                <a:lnTo>
                  <a:pt x="1359182" y="98028"/>
                </a:lnTo>
                <a:lnTo>
                  <a:pt x="1360392" y="97903"/>
                </a:lnTo>
                <a:lnTo>
                  <a:pt x="1361584" y="97743"/>
                </a:lnTo>
                <a:lnTo>
                  <a:pt x="1362759" y="97547"/>
                </a:lnTo>
                <a:lnTo>
                  <a:pt x="1363915" y="97315"/>
                </a:lnTo>
                <a:lnTo>
                  <a:pt x="1365053" y="97048"/>
                </a:lnTo>
                <a:lnTo>
                  <a:pt x="1366173" y="96745"/>
                </a:lnTo>
                <a:lnTo>
                  <a:pt x="1367274" y="96406"/>
                </a:lnTo>
                <a:lnTo>
                  <a:pt x="1368358" y="96032"/>
                </a:lnTo>
                <a:lnTo>
                  <a:pt x="1369424" y="95622"/>
                </a:lnTo>
                <a:lnTo>
                  <a:pt x="1370471" y="95176"/>
                </a:lnTo>
                <a:lnTo>
                  <a:pt x="1371500" y="94695"/>
                </a:lnTo>
                <a:lnTo>
                  <a:pt x="1372512" y="94178"/>
                </a:lnTo>
                <a:lnTo>
                  <a:pt x="1373505" y="93626"/>
                </a:lnTo>
                <a:lnTo>
                  <a:pt x="1374480" y="93038"/>
                </a:lnTo>
                <a:lnTo>
                  <a:pt x="1375437" y="92414"/>
                </a:lnTo>
                <a:lnTo>
                  <a:pt x="1376376" y="91754"/>
                </a:lnTo>
                <a:lnTo>
                  <a:pt x="1377297" y="91059"/>
                </a:lnTo>
                <a:lnTo>
                  <a:pt x="1378199" y="90329"/>
                </a:lnTo>
                <a:lnTo>
                  <a:pt x="1379084" y="89562"/>
                </a:lnTo>
                <a:lnTo>
                  <a:pt x="1379950" y="88760"/>
                </a:lnTo>
                <a:lnTo>
                  <a:pt x="1380799" y="87923"/>
                </a:lnTo>
                <a:lnTo>
                  <a:pt x="1381620" y="87058"/>
                </a:lnTo>
                <a:lnTo>
                  <a:pt x="1382407" y="86174"/>
                </a:lnTo>
                <a:lnTo>
                  <a:pt x="1383159" y="85273"/>
                </a:lnTo>
                <a:lnTo>
                  <a:pt x="1383876" y="84352"/>
                </a:lnTo>
                <a:lnTo>
                  <a:pt x="1384558" y="83413"/>
                </a:lnTo>
                <a:lnTo>
                  <a:pt x="1385205" y="82456"/>
                </a:lnTo>
                <a:lnTo>
                  <a:pt x="1385817" y="81480"/>
                </a:lnTo>
                <a:lnTo>
                  <a:pt x="1386394" y="80485"/>
                </a:lnTo>
                <a:lnTo>
                  <a:pt x="1386936" y="79472"/>
                </a:lnTo>
                <a:lnTo>
                  <a:pt x="1387443" y="78440"/>
                </a:lnTo>
                <a:lnTo>
                  <a:pt x="1387915" y="77390"/>
                </a:lnTo>
                <a:lnTo>
                  <a:pt x="1388352" y="76321"/>
                </a:lnTo>
                <a:lnTo>
                  <a:pt x="1388754" y="75234"/>
                </a:lnTo>
                <a:lnTo>
                  <a:pt x="1389121" y="74128"/>
                </a:lnTo>
                <a:lnTo>
                  <a:pt x="1389454" y="73003"/>
                </a:lnTo>
                <a:lnTo>
                  <a:pt x="1389751" y="71860"/>
                </a:lnTo>
                <a:lnTo>
                  <a:pt x="1390013" y="70698"/>
                </a:lnTo>
                <a:lnTo>
                  <a:pt x="1390240" y="69518"/>
                </a:lnTo>
                <a:lnTo>
                  <a:pt x="1390433" y="68320"/>
                </a:lnTo>
                <a:lnTo>
                  <a:pt x="1390590" y="67102"/>
                </a:lnTo>
                <a:lnTo>
                  <a:pt x="1390713" y="65867"/>
                </a:lnTo>
                <a:lnTo>
                  <a:pt x="1390800" y="64612"/>
                </a:lnTo>
                <a:lnTo>
                  <a:pt x="1390852" y="63339"/>
                </a:lnTo>
                <a:lnTo>
                  <a:pt x="1390870" y="62048"/>
                </a:lnTo>
                <a:lnTo>
                  <a:pt x="1390853" y="60767"/>
                </a:lnTo>
                <a:lnTo>
                  <a:pt x="1390801" y="59505"/>
                </a:lnTo>
                <a:lnTo>
                  <a:pt x="1390714" y="58261"/>
                </a:lnTo>
                <a:lnTo>
                  <a:pt x="1390593" y="57036"/>
                </a:lnTo>
                <a:lnTo>
                  <a:pt x="1390437" y="55830"/>
                </a:lnTo>
                <a:lnTo>
                  <a:pt x="1390247" y="54642"/>
                </a:lnTo>
                <a:lnTo>
                  <a:pt x="1390021" y="53473"/>
                </a:lnTo>
                <a:lnTo>
                  <a:pt x="1389762" y="52322"/>
                </a:lnTo>
                <a:lnTo>
                  <a:pt x="1389467" y="51189"/>
                </a:lnTo>
                <a:lnTo>
                  <a:pt x="1389138" y="50076"/>
                </a:lnTo>
                <a:lnTo>
                  <a:pt x="1388775" y="48981"/>
                </a:lnTo>
                <a:lnTo>
                  <a:pt x="1388376" y="47904"/>
                </a:lnTo>
                <a:lnTo>
                  <a:pt x="1387943" y="46846"/>
                </a:lnTo>
                <a:lnTo>
                  <a:pt x="1387476" y="45806"/>
                </a:lnTo>
                <a:lnTo>
                  <a:pt x="1386974" y="44786"/>
                </a:lnTo>
                <a:lnTo>
                  <a:pt x="1386437" y="43783"/>
                </a:lnTo>
                <a:lnTo>
                  <a:pt x="1385865" y="42799"/>
                </a:lnTo>
                <a:lnTo>
                  <a:pt x="1385259" y="41834"/>
                </a:lnTo>
                <a:lnTo>
                  <a:pt x="1384619" y="40887"/>
                </a:lnTo>
                <a:lnTo>
                  <a:pt x="1383943" y="39959"/>
                </a:lnTo>
                <a:lnTo>
                  <a:pt x="1383233" y="39050"/>
                </a:lnTo>
                <a:lnTo>
                  <a:pt x="1382489" y="38158"/>
                </a:lnTo>
                <a:lnTo>
                  <a:pt x="1381710" y="37286"/>
                </a:lnTo>
                <a:lnTo>
                  <a:pt x="1380896" y="36432"/>
                </a:lnTo>
                <a:lnTo>
                  <a:pt x="1380055" y="35605"/>
                </a:lnTo>
                <a:lnTo>
                  <a:pt x="1379194" y="34813"/>
                </a:lnTo>
                <a:lnTo>
                  <a:pt x="1378314" y="34056"/>
                </a:lnTo>
                <a:lnTo>
                  <a:pt x="1377414" y="33335"/>
                </a:lnTo>
                <a:lnTo>
                  <a:pt x="1376495" y="32649"/>
                </a:lnTo>
                <a:lnTo>
                  <a:pt x="1375556" y="31997"/>
                </a:lnTo>
                <a:lnTo>
                  <a:pt x="1374598" y="31381"/>
                </a:lnTo>
                <a:lnTo>
                  <a:pt x="1373620" y="30801"/>
                </a:lnTo>
                <a:lnTo>
                  <a:pt x="1372623" y="30255"/>
                </a:lnTo>
                <a:lnTo>
                  <a:pt x="1371606" y="29745"/>
                </a:lnTo>
                <a:lnTo>
                  <a:pt x="1370569" y="29270"/>
                </a:lnTo>
                <a:lnTo>
                  <a:pt x="1369513" y="28830"/>
                </a:lnTo>
                <a:lnTo>
                  <a:pt x="1368437" y="28425"/>
                </a:lnTo>
                <a:lnTo>
                  <a:pt x="1367342" y="28056"/>
                </a:lnTo>
                <a:lnTo>
                  <a:pt x="1366227" y="27721"/>
                </a:lnTo>
                <a:lnTo>
                  <a:pt x="1365092" y="27422"/>
                </a:lnTo>
                <a:lnTo>
                  <a:pt x="1363938" y="27158"/>
                </a:lnTo>
                <a:lnTo>
                  <a:pt x="1362765" y="26929"/>
                </a:lnTo>
                <a:lnTo>
                  <a:pt x="1361572" y="26736"/>
                </a:lnTo>
                <a:lnTo>
                  <a:pt x="1360359" y="26577"/>
                </a:lnTo>
                <a:lnTo>
                  <a:pt x="1359127" y="26454"/>
                </a:lnTo>
                <a:lnTo>
                  <a:pt x="1357875" y="26366"/>
                </a:lnTo>
                <a:lnTo>
                  <a:pt x="1356603" y="26313"/>
                </a:lnTo>
                <a:lnTo>
                  <a:pt x="1355312" y="26296"/>
                </a:lnTo>
                <a:lnTo>
                  <a:pt x="1354474" y="26304"/>
                </a:lnTo>
                <a:lnTo>
                  <a:pt x="1353642" y="26327"/>
                </a:lnTo>
                <a:lnTo>
                  <a:pt x="1352816" y="26366"/>
                </a:lnTo>
                <a:lnTo>
                  <a:pt x="1351997" y="26420"/>
                </a:lnTo>
                <a:lnTo>
                  <a:pt x="1351185" y="26490"/>
                </a:lnTo>
                <a:lnTo>
                  <a:pt x="1350380" y="26575"/>
                </a:lnTo>
                <a:lnTo>
                  <a:pt x="1349581" y="26676"/>
                </a:lnTo>
                <a:lnTo>
                  <a:pt x="1348789" y="26792"/>
                </a:lnTo>
                <a:lnTo>
                  <a:pt x="1348003" y="26924"/>
                </a:lnTo>
                <a:lnTo>
                  <a:pt x="1347224" y="27072"/>
                </a:lnTo>
                <a:lnTo>
                  <a:pt x="1346452" y="27235"/>
                </a:lnTo>
                <a:lnTo>
                  <a:pt x="1345686" y="27413"/>
                </a:lnTo>
                <a:lnTo>
                  <a:pt x="1344927" y="27607"/>
                </a:lnTo>
                <a:lnTo>
                  <a:pt x="1344175" y="27817"/>
                </a:lnTo>
                <a:lnTo>
                  <a:pt x="1343429" y="28042"/>
                </a:lnTo>
                <a:lnTo>
                  <a:pt x="1342690" y="28282"/>
                </a:lnTo>
                <a:lnTo>
                  <a:pt x="1341957" y="28538"/>
                </a:lnTo>
                <a:lnTo>
                  <a:pt x="1341231" y="28810"/>
                </a:lnTo>
                <a:lnTo>
                  <a:pt x="1340512" y="29097"/>
                </a:lnTo>
                <a:lnTo>
                  <a:pt x="1339799" y="29399"/>
                </a:lnTo>
                <a:lnTo>
                  <a:pt x="1339093" y="29717"/>
                </a:lnTo>
                <a:lnTo>
                  <a:pt x="1338394" y="30051"/>
                </a:lnTo>
                <a:lnTo>
                  <a:pt x="1337701" y="30400"/>
                </a:lnTo>
                <a:lnTo>
                  <a:pt x="1337015" y="30765"/>
                </a:lnTo>
                <a:lnTo>
                  <a:pt x="1336339" y="31144"/>
                </a:lnTo>
                <a:lnTo>
                  <a:pt x="1335676" y="31538"/>
                </a:lnTo>
                <a:lnTo>
                  <a:pt x="1335025" y="31945"/>
                </a:lnTo>
                <a:lnTo>
                  <a:pt x="1334388" y="32366"/>
                </a:lnTo>
                <a:lnTo>
                  <a:pt x="1333763" y="32801"/>
                </a:lnTo>
                <a:lnTo>
                  <a:pt x="1333152" y="33250"/>
                </a:lnTo>
                <a:lnTo>
                  <a:pt x="1332553" y="33713"/>
                </a:lnTo>
                <a:lnTo>
                  <a:pt x="1331967" y="34190"/>
                </a:lnTo>
                <a:lnTo>
                  <a:pt x="1331394" y="34681"/>
                </a:lnTo>
                <a:lnTo>
                  <a:pt x="1330834" y="35186"/>
                </a:lnTo>
                <a:lnTo>
                  <a:pt x="1330287" y="35705"/>
                </a:lnTo>
                <a:lnTo>
                  <a:pt x="1329753" y="36238"/>
                </a:lnTo>
                <a:lnTo>
                  <a:pt x="1329232" y="36784"/>
                </a:lnTo>
                <a:lnTo>
                  <a:pt x="1328724" y="37345"/>
                </a:lnTo>
                <a:lnTo>
                  <a:pt x="1328229" y="37920"/>
                </a:lnTo>
                <a:lnTo>
                  <a:pt x="1327746" y="38508"/>
                </a:lnTo>
                <a:lnTo>
                  <a:pt x="1327277" y="39111"/>
                </a:lnTo>
                <a:lnTo>
                  <a:pt x="1326820" y="39727"/>
                </a:lnTo>
                <a:lnTo>
                  <a:pt x="1326377" y="40357"/>
                </a:lnTo>
                <a:lnTo>
                  <a:pt x="1325946" y="41002"/>
                </a:lnTo>
                <a:lnTo>
                  <a:pt x="1325529" y="41660"/>
                </a:lnTo>
                <a:lnTo>
                  <a:pt x="1325124" y="42332"/>
                </a:lnTo>
                <a:lnTo>
                  <a:pt x="1324732" y="43018"/>
                </a:lnTo>
                <a:lnTo>
                  <a:pt x="1324353" y="43718"/>
                </a:lnTo>
                <a:lnTo>
                  <a:pt x="1323989" y="44426"/>
                </a:lnTo>
                <a:lnTo>
                  <a:pt x="1323639" y="45137"/>
                </a:lnTo>
                <a:lnTo>
                  <a:pt x="1323306" y="45849"/>
                </a:lnTo>
                <a:lnTo>
                  <a:pt x="1322988" y="46563"/>
                </a:lnTo>
                <a:lnTo>
                  <a:pt x="1322685" y="47279"/>
                </a:lnTo>
                <a:lnTo>
                  <a:pt x="1322398" y="47997"/>
                </a:lnTo>
                <a:lnTo>
                  <a:pt x="1322126" y="48717"/>
                </a:lnTo>
                <a:lnTo>
                  <a:pt x="1321870" y="49440"/>
                </a:lnTo>
                <a:lnTo>
                  <a:pt x="1321630" y="50164"/>
                </a:lnTo>
                <a:lnTo>
                  <a:pt x="1321405" y="50890"/>
                </a:lnTo>
                <a:lnTo>
                  <a:pt x="1321195" y="51618"/>
                </a:lnTo>
                <a:lnTo>
                  <a:pt x="1321001" y="52349"/>
                </a:lnTo>
                <a:lnTo>
                  <a:pt x="1320823" y="53081"/>
                </a:lnTo>
                <a:lnTo>
                  <a:pt x="1320660" y="53815"/>
                </a:lnTo>
                <a:lnTo>
                  <a:pt x="1320513" y="54552"/>
                </a:lnTo>
                <a:lnTo>
                  <a:pt x="1320381" y="55290"/>
                </a:lnTo>
                <a:lnTo>
                  <a:pt x="1320264" y="56031"/>
                </a:lnTo>
                <a:lnTo>
                  <a:pt x="1320164" y="56773"/>
                </a:lnTo>
                <a:lnTo>
                  <a:pt x="1320078" y="57518"/>
                </a:lnTo>
                <a:lnTo>
                  <a:pt x="1320008" y="58264"/>
                </a:lnTo>
                <a:lnTo>
                  <a:pt x="1319954" y="59013"/>
                </a:lnTo>
                <a:lnTo>
                  <a:pt x="1319915" y="59763"/>
                </a:lnTo>
                <a:lnTo>
                  <a:pt x="1319892" y="60516"/>
                </a:lnTo>
                <a:lnTo>
                  <a:pt x="1319884" y="61271"/>
                </a:lnTo>
                <a:lnTo>
                  <a:pt x="1319892" y="62252"/>
                </a:lnTo>
                <a:lnTo>
                  <a:pt x="1319915" y="63221"/>
                </a:lnTo>
                <a:lnTo>
                  <a:pt x="1319954" y="64177"/>
                </a:lnTo>
                <a:lnTo>
                  <a:pt x="1320008" y="65122"/>
                </a:lnTo>
                <a:lnTo>
                  <a:pt x="1320078" y="66053"/>
                </a:lnTo>
                <a:close/>
                <a:moveTo>
                  <a:pt x="1338748" y="58199"/>
                </a:moveTo>
                <a:lnTo>
                  <a:pt x="1338841" y="57440"/>
                </a:lnTo>
                <a:lnTo>
                  <a:pt x="1338951" y="56698"/>
                </a:lnTo>
                <a:lnTo>
                  <a:pt x="1339077" y="55972"/>
                </a:lnTo>
                <a:lnTo>
                  <a:pt x="1339220" y="55263"/>
                </a:lnTo>
                <a:lnTo>
                  <a:pt x="1339381" y="54571"/>
                </a:lnTo>
                <a:lnTo>
                  <a:pt x="1339558" y="53895"/>
                </a:lnTo>
                <a:lnTo>
                  <a:pt x="1339752" y="53235"/>
                </a:lnTo>
                <a:lnTo>
                  <a:pt x="1339963" y="52592"/>
                </a:lnTo>
                <a:lnTo>
                  <a:pt x="1340190" y="51966"/>
                </a:lnTo>
                <a:lnTo>
                  <a:pt x="1340435" y="51357"/>
                </a:lnTo>
                <a:lnTo>
                  <a:pt x="1340696" y="50764"/>
                </a:lnTo>
                <a:lnTo>
                  <a:pt x="1340975" y="50187"/>
                </a:lnTo>
                <a:lnTo>
                  <a:pt x="1341270" y="49627"/>
                </a:lnTo>
                <a:lnTo>
                  <a:pt x="1341582" y="49084"/>
                </a:lnTo>
                <a:lnTo>
                  <a:pt x="1341911" y="48558"/>
                </a:lnTo>
                <a:lnTo>
                  <a:pt x="1342256" y="48047"/>
                </a:lnTo>
                <a:lnTo>
                  <a:pt x="1342619" y="47554"/>
                </a:lnTo>
                <a:lnTo>
                  <a:pt x="1342999" y="47077"/>
                </a:lnTo>
                <a:lnTo>
                  <a:pt x="1343395" y="46617"/>
                </a:lnTo>
                <a:lnTo>
                  <a:pt x="1343804" y="46174"/>
                </a:lnTo>
                <a:lnTo>
                  <a:pt x="1344220" y="45750"/>
                </a:lnTo>
                <a:lnTo>
                  <a:pt x="1344645" y="45345"/>
                </a:lnTo>
                <a:lnTo>
                  <a:pt x="1345077" y="44959"/>
                </a:lnTo>
                <a:lnTo>
                  <a:pt x="1345517" y="44592"/>
                </a:lnTo>
                <a:lnTo>
                  <a:pt x="1345965" y="44244"/>
                </a:lnTo>
                <a:lnTo>
                  <a:pt x="1346421" y="43914"/>
                </a:lnTo>
                <a:lnTo>
                  <a:pt x="1346885" y="43603"/>
                </a:lnTo>
                <a:lnTo>
                  <a:pt x="1347357" y="43311"/>
                </a:lnTo>
                <a:lnTo>
                  <a:pt x="1347837" y="43038"/>
                </a:lnTo>
                <a:lnTo>
                  <a:pt x="1348324" y="42784"/>
                </a:lnTo>
                <a:lnTo>
                  <a:pt x="1348819" y="42549"/>
                </a:lnTo>
                <a:lnTo>
                  <a:pt x="1349323" y="42332"/>
                </a:lnTo>
                <a:lnTo>
                  <a:pt x="1349834" y="42134"/>
                </a:lnTo>
                <a:lnTo>
                  <a:pt x="1350352" y="41955"/>
                </a:lnTo>
                <a:lnTo>
                  <a:pt x="1350879" y="41795"/>
                </a:lnTo>
                <a:lnTo>
                  <a:pt x="1351414" y="41654"/>
                </a:lnTo>
                <a:lnTo>
                  <a:pt x="1351957" y="41531"/>
                </a:lnTo>
                <a:lnTo>
                  <a:pt x="1352507" y="41428"/>
                </a:lnTo>
                <a:lnTo>
                  <a:pt x="1353065" y="41343"/>
                </a:lnTo>
                <a:lnTo>
                  <a:pt x="1353631" y="41277"/>
                </a:lnTo>
                <a:lnTo>
                  <a:pt x="1354205" y="41230"/>
                </a:lnTo>
                <a:lnTo>
                  <a:pt x="1354787" y="41202"/>
                </a:lnTo>
                <a:lnTo>
                  <a:pt x="1355377" y="41192"/>
                </a:lnTo>
                <a:lnTo>
                  <a:pt x="1355967" y="41202"/>
                </a:lnTo>
                <a:lnTo>
                  <a:pt x="1356549" y="41230"/>
                </a:lnTo>
                <a:lnTo>
                  <a:pt x="1357122" y="41277"/>
                </a:lnTo>
                <a:lnTo>
                  <a:pt x="1357688" y="41343"/>
                </a:lnTo>
                <a:lnTo>
                  <a:pt x="1358246" y="41428"/>
                </a:lnTo>
                <a:lnTo>
                  <a:pt x="1358796" y="41531"/>
                </a:lnTo>
                <a:lnTo>
                  <a:pt x="1359337" y="41654"/>
                </a:lnTo>
                <a:lnTo>
                  <a:pt x="1359871" y="41795"/>
                </a:lnTo>
                <a:lnTo>
                  <a:pt x="1360397" y="41955"/>
                </a:lnTo>
                <a:lnTo>
                  <a:pt x="1360915" y="42134"/>
                </a:lnTo>
                <a:lnTo>
                  <a:pt x="1361425" y="42332"/>
                </a:lnTo>
                <a:lnTo>
                  <a:pt x="1361927" y="42549"/>
                </a:lnTo>
                <a:lnTo>
                  <a:pt x="1362421" y="42784"/>
                </a:lnTo>
                <a:lnTo>
                  <a:pt x="1362907" y="43038"/>
                </a:lnTo>
                <a:lnTo>
                  <a:pt x="1363385" y="43311"/>
                </a:lnTo>
                <a:lnTo>
                  <a:pt x="1363854" y="43603"/>
                </a:lnTo>
                <a:lnTo>
                  <a:pt x="1364316" y="43914"/>
                </a:lnTo>
                <a:lnTo>
                  <a:pt x="1364770" y="44244"/>
                </a:lnTo>
                <a:lnTo>
                  <a:pt x="1365216" y="44592"/>
                </a:lnTo>
                <a:lnTo>
                  <a:pt x="1365655" y="44959"/>
                </a:lnTo>
                <a:lnTo>
                  <a:pt x="1366085" y="45345"/>
                </a:lnTo>
                <a:lnTo>
                  <a:pt x="1366507" y="45750"/>
                </a:lnTo>
                <a:lnTo>
                  <a:pt x="1366921" y="46174"/>
                </a:lnTo>
                <a:lnTo>
                  <a:pt x="1367327" y="46617"/>
                </a:lnTo>
                <a:lnTo>
                  <a:pt x="1367721" y="47077"/>
                </a:lnTo>
                <a:lnTo>
                  <a:pt x="1368097" y="47553"/>
                </a:lnTo>
                <a:lnTo>
                  <a:pt x="1368458" y="48045"/>
                </a:lnTo>
                <a:lnTo>
                  <a:pt x="1368801" y="48554"/>
                </a:lnTo>
                <a:lnTo>
                  <a:pt x="1369128" y="49079"/>
                </a:lnTo>
                <a:lnTo>
                  <a:pt x="1369438" y="49619"/>
                </a:lnTo>
                <a:lnTo>
                  <a:pt x="1369731" y="50176"/>
                </a:lnTo>
                <a:lnTo>
                  <a:pt x="1370007" y="50749"/>
                </a:lnTo>
                <a:lnTo>
                  <a:pt x="1370267" y="51339"/>
                </a:lnTo>
                <a:lnTo>
                  <a:pt x="1370510" y="51944"/>
                </a:lnTo>
                <a:lnTo>
                  <a:pt x="1370736" y="52565"/>
                </a:lnTo>
                <a:lnTo>
                  <a:pt x="1370946" y="53203"/>
                </a:lnTo>
                <a:lnTo>
                  <a:pt x="1371138" y="53857"/>
                </a:lnTo>
                <a:lnTo>
                  <a:pt x="1371314" y="54526"/>
                </a:lnTo>
                <a:lnTo>
                  <a:pt x="1371473" y="55212"/>
                </a:lnTo>
                <a:lnTo>
                  <a:pt x="1371616" y="55915"/>
                </a:lnTo>
                <a:lnTo>
                  <a:pt x="1371742" y="56633"/>
                </a:lnTo>
                <a:lnTo>
                  <a:pt x="1371850" y="57367"/>
                </a:lnTo>
                <a:lnTo>
                  <a:pt x="1371943" y="58118"/>
                </a:lnTo>
                <a:lnTo>
                  <a:pt x="1372018" y="58884"/>
                </a:lnTo>
                <a:lnTo>
                  <a:pt x="1372077" y="59667"/>
                </a:lnTo>
                <a:lnTo>
                  <a:pt x="1372118" y="60466"/>
                </a:lnTo>
                <a:lnTo>
                  <a:pt x="1372144" y="61281"/>
                </a:lnTo>
                <a:lnTo>
                  <a:pt x="1372152" y="62113"/>
                </a:lnTo>
                <a:lnTo>
                  <a:pt x="1372144" y="62965"/>
                </a:lnTo>
                <a:lnTo>
                  <a:pt x="1372118" y="63800"/>
                </a:lnTo>
                <a:lnTo>
                  <a:pt x="1372077" y="64618"/>
                </a:lnTo>
                <a:lnTo>
                  <a:pt x="1372018" y="65420"/>
                </a:lnTo>
                <a:lnTo>
                  <a:pt x="1371943" y="66204"/>
                </a:lnTo>
                <a:lnTo>
                  <a:pt x="1371850" y="66971"/>
                </a:lnTo>
                <a:lnTo>
                  <a:pt x="1371742" y="67721"/>
                </a:lnTo>
                <a:lnTo>
                  <a:pt x="1371616" y="68454"/>
                </a:lnTo>
                <a:lnTo>
                  <a:pt x="1371473" y="69170"/>
                </a:lnTo>
                <a:lnTo>
                  <a:pt x="1371314" y="69869"/>
                </a:lnTo>
                <a:lnTo>
                  <a:pt x="1371138" y="70551"/>
                </a:lnTo>
                <a:lnTo>
                  <a:pt x="1370946" y="71216"/>
                </a:lnTo>
                <a:lnTo>
                  <a:pt x="1370736" y="71864"/>
                </a:lnTo>
                <a:lnTo>
                  <a:pt x="1370510" y="72495"/>
                </a:lnTo>
                <a:lnTo>
                  <a:pt x="1370267" y="73109"/>
                </a:lnTo>
                <a:lnTo>
                  <a:pt x="1370007" y="73706"/>
                </a:lnTo>
                <a:lnTo>
                  <a:pt x="1369731" y="74286"/>
                </a:lnTo>
                <a:lnTo>
                  <a:pt x="1369438" y="74849"/>
                </a:lnTo>
                <a:lnTo>
                  <a:pt x="1369128" y="75394"/>
                </a:lnTo>
                <a:lnTo>
                  <a:pt x="1368801" y="75923"/>
                </a:lnTo>
                <a:lnTo>
                  <a:pt x="1368458" y="76435"/>
                </a:lnTo>
                <a:lnTo>
                  <a:pt x="1368097" y="76929"/>
                </a:lnTo>
                <a:lnTo>
                  <a:pt x="1367721" y="77407"/>
                </a:lnTo>
                <a:lnTo>
                  <a:pt x="1367327" y="77867"/>
                </a:lnTo>
                <a:lnTo>
                  <a:pt x="1366921" y="78310"/>
                </a:lnTo>
                <a:lnTo>
                  <a:pt x="1366507" y="78734"/>
                </a:lnTo>
                <a:lnTo>
                  <a:pt x="1366085" y="79139"/>
                </a:lnTo>
                <a:lnTo>
                  <a:pt x="1365655" y="79525"/>
                </a:lnTo>
                <a:lnTo>
                  <a:pt x="1365216" y="79892"/>
                </a:lnTo>
                <a:lnTo>
                  <a:pt x="1364770" y="80240"/>
                </a:lnTo>
                <a:lnTo>
                  <a:pt x="1364316" y="80570"/>
                </a:lnTo>
                <a:lnTo>
                  <a:pt x="1363854" y="80881"/>
                </a:lnTo>
                <a:lnTo>
                  <a:pt x="1363385" y="81173"/>
                </a:lnTo>
                <a:lnTo>
                  <a:pt x="1362907" y="81446"/>
                </a:lnTo>
                <a:lnTo>
                  <a:pt x="1362421" y="81700"/>
                </a:lnTo>
                <a:lnTo>
                  <a:pt x="1361927" y="81936"/>
                </a:lnTo>
                <a:lnTo>
                  <a:pt x="1361425" y="82152"/>
                </a:lnTo>
                <a:lnTo>
                  <a:pt x="1360915" y="82350"/>
                </a:lnTo>
                <a:lnTo>
                  <a:pt x="1360397" y="82529"/>
                </a:lnTo>
                <a:lnTo>
                  <a:pt x="1359871" y="82689"/>
                </a:lnTo>
                <a:lnTo>
                  <a:pt x="1359337" y="82830"/>
                </a:lnTo>
                <a:lnTo>
                  <a:pt x="1358796" y="82953"/>
                </a:lnTo>
                <a:lnTo>
                  <a:pt x="1358246" y="83056"/>
                </a:lnTo>
                <a:lnTo>
                  <a:pt x="1357688" y="83141"/>
                </a:lnTo>
                <a:lnTo>
                  <a:pt x="1357122" y="83207"/>
                </a:lnTo>
                <a:lnTo>
                  <a:pt x="1356549" y="83254"/>
                </a:lnTo>
                <a:lnTo>
                  <a:pt x="1355967" y="83282"/>
                </a:lnTo>
                <a:lnTo>
                  <a:pt x="1355377" y="83292"/>
                </a:lnTo>
                <a:lnTo>
                  <a:pt x="1354787" y="83282"/>
                </a:lnTo>
                <a:lnTo>
                  <a:pt x="1354205" y="83254"/>
                </a:lnTo>
                <a:lnTo>
                  <a:pt x="1353631" y="83207"/>
                </a:lnTo>
                <a:lnTo>
                  <a:pt x="1353065" y="83141"/>
                </a:lnTo>
                <a:lnTo>
                  <a:pt x="1352507" y="83056"/>
                </a:lnTo>
                <a:lnTo>
                  <a:pt x="1351957" y="82953"/>
                </a:lnTo>
                <a:lnTo>
                  <a:pt x="1351414" y="82830"/>
                </a:lnTo>
                <a:lnTo>
                  <a:pt x="1350879" y="82689"/>
                </a:lnTo>
                <a:lnTo>
                  <a:pt x="1350352" y="82529"/>
                </a:lnTo>
                <a:lnTo>
                  <a:pt x="1349834" y="82350"/>
                </a:lnTo>
                <a:lnTo>
                  <a:pt x="1349323" y="82152"/>
                </a:lnTo>
                <a:lnTo>
                  <a:pt x="1348819" y="81936"/>
                </a:lnTo>
                <a:lnTo>
                  <a:pt x="1348324" y="81700"/>
                </a:lnTo>
                <a:lnTo>
                  <a:pt x="1347837" y="81446"/>
                </a:lnTo>
                <a:lnTo>
                  <a:pt x="1347357" y="81173"/>
                </a:lnTo>
                <a:lnTo>
                  <a:pt x="1346885" y="80881"/>
                </a:lnTo>
                <a:lnTo>
                  <a:pt x="1346421" y="80570"/>
                </a:lnTo>
                <a:lnTo>
                  <a:pt x="1345965" y="80240"/>
                </a:lnTo>
                <a:lnTo>
                  <a:pt x="1345517" y="79892"/>
                </a:lnTo>
                <a:lnTo>
                  <a:pt x="1345077" y="79525"/>
                </a:lnTo>
                <a:lnTo>
                  <a:pt x="1344645" y="79139"/>
                </a:lnTo>
                <a:lnTo>
                  <a:pt x="1344220" y="78734"/>
                </a:lnTo>
                <a:lnTo>
                  <a:pt x="1343804" y="78310"/>
                </a:lnTo>
                <a:lnTo>
                  <a:pt x="1343395" y="77867"/>
                </a:lnTo>
                <a:lnTo>
                  <a:pt x="1342999" y="77407"/>
                </a:lnTo>
                <a:lnTo>
                  <a:pt x="1342619" y="76930"/>
                </a:lnTo>
                <a:lnTo>
                  <a:pt x="1342256" y="76437"/>
                </a:lnTo>
                <a:lnTo>
                  <a:pt x="1341911" y="75927"/>
                </a:lnTo>
                <a:lnTo>
                  <a:pt x="1341582" y="75400"/>
                </a:lnTo>
                <a:lnTo>
                  <a:pt x="1341270" y="74857"/>
                </a:lnTo>
                <a:lnTo>
                  <a:pt x="1340975" y="74297"/>
                </a:lnTo>
                <a:lnTo>
                  <a:pt x="1340696" y="73720"/>
                </a:lnTo>
                <a:lnTo>
                  <a:pt x="1340435" y="73127"/>
                </a:lnTo>
                <a:lnTo>
                  <a:pt x="1340190" y="72518"/>
                </a:lnTo>
                <a:lnTo>
                  <a:pt x="1339963" y="71892"/>
                </a:lnTo>
                <a:lnTo>
                  <a:pt x="1339752" y="71249"/>
                </a:lnTo>
                <a:lnTo>
                  <a:pt x="1339558" y="70589"/>
                </a:lnTo>
                <a:lnTo>
                  <a:pt x="1339381" y="69914"/>
                </a:lnTo>
                <a:lnTo>
                  <a:pt x="1339220" y="69221"/>
                </a:lnTo>
                <a:lnTo>
                  <a:pt x="1339077" y="68512"/>
                </a:lnTo>
                <a:lnTo>
                  <a:pt x="1338951" y="67786"/>
                </a:lnTo>
                <a:lnTo>
                  <a:pt x="1338841" y="67044"/>
                </a:lnTo>
                <a:lnTo>
                  <a:pt x="1338748" y="66285"/>
                </a:lnTo>
                <a:lnTo>
                  <a:pt x="1338672" y="65510"/>
                </a:lnTo>
                <a:lnTo>
                  <a:pt x="1338613" y="64718"/>
                </a:lnTo>
                <a:lnTo>
                  <a:pt x="1338571" y="63909"/>
                </a:lnTo>
                <a:lnTo>
                  <a:pt x="1338546" y="63084"/>
                </a:lnTo>
                <a:lnTo>
                  <a:pt x="1338537" y="62242"/>
                </a:lnTo>
                <a:lnTo>
                  <a:pt x="1338546" y="61400"/>
                </a:lnTo>
                <a:lnTo>
                  <a:pt x="1338571" y="60575"/>
                </a:lnTo>
                <a:lnTo>
                  <a:pt x="1338613" y="59766"/>
                </a:lnTo>
                <a:lnTo>
                  <a:pt x="1338672" y="58974"/>
                </a:lnTo>
                <a:lnTo>
                  <a:pt x="1338748" y="58199"/>
                </a:lnTo>
                <a:close/>
                <a:moveTo>
                  <a:pt x="1765957" y="47180"/>
                </a:moveTo>
                <a:lnTo>
                  <a:pt x="1766117" y="46828"/>
                </a:lnTo>
                <a:lnTo>
                  <a:pt x="1766280" y="46486"/>
                </a:lnTo>
                <a:lnTo>
                  <a:pt x="1766448" y="46155"/>
                </a:lnTo>
                <a:lnTo>
                  <a:pt x="1766619" y="45833"/>
                </a:lnTo>
                <a:lnTo>
                  <a:pt x="1766793" y="45522"/>
                </a:lnTo>
                <a:lnTo>
                  <a:pt x="1766971" y="45221"/>
                </a:lnTo>
                <a:lnTo>
                  <a:pt x="1767153" y="44931"/>
                </a:lnTo>
                <a:lnTo>
                  <a:pt x="1767338" y="44650"/>
                </a:lnTo>
                <a:lnTo>
                  <a:pt x="1767527" y="44380"/>
                </a:lnTo>
                <a:lnTo>
                  <a:pt x="1767720" y="44120"/>
                </a:lnTo>
                <a:lnTo>
                  <a:pt x="1767916" y="43870"/>
                </a:lnTo>
                <a:lnTo>
                  <a:pt x="1768116" y="43631"/>
                </a:lnTo>
                <a:lnTo>
                  <a:pt x="1768319" y="43402"/>
                </a:lnTo>
                <a:lnTo>
                  <a:pt x="1768526" y="43183"/>
                </a:lnTo>
                <a:lnTo>
                  <a:pt x="1768736" y="42974"/>
                </a:lnTo>
                <a:lnTo>
                  <a:pt x="1768950" y="42775"/>
                </a:lnTo>
                <a:lnTo>
                  <a:pt x="1769168" y="42587"/>
                </a:lnTo>
                <a:lnTo>
                  <a:pt x="1769389" y="42409"/>
                </a:lnTo>
                <a:lnTo>
                  <a:pt x="1769614" y="42241"/>
                </a:lnTo>
                <a:lnTo>
                  <a:pt x="1769845" y="42081"/>
                </a:lnTo>
                <a:lnTo>
                  <a:pt x="1770082" y="41929"/>
                </a:lnTo>
                <a:lnTo>
                  <a:pt x="1770328" y="41783"/>
                </a:lnTo>
                <a:lnTo>
                  <a:pt x="1770580" y="41643"/>
                </a:lnTo>
                <a:lnTo>
                  <a:pt x="1770840" y="41511"/>
                </a:lnTo>
                <a:lnTo>
                  <a:pt x="1771108" y="41385"/>
                </a:lnTo>
                <a:lnTo>
                  <a:pt x="1771383" y="41267"/>
                </a:lnTo>
                <a:lnTo>
                  <a:pt x="1771665" y="41155"/>
                </a:lnTo>
                <a:lnTo>
                  <a:pt x="1771955" y="41049"/>
                </a:lnTo>
                <a:lnTo>
                  <a:pt x="1772252" y="40951"/>
                </a:lnTo>
                <a:lnTo>
                  <a:pt x="1772557" y="40859"/>
                </a:lnTo>
                <a:lnTo>
                  <a:pt x="1772869" y="40774"/>
                </a:lnTo>
                <a:lnTo>
                  <a:pt x="1773188" y="40696"/>
                </a:lnTo>
                <a:lnTo>
                  <a:pt x="1773515" y="40625"/>
                </a:lnTo>
                <a:lnTo>
                  <a:pt x="1773849" y="40561"/>
                </a:lnTo>
                <a:lnTo>
                  <a:pt x="1774191" y="40503"/>
                </a:lnTo>
                <a:lnTo>
                  <a:pt x="1774540" y="40452"/>
                </a:lnTo>
                <a:lnTo>
                  <a:pt x="1774897" y="40408"/>
                </a:lnTo>
                <a:lnTo>
                  <a:pt x="1775261" y="40371"/>
                </a:lnTo>
                <a:lnTo>
                  <a:pt x="1775632" y="40340"/>
                </a:lnTo>
                <a:lnTo>
                  <a:pt x="1776011" y="40316"/>
                </a:lnTo>
                <a:lnTo>
                  <a:pt x="1776397" y="40299"/>
                </a:lnTo>
                <a:lnTo>
                  <a:pt x="1776791" y="40289"/>
                </a:lnTo>
                <a:lnTo>
                  <a:pt x="1777192" y="40286"/>
                </a:lnTo>
                <a:lnTo>
                  <a:pt x="1777783" y="40290"/>
                </a:lnTo>
                <a:lnTo>
                  <a:pt x="1778358" y="40301"/>
                </a:lnTo>
                <a:lnTo>
                  <a:pt x="1778918" y="40321"/>
                </a:lnTo>
                <a:lnTo>
                  <a:pt x="1779461" y="40348"/>
                </a:lnTo>
                <a:lnTo>
                  <a:pt x="1779988" y="40384"/>
                </a:lnTo>
                <a:lnTo>
                  <a:pt x="1780499" y="40427"/>
                </a:lnTo>
                <a:lnTo>
                  <a:pt x="1780995" y="40478"/>
                </a:lnTo>
                <a:lnTo>
                  <a:pt x="1781474" y="40537"/>
                </a:lnTo>
                <a:lnTo>
                  <a:pt x="1781937" y="40604"/>
                </a:lnTo>
                <a:lnTo>
                  <a:pt x="1782385" y="40678"/>
                </a:lnTo>
                <a:lnTo>
                  <a:pt x="1782816" y="40761"/>
                </a:lnTo>
                <a:lnTo>
                  <a:pt x="1783232" y="40851"/>
                </a:lnTo>
                <a:lnTo>
                  <a:pt x="1783631" y="40949"/>
                </a:lnTo>
                <a:lnTo>
                  <a:pt x="1784015" y="41055"/>
                </a:lnTo>
                <a:lnTo>
                  <a:pt x="1784382" y="41169"/>
                </a:lnTo>
                <a:lnTo>
                  <a:pt x="1784734" y="41290"/>
                </a:lnTo>
                <a:lnTo>
                  <a:pt x="1785070" y="41420"/>
                </a:lnTo>
                <a:lnTo>
                  <a:pt x="1785389" y="41557"/>
                </a:lnTo>
                <a:lnTo>
                  <a:pt x="1785693" y="41703"/>
                </a:lnTo>
                <a:lnTo>
                  <a:pt x="1785981" y="41856"/>
                </a:lnTo>
                <a:lnTo>
                  <a:pt x="1786253" y="42017"/>
                </a:lnTo>
                <a:lnTo>
                  <a:pt x="1786508" y="42185"/>
                </a:lnTo>
                <a:lnTo>
                  <a:pt x="1786748" y="42362"/>
                </a:lnTo>
                <a:lnTo>
                  <a:pt x="1786972" y="42546"/>
                </a:lnTo>
                <a:lnTo>
                  <a:pt x="1787183" y="42740"/>
                </a:lnTo>
                <a:lnTo>
                  <a:pt x="1787386" y="42944"/>
                </a:lnTo>
                <a:lnTo>
                  <a:pt x="1787579" y="43159"/>
                </a:lnTo>
                <a:lnTo>
                  <a:pt x="1787764" y="43384"/>
                </a:lnTo>
                <a:lnTo>
                  <a:pt x="1787939" y="43620"/>
                </a:lnTo>
                <a:lnTo>
                  <a:pt x="1788105" y="43866"/>
                </a:lnTo>
                <a:lnTo>
                  <a:pt x="1788263" y="44123"/>
                </a:lnTo>
                <a:lnTo>
                  <a:pt x="1788411" y="44391"/>
                </a:lnTo>
                <a:lnTo>
                  <a:pt x="1788551" y="44669"/>
                </a:lnTo>
                <a:lnTo>
                  <a:pt x="1788681" y="44958"/>
                </a:lnTo>
                <a:lnTo>
                  <a:pt x="1788803" y="45257"/>
                </a:lnTo>
                <a:lnTo>
                  <a:pt x="1788915" y="45567"/>
                </a:lnTo>
                <a:lnTo>
                  <a:pt x="1789019" y="45887"/>
                </a:lnTo>
                <a:lnTo>
                  <a:pt x="1789113" y="46218"/>
                </a:lnTo>
                <a:lnTo>
                  <a:pt x="1789198" y="46560"/>
                </a:lnTo>
                <a:lnTo>
                  <a:pt x="1789275" y="46912"/>
                </a:lnTo>
                <a:lnTo>
                  <a:pt x="1789342" y="47275"/>
                </a:lnTo>
                <a:lnTo>
                  <a:pt x="1789401" y="47648"/>
                </a:lnTo>
                <a:lnTo>
                  <a:pt x="1789450" y="48032"/>
                </a:lnTo>
                <a:lnTo>
                  <a:pt x="1789491" y="48426"/>
                </a:lnTo>
                <a:lnTo>
                  <a:pt x="1789522" y="48832"/>
                </a:lnTo>
                <a:lnTo>
                  <a:pt x="1789545" y="49247"/>
                </a:lnTo>
                <a:lnTo>
                  <a:pt x="1789558" y="49673"/>
                </a:lnTo>
                <a:lnTo>
                  <a:pt x="1789563" y="50110"/>
                </a:lnTo>
                <a:lnTo>
                  <a:pt x="1789563" y="51944"/>
                </a:lnTo>
                <a:lnTo>
                  <a:pt x="1789139" y="52117"/>
                </a:lnTo>
                <a:lnTo>
                  <a:pt x="1788688" y="52290"/>
                </a:lnTo>
                <a:lnTo>
                  <a:pt x="1788210" y="52465"/>
                </a:lnTo>
                <a:lnTo>
                  <a:pt x="1787704" y="52641"/>
                </a:lnTo>
                <a:lnTo>
                  <a:pt x="1787172" y="52818"/>
                </a:lnTo>
                <a:lnTo>
                  <a:pt x="1786612" y="52996"/>
                </a:lnTo>
                <a:lnTo>
                  <a:pt x="1786025" y="53176"/>
                </a:lnTo>
                <a:lnTo>
                  <a:pt x="1785410" y="53356"/>
                </a:lnTo>
                <a:lnTo>
                  <a:pt x="1784769" y="53538"/>
                </a:lnTo>
                <a:lnTo>
                  <a:pt x="1784100" y="53720"/>
                </a:lnTo>
                <a:lnTo>
                  <a:pt x="1783404" y="53904"/>
                </a:lnTo>
                <a:lnTo>
                  <a:pt x="1782681" y="54089"/>
                </a:lnTo>
                <a:lnTo>
                  <a:pt x="1781931" y="54275"/>
                </a:lnTo>
                <a:lnTo>
                  <a:pt x="1781153" y="54462"/>
                </a:lnTo>
                <a:lnTo>
                  <a:pt x="1780348" y="54650"/>
                </a:lnTo>
                <a:lnTo>
                  <a:pt x="1779517" y="54840"/>
                </a:lnTo>
                <a:lnTo>
                  <a:pt x="1778657" y="55030"/>
                </a:lnTo>
                <a:lnTo>
                  <a:pt x="1777771" y="55222"/>
                </a:lnTo>
                <a:lnTo>
                  <a:pt x="1776857" y="55414"/>
                </a:lnTo>
                <a:lnTo>
                  <a:pt x="1775917" y="55608"/>
                </a:lnTo>
                <a:lnTo>
                  <a:pt x="1774948" y="55803"/>
                </a:lnTo>
                <a:lnTo>
                  <a:pt x="1773953" y="55999"/>
                </a:lnTo>
                <a:lnTo>
                  <a:pt x="1772931" y="56196"/>
                </a:lnTo>
                <a:lnTo>
                  <a:pt x="1771881" y="56395"/>
                </a:lnTo>
                <a:lnTo>
                  <a:pt x="1771101" y="56546"/>
                </a:lnTo>
                <a:lnTo>
                  <a:pt x="1770336" y="56700"/>
                </a:lnTo>
                <a:lnTo>
                  <a:pt x="1769586" y="56856"/>
                </a:lnTo>
                <a:lnTo>
                  <a:pt x="1768852" y="57014"/>
                </a:lnTo>
                <a:lnTo>
                  <a:pt x="1768134" y="57174"/>
                </a:lnTo>
                <a:lnTo>
                  <a:pt x="1767430" y="57336"/>
                </a:lnTo>
                <a:lnTo>
                  <a:pt x="1766742" y="57500"/>
                </a:lnTo>
                <a:lnTo>
                  <a:pt x="1766070" y="57666"/>
                </a:lnTo>
                <a:lnTo>
                  <a:pt x="1765413" y="57835"/>
                </a:lnTo>
                <a:lnTo>
                  <a:pt x="1764771" y="58006"/>
                </a:lnTo>
                <a:lnTo>
                  <a:pt x="1764145" y="58178"/>
                </a:lnTo>
                <a:lnTo>
                  <a:pt x="1763534" y="58353"/>
                </a:lnTo>
                <a:lnTo>
                  <a:pt x="1762939" y="58531"/>
                </a:lnTo>
                <a:lnTo>
                  <a:pt x="1762359" y="58710"/>
                </a:lnTo>
                <a:lnTo>
                  <a:pt x="1761794" y="58891"/>
                </a:lnTo>
                <a:lnTo>
                  <a:pt x="1761245" y="59074"/>
                </a:lnTo>
                <a:lnTo>
                  <a:pt x="1760711" y="59260"/>
                </a:lnTo>
                <a:lnTo>
                  <a:pt x="1760192" y="59448"/>
                </a:lnTo>
                <a:lnTo>
                  <a:pt x="1759689" y="59638"/>
                </a:lnTo>
                <a:lnTo>
                  <a:pt x="1759202" y="59830"/>
                </a:lnTo>
                <a:lnTo>
                  <a:pt x="1758730" y="60024"/>
                </a:lnTo>
                <a:lnTo>
                  <a:pt x="1758273" y="60220"/>
                </a:lnTo>
                <a:lnTo>
                  <a:pt x="1757831" y="60418"/>
                </a:lnTo>
                <a:lnTo>
                  <a:pt x="1757405" y="60619"/>
                </a:lnTo>
                <a:lnTo>
                  <a:pt x="1756991" y="60824"/>
                </a:lnTo>
                <a:lnTo>
                  <a:pt x="1756584" y="61037"/>
                </a:lnTo>
                <a:lnTo>
                  <a:pt x="1756185" y="61257"/>
                </a:lnTo>
                <a:lnTo>
                  <a:pt x="1755794" y="61484"/>
                </a:lnTo>
                <a:lnTo>
                  <a:pt x="1755411" y="61719"/>
                </a:lnTo>
                <a:lnTo>
                  <a:pt x="1755035" y="61961"/>
                </a:lnTo>
                <a:lnTo>
                  <a:pt x="1754667" y="62211"/>
                </a:lnTo>
                <a:lnTo>
                  <a:pt x="1754307" y="62468"/>
                </a:lnTo>
                <a:lnTo>
                  <a:pt x="1753955" y="62732"/>
                </a:lnTo>
                <a:lnTo>
                  <a:pt x="1753610" y="63004"/>
                </a:lnTo>
                <a:lnTo>
                  <a:pt x="1753274" y="63283"/>
                </a:lnTo>
                <a:lnTo>
                  <a:pt x="1752945" y="63570"/>
                </a:lnTo>
                <a:lnTo>
                  <a:pt x="1752623" y="63864"/>
                </a:lnTo>
                <a:lnTo>
                  <a:pt x="1752310" y="64165"/>
                </a:lnTo>
                <a:lnTo>
                  <a:pt x="1752004" y="64474"/>
                </a:lnTo>
                <a:lnTo>
                  <a:pt x="1751706" y="64790"/>
                </a:lnTo>
                <a:lnTo>
                  <a:pt x="1751416" y="65114"/>
                </a:lnTo>
                <a:lnTo>
                  <a:pt x="1751133" y="65445"/>
                </a:lnTo>
                <a:lnTo>
                  <a:pt x="1750858" y="65783"/>
                </a:lnTo>
                <a:lnTo>
                  <a:pt x="1750591" y="66129"/>
                </a:lnTo>
                <a:lnTo>
                  <a:pt x="1750332" y="66482"/>
                </a:lnTo>
                <a:lnTo>
                  <a:pt x="1750081" y="66842"/>
                </a:lnTo>
                <a:lnTo>
                  <a:pt x="1749837" y="67210"/>
                </a:lnTo>
                <a:lnTo>
                  <a:pt x="1749601" y="67585"/>
                </a:lnTo>
                <a:lnTo>
                  <a:pt x="1749374" y="67966"/>
                </a:lnTo>
                <a:lnTo>
                  <a:pt x="1749156" y="68352"/>
                </a:lnTo>
                <a:lnTo>
                  <a:pt x="1748948" y="68742"/>
                </a:lnTo>
                <a:lnTo>
                  <a:pt x="1748750" y="69136"/>
                </a:lnTo>
                <a:lnTo>
                  <a:pt x="1748561" y="69534"/>
                </a:lnTo>
                <a:lnTo>
                  <a:pt x="1748382" y="69937"/>
                </a:lnTo>
                <a:lnTo>
                  <a:pt x="1748213" y="70344"/>
                </a:lnTo>
                <a:lnTo>
                  <a:pt x="1748054" y="70756"/>
                </a:lnTo>
                <a:lnTo>
                  <a:pt x="1747904" y="71172"/>
                </a:lnTo>
                <a:lnTo>
                  <a:pt x="1747764" y="71592"/>
                </a:lnTo>
                <a:lnTo>
                  <a:pt x="1747633" y="72017"/>
                </a:lnTo>
                <a:lnTo>
                  <a:pt x="1747512" y="72446"/>
                </a:lnTo>
                <a:lnTo>
                  <a:pt x="1747401" y="72880"/>
                </a:lnTo>
                <a:lnTo>
                  <a:pt x="1747299" y="73317"/>
                </a:lnTo>
                <a:lnTo>
                  <a:pt x="1747208" y="73760"/>
                </a:lnTo>
                <a:lnTo>
                  <a:pt x="1747125" y="74206"/>
                </a:lnTo>
                <a:lnTo>
                  <a:pt x="1747053" y="74657"/>
                </a:lnTo>
                <a:lnTo>
                  <a:pt x="1746990" y="75112"/>
                </a:lnTo>
                <a:lnTo>
                  <a:pt x="1746937" y="75572"/>
                </a:lnTo>
                <a:lnTo>
                  <a:pt x="1746893" y="76036"/>
                </a:lnTo>
                <a:lnTo>
                  <a:pt x="1746859" y="76505"/>
                </a:lnTo>
                <a:lnTo>
                  <a:pt x="1746835" y="76977"/>
                </a:lnTo>
                <a:lnTo>
                  <a:pt x="1746821" y="77455"/>
                </a:lnTo>
                <a:lnTo>
                  <a:pt x="1746816" y="77936"/>
                </a:lnTo>
                <a:lnTo>
                  <a:pt x="1746827" y="78662"/>
                </a:lnTo>
                <a:lnTo>
                  <a:pt x="1746858" y="79377"/>
                </a:lnTo>
                <a:lnTo>
                  <a:pt x="1746912" y="80082"/>
                </a:lnTo>
                <a:lnTo>
                  <a:pt x="1746986" y="80776"/>
                </a:lnTo>
                <a:lnTo>
                  <a:pt x="1747082" y="81460"/>
                </a:lnTo>
                <a:lnTo>
                  <a:pt x="1747198" y="82133"/>
                </a:lnTo>
                <a:lnTo>
                  <a:pt x="1747337" y="82795"/>
                </a:lnTo>
                <a:lnTo>
                  <a:pt x="1747496" y="83447"/>
                </a:lnTo>
                <a:lnTo>
                  <a:pt x="1747677" y="84089"/>
                </a:lnTo>
                <a:lnTo>
                  <a:pt x="1747878" y="84720"/>
                </a:lnTo>
                <a:lnTo>
                  <a:pt x="1748102" y="85340"/>
                </a:lnTo>
                <a:lnTo>
                  <a:pt x="1748346" y="85950"/>
                </a:lnTo>
                <a:lnTo>
                  <a:pt x="1748612" y="86550"/>
                </a:lnTo>
                <a:lnTo>
                  <a:pt x="1748899" y="87138"/>
                </a:lnTo>
                <a:lnTo>
                  <a:pt x="1749207" y="87717"/>
                </a:lnTo>
                <a:lnTo>
                  <a:pt x="1749536" y="88285"/>
                </a:lnTo>
                <a:lnTo>
                  <a:pt x="1749887" y="88842"/>
                </a:lnTo>
                <a:lnTo>
                  <a:pt x="1750259" y="89389"/>
                </a:lnTo>
                <a:lnTo>
                  <a:pt x="1750652" y="89925"/>
                </a:lnTo>
                <a:lnTo>
                  <a:pt x="1751066" y="90451"/>
                </a:lnTo>
                <a:lnTo>
                  <a:pt x="1751502" y="90966"/>
                </a:lnTo>
                <a:lnTo>
                  <a:pt x="1751959" y="91470"/>
                </a:lnTo>
                <a:lnTo>
                  <a:pt x="1752437" y="91965"/>
                </a:lnTo>
                <a:lnTo>
                  <a:pt x="1752936" y="92448"/>
                </a:lnTo>
                <a:lnTo>
                  <a:pt x="1753454" y="92917"/>
                </a:lnTo>
                <a:lnTo>
                  <a:pt x="1753988" y="93365"/>
                </a:lnTo>
                <a:lnTo>
                  <a:pt x="1754537" y="93794"/>
                </a:lnTo>
                <a:lnTo>
                  <a:pt x="1755102" y="94202"/>
                </a:lnTo>
                <a:lnTo>
                  <a:pt x="1755682" y="94591"/>
                </a:lnTo>
                <a:lnTo>
                  <a:pt x="1756278" y="94959"/>
                </a:lnTo>
                <a:lnTo>
                  <a:pt x="1756890" y="95308"/>
                </a:lnTo>
                <a:lnTo>
                  <a:pt x="1757517" y="95637"/>
                </a:lnTo>
                <a:lnTo>
                  <a:pt x="1758160" y="95946"/>
                </a:lnTo>
                <a:lnTo>
                  <a:pt x="1758818" y="96235"/>
                </a:lnTo>
                <a:lnTo>
                  <a:pt x="1759493" y="96504"/>
                </a:lnTo>
                <a:lnTo>
                  <a:pt x="1760182" y="96753"/>
                </a:lnTo>
                <a:lnTo>
                  <a:pt x="1760888" y="96982"/>
                </a:lnTo>
                <a:lnTo>
                  <a:pt x="1761609" y="97192"/>
                </a:lnTo>
                <a:lnTo>
                  <a:pt x="1762346" y="97381"/>
                </a:lnTo>
                <a:lnTo>
                  <a:pt x="1763098" y="97550"/>
                </a:lnTo>
                <a:lnTo>
                  <a:pt x="1763866" y="97700"/>
                </a:lnTo>
                <a:lnTo>
                  <a:pt x="1764649" y="97830"/>
                </a:lnTo>
                <a:lnTo>
                  <a:pt x="1765449" y="97939"/>
                </a:lnTo>
                <a:lnTo>
                  <a:pt x="1766263" y="98029"/>
                </a:lnTo>
                <a:lnTo>
                  <a:pt x="1767094" y="98099"/>
                </a:lnTo>
                <a:lnTo>
                  <a:pt x="1767940" y="98148"/>
                </a:lnTo>
                <a:lnTo>
                  <a:pt x="1768802" y="98178"/>
                </a:lnTo>
                <a:lnTo>
                  <a:pt x="1769679" y="98188"/>
                </a:lnTo>
                <a:lnTo>
                  <a:pt x="1770180" y="98184"/>
                </a:lnTo>
                <a:lnTo>
                  <a:pt x="1770678" y="98173"/>
                </a:lnTo>
                <a:lnTo>
                  <a:pt x="1771174" y="98153"/>
                </a:lnTo>
                <a:lnTo>
                  <a:pt x="1771667" y="98125"/>
                </a:lnTo>
                <a:lnTo>
                  <a:pt x="1772158" y="98090"/>
                </a:lnTo>
                <a:lnTo>
                  <a:pt x="1772646" y="98047"/>
                </a:lnTo>
                <a:lnTo>
                  <a:pt x="1773132" y="97995"/>
                </a:lnTo>
                <a:lnTo>
                  <a:pt x="1773615" y="97936"/>
                </a:lnTo>
                <a:lnTo>
                  <a:pt x="1774096" y="97870"/>
                </a:lnTo>
                <a:lnTo>
                  <a:pt x="1774575" y="97795"/>
                </a:lnTo>
                <a:lnTo>
                  <a:pt x="1775051" y="97712"/>
                </a:lnTo>
                <a:lnTo>
                  <a:pt x="1775524" y="97622"/>
                </a:lnTo>
                <a:lnTo>
                  <a:pt x="1775995" y="97523"/>
                </a:lnTo>
                <a:lnTo>
                  <a:pt x="1776464" y="97417"/>
                </a:lnTo>
                <a:lnTo>
                  <a:pt x="1776930" y="97303"/>
                </a:lnTo>
                <a:lnTo>
                  <a:pt x="1777394" y="97181"/>
                </a:lnTo>
                <a:lnTo>
                  <a:pt x="1777855" y="97051"/>
                </a:lnTo>
                <a:lnTo>
                  <a:pt x="1778313" y="96913"/>
                </a:lnTo>
                <a:lnTo>
                  <a:pt x="1778770" y="96768"/>
                </a:lnTo>
                <a:lnTo>
                  <a:pt x="1779223" y="96614"/>
                </a:lnTo>
                <a:lnTo>
                  <a:pt x="1779675" y="96453"/>
                </a:lnTo>
                <a:lnTo>
                  <a:pt x="1780123" y="96283"/>
                </a:lnTo>
                <a:lnTo>
                  <a:pt x="1780570" y="96106"/>
                </a:lnTo>
                <a:lnTo>
                  <a:pt x="1781013" y="95921"/>
                </a:lnTo>
                <a:lnTo>
                  <a:pt x="1781455" y="95729"/>
                </a:lnTo>
                <a:lnTo>
                  <a:pt x="1781894" y="95528"/>
                </a:lnTo>
                <a:lnTo>
                  <a:pt x="1782331" y="95319"/>
                </a:lnTo>
                <a:lnTo>
                  <a:pt x="1782766" y="95103"/>
                </a:lnTo>
                <a:lnTo>
                  <a:pt x="1783198" y="94878"/>
                </a:lnTo>
                <a:lnTo>
                  <a:pt x="1783628" y="94646"/>
                </a:lnTo>
                <a:lnTo>
                  <a:pt x="1784056" y="94406"/>
                </a:lnTo>
                <a:lnTo>
                  <a:pt x="1784482" y="94158"/>
                </a:lnTo>
                <a:lnTo>
                  <a:pt x="1784906" y="93902"/>
                </a:lnTo>
                <a:lnTo>
                  <a:pt x="1785327" y="93639"/>
                </a:lnTo>
                <a:lnTo>
                  <a:pt x="1785746" y="93367"/>
                </a:lnTo>
                <a:lnTo>
                  <a:pt x="1786162" y="93088"/>
                </a:lnTo>
                <a:lnTo>
                  <a:pt x="1786577" y="92801"/>
                </a:lnTo>
                <a:lnTo>
                  <a:pt x="1786989" y="92505"/>
                </a:lnTo>
                <a:lnTo>
                  <a:pt x="1787399" y="92202"/>
                </a:lnTo>
                <a:lnTo>
                  <a:pt x="1787807" y="91891"/>
                </a:lnTo>
                <a:lnTo>
                  <a:pt x="1788212" y="91573"/>
                </a:lnTo>
                <a:lnTo>
                  <a:pt x="1788616" y="91246"/>
                </a:lnTo>
                <a:lnTo>
                  <a:pt x="1789017" y="90911"/>
                </a:lnTo>
                <a:lnTo>
                  <a:pt x="1789415" y="90569"/>
                </a:lnTo>
                <a:lnTo>
                  <a:pt x="1789812" y="90219"/>
                </a:lnTo>
                <a:lnTo>
                  <a:pt x="1790206" y="89861"/>
                </a:lnTo>
                <a:lnTo>
                  <a:pt x="1790598" y="89495"/>
                </a:lnTo>
                <a:lnTo>
                  <a:pt x="1790988" y="89121"/>
                </a:lnTo>
                <a:lnTo>
                  <a:pt x="1791004" y="89166"/>
                </a:lnTo>
                <a:lnTo>
                  <a:pt x="1791022" y="89215"/>
                </a:lnTo>
                <a:lnTo>
                  <a:pt x="1791040" y="89268"/>
                </a:lnTo>
                <a:lnTo>
                  <a:pt x="1791060" y="89324"/>
                </a:lnTo>
                <a:lnTo>
                  <a:pt x="1791080" y="89384"/>
                </a:lnTo>
                <a:lnTo>
                  <a:pt x="1791101" y="89449"/>
                </a:lnTo>
                <a:lnTo>
                  <a:pt x="1791123" y="89517"/>
                </a:lnTo>
                <a:lnTo>
                  <a:pt x="1791146" y="89589"/>
                </a:lnTo>
                <a:lnTo>
                  <a:pt x="1791170" y="89664"/>
                </a:lnTo>
                <a:lnTo>
                  <a:pt x="1791195" y="89744"/>
                </a:lnTo>
                <a:lnTo>
                  <a:pt x="1791220" y="89827"/>
                </a:lnTo>
                <a:lnTo>
                  <a:pt x="1791247" y="89914"/>
                </a:lnTo>
                <a:lnTo>
                  <a:pt x="1791274" y="90005"/>
                </a:lnTo>
                <a:lnTo>
                  <a:pt x="1791302" y="90100"/>
                </a:lnTo>
                <a:lnTo>
                  <a:pt x="1791332" y="90199"/>
                </a:lnTo>
                <a:lnTo>
                  <a:pt x="1791362" y="90301"/>
                </a:lnTo>
                <a:lnTo>
                  <a:pt x="1791393" y="90407"/>
                </a:lnTo>
                <a:lnTo>
                  <a:pt x="1791425" y="90517"/>
                </a:lnTo>
                <a:lnTo>
                  <a:pt x="1791458" y="90631"/>
                </a:lnTo>
                <a:lnTo>
                  <a:pt x="1791491" y="90749"/>
                </a:lnTo>
                <a:lnTo>
                  <a:pt x="1791526" y="90871"/>
                </a:lnTo>
                <a:lnTo>
                  <a:pt x="1791562" y="90996"/>
                </a:lnTo>
                <a:lnTo>
                  <a:pt x="1791598" y="91125"/>
                </a:lnTo>
                <a:lnTo>
                  <a:pt x="1791635" y="91258"/>
                </a:lnTo>
                <a:lnTo>
                  <a:pt x="1791721" y="91552"/>
                </a:lnTo>
                <a:lnTo>
                  <a:pt x="1791806" y="91840"/>
                </a:lnTo>
                <a:lnTo>
                  <a:pt x="1791889" y="92121"/>
                </a:lnTo>
                <a:lnTo>
                  <a:pt x="1791972" y="92397"/>
                </a:lnTo>
                <a:lnTo>
                  <a:pt x="1792053" y="92666"/>
                </a:lnTo>
                <a:lnTo>
                  <a:pt x="1792133" y="92930"/>
                </a:lnTo>
                <a:lnTo>
                  <a:pt x="1792212" y="93187"/>
                </a:lnTo>
                <a:lnTo>
                  <a:pt x="1792290" y="93439"/>
                </a:lnTo>
                <a:lnTo>
                  <a:pt x="1792367" y="93684"/>
                </a:lnTo>
                <a:lnTo>
                  <a:pt x="1792443" y="93923"/>
                </a:lnTo>
                <a:lnTo>
                  <a:pt x="1792517" y="94156"/>
                </a:lnTo>
                <a:lnTo>
                  <a:pt x="1792591" y="94383"/>
                </a:lnTo>
                <a:lnTo>
                  <a:pt x="1792663" y="94604"/>
                </a:lnTo>
                <a:lnTo>
                  <a:pt x="1792734" y="94819"/>
                </a:lnTo>
                <a:lnTo>
                  <a:pt x="1792804" y="95028"/>
                </a:lnTo>
                <a:lnTo>
                  <a:pt x="1792873" y="95231"/>
                </a:lnTo>
                <a:lnTo>
                  <a:pt x="1792941" y="95427"/>
                </a:lnTo>
                <a:lnTo>
                  <a:pt x="1793008" y="95618"/>
                </a:lnTo>
                <a:lnTo>
                  <a:pt x="1793073" y="95802"/>
                </a:lnTo>
                <a:lnTo>
                  <a:pt x="1793138" y="95981"/>
                </a:lnTo>
                <a:lnTo>
                  <a:pt x="1793201" y="96153"/>
                </a:lnTo>
                <a:lnTo>
                  <a:pt x="1793263" y="96319"/>
                </a:lnTo>
                <a:lnTo>
                  <a:pt x="1793324" y="96480"/>
                </a:lnTo>
                <a:lnTo>
                  <a:pt x="1793384" y="96634"/>
                </a:lnTo>
                <a:lnTo>
                  <a:pt x="1811390" y="96634"/>
                </a:lnTo>
                <a:lnTo>
                  <a:pt x="1811193" y="96225"/>
                </a:lnTo>
                <a:lnTo>
                  <a:pt x="1811001" y="95818"/>
                </a:lnTo>
                <a:lnTo>
                  <a:pt x="1810814" y="95413"/>
                </a:lnTo>
                <a:lnTo>
                  <a:pt x="1810633" y="95010"/>
                </a:lnTo>
                <a:lnTo>
                  <a:pt x="1810457" y="94610"/>
                </a:lnTo>
                <a:lnTo>
                  <a:pt x="1810286" y="94211"/>
                </a:lnTo>
                <a:lnTo>
                  <a:pt x="1810121" y="93815"/>
                </a:lnTo>
                <a:lnTo>
                  <a:pt x="1809961" y="93421"/>
                </a:lnTo>
                <a:lnTo>
                  <a:pt x="1809806" y="93029"/>
                </a:lnTo>
                <a:lnTo>
                  <a:pt x="1809657" y="92639"/>
                </a:lnTo>
                <a:lnTo>
                  <a:pt x="1809513" y="92251"/>
                </a:lnTo>
                <a:lnTo>
                  <a:pt x="1809374" y="91865"/>
                </a:lnTo>
                <a:lnTo>
                  <a:pt x="1809240" y="91482"/>
                </a:lnTo>
                <a:lnTo>
                  <a:pt x="1809112" y="91100"/>
                </a:lnTo>
                <a:lnTo>
                  <a:pt x="1808989" y="90721"/>
                </a:lnTo>
                <a:lnTo>
                  <a:pt x="1808871" y="90344"/>
                </a:lnTo>
                <a:lnTo>
                  <a:pt x="1808758" y="89969"/>
                </a:lnTo>
                <a:lnTo>
                  <a:pt x="1808651" y="89596"/>
                </a:lnTo>
                <a:lnTo>
                  <a:pt x="1808549" y="89226"/>
                </a:lnTo>
                <a:lnTo>
                  <a:pt x="1808453" y="88857"/>
                </a:lnTo>
                <a:lnTo>
                  <a:pt x="1808361" y="88491"/>
                </a:lnTo>
                <a:lnTo>
                  <a:pt x="1808275" y="88127"/>
                </a:lnTo>
                <a:lnTo>
                  <a:pt x="1808194" y="87764"/>
                </a:lnTo>
                <a:lnTo>
                  <a:pt x="1808119" y="87404"/>
                </a:lnTo>
                <a:lnTo>
                  <a:pt x="1808047" y="87037"/>
                </a:lnTo>
                <a:lnTo>
                  <a:pt x="1807979" y="86654"/>
                </a:lnTo>
                <a:lnTo>
                  <a:pt x="1807914" y="86253"/>
                </a:lnTo>
                <a:lnTo>
                  <a:pt x="1807852" y="85836"/>
                </a:lnTo>
                <a:lnTo>
                  <a:pt x="1807792" y="85403"/>
                </a:lnTo>
                <a:lnTo>
                  <a:pt x="1807736" y="84953"/>
                </a:lnTo>
                <a:lnTo>
                  <a:pt x="1807683" y="84487"/>
                </a:lnTo>
                <a:lnTo>
                  <a:pt x="1807633" y="84004"/>
                </a:lnTo>
                <a:lnTo>
                  <a:pt x="1807586" y="83505"/>
                </a:lnTo>
                <a:lnTo>
                  <a:pt x="1807542" y="82989"/>
                </a:lnTo>
                <a:lnTo>
                  <a:pt x="1807501" y="82456"/>
                </a:lnTo>
                <a:lnTo>
                  <a:pt x="1807463" y="81907"/>
                </a:lnTo>
                <a:lnTo>
                  <a:pt x="1807428" y="81342"/>
                </a:lnTo>
                <a:lnTo>
                  <a:pt x="1807396" y="80760"/>
                </a:lnTo>
                <a:lnTo>
                  <a:pt x="1807367" y="80161"/>
                </a:lnTo>
                <a:lnTo>
                  <a:pt x="1807342" y="79546"/>
                </a:lnTo>
                <a:lnTo>
                  <a:pt x="1807319" y="78914"/>
                </a:lnTo>
                <a:lnTo>
                  <a:pt x="1807299" y="78266"/>
                </a:lnTo>
                <a:lnTo>
                  <a:pt x="1807282" y="77601"/>
                </a:lnTo>
                <a:lnTo>
                  <a:pt x="1807269" y="76920"/>
                </a:lnTo>
                <a:lnTo>
                  <a:pt x="1807258" y="76222"/>
                </a:lnTo>
                <a:lnTo>
                  <a:pt x="1807250" y="75508"/>
                </a:lnTo>
                <a:lnTo>
                  <a:pt x="1807246" y="74777"/>
                </a:lnTo>
                <a:lnTo>
                  <a:pt x="1807244" y="74030"/>
                </a:lnTo>
                <a:lnTo>
                  <a:pt x="1807439" y="52786"/>
                </a:lnTo>
                <a:lnTo>
                  <a:pt x="1807435" y="51811"/>
                </a:lnTo>
                <a:lnTo>
                  <a:pt x="1807422" y="50862"/>
                </a:lnTo>
                <a:lnTo>
                  <a:pt x="1807401" y="49939"/>
                </a:lnTo>
                <a:lnTo>
                  <a:pt x="1807371" y="49041"/>
                </a:lnTo>
                <a:lnTo>
                  <a:pt x="1807333" y="48169"/>
                </a:lnTo>
                <a:lnTo>
                  <a:pt x="1807287" y="47323"/>
                </a:lnTo>
                <a:lnTo>
                  <a:pt x="1807232" y="46503"/>
                </a:lnTo>
                <a:lnTo>
                  <a:pt x="1807169" y="45708"/>
                </a:lnTo>
                <a:lnTo>
                  <a:pt x="1807097" y="44939"/>
                </a:lnTo>
                <a:lnTo>
                  <a:pt x="1807017" y="44196"/>
                </a:lnTo>
                <a:lnTo>
                  <a:pt x="1806929" y="43479"/>
                </a:lnTo>
                <a:lnTo>
                  <a:pt x="1806832" y="42787"/>
                </a:lnTo>
                <a:lnTo>
                  <a:pt x="1806726" y="42122"/>
                </a:lnTo>
                <a:lnTo>
                  <a:pt x="1806612" y="41481"/>
                </a:lnTo>
                <a:lnTo>
                  <a:pt x="1806490" y="40867"/>
                </a:lnTo>
                <a:lnTo>
                  <a:pt x="1806359" y="40278"/>
                </a:lnTo>
                <a:lnTo>
                  <a:pt x="1806220" y="39716"/>
                </a:lnTo>
                <a:lnTo>
                  <a:pt x="1806073" y="39179"/>
                </a:lnTo>
                <a:lnTo>
                  <a:pt x="1805917" y="38667"/>
                </a:lnTo>
                <a:lnTo>
                  <a:pt x="1805752" y="38182"/>
                </a:lnTo>
                <a:lnTo>
                  <a:pt x="1805579" y="37722"/>
                </a:lnTo>
                <a:lnTo>
                  <a:pt x="1805398" y="37288"/>
                </a:lnTo>
                <a:lnTo>
                  <a:pt x="1805208" y="36879"/>
                </a:lnTo>
                <a:lnTo>
                  <a:pt x="1805010" y="36497"/>
                </a:lnTo>
                <a:lnTo>
                  <a:pt x="1804801" y="36130"/>
                </a:lnTo>
                <a:lnTo>
                  <a:pt x="1804581" y="35768"/>
                </a:lnTo>
                <a:lnTo>
                  <a:pt x="1804348" y="35412"/>
                </a:lnTo>
                <a:lnTo>
                  <a:pt x="1804102" y="35061"/>
                </a:lnTo>
                <a:lnTo>
                  <a:pt x="1803845" y="34716"/>
                </a:lnTo>
                <a:lnTo>
                  <a:pt x="1803575" y="34376"/>
                </a:lnTo>
                <a:lnTo>
                  <a:pt x="1803293" y="34041"/>
                </a:lnTo>
                <a:lnTo>
                  <a:pt x="1802999" y="33712"/>
                </a:lnTo>
                <a:lnTo>
                  <a:pt x="1802692" y="33388"/>
                </a:lnTo>
                <a:lnTo>
                  <a:pt x="1802373" y="33069"/>
                </a:lnTo>
                <a:lnTo>
                  <a:pt x="1802042" y="32756"/>
                </a:lnTo>
                <a:lnTo>
                  <a:pt x="1801699" y="32449"/>
                </a:lnTo>
                <a:lnTo>
                  <a:pt x="1801343" y="32147"/>
                </a:lnTo>
                <a:lnTo>
                  <a:pt x="1800975" y="31850"/>
                </a:lnTo>
                <a:lnTo>
                  <a:pt x="1800595" y="31558"/>
                </a:lnTo>
                <a:lnTo>
                  <a:pt x="1800203" y="31272"/>
                </a:lnTo>
                <a:lnTo>
                  <a:pt x="1799798" y="30991"/>
                </a:lnTo>
                <a:lnTo>
                  <a:pt x="1799381" y="30716"/>
                </a:lnTo>
                <a:lnTo>
                  <a:pt x="1798952" y="30446"/>
                </a:lnTo>
                <a:lnTo>
                  <a:pt x="1798511" y="30182"/>
                </a:lnTo>
                <a:lnTo>
                  <a:pt x="1798057" y="29923"/>
                </a:lnTo>
                <a:lnTo>
                  <a:pt x="1797591" y="29669"/>
                </a:lnTo>
                <a:lnTo>
                  <a:pt x="1797113" y="29421"/>
                </a:lnTo>
                <a:lnTo>
                  <a:pt x="1796622" y="29178"/>
                </a:lnTo>
                <a:lnTo>
                  <a:pt x="1796115" y="28943"/>
                </a:lnTo>
                <a:lnTo>
                  <a:pt x="1795586" y="28718"/>
                </a:lnTo>
                <a:lnTo>
                  <a:pt x="1795036" y="28502"/>
                </a:lnTo>
                <a:lnTo>
                  <a:pt x="1794464" y="28297"/>
                </a:lnTo>
                <a:lnTo>
                  <a:pt x="1793870" y="28102"/>
                </a:lnTo>
                <a:lnTo>
                  <a:pt x="1793255" y="27917"/>
                </a:lnTo>
                <a:lnTo>
                  <a:pt x="1792618" y="27742"/>
                </a:lnTo>
                <a:lnTo>
                  <a:pt x="1791959" y="27577"/>
                </a:lnTo>
                <a:lnTo>
                  <a:pt x="1791279" y="27422"/>
                </a:lnTo>
                <a:lnTo>
                  <a:pt x="1790577" y="27277"/>
                </a:lnTo>
                <a:lnTo>
                  <a:pt x="1789854" y="27141"/>
                </a:lnTo>
                <a:lnTo>
                  <a:pt x="1789109" y="27016"/>
                </a:lnTo>
                <a:lnTo>
                  <a:pt x="1788343" y="26901"/>
                </a:lnTo>
                <a:lnTo>
                  <a:pt x="1787555" y="26796"/>
                </a:lnTo>
                <a:lnTo>
                  <a:pt x="1786745" y="26701"/>
                </a:lnTo>
                <a:lnTo>
                  <a:pt x="1785914" y="26616"/>
                </a:lnTo>
                <a:lnTo>
                  <a:pt x="1785061" y="26541"/>
                </a:lnTo>
                <a:lnTo>
                  <a:pt x="1784187" y="26476"/>
                </a:lnTo>
                <a:lnTo>
                  <a:pt x="1783291" y="26421"/>
                </a:lnTo>
                <a:lnTo>
                  <a:pt x="1782374" y="26376"/>
                </a:lnTo>
                <a:lnTo>
                  <a:pt x="1781434" y="26341"/>
                </a:lnTo>
                <a:lnTo>
                  <a:pt x="1780474" y="26316"/>
                </a:lnTo>
                <a:lnTo>
                  <a:pt x="1779491" y="26301"/>
                </a:lnTo>
                <a:lnTo>
                  <a:pt x="1778487" y="26296"/>
                </a:lnTo>
                <a:lnTo>
                  <a:pt x="1777382" y="26304"/>
                </a:lnTo>
                <a:lnTo>
                  <a:pt x="1776299" y="26330"/>
                </a:lnTo>
                <a:lnTo>
                  <a:pt x="1775239" y="26372"/>
                </a:lnTo>
                <a:lnTo>
                  <a:pt x="1774202" y="26431"/>
                </a:lnTo>
                <a:lnTo>
                  <a:pt x="1773188" y="26507"/>
                </a:lnTo>
                <a:lnTo>
                  <a:pt x="1772197" y="26599"/>
                </a:lnTo>
                <a:lnTo>
                  <a:pt x="1771229" y="26709"/>
                </a:lnTo>
                <a:lnTo>
                  <a:pt x="1770283" y="26836"/>
                </a:lnTo>
                <a:lnTo>
                  <a:pt x="1769361" y="26979"/>
                </a:lnTo>
                <a:lnTo>
                  <a:pt x="1768462" y="27139"/>
                </a:lnTo>
                <a:lnTo>
                  <a:pt x="1767585" y="27316"/>
                </a:lnTo>
                <a:lnTo>
                  <a:pt x="1766732" y="27510"/>
                </a:lnTo>
                <a:lnTo>
                  <a:pt x="1765902" y="27721"/>
                </a:lnTo>
                <a:lnTo>
                  <a:pt x="1765094" y="27949"/>
                </a:lnTo>
                <a:lnTo>
                  <a:pt x="1764309" y="28193"/>
                </a:lnTo>
                <a:lnTo>
                  <a:pt x="1763548" y="28455"/>
                </a:lnTo>
                <a:lnTo>
                  <a:pt x="1762809" y="28733"/>
                </a:lnTo>
                <a:lnTo>
                  <a:pt x="1762093" y="29028"/>
                </a:lnTo>
                <a:lnTo>
                  <a:pt x="1761400" y="29340"/>
                </a:lnTo>
                <a:lnTo>
                  <a:pt x="1760730" y="29669"/>
                </a:lnTo>
                <a:lnTo>
                  <a:pt x="1760083" y="30015"/>
                </a:lnTo>
                <a:lnTo>
                  <a:pt x="1759459" y="30378"/>
                </a:lnTo>
                <a:lnTo>
                  <a:pt x="1758858" y="30757"/>
                </a:lnTo>
                <a:lnTo>
                  <a:pt x="1758280" y="31153"/>
                </a:lnTo>
                <a:lnTo>
                  <a:pt x="1757720" y="31567"/>
                </a:lnTo>
                <a:lnTo>
                  <a:pt x="1757174" y="31999"/>
                </a:lnTo>
                <a:lnTo>
                  <a:pt x="1756642" y="32449"/>
                </a:lnTo>
                <a:lnTo>
                  <a:pt x="1756124" y="32918"/>
                </a:lnTo>
                <a:lnTo>
                  <a:pt x="1755621" y="33404"/>
                </a:lnTo>
                <a:lnTo>
                  <a:pt x="1755130" y="33909"/>
                </a:lnTo>
                <a:lnTo>
                  <a:pt x="1754654" y="34432"/>
                </a:lnTo>
                <a:lnTo>
                  <a:pt x="1754192" y="34974"/>
                </a:lnTo>
                <a:lnTo>
                  <a:pt x="1753744" y="35533"/>
                </a:lnTo>
                <a:lnTo>
                  <a:pt x="1753310" y="36111"/>
                </a:lnTo>
                <a:lnTo>
                  <a:pt x="1752889" y="36707"/>
                </a:lnTo>
                <a:lnTo>
                  <a:pt x="1752483" y="37322"/>
                </a:lnTo>
                <a:lnTo>
                  <a:pt x="1752091" y="37954"/>
                </a:lnTo>
                <a:lnTo>
                  <a:pt x="1751712" y="38605"/>
                </a:lnTo>
                <a:lnTo>
                  <a:pt x="1751348" y="39274"/>
                </a:lnTo>
                <a:lnTo>
                  <a:pt x="1750997" y="39961"/>
                </a:lnTo>
                <a:lnTo>
                  <a:pt x="1750660" y="40666"/>
                </a:lnTo>
                <a:lnTo>
                  <a:pt x="1750338" y="41390"/>
                </a:lnTo>
                <a:lnTo>
                  <a:pt x="1750029" y="42132"/>
                </a:lnTo>
                <a:lnTo>
                  <a:pt x="1749734" y="42892"/>
                </a:lnTo>
                <a:lnTo>
                  <a:pt x="1749453" y="43670"/>
                </a:lnTo>
                <a:lnTo>
                  <a:pt x="1749186" y="44467"/>
                </a:lnTo>
                <a:lnTo>
                  <a:pt x="1748933" y="45282"/>
                </a:lnTo>
                <a:lnTo>
                  <a:pt x="1748694" y="46115"/>
                </a:lnTo>
                <a:lnTo>
                  <a:pt x="1765210" y="49094"/>
                </a:lnTo>
                <a:lnTo>
                  <a:pt x="1765352" y="48691"/>
                </a:lnTo>
                <a:lnTo>
                  <a:pt x="1765498" y="48298"/>
                </a:lnTo>
                <a:lnTo>
                  <a:pt x="1765647" y="47915"/>
                </a:lnTo>
                <a:lnTo>
                  <a:pt x="1765800" y="47543"/>
                </a:lnTo>
                <a:lnTo>
                  <a:pt x="1765957" y="47180"/>
                </a:lnTo>
                <a:close/>
                <a:moveTo>
                  <a:pt x="1789543" y="69484"/>
                </a:moveTo>
                <a:lnTo>
                  <a:pt x="1789532" y="69958"/>
                </a:lnTo>
                <a:lnTo>
                  <a:pt x="1789518" y="70417"/>
                </a:lnTo>
                <a:lnTo>
                  <a:pt x="1789502" y="70862"/>
                </a:lnTo>
                <a:lnTo>
                  <a:pt x="1789484" y="71292"/>
                </a:lnTo>
                <a:lnTo>
                  <a:pt x="1789463" y="71708"/>
                </a:lnTo>
                <a:lnTo>
                  <a:pt x="1789439" y="72109"/>
                </a:lnTo>
                <a:lnTo>
                  <a:pt x="1789413" y="72496"/>
                </a:lnTo>
                <a:lnTo>
                  <a:pt x="1789385" y="72869"/>
                </a:lnTo>
                <a:lnTo>
                  <a:pt x="1789354" y="73227"/>
                </a:lnTo>
                <a:lnTo>
                  <a:pt x="1789320" y="73570"/>
                </a:lnTo>
                <a:lnTo>
                  <a:pt x="1789284" y="73899"/>
                </a:lnTo>
                <a:lnTo>
                  <a:pt x="1789246" y="74214"/>
                </a:lnTo>
                <a:lnTo>
                  <a:pt x="1789205" y="74514"/>
                </a:lnTo>
                <a:lnTo>
                  <a:pt x="1789162" y="74800"/>
                </a:lnTo>
                <a:lnTo>
                  <a:pt x="1789116" y="75071"/>
                </a:lnTo>
                <a:lnTo>
                  <a:pt x="1789068" y="75328"/>
                </a:lnTo>
                <a:lnTo>
                  <a:pt x="1789017" y="75571"/>
                </a:lnTo>
                <a:lnTo>
                  <a:pt x="1788964" y="75799"/>
                </a:lnTo>
                <a:lnTo>
                  <a:pt x="1788908" y="76013"/>
                </a:lnTo>
                <a:lnTo>
                  <a:pt x="1788850" y="76212"/>
                </a:lnTo>
                <a:lnTo>
                  <a:pt x="1788760" y="76503"/>
                </a:lnTo>
                <a:lnTo>
                  <a:pt x="1788662" y="76791"/>
                </a:lnTo>
                <a:lnTo>
                  <a:pt x="1788556" y="77075"/>
                </a:lnTo>
                <a:lnTo>
                  <a:pt x="1788442" y="77355"/>
                </a:lnTo>
                <a:lnTo>
                  <a:pt x="1788320" y="77632"/>
                </a:lnTo>
                <a:lnTo>
                  <a:pt x="1788190" y="77904"/>
                </a:lnTo>
                <a:lnTo>
                  <a:pt x="1788053" y="78173"/>
                </a:lnTo>
                <a:lnTo>
                  <a:pt x="1787908" y="78438"/>
                </a:lnTo>
                <a:lnTo>
                  <a:pt x="1787754" y="78700"/>
                </a:lnTo>
                <a:lnTo>
                  <a:pt x="1787593" y="78957"/>
                </a:lnTo>
                <a:lnTo>
                  <a:pt x="1787424" y="79211"/>
                </a:lnTo>
                <a:lnTo>
                  <a:pt x="1787247" y="79461"/>
                </a:lnTo>
                <a:lnTo>
                  <a:pt x="1787063" y="79707"/>
                </a:lnTo>
                <a:lnTo>
                  <a:pt x="1786870" y="79949"/>
                </a:lnTo>
                <a:lnTo>
                  <a:pt x="1786669" y="80188"/>
                </a:lnTo>
                <a:lnTo>
                  <a:pt x="1786461" y="80423"/>
                </a:lnTo>
                <a:lnTo>
                  <a:pt x="1786245" y="80653"/>
                </a:lnTo>
                <a:lnTo>
                  <a:pt x="1786021" y="80881"/>
                </a:lnTo>
                <a:lnTo>
                  <a:pt x="1785789" y="81104"/>
                </a:lnTo>
                <a:lnTo>
                  <a:pt x="1785549" y="81324"/>
                </a:lnTo>
                <a:lnTo>
                  <a:pt x="1785301" y="81540"/>
                </a:lnTo>
                <a:lnTo>
                  <a:pt x="1785046" y="81752"/>
                </a:lnTo>
                <a:lnTo>
                  <a:pt x="1784782" y="81960"/>
                </a:lnTo>
                <a:lnTo>
                  <a:pt x="1784511" y="82164"/>
                </a:lnTo>
                <a:lnTo>
                  <a:pt x="1784138" y="82425"/>
                </a:lnTo>
                <a:lnTo>
                  <a:pt x="1783763" y="82675"/>
                </a:lnTo>
                <a:lnTo>
                  <a:pt x="1783387" y="82914"/>
                </a:lnTo>
                <a:lnTo>
                  <a:pt x="1783009" y="83142"/>
                </a:lnTo>
                <a:lnTo>
                  <a:pt x="1782629" y="83359"/>
                </a:lnTo>
                <a:lnTo>
                  <a:pt x="1782248" y="83564"/>
                </a:lnTo>
                <a:lnTo>
                  <a:pt x="1781865" y="83759"/>
                </a:lnTo>
                <a:lnTo>
                  <a:pt x="1781481" y="83942"/>
                </a:lnTo>
                <a:lnTo>
                  <a:pt x="1781095" y="84114"/>
                </a:lnTo>
                <a:lnTo>
                  <a:pt x="1780708" y="84275"/>
                </a:lnTo>
                <a:lnTo>
                  <a:pt x="1780319" y="84425"/>
                </a:lnTo>
                <a:lnTo>
                  <a:pt x="1779929" y="84564"/>
                </a:lnTo>
                <a:lnTo>
                  <a:pt x="1779536" y="84692"/>
                </a:lnTo>
                <a:lnTo>
                  <a:pt x="1779143" y="84809"/>
                </a:lnTo>
                <a:lnTo>
                  <a:pt x="1778748" y="84914"/>
                </a:lnTo>
                <a:lnTo>
                  <a:pt x="1778351" y="85009"/>
                </a:lnTo>
                <a:lnTo>
                  <a:pt x="1777952" y="85092"/>
                </a:lnTo>
                <a:lnTo>
                  <a:pt x="1777552" y="85164"/>
                </a:lnTo>
                <a:lnTo>
                  <a:pt x="1777151" y="85225"/>
                </a:lnTo>
                <a:lnTo>
                  <a:pt x="1776748" y="85275"/>
                </a:lnTo>
                <a:lnTo>
                  <a:pt x="1776343" y="85314"/>
                </a:lnTo>
                <a:lnTo>
                  <a:pt x="1775937" y="85342"/>
                </a:lnTo>
                <a:lnTo>
                  <a:pt x="1775529" y="85359"/>
                </a:lnTo>
                <a:lnTo>
                  <a:pt x="1775119" y="85364"/>
                </a:lnTo>
                <a:lnTo>
                  <a:pt x="1774755" y="85359"/>
                </a:lnTo>
                <a:lnTo>
                  <a:pt x="1774396" y="85345"/>
                </a:lnTo>
                <a:lnTo>
                  <a:pt x="1774043" y="85321"/>
                </a:lnTo>
                <a:lnTo>
                  <a:pt x="1773695" y="85288"/>
                </a:lnTo>
                <a:lnTo>
                  <a:pt x="1773352" y="85245"/>
                </a:lnTo>
                <a:lnTo>
                  <a:pt x="1773015" y="85192"/>
                </a:lnTo>
                <a:lnTo>
                  <a:pt x="1772683" y="85130"/>
                </a:lnTo>
                <a:lnTo>
                  <a:pt x="1772356" y="85059"/>
                </a:lnTo>
                <a:lnTo>
                  <a:pt x="1772035" y="84977"/>
                </a:lnTo>
                <a:lnTo>
                  <a:pt x="1771719" y="84887"/>
                </a:lnTo>
                <a:lnTo>
                  <a:pt x="1771409" y="84786"/>
                </a:lnTo>
                <a:lnTo>
                  <a:pt x="1771104" y="84677"/>
                </a:lnTo>
                <a:lnTo>
                  <a:pt x="1770804" y="84557"/>
                </a:lnTo>
                <a:lnTo>
                  <a:pt x="1770510" y="84428"/>
                </a:lnTo>
                <a:lnTo>
                  <a:pt x="1770221" y="84290"/>
                </a:lnTo>
                <a:lnTo>
                  <a:pt x="1769938" y="84142"/>
                </a:lnTo>
                <a:lnTo>
                  <a:pt x="1769660" y="83984"/>
                </a:lnTo>
                <a:lnTo>
                  <a:pt x="1769388" y="83817"/>
                </a:lnTo>
                <a:lnTo>
                  <a:pt x="1769120" y="83640"/>
                </a:lnTo>
                <a:lnTo>
                  <a:pt x="1768859" y="83454"/>
                </a:lnTo>
                <a:lnTo>
                  <a:pt x="1768602" y="83258"/>
                </a:lnTo>
                <a:lnTo>
                  <a:pt x="1768351" y="83053"/>
                </a:lnTo>
                <a:lnTo>
                  <a:pt x="1768106" y="82838"/>
                </a:lnTo>
                <a:lnTo>
                  <a:pt x="1767865" y="82614"/>
                </a:lnTo>
                <a:lnTo>
                  <a:pt x="1767633" y="82382"/>
                </a:lnTo>
                <a:lnTo>
                  <a:pt x="1767410" y="82148"/>
                </a:lnTo>
                <a:lnTo>
                  <a:pt x="1767198" y="81909"/>
                </a:lnTo>
                <a:lnTo>
                  <a:pt x="1766995" y="81668"/>
                </a:lnTo>
                <a:lnTo>
                  <a:pt x="1766802" y="81422"/>
                </a:lnTo>
                <a:lnTo>
                  <a:pt x="1766619" y="81173"/>
                </a:lnTo>
                <a:lnTo>
                  <a:pt x="1766446" y="80921"/>
                </a:lnTo>
                <a:lnTo>
                  <a:pt x="1766282" y="80665"/>
                </a:lnTo>
                <a:lnTo>
                  <a:pt x="1766129" y="80405"/>
                </a:lnTo>
                <a:lnTo>
                  <a:pt x="1765985" y="80142"/>
                </a:lnTo>
                <a:lnTo>
                  <a:pt x="1765852" y="79875"/>
                </a:lnTo>
                <a:lnTo>
                  <a:pt x="1765728" y="79605"/>
                </a:lnTo>
                <a:lnTo>
                  <a:pt x="1765614" y="79331"/>
                </a:lnTo>
                <a:lnTo>
                  <a:pt x="1765510" y="79054"/>
                </a:lnTo>
                <a:lnTo>
                  <a:pt x="1765416" y="78773"/>
                </a:lnTo>
                <a:lnTo>
                  <a:pt x="1765332" y="78488"/>
                </a:lnTo>
                <a:lnTo>
                  <a:pt x="1765258" y="78200"/>
                </a:lnTo>
                <a:lnTo>
                  <a:pt x="1765194" y="77909"/>
                </a:lnTo>
                <a:lnTo>
                  <a:pt x="1765139" y="77613"/>
                </a:lnTo>
                <a:lnTo>
                  <a:pt x="1765095" y="77315"/>
                </a:lnTo>
                <a:lnTo>
                  <a:pt x="1765060" y="77012"/>
                </a:lnTo>
                <a:lnTo>
                  <a:pt x="1765035" y="76707"/>
                </a:lnTo>
                <a:lnTo>
                  <a:pt x="1765021" y="76397"/>
                </a:lnTo>
                <a:lnTo>
                  <a:pt x="1765016" y="76084"/>
                </a:lnTo>
                <a:lnTo>
                  <a:pt x="1765022" y="75767"/>
                </a:lnTo>
                <a:lnTo>
                  <a:pt x="1765040" y="75454"/>
                </a:lnTo>
                <a:lnTo>
                  <a:pt x="1765071" y="75145"/>
                </a:lnTo>
                <a:lnTo>
                  <a:pt x="1765115" y="74842"/>
                </a:lnTo>
                <a:lnTo>
                  <a:pt x="1765170" y="74543"/>
                </a:lnTo>
                <a:lnTo>
                  <a:pt x="1765238" y="74248"/>
                </a:lnTo>
                <a:lnTo>
                  <a:pt x="1765319" y="73959"/>
                </a:lnTo>
                <a:lnTo>
                  <a:pt x="1765411" y="73674"/>
                </a:lnTo>
                <a:lnTo>
                  <a:pt x="1765517" y="73394"/>
                </a:lnTo>
                <a:lnTo>
                  <a:pt x="1765634" y="73118"/>
                </a:lnTo>
                <a:lnTo>
                  <a:pt x="1765764" y="72847"/>
                </a:lnTo>
                <a:lnTo>
                  <a:pt x="1765906" y="72581"/>
                </a:lnTo>
                <a:lnTo>
                  <a:pt x="1766061" y="72319"/>
                </a:lnTo>
                <a:lnTo>
                  <a:pt x="1766228" y="72062"/>
                </a:lnTo>
                <a:lnTo>
                  <a:pt x="1766407" y="71810"/>
                </a:lnTo>
                <a:lnTo>
                  <a:pt x="1766599" y="71562"/>
                </a:lnTo>
                <a:lnTo>
                  <a:pt x="1766803" y="71319"/>
                </a:lnTo>
                <a:lnTo>
                  <a:pt x="1767019" y="71081"/>
                </a:lnTo>
                <a:lnTo>
                  <a:pt x="1767248" y="70847"/>
                </a:lnTo>
                <a:lnTo>
                  <a:pt x="1767489" y="70618"/>
                </a:lnTo>
                <a:lnTo>
                  <a:pt x="1767743" y="70394"/>
                </a:lnTo>
                <a:lnTo>
                  <a:pt x="1768009" y="70174"/>
                </a:lnTo>
                <a:lnTo>
                  <a:pt x="1768287" y="69959"/>
                </a:lnTo>
                <a:lnTo>
                  <a:pt x="1768578" y="69749"/>
                </a:lnTo>
                <a:lnTo>
                  <a:pt x="1768781" y="69621"/>
                </a:lnTo>
                <a:lnTo>
                  <a:pt x="1769003" y="69493"/>
                </a:lnTo>
                <a:lnTo>
                  <a:pt x="1769243" y="69364"/>
                </a:lnTo>
                <a:lnTo>
                  <a:pt x="1769501" y="69235"/>
                </a:lnTo>
                <a:lnTo>
                  <a:pt x="1769777" y="69106"/>
                </a:lnTo>
                <a:lnTo>
                  <a:pt x="1770072" y="68977"/>
                </a:lnTo>
                <a:lnTo>
                  <a:pt x="1770384" y="68848"/>
                </a:lnTo>
                <a:lnTo>
                  <a:pt x="1770715" y="68718"/>
                </a:lnTo>
                <a:lnTo>
                  <a:pt x="1771064" y="68588"/>
                </a:lnTo>
                <a:lnTo>
                  <a:pt x="1771432" y="68458"/>
                </a:lnTo>
                <a:lnTo>
                  <a:pt x="1771817" y="68328"/>
                </a:lnTo>
                <a:lnTo>
                  <a:pt x="1772221" y="68197"/>
                </a:lnTo>
                <a:lnTo>
                  <a:pt x="1772643" y="68066"/>
                </a:lnTo>
                <a:lnTo>
                  <a:pt x="1773083" y="67935"/>
                </a:lnTo>
                <a:lnTo>
                  <a:pt x="1773542" y="67804"/>
                </a:lnTo>
                <a:lnTo>
                  <a:pt x="1774018" y="67673"/>
                </a:lnTo>
                <a:lnTo>
                  <a:pt x="1774513" y="67541"/>
                </a:lnTo>
                <a:lnTo>
                  <a:pt x="1775026" y="67409"/>
                </a:lnTo>
                <a:lnTo>
                  <a:pt x="1775558" y="67277"/>
                </a:lnTo>
                <a:lnTo>
                  <a:pt x="1776107" y="67145"/>
                </a:lnTo>
                <a:lnTo>
                  <a:pt x="1776675" y="67013"/>
                </a:lnTo>
                <a:lnTo>
                  <a:pt x="1777261" y="66880"/>
                </a:lnTo>
                <a:lnTo>
                  <a:pt x="1777865" y="66747"/>
                </a:lnTo>
                <a:lnTo>
                  <a:pt x="1778487" y="66614"/>
                </a:lnTo>
                <a:lnTo>
                  <a:pt x="1779112" y="66481"/>
                </a:lnTo>
                <a:lnTo>
                  <a:pt x="1779722" y="66350"/>
                </a:lnTo>
                <a:lnTo>
                  <a:pt x="1780318" y="66221"/>
                </a:lnTo>
                <a:lnTo>
                  <a:pt x="1780900" y="66093"/>
                </a:lnTo>
                <a:lnTo>
                  <a:pt x="1781468" y="65966"/>
                </a:lnTo>
                <a:lnTo>
                  <a:pt x="1782021" y="65841"/>
                </a:lnTo>
                <a:lnTo>
                  <a:pt x="1782561" y="65718"/>
                </a:lnTo>
                <a:lnTo>
                  <a:pt x="1783086" y="65596"/>
                </a:lnTo>
                <a:lnTo>
                  <a:pt x="1783597" y="65476"/>
                </a:lnTo>
                <a:lnTo>
                  <a:pt x="1784094" y="65358"/>
                </a:lnTo>
                <a:lnTo>
                  <a:pt x="1784577" y="65241"/>
                </a:lnTo>
                <a:lnTo>
                  <a:pt x="1785045" y="65125"/>
                </a:lnTo>
                <a:lnTo>
                  <a:pt x="1785500" y="65011"/>
                </a:lnTo>
                <a:lnTo>
                  <a:pt x="1785940" y="64899"/>
                </a:lnTo>
                <a:lnTo>
                  <a:pt x="1786366" y="64788"/>
                </a:lnTo>
                <a:lnTo>
                  <a:pt x="1786778" y="64679"/>
                </a:lnTo>
                <a:lnTo>
                  <a:pt x="1787175" y="64571"/>
                </a:lnTo>
                <a:lnTo>
                  <a:pt x="1787559" y="64465"/>
                </a:lnTo>
                <a:lnTo>
                  <a:pt x="1787928" y="64361"/>
                </a:lnTo>
                <a:lnTo>
                  <a:pt x="1788284" y="64258"/>
                </a:lnTo>
                <a:lnTo>
                  <a:pt x="1788625" y="64156"/>
                </a:lnTo>
                <a:lnTo>
                  <a:pt x="1788952" y="64056"/>
                </a:lnTo>
                <a:lnTo>
                  <a:pt x="1789264" y="63958"/>
                </a:lnTo>
                <a:lnTo>
                  <a:pt x="1789563" y="63861"/>
                </a:lnTo>
                <a:lnTo>
                  <a:pt x="1789563" y="67446"/>
                </a:lnTo>
                <a:lnTo>
                  <a:pt x="1789562" y="67977"/>
                </a:lnTo>
                <a:lnTo>
                  <a:pt x="1789558" y="68494"/>
                </a:lnTo>
                <a:lnTo>
                  <a:pt x="1789552" y="68996"/>
                </a:lnTo>
                <a:lnTo>
                  <a:pt x="1789543" y="69484"/>
                </a:lnTo>
                <a:close/>
                <a:moveTo>
                  <a:pt x="1883804" y="43819"/>
                </a:moveTo>
                <a:lnTo>
                  <a:pt x="1883454" y="43004"/>
                </a:lnTo>
                <a:lnTo>
                  <a:pt x="1883090" y="42209"/>
                </a:lnTo>
                <a:lnTo>
                  <a:pt x="1882711" y="41434"/>
                </a:lnTo>
                <a:lnTo>
                  <a:pt x="1882318" y="40678"/>
                </a:lnTo>
                <a:lnTo>
                  <a:pt x="1881910" y="39942"/>
                </a:lnTo>
                <a:lnTo>
                  <a:pt x="1881488" y="39226"/>
                </a:lnTo>
                <a:lnTo>
                  <a:pt x="1881051" y="38529"/>
                </a:lnTo>
                <a:lnTo>
                  <a:pt x="1880600" y="37852"/>
                </a:lnTo>
                <a:lnTo>
                  <a:pt x="1880135" y="37195"/>
                </a:lnTo>
                <a:lnTo>
                  <a:pt x="1879654" y="36557"/>
                </a:lnTo>
                <a:lnTo>
                  <a:pt x="1879160" y="35939"/>
                </a:lnTo>
                <a:lnTo>
                  <a:pt x="1878650" y="35341"/>
                </a:lnTo>
                <a:lnTo>
                  <a:pt x="1878127" y="34762"/>
                </a:lnTo>
                <a:lnTo>
                  <a:pt x="1877589" y="34203"/>
                </a:lnTo>
                <a:lnTo>
                  <a:pt x="1877036" y="33664"/>
                </a:lnTo>
                <a:lnTo>
                  <a:pt x="1876469" y="33145"/>
                </a:lnTo>
                <a:lnTo>
                  <a:pt x="1875887" y="32645"/>
                </a:lnTo>
                <a:lnTo>
                  <a:pt x="1875291" y="32164"/>
                </a:lnTo>
                <a:lnTo>
                  <a:pt x="1874680" y="31704"/>
                </a:lnTo>
                <a:lnTo>
                  <a:pt x="1874053" y="31263"/>
                </a:lnTo>
                <a:lnTo>
                  <a:pt x="1873408" y="30840"/>
                </a:lnTo>
                <a:lnTo>
                  <a:pt x="1872745" y="30436"/>
                </a:lnTo>
                <a:lnTo>
                  <a:pt x="1872065" y="30051"/>
                </a:lnTo>
                <a:lnTo>
                  <a:pt x="1871366" y="29685"/>
                </a:lnTo>
                <a:lnTo>
                  <a:pt x="1870650" y="29338"/>
                </a:lnTo>
                <a:lnTo>
                  <a:pt x="1869916" y="29009"/>
                </a:lnTo>
                <a:lnTo>
                  <a:pt x="1869164" y="28699"/>
                </a:lnTo>
                <a:lnTo>
                  <a:pt x="1868394" y="28408"/>
                </a:lnTo>
                <a:lnTo>
                  <a:pt x="1867606" y="28136"/>
                </a:lnTo>
                <a:lnTo>
                  <a:pt x="1866800" y="27883"/>
                </a:lnTo>
                <a:lnTo>
                  <a:pt x="1865977" y="27648"/>
                </a:lnTo>
                <a:lnTo>
                  <a:pt x="1865135" y="27432"/>
                </a:lnTo>
                <a:lnTo>
                  <a:pt x="1864276" y="27235"/>
                </a:lnTo>
                <a:lnTo>
                  <a:pt x="1863399" y="27056"/>
                </a:lnTo>
                <a:lnTo>
                  <a:pt x="1862504" y="26897"/>
                </a:lnTo>
                <a:lnTo>
                  <a:pt x="1861591" y="26756"/>
                </a:lnTo>
                <a:lnTo>
                  <a:pt x="1860660" y="26634"/>
                </a:lnTo>
                <a:lnTo>
                  <a:pt x="1859711" y="26531"/>
                </a:lnTo>
                <a:lnTo>
                  <a:pt x="1858744" y="26446"/>
                </a:lnTo>
                <a:lnTo>
                  <a:pt x="1857760" y="26380"/>
                </a:lnTo>
                <a:lnTo>
                  <a:pt x="1856757" y="26333"/>
                </a:lnTo>
                <a:lnTo>
                  <a:pt x="1855737" y="26305"/>
                </a:lnTo>
                <a:lnTo>
                  <a:pt x="1854699" y="26296"/>
                </a:lnTo>
                <a:lnTo>
                  <a:pt x="1853431" y="26312"/>
                </a:lnTo>
                <a:lnTo>
                  <a:pt x="1852185" y="26362"/>
                </a:lnTo>
                <a:lnTo>
                  <a:pt x="1850961" y="26444"/>
                </a:lnTo>
                <a:lnTo>
                  <a:pt x="1849759" y="26559"/>
                </a:lnTo>
                <a:lnTo>
                  <a:pt x="1848579" y="26708"/>
                </a:lnTo>
                <a:lnTo>
                  <a:pt x="1847421" y="26889"/>
                </a:lnTo>
                <a:lnTo>
                  <a:pt x="1846285" y="27103"/>
                </a:lnTo>
                <a:lnTo>
                  <a:pt x="1845171" y="27350"/>
                </a:lnTo>
                <a:lnTo>
                  <a:pt x="1844079" y="27630"/>
                </a:lnTo>
                <a:lnTo>
                  <a:pt x="1843009" y="27943"/>
                </a:lnTo>
                <a:lnTo>
                  <a:pt x="1841961" y="28289"/>
                </a:lnTo>
                <a:lnTo>
                  <a:pt x="1840936" y="28668"/>
                </a:lnTo>
                <a:lnTo>
                  <a:pt x="1839932" y="29080"/>
                </a:lnTo>
                <a:lnTo>
                  <a:pt x="1838950" y="29525"/>
                </a:lnTo>
                <a:lnTo>
                  <a:pt x="1837991" y="30002"/>
                </a:lnTo>
                <a:lnTo>
                  <a:pt x="1837053" y="30513"/>
                </a:lnTo>
                <a:lnTo>
                  <a:pt x="1836138" y="31057"/>
                </a:lnTo>
                <a:lnTo>
                  <a:pt x="1835244" y="31633"/>
                </a:lnTo>
                <a:lnTo>
                  <a:pt x="1834373" y="32243"/>
                </a:lnTo>
                <a:lnTo>
                  <a:pt x="1833523" y="32885"/>
                </a:lnTo>
                <a:lnTo>
                  <a:pt x="1832696" y="33560"/>
                </a:lnTo>
                <a:lnTo>
                  <a:pt x="1831891" y="34269"/>
                </a:lnTo>
                <a:lnTo>
                  <a:pt x="1831107" y="35010"/>
                </a:lnTo>
                <a:lnTo>
                  <a:pt x="1830346" y="35784"/>
                </a:lnTo>
                <a:lnTo>
                  <a:pt x="1829612" y="36588"/>
                </a:lnTo>
                <a:lnTo>
                  <a:pt x="1828908" y="37418"/>
                </a:lnTo>
                <a:lnTo>
                  <a:pt x="1828236" y="38274"/>
                </a:lnTo>
                <a:lnTo>
                  <a:pt x="1827595" y="39157"/>
                </a:lnTo>
                <a:lnTo>
                  <a:pt x="1826986" y="40065"/>
                </a:lnTo>
                <a:lnTo>
                  <a:pt x="1826408" y="41000"/>
                </a:lnTo>
                <a:lnTo>
                  <a:pt x="1825860" y="41961"/>
                </a:lnTo>
                <a:lnTo>
                  <a:pt x="1825345" y="42948"/>
                </a:lnTo>
                <a:lnTo>
                  <a:pt x="1824860" y="43962"/>
                </a:lnTo>
                <a:lnTo>
                  <a:pt x="1824407" y="45001"/>
                </a:lnTo>
                <a:lnTo>
                  <a:pt x="1823985" y="46067"/>
                </a:lnTo>
                <a:lnTo>
                  <a:pt x="1823594" y="47159"/>
                </a:lnTo>
                <a:lnTo>
                  <a:pt x="1823235" y="48277"/>
                </a:lnTo>
                <a:lnTo>
                  <a:pt x="1822906" y="49422"/>
                </a:lnTo>
                <a:lnTo>
                  <a:pt x="1822609" y="50592"/>
                </a:lnTo>
                <a:lnTo>
                  <a:pt x="1822344" y="51789"/>
                </a:lnTo>
                <a:lnTo>
                  <a:pt x="1822109" y="53012"/>
                </a:lnTo>
                <a:lnTo>
                  <a:pt x="1821906" y="54261"/>
                </a:lnTo>
                <a:lnTo>
                  <a:pt x="1821734" y="55537"/>
                </a:lnTo>
                <a:lnTo>
                  <a:pt x="1821594" y="56838"/>
                </a:lnTo>
                <a:lnTo>
                  <a:pt x="1821484" y="58166"/>
                </a:lnTo>
                <a:lnTo>
                  <a:pt x="1821406" y="59520"/>
                </a:lnTo>
                <a:lnTo>
                  <a:pt x="1821359" y="60900"/>
                </a:lnTo>
                <a:lnTo>
                  <a:pt x="1821343" y="62307"/>
                </a:lnTo>
                <a:lnTo>
                  <a:pt x="1821359" y="63697"/>
                </a:lnTo>
                <a:lnTo>
                  <a:pt x="1821406" y="65063"/>
                </a:lnTo>
                <a:lnTo>
                  <a:pt x="1821484" y="66402"/>
                </a:lnTo>
                <a:lnTo>
                  <a:pt x="1821593" y="67717"/>
                </a:lnTo>
                <a:lnTo>
                  <a:pt x="1821733" y="69006"/>
                </a:lnTo>
                <a:lnTo>
                  <a:pt x="1821904" y="70269"/>
                </a:lnTo>
                <a:lnTo>
                  <a:pt x="1822107" y="71507"/>
                </a:lnTo>
                <a:lnTo>
                  <a:pt x="1822340" y="72720"/>
                </a:lnTo>
                <a:lnTo>
                  <a:pt x="1822605" y="73907"/>
                </a:lnTo>
                <a:lnTo>
                  <a:pt x="1822901" y="75069"/>
                </a:lnTo>
                <a:lnTo>
                  <a:pt x="1823228" y="76206"/>
                </a:lnTo>
                <a:lnTo>
                  <a:pt x="1823586" y="77317"/>
                </a:lnTo>
                <a:lnTo>
                  <a:pt x="1823975" y="78402"/>
                </a:lnTo>
                <a:lnTo>
                  <a:pt x="1824396" y="79463"/>
                </a:lnTo>
                <a:lnTo>
                  <a:pt x="1824848" y="80498"/>
                </a:lnTo>
                <a:lnTo>
                  <a:pt x="1825330" y="81507"/>
                </a:lnTo>
                <a:lnTo>
                  <a:pt x="1825844" y="82491"/>
                </a:lnTo>
                <a:lnTo>
                  <a:pt x="1826389" y="83450"/>
                </a:lnTo>
                <a:lnTo>
                  <a:pt x="1826966" y="84383"/>
                </a:lnTo>
                <a:lnTo>
                  <a:pt x="1827573" y="85290"/>
                </a:lnTo>
                <a:lnTo>
                  <a:pt x="1828211" y="86173"/>
                </a:lnTo>
                <a:lnTo>
                  <a:pt x="1828881" y="87030"/>
                </a:lnTo>
                <a:lnTo>
                  <a:pt x="1829582" y="87861"/>
                </a:lnTo>
                <a:lnTo>
                  <a:pt x="1830314" y="88667"/>
                </a:lnTo>
                <a:lnTo>
                  <a:pt x="1831072" y="89444"/>
                </a:lnTo>
                <a:lnTo>
                  <a:pt x="1831851" y="90188"/>
                </a:lnTo>
                <a:lnTo>
                  <a:pt x="1832652" y="90899"/>
                </a:lnTo>
                <a:lnTo>
                  <a:pt x="1833474" y="91577"/>
                </a:lnTo>
                <a:lnTo>
                  <a:pt x="1834317" y="92221"/>
                </a:lnTo>
                <a:lnTo>
                  <a:pt x="1835182" y="92833"/>
                </a:lnTo>
                <a:lnTo>
                  <a:pt x="1836067" y="93411"/>
                </a:lnTo>
                <a:lnTo>
                  <a:pt x="1836974" y="93957"/>
                </a:lnTo>
                <a:lnTo>
                  <a:pt x="1837902" y="94469"/>
                </a:lnTo>
                <a:lnTo>
                  <a:pt x="1838852" y="94949"/>
                </a:lnTo>
                <a:lnTo>
                  <a:pt x="1839822" y="95395"/>
                </a:lnTo>
                <a:lnTo>
                  <a:pt x="1840814" y="95808"/>
                </a:lnTo>
                <a:lnTo>
                  <a:pt x="1841828" y="96188"/>
                </a:lnTo>
                <a:lnTo>
                  <a:pt x="1842862" y="96535"/>
                </a:lnTo>
                <a:lnTo>
                  <a:pt x="1843918" y="96849"/>
                </a:lnTo>
                <a:lnTo>
                  <a:pt x="1844995" y="97130"/>
                </a:lnTo>
                <a:lnTo>
                  <a:pt x="1846093" y="97378"/>
                </a:lnTo>
                <a:lnTo>
                  <a:pt x="1847212" y="97593"/>
                </a:lnTo>
                <a:lnTo>
                  <a:pt x="1848353" y="97775"/>
                </a:lnTo>
                <a:lnTo>
                  <a:pt x="1849515" y="97924"/>
                </a:lnTo>
                <a:lnTo>
                  <a:pt x="1850698" y="98040"/>
                </a:lnTo>
                <a:lnTo>
                  <a:pt x="1851902" y="98122"/>
                </a:lnTo>
                <a:lnTo>
                  <a:pt x="1853128" y="98172"/>
                </a:lnTo>
                <a:lnTo>
                  <a:pt x="1854375" y="98188"/>
                </a:lnTo>
                <a:lnTo>
                  <a:pt x="1855472" y="98177"/>
                </a:lnTo>
                <a:lnTo>
                  <a:pt x="1856551" y="98145"/>
                </a:lnTo>
                <a:lnTo>
                  <a:pt x="1857610" y="98090"/>
                </a:lnTo>
                <a:lnTo>
                  <a:pt x="1858652" y="98014"/>
                </a:lnTo>
                <a:lnTo>
                  <a:pt x="1859674" y="97916"/>
                </a:lnTo>
                <a:lnTo>
                  <a:pt x="1860678" y="97796"/>
                </a:lnTo>
                <a:lnTo>
                  <a:pt x="1861663" y="97654"/>
                </a:lnTo>
                <a:lnTo>
                  <a:pt x="1862629" y="97490"/>
                </a:lnTo>
                <a:lnTo>
                  <a:pt x="1863577" y="97305"/>
                </a:lnTo>
                <a:lnTo>
                  <a:pt x="1864506" y="97098"/>
                </a:lnTo>
                <a:lnTo>
                  <a:pt x="1865417" y="96869"/>
                </a:lnTo>
                <a:lnTo>
                  <a:pt x="1866309" y="96618"/>
                </a:lnTo>
                <a:lnTo>
                  <a:pt x="1867182" y="96345"/>
                </a:lnTo>
                <a:lnTo>
                  <a:pt x="1868036" y="96050"/>
                </a:lnTo>
                <a:lnTo>
                  <a:pt x="1868872" y="95734"/>
                </a:lnTo>
                <a:lnTo>
                  <a:pt x="1869689" y="95396"/>
                </a:lnTo>
                <a:lnTo>
                  <a:pt x="1870488" y="95036"/>
                </a:lnTo>
                <a:lnTo>
                  <a:pt x="1871267" y="94654"/>
                </a:lnTo>
                <a:lnTo>
                  <a:pt x="1872029" y="94251"/>
                </a:lnTo>
                <a:lnTo>
                  <a:pt x="1872771" y="93825"/>
                </a:lnTo>
                <a:lnTo>
                  <a:pt x="1873495" y="93378"/>
                </a:lnTo>
                <a:lnTo>
                  <a:pt x="1874200" y="92909"/>
                </a:lnTo>
                <a:lnTo>
                  <a:pt x="1874886" y="92418"/>
                </a:lnTo>
                <a:lnTo>
                  <a:pt x="1875554" y="91906"/>
                </a:lnTo>
                <a:lnTo>
                  <a:pt x="1876204" y="91372"/>
                </a:lnTo>
                <a:lnTo>
                  <a:pt x="1876836" y="90817"/>
                </a:lnTo>
                <a:lnTo>
                  <a:pt x="1877450" y="90241"/>
                </a:lnTo>
                <a:lnTo>
                  <a:pt x="1878046" y="89644"/>
                </a:lnTo>
                <a:lnTo>
                  <a:pt x="1878625" y="89027"/>
                </a:lnTo>
                <a:lnTo>
                  <a:pt x="1879185" y="88388"/>
                </a:lnTo>
                <a:lnTo>
                  <a:pt x="1879728" y="87729"/>
                </a:lnTo>
                <a:lnTo>
                  <a:pt x="1880254" y="87048"/>
                </a:lnTo>
                <a:lnTo>
                  <a:pt x="1880761" y="86347"/>
                </a:lnTo>
                <a:lnTo>
                  <a:pt x="1881251" y="85625"/>
                </a:lnTo>
                <a:lnTo>
                  <a:pt x="1881723" y="84881"/>
                </a:lnTo>
                <a:lnTo>
                  <a:pt x="1882177" y="84117"/>
                </a:lnTo>
                <a:lnTo>
                  <a:pt x="1882613" y="83332"/>
                </a:lnTo>
                <a:lnTo>
                  <a:pt x="1883032" y="82527"/>
                </a:lnTo>
                <a:lnTo>
                  <a:pt x="1883433" y="81700"/>
                </a:lnTo>
                <a:lnTo>
                  <a:pt x="1883816" y="80852"/>
                </a:lnTo>
                <a:lnTo>
                  <a:pt x="1884181" y="79983"/>
                </a:lnTo>
                <a:lnTo>
                  <a:pt x="1884529" y="79094"/>
                </a:lnTo>
                <a:lnTo>
                  <a:pt x="1884858" y="78183"/>
                </a:lnTo>
                <a:lnTo>
                  <a:pt x="1885171" y="77252"/>
                </a:lnTo>
                <a:lnTo>
                  <a:pt x="1885465" y="76300"/>
                </a:lnTo>
                <a:lnTo>
                  <a:pt x="1885741" y="75327"/>
                </a:lnTo>
                <a:lnTo>
                  <a:pt x="1886000" y="74332"/>
                </a:lnTo>
                <a:lnTo>
                  <a:pt x="1886241" y="73317"/>
                </a:lnTo>
                <a:lnTo>
                  <a:pt x="1868365" y="70209"/>
                </a:lnTo>
                <a:lnTo>
                  <a:pt x="1868248" y="70800"/>
                </a:lnTo>
                <a:lnTo>
                  <a:pt x="1868125" y="71377"/>
                </a:lnTo>
                <a:lnTo>
                  <a:pt x="1867995" y="71940"/>
                </a:lnTo>
                <a:lnTo>
                  <a:pt x="1867858" y="72487"/>
                </a:lnTo>
                <a:lnTo>
                  <a:pt x="1867714" y="73020"/>
                </a:lnTo>
                <a:lnTo>
                  <a:pt x="1867564" y="73538"/>
                </a:lnTo>
                <a:lnTo>
                  <a:pt x="1867406" y="74041"/>
                </a:lnTo>
                <a:lnTo>
                  <a:pt x="1867242" y="74530"/>
                </a:lnTo>
                <a:lnTo>
                  <a:pt x="1867072" y="75004"/>
                </a:lnTo>
                <a:lnTo>
                  <a:pt x="1866894" y="75463"/>
                </a:lnTo>
                <a:lnTo>
                  <a:pt x="1866710" y="75907"/>
                </a:lnTo>
                <a:lnTo>
                  <a:pt x="1866519" y="76337"/>
                </a:lnTo>
                <a:lnTo>
                  <a:pt x="1866321" y="76752"/>
                </a:lnTo>
                <a:lnTo>
                  <a:pt x="1866117" y="77152"/>
                </a:lnTo>
                <a:lnTo>
                  <a:pt x="1865906" y="77538"/>
                </a:lnTo>
                <a:lnTo>
                  <a:pt x="1865688" y="77909"/>
                </a:lnTo>
                <a:lnTo>
                  <a:pt x="1865463" y="78265"/>
                </a:lnTo>
                <a:lnTo>
                  <a:pt x="1865232" y="78606"/>
                </a:lnTo>
                <a:lnTo>
                  <a:pt x="1864994" y="78933"/>
                </a:lnTo>
                <a:lnTo>
                  <a:pt x="1864749" y="79245"/>
                </a:lnTo>
                <a:lnTo>
                  <a:pt x="1864497" y="79542"/>
                </a:lnTo>
                <a:lnTo>
                  <a:pt x="1864239" y="79824"/>
                </a:lnTo>
                <a:lnTo>
                  <a:pt x="1863974" y="80092"/>
                </a:lnTo>
                <a:lnTo>
                  <a:pt x="1863702" y="80345"/>
                </a:lnTo>
                <a:lnTo>
                  <a:pt x="1863423" y="80585"/>
                </a:lnTo>
                <a:lnTo>
                  <a:pt x="1863138" y="80815"/>
                </a:lnTo>
                <a:lnTo>
                  <a:pt x="1862847" y="81035"/>
                </a:lnTo>
                <a:lnTo>
                  <a:pt x="1862548" y="81245"/>
                </a:lnTo>
                <a:lnTo>
                  <a:pt x="1862244" y="81445"/>
                </a:lnTo>
                <a:lnTo>
                  <a:pt x="1861933" y="81634"/>
                </a:lnTo>
                <a:lnTo>
                  <a:pt x="1861615" y="81813"/>
                </a:lnTo>
                <a:lnTo>
                  <a:pt x="1861291" y="81982"/>
                </a:lnTo>
                <a:lnTo>
                  <a:pt x="1860960" y="82140"/>
                </a:lnTo>
                <a:lnTo>
                  <a:pt x="1860623" y="82289"/>
                </a:lnTo>
                <a:lnTo>
                  <a:pt x="1860279" y="82427"/>
                </a:lnTo>
                <a:lnTo>
                  <a:pt x="1859929" y="82555"/>
                </a:lnTo>
                <a:lnTo>
                  <a:pt x="1859572" y="82673"/>
                </a:lnTo>
                <a:lnTo>
                  <a:pt x="1859209" y="82780"/>
                </a:lnTo>
                <a:lnTo>
                  <a:pt x="1858839" y="82877"/>
                </a:lnTo>
                <a:lnTo>
                  <a:pt x="1858463" y="82964"/>
                </a:lnTo>
                <a:lnTo>
                  <a:pt x="1858080" y="83041"/>
                </a:lnTo>
                <a:lnTo>
                  <a:pt x="1857690" y="83107"/>
                </a:lnTo>
                <a:lnTo>
                  <a:pt x="1857295" y="83164"/>
                </a:lnTo>
                <a:lnTo>
                  <a:pt x="1856892" y="83210"/>
                </a:lnTo>
                <a:lnTo>
                  <a:pt x="1856483" y="83246"/>
                </a:lnTo>
                <a:lnTo>
                  <a:pt x="1856068" y="83271"/>
                </a:lnTo>
                <a:lnTo>
                  <a:pt x="1855646" y="83287"/>
                </a:lnTo>
                <a:lnTo>
                  <a:pt x="1855217" y="83292"/>
                </a:lnTo>
                <a:lnTo>
                  <a:pt x="1854644" y="83283"/>
                </a:lnTo>
                <a:lnTo>
                  <a:pt x="1854082" y="83257"/>
                </a:lnTo>
                <a:lnTo>
                  <a:pt x="1853529" y="83213"/>
                </a:lnTo>
                <a:lnTo>
                  <a:pt x="1852985" y="83152"/>
                </a:lnTo>
                <a:lnTo>
                  <a:pt x="1852452" y="83073"/>
                </a:lnTo>
                <a:lnTo>
                  <a:pt x="1851928" y="82977"/>
                </a:lnTo>
                <a:lnTo>
                  <a:pt x="1851414" y="82863"/>
                </a:lnTo>
                <a:lnTo>
                  <a:pt x="1850910" y="82732"/>
                </a:lnTo>
                <a:lnTo>
                  <a:pt x="1850416" y="82583"/>
                </a:lnTo>
                <a:lnTo>
                  <a:pt x="1849931" y="82417"/>
                </a:lnTo>
                <a:lnTo>
                  <a:pt x="1849456" y="82234"/>
                </a:lnTo>
                <a:lnTo>
                  <a:pt x="1848991" y="82033"/>
                </a:lnTo>
                <a:lnTo>
                  <a:pt x="1848536" y="81814"/>
                </a:lnTo>
                <a:lnTo>
                  <a:pt x="1848091" y="81578"/>
                </a:lnTo>
                <a:lnTo>
                  <a:pt x="1847655" y="81325"/>
                </a:lnTo>
                <a:lnTo>
                  <a:pt x="1847229" y="81054"/>
                </a:lnTo>
                <a:lnTo>
                  <a:pt x="1846813" y="80765"/>
                </a:lnTo>
                <a:lnTo>
                  <a:pt x="1846407" y="80459"/>
                </a:lnTo>
                <a:lnTo>
                  <a:pt x="1846010" y="80136"/>
                </a:lnTo>
                <a:lnTo>
                  <a:pt x="1845623" y="79795"/>
                </a:lnTo>
                <a:lnTo>
                  <a:pt x="1845246" y="79436"/>
                </a:lnTo>
                <a:lnTo>
                  <a:pt x="1844879" y="79060"/>
                </a:lnTo>
                <a:lnTo>
                  <a:pt x="1844522" y="78667"/>
                </a:lnTo>
                <a:lnTo>
                  <a:pt x="1844174" y="78256"/>
                </a:lnTo>
                <a:lnTo>
                  <a:pt x="1843839" y="77824"/>
                </a:lnTo>
                <a:lnTo>
                  <a:pt x="1843517" y="77367"/>
                </a:lnTo>
                <a:lnTo>
                  <a:pt x="1843210" y="76885"/>
                </a:lnTo>
                <a:lnTo>
                  <a:pt x="1842917" y="76378"/>
                </a:lnTo>
                <a:lnTo>
                  <a:pt x="1842639" y="75846"/>
                </a:lnTo>
                <a:lnTo>
                  <a:pt x="1842375" y="75289"/>
                </a:lnTo>
                <a:lnTo>
                  <a:pt x="1842125" y="74708"/>
                </a:lnTo>
                <a:lnTo>
                  <a:pt x="1841889" y="74101"/>
                </a:lnTo>
                <a:lnTo>
                  <a:pt x="1841668" y="73470"/>
                </a:lnTo>
                <a:lnTo>
                  <a:pt x="1841461" y="72814"/>
                </a:lnTo>
                <a:lnTo>
                  <a:pt x="1841268" y="72132"/>
                </a:lnTo>
                <a:lnTo>
                  <a:pt x="1841090" y="71426"/>
                </a:lnTo>
                <a:lnTo>
                  <a:pt x="1840925" y="70696"/>
                </a:lnTo>
                <a:lnTo>
                  <a:pt x="1840775" y="69940"/>
                </a:lnTo>
                <a:lnTo>
                  <a:pt x="1840640" y="69159"/>
                </a:lnTo>
                <a:lnTo>
                  <a:pt x="1840518" y="68354"/>
                </a:lnTo>
                <a:lnTo>
                  <a:pt x="1840411" y="67523"/>
                </a:lnTo>
                <a:lnTo>
                  <a:pt x="1840318" y="66668"/>
                </a:lnTo>
                <a:lnTo>
                  <a:pt x="1840240" y="65788"/>
                </a:lnTo>
                <a:lnTo>
                  <a:pt x="1840176" y="64883"/>
                </a:lnTo>
                <a:lnTo>
                  <a:pt x="1840126" y="63953"/>
                </a:lnTo>
                <a:lnTo>
                  <a:pt x="1840090" y="62998"/>
                </a:lnTo>
                <a:lnTo>
                  <a:pt x="1840069" y="62018"/>
                </a:lnTo>
                <a:lnTo>
                  <a:pt x="1840061" y="61013"/>
                </a:lnTo>
                <a:lnTo>
                  <a:pt x="1840068" y="60110"/>
                </a:lnTo>
                <a:lnTo>
                  <a:pt x="1840090" y="59228"/>
                </a:lnTo>
                <a:lnTo>
                  <a:pt x="1840125" y="58368"/>
                </a:lnTo>
                <a:lnTo>
                  <a:pt x="1840174" y="57530"/>
                </a:lnTo>
                <a:lnTo>
                  <a:pt x="1840237" y="56713"/>
                </a:lnTo>
                <a:lnTo>
                  <a:pt x="1840314" y="55919"/>
                </a:lnTo>
                <a:lnTo>
                  <a:pt x="1840406" y="55146"/>
                </a:lnTo>
                <a:lnTo>
                  <a:pt x="1840511" y="54395"/>
                </a:lnTo>
                <a:lnTo>
                  <a:pt x="1840631" y="53667"/>
                </a:lnTo>
                <a:lnTo>
                  <a:pt x="1840764" y="52959"/>
                </a:lnTo>
                <a:lnTo>
                  <a:pt x="1840912" y="52274"/>
                </a:lnTo>
                <a:lnTo>
                  <a:pt x="1841073" y="51611"/>
                </a:lnTo>
                <a:lnTo>
                  <a:pt x="1841249" y="50970"/>
                </a:lnTo>
                <a:lnTo>
                  <a:pt x="1841439" y="50350"/>
                </a:lnTo>
                <a:lnTo>
                  <a:pt x="1841643" y="49752"/>
                </a:lnTo>
                <a:lnTo>
                  <a:pt x="1841861" y="49176"/>
                </a:lnTo>
                <a:lnTo>
                  <a:pt x="1842092" y="48622"/>
                </a:lnTo>
                <a:lnTo>
                  <a:pt x="1842338" y="48090"/>
                </a:lnTo>
                <a:lnTo>
                  <a:pt x="1842598" y="47580"/>
                </a:lnTo>
                <a:lnTo>
                  <a:pt x="1842873" y="47091"/>
                </a:lnTo>
                <a:lnTo>
                  <a:pt x="1843161" y="46625"/>
                </a:lnTo>
                <a:lnTo>
                  <a:pt x="1843463" y="46180"/>
                </a:lnTo>
                <a:lnTo>
                  <a:pt x="1843779" y="45757"/>
                </a:lnTo>
                <a:lnTo>
                  <a:pt x="1844109" y="45356"/>
                </a:lnTo>
                <a:lnTo>
                  <a:pt x="1844452" y="44974"/>
                </a:lnTo>
                <a:lnTo>
                  <a:pt x="1844803" y="44608"/>
                </a:lnTo>
                <a:lnTo>
                  <a:pt x="1845164" y="44259"/>
                </a:lnTo>
                <a:lnTo>
                  <a:pt x="1845535" y="43925"/>
                </a:lnTo>
                <a:lnTo>
                  <a:pt x="1845916" y="43608"/>
                </a:lnTo>
                <a:lnTo>
                  <a:pt x="1846305" y="43308"/>
                </a:lnTo>
                <a:lnTo>
                  <a:pt x="1846705" y="43023"/>
                </a:lnTo>
                <a:lnTo>
                  <a:pt x="1847114" y="42755"/>
                </a:lnTo>
                <a:lnTo>
                  <a:pt x="1847532" y="42503"/>
                </a:lnTo>
                <a:lnTo>
                  <a:pt x="1847961" y="42267"/>
                </a:lnTo>
                <a:lnTo>
                  <a:pt x="1848398" y="42048"/>
                </a:lnTo>
                <a:lnTo>
                  <a:pt x="1848846" y="41845"/>
                </a:lnTo>
                <a:lnTo>
                  <a:pt x="1849302" y="41658"/>
                </a:lnTo>
                <a:lnTo>
                  <a:pt x="1849769" y="41487"/>
                </a:lnTo>
                <a:lnTo>
                  <a:pt x="1850245" y="41333"/>
                </a:lnTo>
                <a:lnTo>
                  <a:pt x="1850730" y="41194"/>
                </a:lnTo>
                <a:lnTo>
                  <a:pt x="1851225" y="41073"/>
                </a:lnTo>
                <a:lnTo>
                  <a:pt x="1851730" y="40967"/>
                </a:lnTo>
                <a:lnTo>
                  <a:pt x="1852244" y="40877"/>
                </a:lnTo>
                <a:lnTo>
                  <a:pt x="1852768" y="40804"/>
                </a:lnTo>
                <a:lnTo>
                  <a:pt x="1853301" y="40747"/>
                </a:lnTo>
                <a:lnTo>
                  <a:pt x="1853844" y="40707"/>
                </a:lnTo>
                <a:lnTo>
                  <a:pt x="1854396" y="40682"/>
                </a:lnTo>
                <a:lnTo>
                  <a:pt x="1854958" y="40674"/>
                </a:lnTo>
                <a:lnTo>
                  <a:pt x="1855381" y="40679"/>
                </a:lnTo>
                <a:lnTo>
                  <a:pt x="1855798" y="40693"/>
                </a:lnTo>
                <a:lnTo>
                  <a:pt x="1856207" y="40717"/>
                </a:lnTo>
                <a:lnTo>
                  <a:pt x="1856611" y="40749"/>
                </a:lnTo>
                <a:lnTo>
                  <a:pt x="1857007" y="40792"/>
                </a:lnTo>
                <a:lnTo>
                  <a:pt x="1857397" y="40843"/>
                </a:lnTo>
                <a:lnTo>
                  <a:pt x="1857780" y="40904"/>
                </a:lnTo>
                <a:lnTo>
                  <a:pt x="1858157" y="40975"/>
                </a:lnTo>
                <a:lnTo>
                  <a:pt x="1858527" y="41055"/>
                </a:lnTo>
                <a:lnTo>
                  <a:pt x="1858890" y="41144"/>
                </a:lnTo>
                <a:lnTo>
                  <a:pt x="1859247" y="41242"/>
                </a:lnTo>
                <a:lnTo>
                  <a:pt x="1859597" y="41350"/>
                </a:lnTo>
                <a:lnTo>
                  <a:pt x="1859941" y="41468"/>
                </a:lnTo>
                <a:lnTo>
                  <a:pt x="1860277" y="41594"/>
                </a:lnTo>
                <a:lnTo>
                  <a:pt x="1860608" y="41731"/>
                </a:lnTo>
                <a:lnTo>
                  <a:pt x="1860931" y="41876"/>
                </a:lnTo>
                <a:lnTo>
                  <a:pt x="1861248" y="42031"/>
                </a:lnTo>
                <a:lnTo>
                  <a:pt x="1861558" y="42195"/>
                </a:lnTo>
                <a:lnTo>
                  <a:pt x="1861862" y="42369"/>
                </a:lnTo>
                <a:lnTo>
                  <a:pt x="1862159" y="42552"/>
                </a:lnTo>
                <a:lnTo>
                  <a:pt x="1862449" y="42745"/>
                </a:lnTo>
                <a:lnTo>
                  <a:pt x="1862733" y="42946"/>
                </a:lnTo>
                <a:lnTo>
                  <a:pt x="1863010" y="43158"/>
                </a:lnTo>
                <a:lnTo>
                  <a:pt x="1863281" y="43378"/>
                </a:lnTo>
                <a:lnTo>
                  <a:pt x="1863544" y="43608"/>
                </a:lnTo>
                <a:lnTo>
                  <a:pt x="1863799" y="43847"/>
                </a:lnTo>
                <a:lnTo>
                  <a:pt x="1864046" y="44096"/>
                </a:lnTo>
                <a:lnTo>
                  <a:pt x="1864286" y="44353"/>
                </a:lnTo>
                <a:lnTo>
                  <a:pt x="1864517" y="44620"/>
                </a:lnTo>
                <a:lnTo>
                  <a:pt x="1864740" y="44895"/>
                </a:lnTo>
                <a:lnTo>
                  <a:pt x="1864955" y="45180"/>
                </a:lnTo>
                <a:lnTo>
                  <a:pt x="1865163" y="45474"/>
                </a:lnTo>
                <a:lnTo>
                  <a:pt x="1865362" y="45778"/>
                </a:lnTo>
                <a:lnTo>
                  <a:pt x="1865553" y="46090"/>
                </a:lnTo>
                <a:lnTo>
                  <a:pt x="1865737" y="46412"/>
                </a:lnTo>
                <a:lnTo>
                  <a:pt x="1865912" y="46742"/>
                </a:lnTo>
                <a:lnTo>
                  <a:pt x="1866079" y="47082"/>
                </a:lnTo>
                <a:lnTo>
                  <a:pt x="1866239" y="47431"/>
                </a:lnTo>
                <a:lnTo>
                  <a:pt x="1866390" y="47789"/>
                </a:lnTo>
                <a:lnTo>
                  <a:pt x="1866534" y="48157"/>
                </a:lnTo>
                <a:lnTo>
                  <a:pt x="1866669" y="48533"/>
                </a:lnTo>
                <a:lnTo>
                  <a:pt x="1866796" y="48919"/>
                </a:lnTo>
                <a:lnTo>
                  <a:pt x="1866916" y="49314"/>
                </a:lnTo>
                <a:lnTo>
                  <a:pt x="1867027" y="49718"/>
                </a:lnTo>
                <a:lnTo>
                  <a:pt x="1867131" y="50131"/>
                </a:lnTo>
                <a:lnTo>
                  <a:pt x="1867226" y="50554"/>
                </a:lnTo>
                <a:lnTo>
                  <a:pt x="1867314" y="50985"/>
                </a:lnTo>
                <a:lnTo>
                  <a:pt x="1867394" y="51426"/>
                </a:lnTo>
                <a:lnTo>
                  <a:pt x="1885334" y="48187"/>
                </a:lnTo>
                <a:lnTo>
                  <a:pt x="1885057" y="47274"/>
                </a:lnTo>
                <a:lnTo>
                  <a:pt x="1884765" y="46381"/>
                </a:lnTo>
                <a:lnTo>
                  <a:pt x="1884459" y="45507"/>
                </a:lnTo>
                <a:lnTo>
                  <a:pt x="1884139" y="44653"/>
                </a:lnTo>
                <a:lnTo>
                  <a:pt x="1883804" y="43819"/>
                </a:lnTo>
                <a:close/>
                <a:moveTo>
                  <a:pt x="1976140" y="66053"/>
                </a:moveTo>
                <a:lnTo>
                  <a:pt x="1976225" y="66972"/>
                </a:lnTo>
                <a:lnTo>
                  <a:pt x="1976326" y="67879"/>
                </a:lnTo>
                <a:lnTo>
                  <a:pt x="1976442" y="68773"/>
                </a:lnTo>
                <a:lnTo>
                  <a:pt x="1976574" y="69654"/>
                </a:lnTo>
                <a:lnTo>
                  <a:pt x="1976722" y="70524"/>
                </a:lnTo>
                <a:lnTo>
                  <a:pt x="1976885" y="71380"/>
                </a:lnTo>
                <a:lnTo>
                  <a:pt x="1977063" y="72224"/>
                </a:lnTo>
                <a:lnTo>
                  <a:pt x="1977257" y="73056"/>
                </a:lnTo>
                <a:lnTo>
                  <a:pt x="1977467" y="73875"/>
                </a:lnTo>
                <a:lnTo>
                  <a:pt x="1977692" y="74682"/>
                </a:lnTo>
                <a:lnTo>
                  <a:pt x="1977932" y="75476"/>
                </a:lnTo>
                <a:lnTo>
                  <a:pt x="1978188" y="76258"/>
                </a:lnTo>
                <a:lnTo>
                  <a:pt x="1978460" y="77027"/>
                </a:lnTo>
                <a:lnTo>
                  <a:pt x="1978747" y="77784"/>
                </a:lnTo>
                <a:lnTo>
                  <a:pt x="1979049" y="78528"/>
                </a:lnTo>
                <a:lnTo>
                  <a:pt x="1979367" y="79260"/>
                </a:lnTo>
                <a:lnTo>
                  <a:pt x="1979701" y="79980"/>
                </a:lnTo>
                <a:lnTo>
                  <a:pt x="1980050" y="80687"/>
                </a:lnTo>
                <a:lnTo>
                  <a:pt x="1980415" y="81381"/>
                </a:lnTo>
                <a:lnTo>
                  <a:pt x="1980794" y="82062"/>
                </a:lnTo>
                <a:lnTo>
                  <a:pt x="1981188" y="82730"/>
                </a:lnTo>
                <a:lnTo>
                  <a:pt x="1981596" y="83383"/>
                </a:lnTo>
                <a:lnTo>
                  <a:pt x="1982019" y="84023"/>
                </a:lnTo>
                <a:lnTo>
                  <a:pt x="1982456" y="84649"/>
                </a:lnTo>
                <a:lnTo>
                  <a:pt x="1982906" y="85261"/>
                </a:lnTo>
                <a:lnTo>
                  <a:pt x="1983372" y="85859"/>
                </a:lnTo>
                <a:lnTo>
                  <a:pt x="1983851" y="86444"/>
                </a:lnTo>
                <a:lnTo>
                  <a:pt x="1984345" y="87014"/>
                </a:lnTo>
                <a:lnTo>
                  <a:pt x="1984853" y="87571"/>
                </a:lnTo>
                <a:lnTo>
                  <a:pt x="1985375" y="88114"/>
                </a:lnTo>
                <a:lnTo>
                  <a:pt x="1985912" y="88643"/>
                </a:lnTo>
                <a:lnTo>
                  <a:pt x="1986463" y="89158"/>
                </a:lnTo>
                <a:lnTo>
                  <a:pt x="1987028" y="89660"/>
                </a:lnTo>
                <a:lnTo>
                  <a:pt x="1987608" y="90147"/>
                </a:lnTo>
                <a:lnTo>
                  <a:pt x="1988201" y="90621"/>
                </a:lnTo>
                <a:lnTo>
                  <a:pt x="1988810" y="91081"/>
                </a:lnTo>
                <a:lnTo>
                  <a:pt x="1989432" y="91527"/>
                </a:lnTo>
                <a:lnTo>
                  <a:pt x="1990068" y="91960"/>
                </a:lnTo>
                <a:lnTo>
                  <a:pt x="1990719" y="92378"/>
                </a:lnTo>
                <a:lnTo>
                  <a:pt x="1991384" y="92783"/>
                </a:lnTo>
                <a:lnTo>
                  <a:pt x="1992064" y="93173"/>
                </a:lnTo>
                <a:lnTo>
                  <a:pt x="1992758" y="93550"/>
                </a:lnTo>
                <a:lnTo>
                  <a:pt x="1993466" y="93914"/>
                </a:lnTo>
                <a:lnTo>
                  <a:pt x="1994182" y="94262"/>
                </a:lnTo>
                <a:lnTo>
                  <a:pt x="1994902" y="94596"/>
                </a:lnTo>
                <a:lnTo>
                  <a:pt x="1995625" y="94915"/>
                </a:lnTo>
                <a:lnTo>
                  <a:pt x="1996351" y="95220"/>
                </a:lnTo>
                <a:lnTo>
                  <a:pt x="1997079" y="95509"/>
                </a:lnTo>
                <a:lnTo>
                  <a:pt x="1997811" y="95784"/>
                </a:lnTo>
                <a:lnTo>
                  <a:pt x="1998546" y="96044"/>
                </a:lnTo>
                <a:lnTo>
                  <a:pt x="1999284" y="96288"/>
                </a:lnTo>
                <a:lnTo>
                  <a:pt x="2000025" y="96518"/>
                </a:lnTo>
                <a:lnTo>
                  <a:pt x="2000769" y="96734"/>
                </a:lnTo>
                <a:lnTo>
                  <a:pt x="2001516" y="96934"/>
                </a:lnTo>
                <a:lnTo>
                  <a:pt x="2002266" y="97120"/>
                </a:lnTo>
                <a:lnTo>
                  <a:pt x="2003019" y="97290"/>
                </a:lnTo>
                <a:lnTo>
                  <a:pt x="2003775" y="97446"/>
                </a:lnTo>
                <a:lnTo>
                  <a:pt x="2004534" y="97587"/>
                </a:lnTo>
                <a:lnTo>
                  <a:pt x="2005297" y="97713"/>
                </a:lnTo>
                <a:lnTo>
                  <a:pt x="2006062" y="97825"/>
                </a:lnTo>
                <a:lnTo>
                  <a:pt x="2006830" y="97921"/>
                </a:lnTo>
                <a:lnTo>
                  <a:pt x="2007601" y="98003"/>
                </a:lnTo>
                <a:lnTo>
                  <a:pt x="2008376" y="98070"/>
                </a:lnTo>
                <a:lnTo>
                  <a:pt x="2009153" y="98121"/>
                </a:lnTo>
                <a:lnTo>
                  <a:pt x="2009934" y="98159"/>
                </a:lnTo>
                <a:lnTo>
                  <a:pt x="2010717" y="98181"/>
                </a:lnTo>
                <a:lnTo>
                  <a:pt x="2011504" y="98188"/>
                </a:lnTo>
                <a:lnTo>
                  <a:pt x="2012768" y="98170"/>
                </a:lnTo>
                <a:lnTo>
                  <a:pt x="2014015" y="98117"/>
                </a:lnTo>
                <a:lnTo>
                  <a:pt x="2015243" y="98028"/>
                </a:lnTo>
                <a:lnTo>
                  <a:pt x="2016454" y="97903"/>
                </a:lnTo>
                <a:lnTo>
                  <a:pt x="2017646" y="97743"/>
                </a:lnTo>
                <a:lnTo>
                  <a:pt x="2018820" y="97547"/>
                </a:lnTo>
                <a:lnTo>
                  <a:pt x="2019976" y="97315"/>
                </a:lnTo>
                <a:lnTo>
                  <a:pt x="2021114" y="97048"/>
                </a:lnTo>
                <a:lnTo>
                  <a:pt x="2022234" y="96745"/>
                </a:lnTo>
                <a:lnTo>
                  <a:pt x="2023336" y="96406"/>
                </a:lnTo>
                <a:lnTo>
                  <a:pt x="2024420" y="96032"/>
                </a:lnTo>
                <a:lnTo>
                  <a:pt x="2025485" y="95622"/>
                </a:lnTo>
                <a:lnTo>
                  <a:pt x="2026533" y="95176"/>
                </a:lnTo>
                <a:lnTo>
                  <a:pt x="2027562" y="94695"/>
                </a:lnTo>
                <a:lnTo>
                  <a:pt x="2028573" y="94178"/>
                </a:lnTo>
                <a:lnTo>
                  <a:pt x="2029567" y="93626"/>
                </a:lnTo>
                <a:lnTo>
                  <a:pt x="2030542" y="93038"/>
                </a:lnTo>
                <a:lnTo>
                  <a:pt x="2031499" y="92414"/>
                </a:lnTo>
                <a:lnTo>
                  <a:pt x="2032438" y="91754"/>
                </a:lnTo>
                <a:lnTo>
                  <a:pt x="2033358" y="91059"/>
                </a:lnTo>
                <a:lnTo>
                  <a:pt x="2034261" y="90329"/>
                </a:lnTo>
                <a:lnTo>
                  <a:pt x="2035145" y="89562"/>
                </a:lnTo>
                <a:lnTo>
                  <a:pt x="2036012" y="88760"/>
                </a:lnTo>
                <a:lnTo>
                  <a:pt x="2036860" y="87923"/>
                </a:lnTo>
                <a:lnTo>
                  <a:pt x="2037682" y="87058"/>
                </a:lnTo>
                <a:lnTo>
                  <a:pt x="2038469" y="86174"/>
                </a:lnTo>
                <a:lnTo>
                  <a:pt x="2039221" y="85273"/>
                </a:lnTo>
                <a:lnTo>
                  <a:pt x="2039938" y="84352"/>
                </a:lnTo>
                <a:lnTo>
                  <a:pt x="2040620" y="83413"/>
                </a:lnTo>
                <a:lnTo>
                  <a:pt x="2041266" y="82456"/>
                </a:lnTo>
                <a:lnTo>
                  <a:pt x="2041878" y="81480"/>
                </a:lnTo>
                <a:lnTo>
                  <a:pt x="2042455" y="80485"/>
                </a:lnTo>
                <a:lnTo>
                  <a:pt x="2042998" y="79472"/>
                </a:lnTo>
                <a:lnTo>
                  <a:pt x="2043505" y="78440"/>
                </a:lnTo>
                <a:lnTo>
                  <a:pt x="2043977" y="77390"/>
                </a:lnTo>
                <a:lnTo>
                  <a:pt x="2044414" y="76321"/>
                </a:lnTo>
                <a:lnTo>
                  <a:pt x="2044816" y="75234"/>
                </a:lnTo>
                <a:lnTo>
                  <a:pt x="2045183" y="74128"/>
                </a:lnTo>
                <a:lnTo>
                  <a:pt x="2045515" y="73003"/>
                </a:lnTo>
                <a:lnTo>
                  <a:pt x="2045813" y="71860"/>
                </a:lnTo>
                <a:lnTo>
                  <a:pt x="2046075" y="70698"/>
                </a:lnTo>
                <a:lnTo>
                  <a:pt x="2046302" y="69518"/>
                </a:lnTo>
                <a:lnTo>
                  <a:pt x="2046495" y="68320"/>
                </a:lnTo>
                <a:lnTo>
                  <a:pt x="2046652" y="67102"/>
                </a:lnTo>
                <a:lnTo>
                  <a:pt x="2046774" y="65867"/>
                </a:lnTo>
                <a:lnTo>
                  <a:pt x="2046862" y="64612"/>
                </a:lnTo>
                <a:lnTo>
                  <a:pt x="2046914" y="63339"/>
                </a:lnTo>
                <a:lnTo>
                  <a:pt x="2046932" y="62048"/>
                </a:lnTo>
                <a:lnTo>
                  <a:pt x="2046914" y="60767"/>
                </a:lnTo>
                <a:lnTo>
                  <a:pt x="2046862" y="59505"/>
                </a:lnTo>
                <a:lnTo>
                  <a:pt x="2046776" y="58261"/>
                </a:lnTo>
                <a:lnTo>
                  <a:pt x="2046655" y="57036"/>
                </a:lnTo>
                <a:lnTo>
                  <a:pt x="2046499" y="55830"/>
                </a:lnTo>
                <a:lnTo>
                  <a:pt x="2046308" y="54642"/>
                </a:lnTo>
                <a:lnTo>
                  <a:pt x="2046083" y="53473"/>
                </a:lnTo>
                <a:lnTo>
                  <a:pt x="2045823" y="52322"/>
                </a:lnTo>
                <a:lnTo>
                  <a:pt x="2045529" y="51189"/>
                </a:lnTo>
                <a:lnTo>
                  <a:pt x="2045200" y="50076"/>
                </a:lnTo>
                <a:lnTo>
                  <a:pt x="2044836" y="48981"/>
                </a:lnTo>
                <a:lnTo>
                  <a:pt x="2044438" y="47904"/>
                </a:lnTo>
                <a:lnTo>
                  <a:pt x="2044005" y="46846"/>
                </a:lnTo>
                <a:lnTo>
                  <a:pt x="2043538" y="45806"/>
                </a:lnTo>
                <a:lnTo>
                  <a:pt x="2043035" y="44786"/>
                </a:lnTo>
                <a:lnTo>
                  <a:pt x="2042499" y="43783"/>
                </a:lnTo>
                <a:lnTo>
                  <a:pt x="2041927" y="42799"/>
                </a:lnTo>
                <a:lnTo>
                  <a:pt x="2041321" y="41834"/>
                </a:lnTo>
                <a:lnTo>
                  <a:pt x="2040680" y="40887"/>
                </a:lnTo>
                <a:lnTo>
                  <a:pt x="2040005" y="39959"/>
                </a:lnTo>
                <a:lnTo>
                  <a:pt x="2039295" y="39050"/>
                </a:lnTo>
                <a:lnTo>
                  <a:pt x="2038550" y="38158"/>
                </a:lnTo>
                <a:lnTo>
                  <a:pt x="2037771" y="37286"/>
                </a:lnTo>
                <a:lnTo>
                  <a:pt x="2036957" y="36432"/>
                </a:lnTo>
                <a:lnTo>
                  <a:pt x="2036116" y="35605"/>
                </a:lnTo>
                <a:lnTo>
                  <a:pt x="2035256" y="34813"/>
                </a:lnTo>
                <a:lnTo>
                  <a:pt x="2034376" y="34056"/>
                </a:lnTo>
                <a:lnTo>
                  <a:pt x="2033476" y="33335"/>
                </a:lnTo>
                <a:lnTo>
                  <a:pt x="2032557" y="32649"/>
                </a:lnTo>
                <a:lnTo>
                  <a:pt x="2031618" y="31997"/>
                </a:lnTo>
                <a:lnTo>
                  <a:pt x="2030660" y="31381"/>
                </a:lnTo>
                <a:lnTo>
                  <a:pt x="2029682" y="30801"/>
                </a:lnTo>
                <a:lnTo>
                  <a:pt x="2028684" y="30255"/>
                </a:lnTo>
                <a:lnTo>
                  <a:pt x="2027667" y="29745"/>
                </a:lnTo>
                <a:lnTo>
                  <a:pt x="2026631" y="29270"/>
                </a:lnTo>
                <a:lnTo>
                  <a:pt x="2025574" y="28830"/>
                </a:lnTo>
                <a:lnTo>
                  <a:pt x="2024499" y="28425"/>
                </a:lnTo>
                <a:lnTo>
                  <a:pt x="2023403" y="28056"/>
                </a:lnTo>
                <a:lnTo>
                  <a:pt x="2022288" y="27721"/>
                </a:lnTo>
                <a:lnTo>
                  <a:pt x="2021154" y="27422"/>
                </a:lnTo>
                <a:lnTo>
                  <a:pt x="2020000" y="27158"/>
                </a:lnTo>
                <a:lnTo>
                  <a:pt x="2018826" y="26929"/>
                </a:lnTo>
                <a:lnTo>
                  <a:pt x="2017633" y="26736"/>
                </a:lnTo>
                <a:lnTo>
                  <a:pt x="2016421" y="26577"/>
                </a:lnTo>
                <a:lnTo>
                  <a:pt x="2015188" y="26454"/>
                </a:lnTo>
                <a:lnTo>
                  <a:pt x="2013936" y="26366"/>
                </a:lnTo>
                <a:lnTo>
                  <a:pt x="2012665" y="26313"/>
                </a:lnTo>
                <a:lnTo>
                  <a:pt x="2011374" y="26296"/>
                </a:lnTo>
                <a:lnTo>
                  <a:pt x="2010535" y="26304"/>
                </a:lnTo>
                <a:lnTo>
                  <a:pt x="2009703" y="26327"/>
                </a:lnTo>
                <a:lnTo>
                  <a:pt x="2008878" y="26366"/>
                </a:lnTo>
                <a:lnTo>
                  <a:pt x="2008059" y="26420"/>
                </a:lnTo>
                <a:lnTo>
                  <a:pt x="2007247" y="26490"/>
                </a:lnTo>
                <a:lnTo>
                  <a:pt x="2006442" y="26575"/>
                </a:lnTo>
                <a:lnTo>
                  <a:pt x="2005643" y="26676"/>
                </a:lnTo>
                <a:lnTo>
                  <a:pt x="2004850" y="26792"/>
                </a:lnTo>
                <a:lnTo>
                  <a:pt x="2004065" y="26924"/>
                </a:lnTo>
                <a:lnTo>
                  <a:pt x="2003286" y="27072"/>
                </a:lnTo>
                <a:lnTo>
                  <a:pt x="2002514" y="27235"/>
                </a:lnTo>
                <a:lnTo>
                  <a:pt x="2001748" y="27413"/>
                </a:lnTo>
                <a:lnTo>
                  <a:pt x="2000989" y="27607"/>
                </a:lnTo>
                <a:lnTo>
                  <a:pt x="2000236" y="27817"/>
                </a:lnTo>
                <a:lnTo>
                  <a:pt x="1999491" y="28042"/>
                </a:lnTo>
                <a:lnTo>
                  <a:pt x="1998751" y="28282"/>
                </a:lnTo>
                <a:lnTo>
                  <a:pt x="1998019" y="28538"/>
                </a:lnTo>
                <a:lnTo>
                  <a:pt x="1997293" y="28810"/>
                </a:lnTo>
                <a:lnTo>
                  <a:pt x="1996574" y="29097"/>
                </a:lnTo>
                <a:lnTo>
                  <a:pt x="1995861" y="29399"/>
                </a:lnTo>
                <a:lnTo>
                  <a:pt x="1995155" y="29717"/>
                </a:lnTo>
                <a:lnTo>
                  <a:pt x="1994456" y="30051"/>
                </a:lnTo>
                <a:lnTo>
                  <a:pt x="1993763" y="30400"/>
                </a:lnTo>
                <a:lnTo>
                  <a:pt x="1993077" y="30765"/>
                </a:lnTo>
                <a:lnTo>
                  <a:pt x="1992401" y="31144"/>
                </a:lnTo>
                <a:lnTo>
                  <a:pt x="1991737" y="31538"/>
                </a:lnTo>
                <a:lnTo>
                  <a:pt x="1991087" y="31945"/>
                </a:lnTo>
                <a:lnTo>
                  <a:pt x="1990449" y="32366"/>
                </a:lnTo>
                <a:lnTo>
                  <a:pt x="1989825" y="32801"/>
                </a:lnTo>
                <a:lnTo>
                  <a:pt x="1989213" y="33250"/>
                </a:lnTo>
                <a:lnTo>
                  <a:pt x="1988615" y="33713"/>
                </a:lnTo>
                <a:lnTo>
                  <a:pt x="1988029" y="34190"/>
                </a:lnTo>
                <a:lnTo>
                  <a:pt x="1987456" y="34681"/>
                </a:lnTo>
                <a:lnTo>
                  <a:pt x="1986896" y="35186"/>
                </a:lnTo>
                <a:lnTo>
                  <a:pt x="1986349" y="35705"/>
                </a:lnTo>
                <a:lnTo>
                  <a:pt x="1985815" y="36238"/>
                </a:lnTo>
                <a:lnTo>
                  <a:pt x="1985294" y="36784"/>
                </a:lnTo>
                <a:lnTo>
                  <a:pt x="1984786" y="37345"/>
                </a:lnTo>
                <a:lnTo>
                  <a:pt x="1984290" y="37920"/>
                </a:lnTo>
                <a:lnTo>
                  <a:pt x="1983808" y="38508"/>
                </a:lnTo>
                <a:lnTo>
                  <a:pt x="1983339" y="39111"/>
                </a:lnTo>
                <a:lnTo>
                  <a:pt x="1982882" y="39727"/>
                </a:lnTo>
                <a:lnTo>
                  <a:pt x="1982439" y="40357"/>
                </a:lnTo>
                <a:lnTo>
                  <a:pt x="1982008" y="41002"/>
                </a:lnTo>
                <a:lnTo>
                  <a:pt x="1981590" y="41660"/>
                </a:lnTo>
                <a:lnTo>
                  <a:pt x="1981186" y="42332"/>
                </a:lnTo>
                <a:lnTo>
                  <a:pt x="1980794" y="43018"/>
                </a:lnTo>
                <a:lnTo>
                  <a:pt x="1980415" y="43718"/>
                </a:lnTo>
                <a:lnTo>
                  <a:pt x="1980050" y="44426"/>
                </a:lnTo>
                <a:lnTo>
                  <a:pt x="1979701" y="45137"/>
                </a:lnTo>
                <a:lnTo>
                  <a:pt x="1979367" y="45849"/>
                </a:lnTo>
                <a:lnTo>
                  <a:pt x="1979049" y="46563"/>
                </a:lnTo>
                <a:lnTo>
                  <a:pt x="1978747" y="47279"/>
                </a:lnTo>
                <a:lnTo>
                  <a:pt x="1978460" y="47997"/>
                </a:lnTo>
                <a:lnTo>
                  <a:pt x="1978188" y="48717"/>
                </a:lnTo>
                <a:lnTo>
                  <a:pt x="1977932" y="49440"/>
                </a:lnTo>
                <a:lnTo>
                  <a:pt x="1977692" y="50164"/>
                </a:lnTo>
                <a:lnTo>
                  <a:pt x="1977467" y="50890"/>
                </a:lnTo>
                <a:lnTo>
                  <a:pt x="1977257" y="51618"/>
                </a:lnTo>
                <a:lnTo>
                  <a:pt x="1977063" y="52349"/>
                </a:lnTo>
                <a:lnTo>
                  <a:pt x="1976885" y="53081"/>
                </a:lnTo>
                <a:lnTo>
                  <a:pt x="1976722" y="53815"/>
                </a:lnTo>
                <a:lnTo>
                  <a:pt x="1976574" y="54552"/>
                </a:lnTo>
                <a:lnTo>
                  <a:pt x="1976442" y="55290"/>
                </a:lnTo>
                <a:lnTo>
                  <a:pt x="1976326" y="56031"/>
                </a:lnTo>
                <a:lnTo>
                  <a:pt x="1976225" y="56773"/>
                </a:lnTo>
                <a:lnTo>
                  <a:pt x="1976140" y="57518"/>
                </a:lnTo>
                <a:lnTo>
                  <a:pt x="1976070" y="58264"/>
                </a:lnTo>
                <a:lnTo>
                  <a:pt x="1976016" y="59013"/>
                </a:lnTo>
                <a:lnTo>
                  <a:pt x="1975977" y="59763"/>
                </a:lnTo>
                <a:lnTo>
                  <a:pt x="1975954" y="60516"/>
                </a:lnTo>
                <a:lnTo>
                  <a:pt x="1975946" y="61271"/>
                </a:lnTo>
                <a:lnTo>
                  <a:pt x="1975954" y="62252"/>
                </a:lnTo>
                <a:lnTo>
                  <a:pt x="1975977" y="63221"/>
                </a:lnTo>
                <a:lnTo>
                  <a:pt x="1976016" y="64177"/>
                </a:lnTo>
                <a:lnTo>
                  <a:pt x="1976070" y="65122"/>
                </a:lnTo>
                <a:lnTo>
                  <a:pt x="1976140" y="66053"/>
                </a:lnTo>
                <a:close/>
                <a:moveTo>
                  <a:pt x="1994810" y="58199"/>
                </a:moveTo>
                <a:lnTo>
                  <a:pt x="1994903" y="57440"/>
                </a:lnTo>
                <a:lnTo>
                  <a:pt x="1995012" y="56698"/>
                </a:lnTo>
                <a:lnTo>
                  <a:pt x="1995139" y="55972"/>
                </a:lnTo>
                <a:lnTo>
                  <a:pt x="1995282" y="55263"/>
                </a:lnTo>
                <a:lnTo>
                  <a:pt x="1995442" y="54571"/>
                </a:lnTo>
                <a:lnTo>
                  <a:pt x="1995620" y="53895"/>
                </a:lnTo>
                <a:lnTo>
                  <a:pt x="1995814" y="53235"/>
                </a:lnTo>
                <a:lnTo>
                  <a:pt x="1996024" y="52592"/>
                </a:lnTo>
                <a:lnTo>
                  <a:pt x="1996252" y="51966"/>
                </a:lnTo>
                <a:lnTo>
                  <a:pt x="1996497" y="51357"/>
                </a:lnTo>
                <a:lnTo>
                  <a:pt x="1996758" y="50764"/>
                </a:lnTo>
                <a:lnTo>
                  <a:pt x="1997036" y="50187"/>
                </a:lnTo>
                <a:lnTo>
                  <a:pt x="1997332" y="49627"/>
                </a:lnTo>
                <a:lnTo>
                  <a:pt x="1997644" y="49084"/>
                </a:lnTo>
                <a:lnTo>
                  <a:pt x="1997972" y="48558"/>
                </a:lnTo>
                <a:lnTo>
                  <a:pt x="1998318" y="48047"/>
                </a:lnTo>
                <a:lnTo>
                  <a:pt x="1998681" y="47554"/>
                </a:lnTo>
                <a:lnTo>
                  <a:pt x="1999060" y="47077"/>
                </a:lnTo>
                <a:lnTo>
                  <a:pt x="1999457" y="46617"/>
                </a:lnTo>
                <a:lnTo>
                  <a:pt x="1999865" y="46174"/>
                </a:lnTo>
                <a:lnTo>
                  <a:pt x="2000282" y="45750"/>
                </a:lnTo>
                <a:lnTo>
                  <a:pt x="2000707" y="45345"/>
                </a:lnTo>
                <a:lnTo>
                  <a:pt x="2001139" y="44959"/>
                </a:lnTo>
                <a:lnTo>
                  <a:pt x="2001579" y="44592"/>
                </a:lnTo>
                <a:lnTo>
                  <a:pt x="2002027" y="44244"/>
                </a:lnTo>
                <a:lnTo>
                  <a:pt x="2002483" y="43914"/>
                </a:lnTo>
                <a:lnTo>
                  <a:pt x="2002947" y="43603"/>
                </a:lnTo>
                <a:lnTo>
                  <a:pt x="2003419" y="43311"/>
                </a:lnTo>
                <a:lnTo>
                  <a:pt x="2003898" y="43038"/>
                </a:lnTo>
                <a:lnTo>
                  <a:pt x="2004386" y="42784"/>
                </a:lnTo>
                <a:lnTo>
                  <a:pt x="2004881" y="42549"/>
                </a:lnTo>
                <a:lnTo>
                  <a:pt x="2005384" y="42332"/>
                </a:lnTo>
                <a:lnTo>
                  <a:pt x="2005895" y="42134"/>
                </a:lnTo>
                <a:lnTo>
                  <a:pt x="2006414" y="41955"/>
                </a:lnTo>
                <a:lnTo>
                  <a:pt x="2006941" y="41795"/>
                </a:lnTo>
                <a:lnTo>
                  <a:pt x="2007476" y="41654"/>
                </a:lnTo>
                <a:lnTo>
                  <a:pt x="2008018" y="41531"/>
                </a:lnTo>
                <a:lnTo>
                  <a:pt x="2008569" y="41428"/>
                </a:lnTo>
                <a:lnTo>
                  <a:pt x="2009127" y="41343"/>
                </a:lnTo>
                <a:lnTo>
                  <a:pt x="2009693" y="41277"/>
                </a:lnTo>
                <a:lnTo>
                  <a:pt x="2010267" y="41230"/>
                </a:lnTo>
                <a:lnTo>
                  <a:pt x="2010849" y="41202"/>
                </a:lnTo>
                <a:lnTo>
                  <a:pt x="2011439" y="41192"/>
                </a:lnTo>
                <a:lnTo>
                  <a:pt x="2012029" y="41202"/>
                </a:lnTo>
                <a:lnTo>
                  <a:pt x="2012610" y="41230"/>
                </a:lnTo>
                <a:lnTo>
                  <a:pt x="2013184" y="41277"/>
                </a:lnTo>
                <a:lnTo>
                  <a:pt x="2013750" y="41343"/>
                </a:lnTo>
                <a:lnTo>
                  <a:pt x="2014308" y="41428"/>
                </a:lnTo>
                <a:lnTo>
                  <a:pt x="2014857" y="41531"/>
                </a:lnTo>
                <a:lnTo>
                  <a:pt x="2015399" y="41654"/>
                </a:lnTo>
                <a:lnTo>
                  <a:pt x="2015933" y="41795"/>
                </a:lnTo>
                <a:lnTo>
                  <a:pt x="2016459" y="41955"/>
                </a:lnTo>
                <a:lnTo>
                  <a:pt x="2016977" y="42134"/>
                </a:lnTo>
                <a:lnTo>
                  <a:pt x="2017487" y="42332"/>
                </a:lnTo>
                <a:lnTo>
                  <a:pt x="2017988" y="42549"/>
                </a:lnTo>
                <a:lnTo>
                  <a:pt x="2018482" y="42784"/>
                </a:lnTo>
                <a:lnTo>
                  <a:pt x="2018968" y="43038"/>
                </a:lnTo>
                <a:lnTo>
                  <a:pt x="2019446" y="43311"/>
                </a:lnTo>
                <a:lnTo>
                  <a:pt x="2019916" y="43603"/>
                </a:lnTo>
                <a:lnTo>
                  <a:pt x="2020378" y="43914"/>
                </a:lnTo>
                <a:lnTo>
                  <a:pt x="2020832" y="44244"/>
                </a:lnTo>
                <a:lnTo>
                  <a:pt x="2021278" y="44592"/>
                </a:lnTo>
                <a:lnTo>
                  <a:pt x="2021716" y="44959"/>
                </a:lnTo>
                <a:lnTo>
                  <a:pt x="2022146" y="45345"/>
                </a:lnTo>
                <a:lnTo>
                  <a:pt x="2022568" y="45750"/>
                </a:lnTo>
                <a:lnTo>
                  <a:pt x="2022982" y="46174"/>
                </a:lnTo>
                <a:lnTo>
                  <a:pt x="2023388" y="46617"/>
                </a:lnTo>
                <a:lnTo>
                  <a:pt x="2023782" y="47077"/>
                </a:lnTo>
                <a:lnTo>
                  <a:pt x="2024159" y="47553"/>
                </a:lnTo>
                <a:lnTo>
                  <a:pt x="2024519" y="48045"/>
                </a:lnTo>
                <a:lnTo>
                  <a:pt x="2024863" y="48554"/>
                </a:lnTo>
                <a:lnTo>
                  <a:pt x="2025190" y="49079"/>
                </a:lnTo>
                <a:lnTo>
                  <a:pt x="2025500" y="49619"/>
                </a:lnTo>
                <a:lnTo>
                  <a:pt x="2025793" y="50176"/>
                </a:lnTo>
                <a:lnTo>
                  <a:pt x="2026069" y="50749"/>
                </a:lnTo>
                <a:lnTo>
                  <a:pt x="2026329" y="51339"/>
                </a:lnTo>
                <a:lnTo>
                  <a:pt x="2026572" y="51944"/>
                </a:lnTo>
                <a:lnTo>
                  <a:pt x="2026798" y="52565"/>
                </a:lnTo>
                <a:lnTo>
                  <a:pt x="2027007" y="53203"/>
                </a:lnTo>
                <a:lnTo>
                  <a:pt x="2027200" y="53857"/>
                </a:lnTo>
                <a:lnTo>
                  <a:pt x="2027376" y="54526"/>
                </a:lnTo>
                <a:lnTo>
                  <a:pt x="2027535" y="55212"/>
                </a:lnTo>
                <a:lnTo>
                  <a:pt x="2027678" y="55915"/>
                </a:lnTo>
                <a:lnTo>
                  <a:pt x="2027803" y="56633"/>
                </a:lnTo>
                <a:lnTo>
                  <a:pt x="2027912" y="57367"/>
                </a:lnTo>
                <a:lnTo>
                  <a:pt x="2028004" y="58118"/>
                </a:lnTo>
                <a:lnTo>
                  <a:pt x="2028080" y="58884"/>
                </a:lnTo>
                <a:lnTo>
                  <a:pt x="2028138" y="59667"/>
                </a:lnTo>
                <a:lnTo>
                  <a:pt x="2028180" y="60466"/>
                </a:lnTo>
                <a:lnTo>
                  <a:pt x="2028205" y="61281"/>
                </a:lnTo>
                <a:lnTo>
                  <a:pt x="2028214" y="62113"/>
                </a:lnTo>
                <a:lnTo>
                  <a:pt x="2028205" y="62965"/>
                </a:lnTo>
                <a:lnTo>
                  <a:pt x="2028180" y="63800"/>
                </a:lnTo>
                <a:lnTo>
                  <a:pt x="2028138" y="64618"/>
                </a:lnTo>
                <a:lnTo>
                  <a:pt x="2028080" y="65420"/>
                </a:lnTo>
                <a:lnTo>
                  <a:pt x="2028004" y="66204"/>
                </a:lnTo>
                <a:lnTo>
                  <a:pt x="2027912" y="66971"/>
                </a:lnTo>
                <a:lnTo>
                  <a:pt x="2027803" y="67721"/>
                </a:lnTo>
                <a:lnTo>
                  <a:pt x="2027678" y="68454"/>
                </a:lnTo>
                <a:lnTo>
                  <a:pt x="2027535" y="69170"/>
                </a:lnTo>
                <a:lnTo>
                  <a:pt x="2027376" y="69869"/>
                </a:lnTo>
                <a:lnTo>
                  <a:pt x="2027200" y="70551"/>
                </a:lnTo>
                <a:lnTo>
                  <a:pt x="2027007" y="71216"/>
                </a:lnTo>
                <a:lnTo>
                  <a:pt x="2026798" y="71864"/>
                </a:lnTo>
                <a:lnTo>
                  <a:pt x="2026572" y="72495"/>
                </a:lnTo>
                <a:lnTo>
                  <a:pt x="2026329" y="73109"/>
                </a:lnTo>
                <a:lnTo>
                  <a:pt x="2026069" y="73706"/>
                </a:lnTo>
                <a:lnTo>
                  <a:pt x="2025793" y="74286"/>
                </a:lnTo>
                <a:lnTo>
                  <a:pt x="2025500" y="74849"/>
                </a:lnTo>
                <a:lnTo>
                  <a:pt x="2025190" y="75394"/>
                </a:lnTo>
                <a:lnTo>
                  <a:pt x="2024863" y="75923"/>
                </a:lnTo>
                <a:lnTo>
                  <a:pt x="2024519" y="76435"/>
                </a:lnTo>
                <a:lnTo>
                  <a:pt x="2024159" y="76929"/>
                </a:lnTo>
                <a:lnTo>
                  <a:pt x="2023782" y="77407"/>
                </a:lnTo>
                <a:lnTo>
                  <a:pt x="2023388" y="77867"/>
                </a:lnTo>
                <a:lnTo>
                  <a:pt x="2022982" y="78310"/>
                </a:lnTo>
                <a:lnTo>
                  <a:pt x="2022568" y="78734"/>
                </a:lnTo>
                <a:lnTo>
                  <a:pt x="2022146" y="79139"/>
                </a:lnTo>
                <a:lnTo>
                  <a:pt x="2021716" y="79525"/>
                </a:lnTo>
                <a:lnTo>
                  <a:pt x="2021278" y="79892"/>
                </a:lnTo>
                <a:lnTo>
                  <a:pt x="2020832" y="80240"/>
                </a:lnTo>
                <a:lnTo>
                  <a:pt x="2020378" y="80570"/>
                </a:lnTo>
                <a:lnTo>
                  <a:pt x="2019916" y="80881"/>
                </a:lnTo>
                <a:lnTo>
                  <a:pt x="2019446" y="81173"/>
                </a:lnTo>
                <a:lnTo>
                  <a:pt x="2018968" y="81446"/>
                </a:lnTo>
                <a:lnTo>
                  <a:pt x="2018482" y="81700"/>
                </a:lnTo>
                <a:lnTo>
                  <a:pt x="2017988" y="81936"/>
                </a:lnTo>
                <a:lnTo>
                  <a:pt x="2017487" y="82152"/>
                </a:lnTo>
                <a:lnTo>
                  <a:pt x="2016977" y="82350"/>
                </a:lnTo>
                <a:lnTo>
                  <a:pt x="2016459" y="82529"/>
                </a:lnTo>
                <a:lnTo>
                  <a:pt x="2015933" y="82689"/>
                </a:lnTo>
                <a:lnTo>
                  <a:pt x="2015399" y="82830"/>
                </a:lnTo>
                <a:lnTo>
                  <a:pt x="2014857" y="82953"/>
                </a:lnTo>
                <a:lnTo>
                  <a:pt x="2014308" y="83056"/>
                </a:lnTo>
                <a:lnTo>
                  <a:pt x="2013750" y="83141"/>
                </a:lnTo>
                <a:lnTo>
                  <a:pt x="2013184" y="83207"/>
                </a:lnTo>
                <a:lnTo>
                  <a:pt x="2012610" y="83254"/>
                </a:lnTo>
                <a:lnTo>
                  <a:pt x="2012029" y="83282"/>
                </a:lnTo>
                <a:lnTo>
                  <a:pt x="2011439" y="83292"/>
                </a:lnTo>
                <a:lnTo>
                  <a:pt x="2010849" y="83282"/>
                </a:lnTo>
                <a:lnTo>
                  <a:pt x="2010267" y="83254"/>
                </a:lnTo>
                <a:lnTo>
                  <a:pt x="2009693" y="83207"/>
                </a:lnTo>
                <a:lnTo>
                  <a:pt x="2009127" y="83141"/>
                </a:lnTo>
                <a:lnTo>
                  <a:pt x="2008569" y="83056"/>
                </a:lnTo>
                <a:lnTo>
                  <a:pt x="2008018" y="82953"/>
                </a:lnTo>
                <a:lnTo>
                  <a:pt x="2007476" y="82830"/>
                </a:lnTo>
                <a:lnTo>
                  <a:pt x="2006941" y="82689"/>
                </a:lnTo>
                <a:lnTo>
                  <a:pt x="2006414" y="82529"/>
                </a:lnTo>
                <a:lnTo>
                  <a:pt x="2005895" y="82350"/>
                </a:lnTo>
                <a:lnTo>
                  <a:pt x="2005384" y="82152"/>
                </a:lnTo>
                <a:lnTo>
                  <a:pt x="2004881" y="81936"/>
                </a:lnTo>
                <a:lnTo>
                  <a:pt x="2004386" y="81700"/>
                </a:lnTo>
                <a:lnTo>
                  <a:pt x="2003898" y="81446"/>
                </a:lnTo>
                <a:lnTo>
                  <a:pt x="2003419" y="81173"/>
                </a:lnTo>
                <a:lnTo>
                  <a:pt x="2002947" y="80881"/>
                </a:lnTo>
                <a:lnTo>
                  <a:pt x="2002483" y="80570"/>
                </a:lnTo>
                <a:lnTo>
                  <a:pt x="2002027" y="80240"/>
                </a:lnTo>
                <a:lnTo>
                  <a:pt x="2001579" y="79892"/>
                </a:lnTo>
                <a:lnTo>
                  <a:pt x="2001139" y="79525"/>
                </a:lnTo>
                <a:lnTo>
                  <a:pt x="2000707" y="79139"/>
                </a:lnTo>
                <a:lnTo>
                  <a:pt x="2000282" y="78734"/>
                </a:lnTo>
                <a:lnTo>
                  <a:pt x="1999865" y="78310"/>
                </a:lnTo>
                <a:lnTo>
                  <a:pt x="1999457" y="77867"/>
                </a:lnTo>
                <a:lnTo>
                  <a:pt x="1999060" y="77407"/>
                </a:lnTo>
                <a:lnTo>
                  <a:pt x="1998681" y="76930"/>
                </a:lnTo>
                <a:lnTo>
                  <a:pt x="1998318" y="76437"/>
                </a:lnTo>
                <a:lnTo>
                  <a:pt x="1997972" y="75927"/>
                </a:lnTo>
                <a:lnTo>
                  <a:pt x="1997644" y="75400"/>
                </a:lnTo>
                <a:lnTo>
                  <a:pt x="1997332" y="74857"/>
                </a:lnTo>
                <a:lnTo>
                  <a:pt x="1997036" y="74297"/>
                </a:lnTo>
                <a:lnTo>
                  <a:pt x="1996758" y="73720"/>
                </a:lnTo>
                <a:lnTo>
                  <a:pt x="1996497" y="73127"/>
                </a:lnTo>
                <a:lnTo>
                  <a:pt x="1996252" y="72518"/>
                </a:lnTo>
                <a:lnTo>
                  <a:pt x="1996024" y="71892"/>
                </a:lnTo>
                <a:lnTo>
                  <a:pt x="1995814" y="71249"/>
                </a:lnTo>
                <a:lnTo>
                  <a:pt x="1995620" y="70589"/>
                </a:lnTo>
                <a:lnTo>
                  <a:pt x="1995442" y="69914"/>
                </a:lnTo>
                <a:lnTo>
                  <a:pt x="1995282" y="69221"/>
                </a:lnTo>
                <a:lnTo>
                  <a:pt x="1995139" y="68512"/>
                </a:lnTo>
                <a:lnTo>
                  <a:pt x="1995012" y="67786"/>
                </a:lnTo>
                <a:lnTo>
                  <a:pt x="1994903" y="67044"/>
                </a:lnTo>
                <a:lnTo>
                  <a:pt x="1994810" y="66285"/>
                </a:lnTo>
                <a:lnTo>
                  <a:pt x="1994734" y="65510"/>
                </a:lnTo>
                <a:lnTo>
                  <a:pt x="1994675" y="64718"/>
                </a:lnTo>
                <a:lnTo>
                  <a:pt x="1994633" y="63909"/>
                </a:lnTo>
                <a:lnTo>
                  <a:pt x="1994608" y="63084"/>
                </a:lnTo>
                <a:lnTo>
                  <a:pt x="1994599" y="62242"/>
                </a:lnTo>
                <a:lnTo>
                  <a:pt x="1994608" y="61400"/>
                </a:lnTo>
                <a:lnTo>
                  <a:pt x="1994633" y="60575"/>
                </a:lnTo>
                <a:lnTo>
                  <a:pt x="1994675" y="59766"/>
                </a:lnTo>
                <a:lnTo>
                  <a:pt x="1994734" y="58974"/>
                </a:lnTo>
                <a:lnTo>
                  <a:pt x="1994810" y="58199"/>
                </a:lnTo>
                <a:close/>
                <a:moveTo>
                  <a:pt x="1619654" y="60429"/>
                </a:moveTo>
                <a:lnTo>
                  <a:pt x="1642970" y="27850"/>
                </a:lnTo>
                <a:lnTo>
                  <a:pt x="1621597" y="27850"/>
                </a:lnTo>
                <a:lnTo>
                  <a:pt x="1608773" y="46762"/>
                </a:lnTo>
                <a:lnTo>
                  <a:pt x="1596596" y="27850"/>
                </a:lnTo>
                <a:lnTo>
                  <a:pt x="1574381" y="27850"/>
                </a:lnTo>
                <a:lnTo>
                  <a:pt x="1598151" y="61206"/>
                </a:lnTo>
                <a:lnTo>
                  <a:pt x="1573345" y="96634"/>
                </a:lnTo>
                <a:lnTo>
                  <a:pt x="1594653" y="96634"/>
                </a:lnTo>
                <a:lnTo>
                  <a:pt x="1608773" y="75325"/>
                </a:lnTo>
                <a:lnTo>
                  <a:pt x="1622763" y="96634"/>
                </a:lnTo>
                <a:lnTo>
                  <a:pt x="1645108" y="96634"/>
                </a:lnTo>
                <a:lnTo>
                  <a:pt x="1619654" y="60429"/>
                </a:lnTo>
                <a:close/>
                <a:moveTo>
                  <a:pt x="1961480" y="96634"/>
                </a:moveTo>
                <a:lnTo>
                  <a:pt x="1961480" y="27850"/>
                </a:lnTo>
                <a:lnTo>
                  <a:pt x="1943280" y="27850"/>
                </a:lnTo>
                <a:lnTo>
                  <a:pt x="1943280" y="96634"/>
                </a:lnTo>
                <a:lnTo>
                  <a:pt x="1961480" y="966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Step4:BinaryOperatorDecomposition">
            <a:extLst xmlns:a="http://schemas.openxmlformats.org/drawingml/2006/main">
              <a:ext uri="{FF2B5EF4-FFF2-40B4-BE49-F238E27FC236}">
                <a16:creationId xmlns:a16="http://schemas.microsoft.com/office/drawing/2014/main" id="{8B40C633-EDB7-463E-88EB-A1E9139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475" y="1037013"/>
            <a:ext cx="2470104" cy="124614"/>
          </a:xfrm>
          <a:custGeom xmlns:a="http://schemas.openxmlformats.org/drawingml/2006/main">
            <a:pathLst>
              <a:path w="2470104" h="124614">
                <a:moveTo>
                  <a:pt x="597759" y="18524"/>
                </a:moveTo>
                <a:lnTo>
                  <a:pt x="597759" y="1684"/>
                </a:lnTo>
                <a:lnTo>
                  <a:pt x="579559" y="1684"/>
                </a:lnTo>
                <a:lnTo>
                  <a:pt x="579559" y="18524"/>
                </a:lnTo>
                <a:lnTo>
                  <a:pt x="597759" y="18524"/>
                </a:lnTo>
                <a:close/>
                <a:moveTo>
                  <a:pt x="424492" y="46115"/>
                </a:moveTo>
                <a:lnTo>
                  <a:pt x="424492" y="27850"/>
                </a:lnTo>
                <a:lnTo>
                  <a:pt x="406292" y="27850"/>
                </a:lnTo>
                <a:lnTo>
                  <a:pt x="406292" y="46115"/>
                </a:lnTo>
                <a:lnTo>
                  <a:pt x="424492" y="46115"/>
                </a:lnTo>
                <a:close/>
                <a:moveTo>
                  <a:pt x="378462" y="61530"/>
                </a:moveTo>
                <a:lnTo>
                  <a:pt x="378462" y="1295"/>
                </a:lnTo>
                <a:lnTo>
                  <a:pt x="363177" y="1295"/>
                </a:lnTo>
                <a:lnTo>
                  <a:pt x="321985" y="61594"/>
                </a:lnTo>
                <a:lnTo>
                  <a:pt x="321985" y="77463"/>
                </a:lnTo>
                <a:lnTo>
                  <a:pt x="360845" y="77463"/>
                </a:lnTo>
                <a:lnTo>
                  <a:pt x="360845" y="96634"/>
                </a:lnTo>
                <a:lnTo>
                  <a:pt x="378462" y="96634"/>
                </a:lnTo>
                <a:lnTo>
                  <a:pt x="378462" y="77463"/>
                </a:lnTo>
                <a:lnTo>
                  <a:pt x="390250" y="77463"/>
                </a:lnTo>
                <a:lnTo>
                  <a:pt x="390250" y="61530"/>
                </a:lnTo>
                <a:lnTo>
                  <a:pt x="378462" y="61530"/>
                </a:lnTo>
                <a:close/>
                <a:moveTo>
                  <a:pt x="360845" y="29117"/>
                </a:moveTo>
                <a:lnTo>
                  <a:pt x="360845" y="61530"/>
                </a:lnTo>
                <a:lnTo>
                  <a:pt x="339019" y="61530"/>
                </a:lnTo>
                <a:lnTo>
                  <a:pt x="360845" y="29117"/>
                </a:lnTo>
                <a:close/>
                <a:moveTo>
                  <a:pt x="520673" y="96595"/>
                </a:moveTo>
                <a:lnTo>
                  <a:pt x="522036" y="96580"/>
                </a:lnTo>
                <a:lnTo>
                  <a:pt x="523352" y="96563"/>
                </a:lnTo>
                <a:lnTo>
                  <a:pt x="524621" y="96545"/>
                </a:lnTo>
                <a:lnTo>
                  <a:pt x="525843" y="96525"/>
                </a:lnTo>
                <a:lnTo>
                  <a:pt x="527018" y="96504"/>
                </a:lnTo>
                <a:lnTo>
                  <a:pt x="528146" y="96482"/>
                </a:lnTo>
                <a:lnTo>
                  <a:pt x="529227" y="96458"/>
                </a:lnTo>
                <a:lnTo>
                  <a:pt x="530261" y="96433"/>
                </a:lnTo>
                <a:lnTo>
                  <a:pt x="531248" y="96407"/>
                </a:lnTo>
                <a:lnTo>
                  <a:pt x="532188" y="96380"/>
                </a:lnTo>
                <a:lnTo>
                  <a:pt x="533081" y="96350"/>
                </a:lnTo>
                <a:lnTo>
                  <a:pt x="533927" y="96320"/>
                </a:lnTo>
                <a:lnTo>
                  <a:pt x="534726" y="96288"/>
                </a:lnTo>
                <a:lnTo>
                  <a:pt x="535477" y="96255"/>
                </a:lnTo>
                <a:lnTo>
                  <a:pt x="536182" y="96221"/>
                </a:lnTo>
                <a:lnTo>
                  <a:pt x="536840" y="96185"/>
                </a:lnTo>
                <a:lnTo>
                  <a:pt x="537451" y="96148"/>
                </a:lnTo>
                <a:lnTo>
                  <a:pt x="538015" y="96110"/>
                </a:lnTo>
                <a:lnTo>
                  <a:pt x="538532" y="96070"/>
                </a:lnTo>
                <a:lnTo>
                  <a:pt x="539002" y="96029"/>
                </a:lnTo>
                <a:lnTo>
                  <a:pt x="539425" y="95986"/>
                </a:lnTo>
                <a:lnTo>
                  <a:pt x="540057" y="95911"/>
                </a:lnTo>
                <a:lnTo>
                  <a:pt x="540682" y="95826"/>
                </a:lnTo>
                <a:lnTo>
                  <a:pt x="541298" y="95731"/>
                </a:lnTo>
                <a:lnTo>
                  <a:pt x="541905" y="95627"/>
                </a:lnTo>
                <a:lnTo>
                  <a:pt x="542504" y="95512"/>
                </a:lnTo>
                <a:lnTo>
                  <a:pt x="543094" y="95388"/>
                </a:lnTo>
                <a:lnTo>
                  <a:pt x="543676" y="95254"/>
                </a:lnTo>
                <a:lnTo>
                  <a:pt x="544250" y="95110"/>
                </a:lnTo>
                <a:lnTo>
                  <a:pt x="544815" y="94957"/>
                </a:lnTo>
                <a:lnTo>
                  <a:pt x="545372" y="94793"/>
                </a:lnTo>
                <a:lnTo>
                  <a:pt x="545920" y="94620"/>
                </a:lnTo>
                <a:lnTo>
                  <a:pt x="546460" y="94437"/>
                </a:lnTo>
                <a:lnTo>
                  <a:pt x="546992" y="94245"/>
                </a:lnTo>
                <a:lnTo>
                  <a:pt x="547515" y="94042"/>
                </a:lnTo>
                <a:lnTo>
                  <a:pt x="548029" y="93830"/>
                </a:lnTo>
                <a:lnTo>
                  <a:pt x="548536" y="93608"/>
                </a:lnTo>
                <a:lnTo>
                  <a:pt x="549033" y="93376"/>
                </a:lnTo>
                <a:lnTo>
                  <a:pt x="549523" y="93134"/>
                </a:lnTo>
                <a:lnTo>
                  <a:pt x="550003" y="92883"/>
                </a:lnTo>
                <a:lnTo>
                  <a:pt x="550476" y="92622"/>
                </a:lnTo>
                <a:lnTo>
                  <a:pt x="550940" y="92351"/>
                </a:lnTo>
                <a:lnTo>
                  <a:pt x="551395" y="92070"/>
                </a:lnTo>
                <a:lnTo>
                  <a:pt x="551843" y="91779"/>
                </a:lnTo>
                <a:lnTo>
                  <a:pt x="552281" y="91479"/>
                </a:lnTo>
                <a:lnTo>
                  <a:pt x="552712" y="91169"/>
                </a:lnTo>
                <a:lnTo>
                  <a:pt x="553135" y="90851"/>
                </a:lnTo>
                <a:lnTo>
                  <a:pt x="553550" y="90524"/>
                </a:lnTo>
                <a:lnTo>
                  <a:pt x="553958" y="90189"/>
                </a:lnTo>
                <a:lnTo>
                  <a:pt x="554358" y="89845"/>
                </a:lnTo>
                <a:lnTo>
                  <a:pt x="554751" y="89492"/>
                </a:lnTo>
                <a:lnTo>
                  <a:pt x="555135" y="89131"/>
                </a:lnTo>
                <a:lnTo>
                  <a:pt x="555512" y="88762"/>
                </a:lnTo>
                <a:lnTo>
                  <a:pt x="555882" y="88384"/>
                </a:lnTo>
                <a:lnTo>
                  <a:pt x="556244" y="87997"/>
                </a:lnTo>
                <a:lnTo>
                  <a:pt x="556598" y="87602"/>
                </a:lnTo>
                <a:lnTo>
                  <a:pt x="556945" y="87198"/>
                </a:lnTo>
                <a:lnTo>
                  <a:pt x="557283" y="86786"/>
                </a:lnTo>
                <a:lnTo>
                  <a:pt x="557615" y="86365"/>
                </a:lnTo>
                <a:lnTo>
                  <a:pt x="557938" y="85935"/>
                </a:lnTo>
                <a:lnTo>
                  <a:pt x="558254" y="85498"/>
                </a:lnTo>
                <a:lnTo>
                  <a:pt x="558563" y="85051"/>
                </a:lnTo>
                <a:lnTo>
                  <a:pt x="558863" y="84596"/>
                </a:lnTo>
                <a:lnTo>
                  <a:pt x="559156" y="84133"/>
                </a:lnTo>
                <a:lnTo>
                  <a:pt x="559442" y="83660"/>
                </a:lnTo>
                <a:lnTo>
                  <a:pt x="559719" y="83180"/>
                </a:lnTo>
                <a:lnTo>
                  <a:pt x="559990" y="82691"/>
                </a:lnTo>
                <a:lnTo>
                  <a:pt x="560252" y="82193"/>
                </a:lnTo>
                <a:lnTo>
                  <a:pt x="560507" y="81687"/>
                </a:lnTo>
                <a:lnTo>
                  <a:pt x="560753" y="81175"/>
                </a:lnTo>
                <a:lnTo>
                  <a:pt x="560988" y="80663"/>
                </a:lnTo>
                <a:lnTo>
                  <a:pt x="561213" y="80149"/>
                </a:lnTo>
                <a:lnTo>
                  <a:pt x="561427" y="79634"/>
                </a:lnTo>
                <a:lnTo>
                  <a:pt x="561631" y="79118"/>
                </a:lnTo>
                <a:lnTo>
                  <a:pt x="561824" y="78600"/>
                </a:lnTo>
                <a:lnTo>
                  <a:pt x="562007" y="78081"/>
                </a:lnTo>
                <a:lnTo>
                  <a:pt x="562180" y="77561"/>
                </a:lnTo>
                <a:lnTo>
                  <a:pt x="562342" y="77040"/>
                </a:lnTo>
                <a:lnTo>
                  <a:pt x="562494" y="76518"/>
                </a:lnTo>
                <a:lnTo>
                  <a:pt x="562635" y="75994"/>
                </a:lnTo>
                <a:lnTo>
                  <a:pt x="562766" y="75469"/>
                </a:lnTo>
                <a:lnTo>
                  <a:pt x="562886" y="74943"/>
                </a:lnTo>
                <a:lnTo>
                  <a:pt x="562996" y="74415"/>
                </a:lnTo>
                <a:lnTo>
                  <a:pt x="563095" y="73887"/>
                </a:lnTo>
                <a:lnTo>
                  <a:pt x="563184" y="73357"/>
                </a:lnTo>
                <a:lnTo>
                  <a:pt x="563262" y="72826"/>
                </a:lnTo>
                <a:lnTo>
                  <a:pt x="563330" y="72293"/>
                </a:lnTo>
                <a:lnTo>
                  <a:pt x="563388" y="71760"/>
                </a:lnTo>
                <a:lnTo>
                  <a:pt x="563435" y="71225"/>
                </a:lnTo>
                <a:lnTo>
                  <a:pt x="563471" y="70689"/>
                </a:lnTo>
                <a:lnTo>
                  <a:pt x="563498" y="70151"/>
                </a:lnTo>
                <a:lnTo>
                  <a:pt x="563513" y="69613"/>
                </a:lnTo>
                <a:lnTo>
                  <a:pt x="563519" y="69073"/>
                </a:lnTo>
                <a:lnTo>
                  <a:pt x="563510" y="68390"/>
                </a:lnTo>
                <a:lnTo>
                  <a:pt x="563486" y="67715"/>
                </a:lnTo>
                <a:lnTo>
                  <a:pt x="563446" y="67047"/>
                </a:lnTo>
                <a:lnTo>
                  <a:pt x="563389" y="66387"/>
                </a:lnTo>
                <a:lnTo>
                  <a:pt x="563316" y="65734"/>
                </a:lnTo>
                <a:lnTo>
                  <a:pt x="563227" y="65088"/>
                </a:lnTo>
                <a:lnTo>
                  <a:pt x="563122" y="64450"/>
                </a:lnTo>
                <a:lnTo>
                  <a:pt x="563000" y="63819"/>
                </a:lnTo>
                <a:lnTo>
                  <a:pt x="562863" y="63196"/>
                </a:lnTo>
                <a:lnTo>
                  <a:pt x="562709" y="62580"/>
                </a:lnTo>
                <a:lnTo>
                  <a:pt x="562539" y="61972"/>
                </a:lnTo>
                <a:lnTo>
                  <a:pt x="562353" y="61371"/>
                </a:lnTo>
                <a:lnTo>
                  <a:pt x="562150" y="60778"/>
                </a:lnTo>
                <a:lnTo>
                  <a:pt x="561932" y="60192"/>
                </a:lnTo>
                <a:lnTo>
                  <a:pt x="561697" y="59613"/>
                </a:lnTo>
                <a:lnTo>
                  <a:pt x="561446" y="59042"/>
                </a:lnTo>
                <a:lnTo>
                  <a:pt x="561179" y="58478"/>
                </a:lnTo>
                <a:lnTo>
                  <a:pt x="560895" y="57922"/>
                </a:lnTo>
                <a:lnTo>
                  <a:pt x="560596" y="57373"/>
                </a:lnTo>
                <a:lnTo>
                  <a:pt x="560280" y="56832"/>
                </a:lnTo>
                <a:lnTo>
                  <a:pt x="559948" y="56298"/>
                </a:lnTo>
                <a:lnTo>
                  <a:pt x="559600" y="55772"/>
                </a:lnTo>
                <a:lnTo>
                  <a:pt x="559236" y="55253"/>
                </a:lnTo>
                <a:lnTo>
                  <a:pt x="558855" y="54741"/>
                </a:lnTo>
                <a:lnTo>
                  <a:pt x="558460" y="54239"/>
                </a:lnTo>
                <a:lnTo>
                  <a:pt x="558050" y="53750"/>
                </a:lnTo>
                <a:lnTo>
                  <a:pt x="557627" y="53273"/>
                </a:lnTo>
                <a:lnTo>
                  <a:pt x="557189" y="52808"/>
                </a:lnTo>
                <a:lnTo>
                  <a:pt x="556738" y="52356"/>
                </a:lnTo>
                <a:lnTo>
                  <a:pt x="556273" y="51916"/>
                </a:lnTo>
                <a:lnTo>
                  <a:pt x="555793" y="51488"/>
                </a:lnTo>
                <a:lnTo>
                  <a:pt x="555300" y="51073"/>
                </a:lnTo>
                <a:lnTo>
                  <a:pt x="554793" y="50670"/>
                </a:lnTo>
                <a:lnTo>
                  <a:pt x="554272" y="50280"/>
                </a:lnTo>
                <a:lnTo>
                  <a:pt x="553737" y="49902"/>
                </a:lnTo>
                <a:lnTo>
                  <a:pt x="553188" y="49536"/>
                </a:lnTo>
                <a:lnTo>
                  <a:pt x="552625" y="49183"/>
                </a:lnTo>
                <a:lnTo>
                  <a:pt x="552048" y="48842"/>
                </a:lnTo>
                <a:lnTo>
                  <a:pt x="551458" y="48514"/>
                </a:lnTo>
                <a:lnTo>
                  <a:pt x="550853" y="48198"/>
                </a:lnTo>
                <a:lnTo>
                  <a:pt x="550234" y="47894"/>
                </a:lnTo>
                <a:lnTo>
                  <a:pt x="549601" y="47603"/>
                </a:lnTo>
                <a:lnTo>
                  <a:pt x="548955" y="47324"/>
                </a:lnTo>
                <a:lnTo>
                  <a:pt x="548294" y="47057"/>
                </a:lnTo>
                <a:lnTo>
                  <a:pt x="547620" y="46803"/>
                </a:lnTo>
                <a:lnTo>
                  <a:pt x="546932" y="46561"/>
                </a:lnTo>
                <a:lnTo>
                  <a:pt x="546229" y="46332"/>
                </a:lnTo>
                <a:lnTo>
                  <a:pt x="545513" y="46115"/>
                </a:lnTo>
                <a:lnTo>
                  <a:pt x="546021" y="45878"/>
                </a:lnTo>
                <a:lnTo>
                  <a:pt x="546521" y="45632"/>
                </a:lnTo>
                <a:lnTo>
                  <a:pt x="547011" y="45376"/>
                </a:lnTo>
                <a:lnTo>
                  <a:pt x="547493" y="45111"/>
                </a:lnTo>
                <a:lnTo>
                  <a:pt x="547966" y="44835"/>
                </a:lnTo>
                <a:lnTo>
                  <a:pt x="548430" y="44551"/>
                </a:lnTo>
                <a:lnTo>
                  <a:pt x="548885" y="44256"/>
                </a:lnTo>
                <a:lnTo>
                  <a:pt x="549331" y="43952"/>
                </a:lnTo>
                <a:lnTo>
                  <a:pt x="549768" y="43638"/>
                </a:lnTo>
                <a:lnTo>
                  <a:pt x="550196" y="43315"/>
                </a:lnTo>
                <a:lnTo>
                  <a:pt x="550616" y="42981"/>
                </a:lnTo>
                <a:lnTo>
                  <a:pt x="551026" y="42639"/>
                </a:lnTo>
                <a:lnTo>
                  <a:pt x="551428" y="42286"/>
                </a:lnTo>
                <a:lnTo>
                  <a:pt x="551821" y="41924"/>
                </a:lnTo>
                <a:lnTo>
                  <a:pt x="552205" y="41552"/>
                </a:lnTo>
                <a:lnTo>
                  <a:pt x="552580" y="41171"/>
                </a:lnTo>
                <a:lnTo>
                  <a:pt x="552946" y="40780"/>
                </a:lnTo>
                <a:lnTo>
                  <a:pt x="553303" y="40379"/>
                </a:lnTo>
                <a:lnTo>
                  <a:pt x="553652" y="39969"/>
                </a:lnTo>
                <a:lnTo>
                  <a:pt x="553991" y="39549"/>
                </a:lnTo>
                <a:lnTo>
                  <a:pt x="554322" y="39119"/>
                </a:lnTo>
                <a:lnTo>
                  <a:pt x="554644" y="38680"/>
                </a:lnTo>
                <a:lnTo>
                  <a:pt x="554957" y="38231"/>
                </a:lnTo>
                <a:lnTo>
                  <a:pt x="555261" y="37772"/>
                </a:lnTo>
                <a:lnTo>
                  <a:pt x="555554" y="37306"/>
                </a:lnTo>
                <a:lnTo>
                  <a:pt x="555835" y="36837"/>
                </a:lnTo>
                <a:lnTo>
                  <a:pt x="556103" y="36364"/>
                </a:lnTo>
                <a:lnTo>
                  <a:pt x="556359" y="35887"/>
                </a:lnTo>
                <a:lnTo>
                  <a:pt x="556602" y="35407"/>
                </a:lnTo>
                <a:lnTo>
                  <a:pt x="556833" y="34922"/>
                </a:lnTo>
                <a:lnTo>
                  <a:pt x="557052" y="34434"/>
                </a:lnTo>
                <a:lnTo>
                  <a:pt x="557258" y="33942"/>
                </a:lnTo>
                <a:lnTo>
                  <a:pt x="557451" y="33446"/>
                </a:lnTo>
                <a:lnTo>
                  <a:pt x="557632" y="32946"/>
                </a:lnTo>
                <a:lnTo>
                  <a:pt x="557801" y="32443"/>
                </a:lnTo>
                <a:lnTo>
                  <a:pt x="557957" y="31935"/>
                </a:lnTo>
                <a:lnTo>
                  <a:pt x="558100" y="31424"/>
                </a:lnTo>
                <a:lnTo>
                  <a:pt x="558231" y="30909"/>
                </a:lnTo>
                <a:lnTo>
                  <a:pt x="558350" y="30390"/>
                </a:lnTo>
                <a:lnTo>
                  <a:pt x="558456" y="29867"/>
                </a:lnTo>
                <a:lnTo>
                  <a:pt x="558549" y="29341"/>
                </a:lnTo>
                <a:lnTo>
                  <a:pt x="558631" y="28811"/>
                </a:lnTo>
                <a:lnTo>
                  <a:pt x="558699" y="28277"/>
                </a:lnTo>
                <a:lnTo>
                  <a:pt x="558755" y="27739"/>
                </a:lnTo>
                <a:lnTo>
                  <a:pt x="558799" y="27197"/>
                </a:lnTo>
                <a:lnTo>
                  <a:pt x="558830" y="26651"/>
                </a:lnTo>
                <a:lnTo>
                  <a:pt x="558849" y="26102"/>
                </a:lnTo>
                <a:lnTo>
                  <a:pt x="558855" y="25549"/>
                </a:lnTo>
                <a:lnTo>
                  <a:pt x="558850" y="25039"/>
                </a:lnTo>
                <a:lnTo>
                  <a:pt x="558835" y="24533"/>
                </a:lnTo>
                <a:lnTo>
                  <a:pt x="558810" y="24031"/>
                </a:lnTo>
                <a:lnTo>
                  <a:pt x="558774" y="23534"/>
                </a:lnTo>
                <a:lnTo>
                  <a:pt x="558729" y="23041"/>
                </a:lnTo>
                <a:lnTo>
                  <a:pt x="558673" y="22551"/>
                </a:lnTo>
                <a:lnTo>
                  <a:pt x="558607" y="22066"/>
                </a:lnTo>
                <a:lnTo>
                  <a:pt x="558531" y="21586"/>
                </a:lnTo>
                <a:lnTo>
                  <a:pt x="558445" y="21109"/>
                </a:lnTo>
                <a:lnTo>
                  <a:pt x="558349" y="20636"/>
                </a:lnTo>
                <a:lnTo>
                  <a:pt x="558243" y="20168"/>
                </a:lnTo>
                <a:lnTo>
                  <a:pt x="558127" y="19704"/>
                </a:lnTo>
                <a:lnTo>
                  <a:pt x="558000" y="19244"/>
                </a:lnTo>
                <a:lnTo>
                  <a:pt x="557863" y="18788"/>
                </a:lnTo>
                <a:lnTo>
                  <a:pt x="557717" y="18336"/>
                </a:lnTo>
                <a:lnTo>
                  <a:pt x="557560" y="17888"/>
                </a:lnTo>
                <a:lnTo>
                  <a:pt x="557393" y="17445"/>
                </a:lnTo>
                <a:lnTo>
                  <a:pt x="557216" y="17006"/>
                </a:lnTo>
                <a:lnTo>
                  <a:pt x="557029" y="16571"/>
                </a:lnTo>
                <a:lnTo>
                  <a:pt x="556831" y="16140"/>
                </a:lnTo>
                <a:lnTo>
                  <a:pt x="556624" y="15713"/>
                </a:lnTo>
                <a:lnTo>
                  <a:pt x="556406" y="15290"/>
                </a:lnTo>
                <a:lnTo>
                  <a:pt x="556178" y="14872"/>
                </a:lnTo>
                <a:lnTo>
                  <a:pt x="555941" y="14457"/>
                </a:lnTo>
                <a:lnTo>
                  <a:pt x="555695" y="14048"/>
                </a:lnTo>
                <a:lnTo>
                  <a:pt x="555445" y="13646"/>
                </a:lnTo>
                <a:lnTo>
                  <a:pt x="555189" y="13251"/>
                </a:lnTo>
                <a:lnTo>
                  <a:pt x="554929" y="12863"/>
                </a:lnTo>
                <a:lnTo>
                  <a:pt x="554663" y="12481"/>
                </a:lnTo>
                <a:lnTo>
                  <a:pt x="554392" y="12107"/>
                </a:lnTo>
                <a:lnTo>
                  <a:pt x="554117" y="11739"/>
                </a:lnTo>
                <a:lnTo>
                  <a:pt x="553836" y="11378"/>
                </a:lnTo>
                <a:lnTo>
                  <a:pt x="553550" y="11024"/>
                </a:lnTo>
                <a:lnTo>
                  <a:pt x="553259" y="10676"/>
                </a:lnTo>
                <a:lnTo>
                  <a:pt x="552963" y="10336"/>
                </a:lnTo>
                <a:lnTo>
                  <a:pt x="552662" y="10003"/>
                </a:lnTo>
                <a:lnTo>
                  <a:pt x="552356" y="9676"/>
                </a:lnTo>
                <a:lnTo>
                  <a:pt x="552044" y="9356"/>
                </a:lnTo>
                <a:lnTo>
                  <a:pt x="551728" y="9043"/>
                </a:lnTo>
                <a:lnTo>
                  <a:pt x="551407" y="8737"/>
                </a:lnTo>
                <a:lnTo>
                  <a:pt x="551081" y="8438"/>
                </a:lnTo>
                <a:lnTo>
                  <a:pt x="550749" y="8146"/>
                </a:lnTo>
                <a:lnTo>
                  <a:pt x="550413" y="7860"/>
                </a:lnTo>
                <a:lnTo>
                  <a:pt x="550071" y="7581"/>
                </a:lnTo>
                <a:lnTo>
                  <a:pt x="549724" y="7310"/>
                </a:lnTo>
                <a:lnTo>
                  <a:pt x="549373" y="7045"/>
                </a:lnTo>
                <a:lnTo>
                  <a:pt x="549016" y="6787"/>
                </a:lnTo>
                <a:lnTo>
                  <a:pt x="548654" y="6535"/>
                </a:lnTo>
                <a:lnTo>
                  <a:pt x="548288" y="6291"/>
                </a:lnTo>
                <a:lnTo>
                  <a:pt x="547918" y="6054"/>
                </a:lnTo>
                <a:lnTo>
                  <a:pt x="547543" y="5824"/>
                </a:lnTo>
                <a:lnTo>
                  <a:pt x="547165" y="5600"/>
                </a:lnTo>
                <a:lnTo>
                  <a:pt x="546782" y="5384"/>
                </a:lnTo>
                <a:lnTo>
                  <a:pt x="546395" y="5175"/>
                </a:lnTo>
                <a:lnTo>
                  <a:pt x="546005" y="4973"/>
                </a:lnTo>
                <a:lnTo>
                  <a:pt x="545610" y="4778"/>
                </a:lnTo>
                <a:lnTo>
                  <a:pt x="545211" y="4591"/>
                </a:lnTo>
                <a:lnTo>
                  <a:pt x="544809" y="4410"/>
                </a:lnTo>
                <a:lnTo>
                  <a:pt x="544402" y="4236"/>
                </a:lnTo>
                <a:lnTo>
                  <a:pt x="543991" y="4070"/>
                </a:lnTo>
                <a:lnTo>
                  <a:pt x="543576" y="3910"/>
                </a:lnTo>
                <a:lnTo>
                  <a:pt x="543157" y="3758"/>
                </a:lnTo>
                <a:lnTo>
                  <a:pt x="542734" y="3613"/>
                </a:lnTo>
                <a:lnTo>
                  <a:pt x="542307" y="3474"/>
                </a:lnTo>
                <a:lnTo>
                  <a:pt x="541876" y="3343"/>
                </a:lnTo>
                <a:lnTo>
                  <a:pt x="541441" y="3219"/>
                </a:lnTo>
                <a:lnTo>
                  <a:pt x="541002" y="3102"/>
                </a:lnTo>
                <a:lnTo>
                  <a:pt x="540558" y="2992"/>
                </a:lnTo>
                <a:lnTo>
                  <a:pt x="540111" y="2889"/>
                </a:lnTo>
                <a:lnTo>
                  <a:pt x="539660" y="2793"/>
                </a:lnTo>
                <a:lnTo>
                  <a:pt x="539204" y="2705"/>
                </a:lnTo>
                <a:lnTo>
                  <a:pt x="538745" y="2623"/>
                </a:lnTo>
                <a:lnTo>
                  <a:pt x="538273" y="2546"/>
                </a:lnTo>
                <a:lnTo>
                  <a:pt x="537782" y="2473"/>
                </a:lnTo>
                <a:lnTo>
                  <a:pt x="537271" y="2403"/>
                </a:lnTo>
                <a:lnTo>
                  <a:pt x="536740" y="2336"/>
                </a:lnTo>
                <a:lnTo>
                  <a:pt x="536189" y="2273"/>
                </a:lnTo>
                <a:lnTo>
                  <a:pt x="535618" y="2212"/>
                </a:lnTo>
                <a:lnTo>
                  <a:pt x="535027" y="2155"/>
                </a:lnTo>
                <a:lnTo>
                  <a:pt x="534416" y="2101"/>
                </a:lnTo>
                <a:lnTo>
                  <a:pt x="533785" y="2051"/>
                </a:lnTo>
                <a:lnTo>
                  <a:pt x="533135" y="2004"/>
                </a:lnTo>
                <a:lnTo>
                  <a:pt x="532464" y="1960"/>
                </a:lnTo>
                <a:lnTo>
                  <a:pt x="531774" y="1919"/>
                </a:lnTo>
                <a:lnTo>
                  <a:pt x="531064" y="1881"/>
                </a:lnTo>
                <a:lnTo>
                  <a:pt x="530334" y="1847"/>
                </a:lnTo>
                <a:lnTo>
                  <a:pt x="529584" y="1816"/>
                </a:lnTo>
                <a:lnTo>
                  <a:pt x="528814" y="1788"/>
                </a:lnTo>
                <a:lnTo>
                  <a:pt x="528024" y="1764"/>
                </a:lnTo>
                <a:lnTo>
                  <a:pt x="527214" y="1743"/>
                </a:lnTo>
                <a:lnTo>
                  <a:pt x="526384" y="1725"/>
                </a:lnTo>
                <a:lnTo>
                  <a:pt x="525535" y="1710"/>
                </a:lnTo>
                <a:lnTo>
                  <a:pt x="524665" y="1699"/>
                </a:lnTo>
                <a:lnTo>
                  <a:pt x="523776" y="1690"/>
                </a:lnTo>
                <a:lnTo>
                  <a:pt x="522867" y="1686"/>
                </a:lnTo>
                <a:lnTo>
                  <a:pt x="521937" y="1684"/>
                </a:lnTo>
                <a:lnTo>
                  <a:pt x="483983" y="1684"/>
                </a:lnTo>
                <a:lnTo>
                  <a:pt x="483983" y="96634"/>
                </a:lnTo>
                <a:lnTo>
                  <a:pt x="516303" y="96634"/>
                </a:lnTo>
                <a:lnTo>
                  <a:pt x="517807" y="96622"/>
                </a:lnTo>
                <a:lnTo>
                  <a:pt x="519264" y="96610"/>
                </a:lnTo>
                <a:lnTo>
                  <a:pt x="520673" y="96595"/>
                </a:lnTo>
                <a:close/>
                <a:moveTo>
                  <a:pt x="518381" y="17496"/>
                </a:moveTo>
                <a:lnTo>
                  <a:pt x="519342" y="17501"/>
                </a:lnTo>
                <a:lnTo>
                  <a:pt x="520266" y="17508"/>
                </a:lnTo>
                <a:lnTo>
                  <a:pt x="521152" y="17515"/>
                </a:lnTo>
                <a:lnTo>
                  <a:pt x="522002" y="17523"/>
                </a:lnTo>
                <a:lnTo>
                  <a:pt x="522815" y="17533"/>
                </a:lnTo>
                <a:lnTo>
                  <a:pt x="523590" y="17544"/>
                </a:lnTo>
                <a:lnTo>
                  <a:pt x="524329" y="17555"/>
                </a:lnTo>
                <a:lnTo>
                  <a:pt x="525030" y="17568"/>
                </a:lnTo>
                <a:lnTo>
                  <a:pt x="525694" y="17582"/>
                </a:lnTo>
                <a:lnTo>
                  <a:pt x="526321" y="17598"/>
                </a:lnTo>
                <a:lnTo>
                  <a:pt x="526911" y="17614"/>
                </a:lnTo>
                <a:lnTo>
                  <a:pt x="527464" y="17631"/>
                </a:lnTo>
                <a:lnTo>
                  <a:pt x="527980" y="17650"/>
                </a:lnTo>
                <a:lnTo>
                  <a:pt x="528459" y="17670"/>
                </a:lnTo>
                <a:lnTo>
                  <a:pt x="528900" y="17690"/>
                </a:lnTo>
                <a:lnTo>
                  <a:pt x="529305" y="17712"/>
                </a:lnTo>
                <a:lnTo>
                  <a:pt x="529672" y="17735"/>
                </a:lnTo>
                <a:lnTo>
                  <a:pt x="530002" y="17759"/>
                </a:lnTo>
                <a:lnTo>
                  <a:pt x="530296" y="17785"/>
                </a:lnTo>
                <a:lnTo>
                  <a:pt x="530552" y="17811"/>
                </a:lnTo>
                <a:lnTo>
                  <a:pt x="530947" y="17863"/>
                </a:lnTo>
                <a:lnTo>
                  <a:pt x="531334" y="17923"/>
                </a:lnTo>
                <a:lnTo>
                  <a:pt x="531713" y="17990"/>
                </a:lnTo>
                <a:lnTo>
                  <a:pt x="532084" y="18065"/>
                </a:lnTo>
                <a:lnTo>
                  <a:pt x="532446" y="18147"/>
                </a:lnTo>
                <a:lnTo>
                  <a:pt x="532800" y="18237"/>
                </a:lnTo>
                <a:lnTo>
                  <a:pt x="533146" y="18334"/>
                </a:lnTo>
                <a:lnTo>
                  <a:pt x="533484" y="18439"/>
                </a:lnTo>
                <a:lnTo>
                  <a:pt x="533814" y="18551"/>
                </a:lnTo>
                <a:lnTo>
                  <a:pt x="534135" y="18671"/>
                </a:lnTo>
                <a:lnTo>
                  <a:pt x="534448" y="18798"/>
                </a:lnTo>
                <a:lnTo>
                  <a:pt x="534753" y="18933"/>
                </a:lnTo>
                <a:lnTo>
                  <a:pt x="535050" y="19075"/>
                </a:lnTo>
                <a:lnTo>
                  <a:pt x="535339" y="19225"/>
                </a:lnTo>
                <a:lnTo>
                  <a:pt x="535619" y="19382"/>
                </a:lnTo>
                <a:lnTo>
                  <a:pt x="535891" y="19547"/>
                </a:lnTo>
                <a:lnTo>
                  <a:pt x="536155" y="19720"/>
                </a:lnTo>
                <a:lnTo>
                  <a:pt x="536411" y="19900"/>
                </a:lnTo>
                <a:lnTo>
                  <a:pt x="536659" y="20087"/>
                </a:lnTo>
                <a:lnTo>
                  <a:pt x="536898" y="20282"/>
                </a:lnTo>
                <a:lnTo>
                  <a:pt x="537129" y="20484"/>
                </a:lnTo>
                <a:lnTo>
                  <a:pt x="537352" y="20694"/>
                </a:lnTo>
                <a:lnTo>
                  <a:pt x="537567" y="20912"/>
                </a:lnTo>
                <a:lnTo>
                  <a:pt x="537773" y="21137"/>
                </a:lnTo>
                <a:lnTo>
                  <a:pt x="537971" y="21368"/>
                </a:lnTo>
                <a:lnTo>
                  <a:pt x="538161" y="21605"/>
                </a:lnTo>
                <a:lnTo>
                  <a:pt x="538342" y="21848"/>
                </a:lnTo>
                <a:lnTo>
                  <a:pt x="538515" y="22097"/>
                </a:lnTo>
                <a:lnTo>
                  <a:pt x="538680" y="22352"/>
                </a:lnTo>
                <a:lnTo>
                  <a:pt x="538836" y="22612"/>
                </a:lnTo>
                <a:lnTo>
                  <a:pt x="538983" y="22878"/>
                </a:lnTo>
                <a:lnTo>
                  <a:pt x="539123" y="23149"/>
                </a:lnTo>
                <a:lnTo>
                  <a:pt x="539253" y="23426"/>
                </a:lnTo>
                <a:lnTo>
                  <a:pt x="539376" y="23709"/>
                </a:lnTo>
                <a:lnTo>
                  <a:pt x="539489" y="23998"/>
                </a:lnTo>
                <a:lnTo>
                  <a:pt x="539595" y="24293"/>
                </a:lnTo>
                <a:lnTo>
                  <a:pt x="539692" y="24593"/>
                </a:lnTo>
                <a:lnTo>
                  <a:pt x="539780" y="24899"/>
                </a:lnTo>
                <a:lnTo>
                  <a:pt x="539860" y="25210"/>
                </a:lnTo>
                <a:lnTo>
                  <a:pt x="539932" y="25527"/>
                </a:lnTo>
                <a:lnTo>
                  <a:pt x="539995" y="25850"/>
                </a:lnTo>
                <a:lnTo>
                  <a:pt x="540050" y="26179"/>
                </a:lnTo>
                <a:lnTo>
                  <a:pt x="540097" y="26513"/>
                </a:lnTo>
                <a:lnTo>
                  <a:pt x="540135" y="26854"/>
                </a:lnTo>
                <a:lnTo>
                  <a:pt x="540164" y="27199"/>
                </a:lnTo>
                <a:lnTo>
                  <a:pt x="540185" y="27551"/>
                </a:lnTo>
                <a:lnTo>
                  <a:pt x="540198" y="27908"/>
                </a:lnTo>
                <a:lnTo>
                  <a:pt x="540202" y="28271"/>
                </a:lnTo>
                <a:lnTo>
                  <a:pt x="540197" y="28650"/>
                </a:lnTo>
                <a:lnTo>
                  <a:pt x="540182" y="29023"/>
                </a:lnTo>
                <a:lnTo>
                  <a:pt x="540158" y="29390"/>
                </a:lnTo>
                <a:lnTo>
                  <a:pt x="540124" y="29751"/>
                </a:lnTo>
                <a:lnTo>
                  <a:pt x="540080" y="30105"/>
                </a:lnTo>
                <a:lnTo>
                  <a:pt x="540026" y="30453"/>
                </a:lnTo>
                <a:lnTo>
                  <a:pt x="539962" y="30795"/>
                </a:lnTo>
                <a:lnTo>
                  <a:pt x="539889" y="31131"/>
                </a:lnTo>
                <a:lnTo>
                  <a:pt x="539806" y="31461"/>
                </a:lnTo>
                <a:lnTo>
                  <a:pt x="539713" y="31785"/>
                </a:lnTo>
                <a:lnTo>
                  <a:pt x="539610" y="32102"/>
                </a:lnTo>
                <a:lnTo>
                  <a:pt x="539498" y="32413"/>
                </a:lnTo>
                <a:lnTo>
                  <a:pt x="539375" y="32718"/>
                </a:lnTo>
                <a:lnTo>
                  <a:pt x="539243" y="33017"/>
                </a:lnTo>
                <a:lnTo>
                  <a:pt x="539101" y="33310"/>
                </a:lnTo>
                <a:lnTo>
                  <a:pt x="538950" y="33597"/>
                </a:lnTo>
                <a:lnTo>
                  <a:pt x="538788" y="33877"/>
                </a:lnTo>
                <a:lnTo>
                  <a:pt x="538617" y="34151"/>
                </a:lnTo>
                <a:lnTo>
                  <a:pt x="538436" y="34419"/>
                </a:lnTo>
                <a:lnTo>
                  <a:pt x="538246" y="34681"/>
                </a:lnTo>
                <a:lnTo>
                  <a:pt x="538045" y="34937"/>
                </a:lnTo>
                <a:lnTo>
                  <a:pt x="537835" y="35186"/>
                </a:lnTo>
                <a:lnTo>
                  <a:pt x="537615" y="35430"/>
                </a:lnTo>
                <a:lnTo>
                  <a:pt x="537385" y="35667"/>
                </a:lnTo>
                <a:lnTo>
                  <a:pt x="537146" y="35897"/>
                </a:lnTo>
                <a:lnTo>
                  <a:pt x="536900" y="36119"/>
                </a:lnTo>
                <a:lnTo>
                  <a:pt x="536647" y="36334"/>
                </a:lnTo>
                <a:lnTo>
                  <a:pt x="536387" y="36541"/>
                </a:lnTo>
                <a:lnTo>
                  <a:pt x="536119" y="36740"/>
                </a:lnTo>
                <a:lnTo>
                  <a:pt x="535844" y="36931"/>
                </a:lnTo>
                <a:lnTo>
                  <a:pt x="535562" y="37115"/>
                </a:lnTo>
                <a:lnTo>
                  <a:pt x="535272" y="37291"/>
                </a:lnTo>
                <a:lnTo>
                  <a:pt x="534976" y="37459"/>
                </a:lnTo>
                <a:lnTo>
                  <a:pt x="534671" y="37620"/>
                </a:lnTo>
                <a:lnTo>
                  <a:pt x="534360" y="37773"/>
                </a:lnTo>
                <a:lnTo>
                  <a:pt x="534041" y="37918"/>
                </a:lnTo>
                <a:lnTo>
                  <a:pt x="533715" y="38055"/>
                </a:lnTo>
                <a:lnTo>
                  <a:pt x="533381" y="38184"/>
                </a:lnTo>
                <a:lnTo>
                  <a:pt x="533041" y="38306"/>
                </a:lnTo>
                <a:lnTo>
                  <a:pt x="532693" y="38420"/>
                </a:lnTo>
                <a:lnTo>
                  <a:pt x="532337" y="38527"/>
                </a:lnTo>
                <a:lnTo>
                  <a:pt x="531974" y="38626"/>
                </a:lnTo>
                <a:lnTo>
                  <a:pt x="531604" y="38716"/>
                </a:lnTo>
                <a:lnTo>
                  <a:pt x="531227" y="38800"/>
                </a:lnTo>
                <a:lnTo>
                  <a:pt x="530843" y="38875"/>
                </a:lnTo>
                <a:lnTo>
                  <a:pt x="530451" y="38943"/>
                </a:lnTo>
                <a:lnTo>
                  <a:pt x="530051" y="39003"/>
                </a:lnTo>
                <a:lnTo>
                  <a:pt x="529645" y="39055"/>
                </a:lnTo>
                <a:lnTo>
                  <a:pt x="529403" y="39082"/>
                </a:lnTo>
                <a:lnTo>
                  <a:pt x="529133" y="39107"/>
                </a:lnTo>
                <a:lnTo>
                  <a:pt x="528832" y="39131"/>
                </a:lnTo>
                <a:lnTo>
                  <a:pt x="528502" y="39154"/>
                </a:lnTo>
                <a:lnTo>
                  <a:pt x="528143" y="39176"/>
                </a:lnTo>
                <a:lnTo>
                  <a:pt x="527754" y="39197"/>
                </a:lnTo>
                <a:lnTo>
                  <a:pt x="527336" y="39216"/>
                </a:lnTo>
                <a:lnTo>
                  <a:pt x="526889" y="39235"/>
                </a:lnTo>
                <a:lnTo>
                  <a:pt x="526412" y="39252"/>
                </a:lnTo>
                <a:lnTo>
                  <a:pt x="525905" y="39269"/>
                </a:lnTo>
                <a:lnTo>
                  <a:pt x="525369" y="39284"/>
                </a:lnTo>
                <a:lnTo>
                  <a:pt x="524803" y="39298"/>
                </a:lnTo>
                <a:lnTo>
                  <a:pt x="524209" y="39311"/>
                </a:lnTo>
                <a:lnTo>
                  <a:pt x="523584" y="39323"/>
                </a:lnTo>
                <a:lnTo>
                  <a:pt x="522930" y="39333"/>
                </a:lnTo>
                <a:lnTo>
                  <a:pt x="522247" y="39343"/>
                </a:lnTo>
                <a:lnTo>
                  <a:pt x="521534" y="39351"/>
                </a:lnTo>
                <a:lnTo>
                  <a:pt x="520792" y="39359"/>
                </a:lnTo>
                <a:lnTo>
                  <a:pt x="520020" y="39365"/>
                </a:lnTo>
                <a:lnTo>
                  <a:pt x="519219" y="39370"/>
                </a:lnTo>
                <a:lnTo>
                  <a:pt x="518388" y="39374"/>
                </a:lnTo>
                <a:lnTo>
                  <a:pt x="517528" y="39377"/>
                </a:lnTo>
                <a:lnTo>
                  <a:pt x="516639" y="39378"/>
                </a:lnTo>
                <a:lnTo>
                  <a:pt x="515720" y="39379"/>
                </a:lnTo>
                <a:lnTo>
                  <a:pt x="503155" y="39379"/>
                </a:lnTo>
                <a:lnTo>
                  <a:pt x="503155" y="17487"/>
                </a:lnTo>
                <a:lnTo>
                  <a:pt x="514165" y="17487"/>
                </a:lnTo>
                <a:lnTo>
                  <a:pt x="515275" y="17488"/>
                </a:lnTo>
                <a:lnTo>
                  <a:pt x="516347" y="17490"/>
                </a:lnTo>
                <a:lnTo>
                  <a:pt x="517382" y="17492"/>
                </a:lnTo>
                <a:lnTo>
                  <a:pt x="518381" y="17496"/>
                </a:lnTo>
                <a:close/>
                <a:moveTo>
                  <a:pt x="522741" y="55220"/>
                </a:moveTo>
                <a:lnTo>
                  <a:pt x="523688" y="55241"/>
                </a:lnTo>
                <a:lnTo>
                  <a:pt x="524603" y="55267"/>
                </a:lnTo>
                <a:lnTo>
                  <a:pt x="525486" y="55298"/>
                </a:lnTo>
                <a:lnTo>
                  <a:pt x="526338" y="55333"/>
                </a:lnTo>
                <a:lnTo>
                  <a:pt x="527158" y="55374"/>
                </a:lnTo>
                <a:lnTo>
                  <a:pt x="527946" y="55418"/>
                </a:lnTo>
                <a:lnTo>
                  <a:pt x="528702" y="55468"/>
                </a:lnTo>
                <a:lnTo>
                  <a:pt x="529426" y="55522"/>
                </a:lnTo>
                <a:lnTo>
                  <a:pt x="530119" y="55581"/>
                </a:lnTo>
                <a:lnTo>
                  <a:pt x="530779" y="55645"/>
                </a:lnTo>
                <a:lnTo>
                  <a:pt x="531408" y="55714"/>
                </a:lnTo>
                <a:lnTo>
                  <a:pt x="532005" y="55787"/>
                </a:lnTo>
                <a:lnTo>
                  <a:pt x="532570" y="55865"/>
                </a:lnTo>
                <a:lnTo>
                  <a:pt x="533104" y="55947"/>
                </a:lnTo>
                <a:lnTo>
                  <a:pt x="533605" y="56035"/>
                </a:lnTo>
                <a:lnTo>
                  <a:pt x="534075" y="56127"/>
                </a:lnTo>
                <a:lnTo>
                  <a:pt x="534513" y="56224"/>
                </a:lnTo>
                <a:lnTo>
                  <a:pt x="534919" y="56325"/>
                </a:lnTo>
                <a:lnTo>
                  <a:pt x="535293" y="56431"/>
                </a:lnTo>
                <a:lnTo>
                  <a:pt x="535636" y="56542"/>
                </a:lnTo>
                <a:lnTo>
                  <a:pt x="535959" y="56659"/>
                </a:lnTo>
                <a:lnTo>
                  <a:pt x="536276" y="56780"/>
                </a:lnTo>
                <a:lnTo>
                  <a:pt x="536587" y="56908"/>
                </a:lnTo>
                <a:lnTo>
                  <a:pt x="536891" y="57041"/>
                </a:lnTo>
                <a:lnTo>
                  <a:pt x="537188" y="57179"/>
                </a:lnTo>
                <a:lnTo>
                  <a:pt x="537480" y="57324"/>
                </a:lnTo>
                <a:lnTo>
                  <a:pt x="537765" y="57474"/>
                </a:lnTo>
                <a:lnTo>
                  <a:pt x="538043" y="57629"/>
                </a:lnTo>
                <a:lnTo>
                  <a:pt x="538315" y="57790"/>
                </a:lnTo>
                <a:lnTo>
                  <a:pt x="538581" y="57957"/>
                </a:lnTo>
                <a:lnTo>
                  <a:pt x="538840" y="58129"/>
                </a:lnTo>
                <a:lnTo>
                  <a:pt x="539093" y="58307"/>
                </a:lnTo>
                <a:lnTo>
                  <a:pt x="539339" y="58491"/>
                </a:lnTo>
                <a:lnTo>
                  <a:pt x="539579" y="58680"/>
                </a:lnTo>
                <a:lnTo>
                  <a:pt x="539813" y="58875"/>
                </a:lnTo>
                <a:lnTo>
                  <a:pt x="540040" y="59076"/>
                </a:lnTo>
                <a:lnTo>
                  <a:pt x="540261" y="59282"/>
                </a:lnTo>
                <a:lnTo>
                  <a:pt x="540475" y="59493"/>
                </a:lnTo>
                <a:lnTo>
                  <a:pt x="540683" y="59711"/>
                </a:lnTo>
                <a:lnTo>
                  <a:pt x="540885" y="59934"/>
                </a:lnTo>
                <a:lnTo>
                  <a:pt x="541080" y="60162"/>
                </a:lnTo>
                <a:lnTo>
                  <a:pt x="541269" y="60397"/>
                </a:lnTo>
                <a:lnTo>
                  <a:pt x="541451" y="60636"/>
                </a:lnTo>
                <a:lnTo>
                  <a:pt x="541627" y="60882"/>
                </a:lnTo>
                <a:lnTo>
                  <a:pt x="541796" y="61132"/>
                </a:lnTo>
                <a:lnTo>
                  <a:pt x="541958" y="61387"/>
                </a:lnTo>
                <a:lnTo>
                  <a:pt x="542113" y="61647"/>
                </a:lnTo>
                <a:lnTo>
                  <a:pt x="542260" y="61911"/>
                </a:lnTo>
                <a:lnTo>
                  <a:pt x="542401" y="62180"/>
                </a:lnTo>
                <a:lnTo>
                  <a:pt x="542534" y="62453"/>
                </a:lnTo>
                <a:lnTo>
                  <a:pt x="542660" y="62730"/>
                </a:lnTo>
                <a:lnTo>
                  <a:pt x="542778" y="63012"/>
                </a:lnTo>
                <a:lnTo>
                  <a:pt x="542890" y="63299"/>
                </a:lnTo>
                <a:lnTo>
                  <a:pt x="542994" y="63590"/>
                </a:lnTo>
                <a:lnTo>
                  <a:pt x="543091" y="63885"/>
                </a:lnTo>
                <a:lnTo>
                  <a:pt x="543181" y="64185"/>
                </a:lnTo>
                <a:lnTo>
                  <a:pt x="543264" y="64490"/>
                </a:lnTo>
                <a:lnTo>
                  <a:pt x="543340" y="64799"/>
                </a:lnTo>
                <a:lnTo>
                  <a:pt x="543408" y="65112"/>
                </a:lnTo>
                <a:lnTo>
                  <a:pt x="543469" y="65430"/>
                </a:lnTo>
                <a:lnTo>
                  <a:pt x="543523" y="65753"/>
                </a:lnTo>
                <a:lnTo>
                  <a:pt x="543570" y="66080"/>
                </a:lnTo>
                <a:lnTo>
                  <a:pt x="543610" y="66411"/>
                </a:lnTo>
                <a:lnTo>
                  <a:pt x="543642" y="66747"/>
                </a:lnTo>
                <a:lnTo>
                  <a:pt x="543667" y="67087"/>
                </a:lnTo>
                <a:lnTo>
                  <a:pt x="543685" y="67432"/>
                </a:lnTo>
                <a:lnTo>
                  <a:pt x="543696" y="67782"/>
                </a:lnTo>
                <a:lnTo>
                  <a:pt x="543700" y="68136"/>
                </a:lnTo>
                <a:lnTo>
                  <a:pt x="543695" y="68553"/>
                </a:lnTo>
                <a:lnTo>
                  <a:pt x="543681" y="68964"/>
                </a:lnTo>
                <a:lnTo>
                  <a:pt x="543658" y="69367"/>
                </a:lnTo>
                <a:lnTo>
                  <a:pt x="543625" y="69763"/>
                </a:lnTo>
                <a:lnTo>
                  <a:pt x="543583" y="70152"/>
                </a:lnTo>
                <a:lnTo>
                  <a:pt x="543532" y="70534"/>
                </a:lnTo>
                <a:lnTo>
                  <a:pt x="543471" y="70909"/>
                </a:lnTo>
                <a:lnTo>
                  <a:pt x="543401" y="71277"/>
                </a:lnTo>
                <a:lnTo>
                  <a:pt x="543322" y="71638"/>
                </a:lnTo>
                <a:lnTo>
                  <a:pt x="543233" y="71992"/>
                </a:lnTo>
                <a:lnTo>
                  <a:pt x="543135" y="72338"/>
                </a:lnTo>
                <a:lnTo>
                  <a:pt x="543028" y="72678"/>
                </a:lnTo>
                <a:lnTo>
                  <a:pt x="542911" y="73010"/>
                </a:lnTo>
                <a:lnTo>
                  <a:pt x="542785" y="73336"/>
                </a:lnTo>
                <a:lnTo>
                  <a:pt x="542650" y="73654"/>
                </a:lnTo>
                <a:lnTo>
                  <a:pt x="542505" y="73965"/>
                </a:lnTo>
                <a:lnTo>
                  <a:pt x="542351" y="74269"/>
                </a:lnTo>
                <a:lnTo>
                  <a:pt x="542188" y="74566"/>
                </a:lnTo>
                <a:lnTo>
                  <a:pt x="542015" y="74856"/>
                </a:lnTo>
                <a:lnTo>
                  <a:pt x="541833" y="75139"/>
                </a:lnTo>
                <a:lnTo>
                  <a:pt x="541642" y="75415"/>
                </a:lnTo>
                <a:lnTo>
                  <a:pt x="541441" y="75683"/>
                </a:lnTo>
                <a:lnTo>
                  <a:pt x="541231" y="75945"/>
                </a:lnTo>
                <a:lnTo>
                  <a:pt x="541012" y="76200"/>
                </a:lnTo>
                <a:lnTo>
                  <a:pt x="540785" y="76447"/>
                </a:lnTo>
                <a:lnTo>
                  <a:pt x="540553" y="76686"/>
                </a:lnTo>
                <a:lnTo>
                  <a:pt x="540315" y="76918"/>
                </a:lnTo>
                <a:lnTo>
                  <a:pt x="540072" y="77141"/>
                </a:lnTo>
                <a:lnTo>
                  <a:pt x="539823" y="77357"/>
                </a:lnTo>
                <a:lnTo>
                  <a:pt x="539569" y="77566"/>
                </a:lnTo>
                <a:lnTo>
                  <a:pt x="539309" y="77766"/>
                </a:lnTo>
                <a:lnTo>
                  <a:pt x="539043" y="77959"/>
                </a:lnTo>
                <a:lnTo>
                  <a:pt x="538773" y="78144"/>
                </a:lnTo>
                <a:lnTo>
                  <a:pt x="538496" y="78321"/>
                </a:lnTo>
                <a:lnTo>
                  <a:pt x="538214" y="78491"/>
                </a:lnTo>
                <a:lnTo>
                  <a:pt x="537927" y="78653"/>
                </a:lnTo>
                <a:lnTo>
                  <a:pt x="537634" y="78807"/>
                </a:lnTo>
                <a:lnTo>
                  <a:pt x="537336" y="78953"/>
                </a:lnTo>
                <a:lnTo>
                  <a:pt x="537032" y="79091"/>
                </a:lnTo>
                <a:lnTo>
                  <a:pt x="536723" y="79222"/>
                </a:lnTo>
                <a:lnTo>
                  <a:pt x="536408" y="79345"/>
                </a:lnTo>
                <a:lnTo>
                  <a:pt x="536087" y="79460"/>
                </a:lnTo>
                <a:lnTo>
                  <a:pt x="535761" y="79568"/>
                </a:lnTo>
                <a:lnTo>
                  <a:pt x="535430" y="79667"/>
                </a:lnTo>
                <a:lnTo>
                  <a:pt x="535093" y="79759"/>
                </a:lnTo>
                <a:lnTo>
                  <a:pt x="534751" y="79843"/>
                </a:lnTo>
                <a:lnTo>
                  <a:pt x="534403" y="79920"/>
                </a:lnTo>
                <a:lnTo>
                  <a:pt x="534049" y="79988"/>
                </a:lnTo>
                <a:lnTo>
                  <a:pt x="533804" y="80036"/>
                </a:lnTo>
                <a:lnTo>
                  <a:pt x="533532" y="80082"/>
                </a:lnTo>
                <a:lnTo>
                  <a:pt x="533234" y="80125"/>
                </a:lnTo>
                <a:lnTo>
                  <a:pt x="532910" y="80167"/>
                </a:lnTo>
                <a:lnTo>
                  <a:pt x="532560" y="80206"/>
                </a:lnTo>
                <a:lnTo>
                  <a:pt x="532183" y="80243"/>
                </a:lnTo>
                <a:lnTo>
                  <a:pt x="531780" y="80279"/>
                </a:lnTo>
                <a:lnTo>
                  <a:pt x="531350" y="80312"/>
                </a:lnTo>
                <a:lnTo>
                  <a:pt x="530895" y="80344"/>
                </a:lnTo>
                <a:lnTo>
                  <a:pt x="530413" y="80373"/>
                </a:lnTo>
                <a:lnTo>
                  <a:pt x="529904" y="80400"/>
                </a:lnTo>
                <a:lnTo>
                  <a:pt x="529370" y="80426"/>
                </a:lnTo>
                <a:lnTo>
                  <a:pt x="528809" y="80449"/>
                </a:lnTo>
                <a:lnTo>
                  <a:pt x="528221" y="80470"/>
                </a:lnTo>
                <a:lnTo>
                  <a:pt x="527608" y="80489"/>
                </a:lnTo>
                <a:lnTo>
                  <a:pt x="526968" y="80507"/>
                </a:lnTo>
                <a:lnTo>
                  <a:pt x="526302" y="80522"/>
                </a:lnTo>
                <a:lnTo>
                  <a:pt x="525609" y="80535"/>
                </a:lnTo>
                <a:lnTo>
                  <a:pt x="524890" y="80546"/>
                </a:lnTo>
                <a:lnTo>
                  <a:pt x="524145" y="80555"/>
                </a:lnTo>
                <a:lnTo>
                  <a:pt x="523373" y="80562"/>
                </a:lnTo>
                <a:lnTo>
                  <a:pt x="522576" y="80567"/>
                </a:lnTo>
                <a:lnTo>
                  <a:pt x="521752" y="80570"/>
                </a:lnTo>
                <a:lnTo>
                  <a:pt x="520901" y="80571"/>
                </a:lnTo>
                <a:lnTo>
                  <a:pt x="503155" y="80571"/>
                </a:lnTo>
                <a:lnTo>
                  <a:pt x="503155" y="55182"/>
                </a:lnTo>
                <a:lnTo>
                  <a:pt x="518634" y="55182"/>
                </a:lnTo>
                <a:lnTo>
                  <a:pt x="519709" y="55185"/>
                </a:lnTo>
                <a:lnTo>
                  <a:pt x="520751" y="55192"/>
                </a:lnTo>
                <a:lnTo>
                  <a:pt x="521762" y="55204"/>
                </a:lnTo>
                <a:lnTo>
                  <a:pt x="522741" y="55220"/>
                </a:lnTo>
                <a:close/>
                <a:moveTo>
                  <a:pt x="930241" y="58776"/>
                </a:moveTo>
                <a:lnTo>
                  <a:pt x="930480" y="60481"/>
                </a:lnTo>
                <a:lnTo>
                  <a:pt x="930762" y="62153"/>
                </a:lnTo>
                <a:lnTo>
                  <a:pt x="931087" y="63790"/>
                </a:lnTo>
                <a:lnTo>
                  <a:pt x="931456" y="65394"/>
                </a:lnTo>
                <a:lnTo>
                  <a:pt x="931869" y="66963"/>
                </a:lnTo>
                <a:lnTo>
                  <a:pt x="932324" y="68499"/>
                </a:lnTo>
                <a:lnTo>
                  <a:pt x="932824" y="70001"/>
                </a:lnTo>
                <a:lnTo>
                  <a:pt x="933366" y="71469"/>
                </a:lnTo>
                <a:lnTo>
                  <a:pt x="933952" y="72903"/>
                </a:lnTo>
                <a:lnTo>
                  <a:pt x="934581" y="74303"/>
                </a:lnTo>
                <a:lnTo>
                  <a:pt x="935254" y="75670"/>
                </a:lnTo>
                <a:lnTo>
                  <a:pt x="935970" y="77002"/>
                </a:lnTo>
                <a:lnTo>
                  <a:pt x="936730" y="78301"/>
                </a:lnTo>
                <a:lnTo>
                  <a:pt x="937533" y="79565"/>
                </a:lnTo>
                <a:lnTo>
                  <a:pt x="938379" y="80796"/>
                </a:lnTo>
                <a:lnTo>
                  <a:pt x="939269" y="81993"/>
                </a:lnTo>
                <a:lnTo>
                  <a:pt x="940202" y="83156"/>
                </a:lnTo>
                <a:lnTo>
                  <a:pt x="941179" y="84285"/>
                </a:lnTo>
                <a:lnTo>
                  <a:pt x="942199" y="85380"/>
                </a:lnTo>
                <a:lnTo>
                  <a:pt x="943255" y="86436"/>
                </a:lnTo>
                <a:lnTo>
                  <a:pt x="944342" y="87447"/>
                </a:lnTo>
                <a:lnTo>
                  <a:pt x="945459" y="88413"/>
                </a:lnTo>
                <a:lnTo>
                  <a:pt x="946607" y="89334"/>
                </a:lnTo>
                <a:lnTo>
                  <a:pt x="947784" y="90209"/>
                </a:lnTo>
                <a:lnTo>
                  <a:pt x="948991" y="91041"/>
                </a:lnTo>
                <a:lnTo>
                  <a:pt x="950229" y="91827"/>
                </a:lnTo>
                <a:lnTo>
                  <a:pt x="951497" y="92568"/>
                </a:lnTo>
                <a:lnTo>
                  <a:pt x="952794" y="93264"/>
                </a:lnTo>
                <a:lnTo>
                  <a:pt x="954122" y="93916"/>
                </a:lnTo>
                <a:lnTo>
                  <a:pt x="955480" y="94522"/>
                </a:lnTo>
                <a:lnTo>
                  <a:pt x="956869" y="95083"/>
                </a:lnTo>
                <a:lnTo>
                  <a:pt x="958287" y="95600"/>
                </a:lnTo>
                <a:lnTo>
                  <a:pt x="959736" y="96072"/>
                </a:lnTo>
                <a:lnTo>
                  <a:pt x="961214" y="96498"/>
                </a:lnTo>
                <a:lnTo>
                  <a:pt x="962723" y="96880"/>
                </a:lnTo>
                <a:lnTo>
                  <a:pt x="964262" y="97217"/>
                </a:lnTo>
                <a:lnTo>
                  <a:pt x="965831" y="97509"/>
                </a:lnTo>
                <a:lnTo>
                  <a:pt x="967430" y="97756"/>
                </a:lnTo>
                <a:lnTo>
                  <a:pt x="969059" y="97958"/>
                </a:lnTo>
                <a:lnTo>
                  <a:pt x="970719" y="98116"/>
                </a:lnTo>
                <a:lnTo>
                  <a:pt x="972408" y="98228"/>
                </a:lnTo>
                <a:lnTo>
                  <a:pt x="974128" y="98295"/>
                </a:lnTo>
                <a:lnTo>
                  <a:pt x="975878" y="98318"/>
                </a:lnTo>
                <a:lnTo>
                  <a:pt x="977607" y="98295"/>
                </a:lnTo>
                <a:lnTo>
                  <a:pt x="979306" y="98228"/>
                </a:lnTo>
                <a:lnTo>
                  <a:pt x="980977" y="98115"/>
                </a:lnTo>
                <a:lnTo>
                  <a:pt x="982618" y="97957"/>
                </a:lnTo>
                <a:lnTo>
                  <a:pt x="984229" y="97753"/>
                </a:lnTo>
                <a:lnTo>
                  <a:pt x="985812" y="97505"/>
                </a:lnTo>
                <a:lnTo>
                  <a:pt x="987365" y="97212"/>
                </a:lnTo>
                <a:lnTo>
                  <a:pt x="988889" y="96873"/>
                </a:lnTo>
                <a:lnTo>
                  <a:pt x="990384" y="96489"/>
                </a:lnTo>
                <a:lnTo>
                  <a:pt x="991850" y="96060"/>
                </a:lnTo>
                <a:lnTo>
                  <a:pt x="993286" y="95586"/>
                </a:lnTo>
                <a:lnTo>
                  <a:pt x="994693" y="95067"/>
                </a:lnTo>
                <a:lnTo>
                  <a:pt x="996071" y="94503"/>
                </a:lnTo>
                <a:lnTo>
                  <a:pt x="997420" y="93893"/>
                </a:lnTo>
                <a:lnTo>
                  <a:pt x="998739" y="93239"/>
                </a:lnTo>
                <a:lnTo>
                  <a:pt x="1000029" y="92539"/>
                </a:lnTo>
                <a:lnTo>
                  <a:pt x="1001290" y="91794"/>
                </a:lnTo>
                <a:lnTo>
                  <a:pt x="1002522" y="91004"/>
                </a:lnTo>
                <a:lnTo>
                  <a:pt x="1003724" y="90169"/>
                </a:lnTo>
                <a:lnTo>
                  <a:pt x="1004898" y="89289"/>
                </a:lnTo>
                <a:lnTo>
                  <a:pt x="1006042" y="88363"/>
                </a:lnTo>
                <a:lnTo>
                  <a:pt x="1007157" y="87392"/>
                </a:lnTo>
                <a:lnTo>
                  <a:pt x="1008242" y="86377"/>
                </a:lnTo>
                <a:lnTo>
                  <a:pt x="1009298" y="85316"/>
                </a:lnTo>
                <a:lnTo>
                  <a:pt x="1010318" y="84215"/>
                </a:lnTo>
                <a:lnTo>
                  <a:pt x="1011295" y="83079"/>
                </a:lnTo>
                <a:lnTo>
                  <a:pt x="1012228" y="81908"/>
                </a:lnTo>
                <a:lnTo>
                  <a:pt x="1013118" y="80703"/>
                </a:lnTo>
                <a:lnTo>
                  <a:pt x="1013964" y="79462"/>
                </a:lnTo>
                <a:lnTo>
                  <a:pt x="1014767" y="78187"/>
                </a:lnTo>
                <a:lnTo>
                  <a:pt x="1015527" y="76878"/>
                </a:lnTo>
                <a:lnTo>
                  <a:pt x="1016243" y="75533"/>
                </a:lnTo>
                <a:lnTo>
                  <a:pt x="1016916" y="74154"/>
                </a:lnTo>
                <a:lnTo>
                  <a:pt x="1017545" y="72739"/>
                </a:lnTo>
                <a:lnTo>
                  <a:pt x="1018131" y="71290"/>
                </a:lnTo>
                <a:lnTo>
                  <a:pt x="1018674" y="69807"/>
                </a:lnTo>
                <a:lnTo>
                  <a:pt x="1019173" y="68288"/>
                </a:lnTo>
                <a:lnTo>
                  <a:pt x="1019628" y="66735"/>
                </a:lnTo>
                <a:lnTo>
                  <a:pt x="1020041" y="65147"/>
                </a:lnTo>
                <a:lnTo>
                  <a:pt x="1020410" y="63524"/>
                </a:lnTo>
                <a:lnTo>
                  <a:pt x="1020735" y="61866"/>
                </a:lnTo>
                <a:lnTo>
                  <a:pt x="1021017" y="60174"/>
                </a:lnTo>
                <a:lnTo>
                  <a:pt x="1021256" y="58447"/>
                </a:lnTo>
                <a:lnTo>
                  <a:pt x="1021451" y="56684"/>
                </a:lnTo>
                <a:lnTo>
                  <a:pt x="1021603" y="54888"/>
                </a:lnTo>
                <a:lnTo>
                  <a:pt x="1021712" y="53056"/>
                </a:lnTo>
                <a:lnTo>
                  <a:pt x="1021777" y="51190"/>
                </a:lnTo>
                <a:lnTo>
                  <a:pt x="1021799" y="49288"/>
                </a:lnTo>
                <a:lnTo>
                  <a:pt x="1021777" y="47371"/>
                </a:lnTo>
                <a:lnTo>
                  <a:pt x="1021711" y="45490"/>
                </a:lnTo>
                <a:lnTo>
                  <a:pt x="1021602" y="43643"/>
                </a:lnTo>
                <a:lnTo>
                  <a:pt x="1021449" y="41832"/>
                </a:lnTo>
                <a:lnTo>
                  <a:pt x="1021252" y="40057"/>
                </a:lnTo>
                <a:lnTo>
                  <a:pt x="1021011" y="38316"/>
                </a:lnTo>
                <a:lnTo>
                  <a:pt x="1020727" y="36611"/>
                </a:lnTo>
                <a:lnTo>
                  <a:pt x="1020399" y="34942"/>
                </a:lnTo>
                <a:lnTo>
                  <a:pt x="1020027" y="33307"/>
                </a:lnTo>
                <a:lnTo>
                  <a:pt x="1019612" y="31709"/>
                </a:lnTo>
                <a:lnTo>
                  <a:pt x="1019152" y="30145"/>
                </a:lnTo>
                <a:lnTo>
                  <a:pt x="1018649" y="28617"/>
                </a:lnTo>
                <a:lnTo>
                  <a:pt x="1018102" y="27124"/>
                </a:lnTo>
                <a:lnTo>
                  <a:pt x="1017512" y="25667"/>
                </a:lnTo>
                <a:lnTo>
                  <a:pt x="1016878" y="24244"/>
                </a:lnTo>
                <a:lnTo>
                  <a:pt x="1016200" y="22858"/>
                </a:lnTo>
                <a:lnTo>
                  <a:pt x="1015478" y="21506"/>
                </a:lnTo>
                <a:lnTo>
                  <a:pt x="1014713" y="20190"/>
                </a:lnTo>
                <a:lnTo>
                  <a:pt x="1013903" y="18910"/>
                </a:lnTo>
                <a:lnTo>
                  <a:pt x="1013050" y="17664"/>
                </a:lnTo>
                <a:lnTo>
                  <a:pt x="1012154" y="16454"/>
                </a:lnTo>
                <a:lnTo>
                  <a:pt x="1011213" y="15280"/>
                </a:lnTo>
                <a:lnTo>
                  <a:pt x="1010229" y="14140"/>
                </a:lnTo>
                <a:lnTo>
                  <a:pt x="1009201" y="13037"/>
                </a:lnTo>
                <a:lnTo>
                  <a:pt x="1008137" y="11973"/>
                </a:lnTo>
                <a:lnTo>
                  <a:pt x="1007043" y="10954"/>
                </a:lnTo>
                <a:lnTo>
                  <a:pt x="1005921" y="9981"/>
                </a:lnTo>
                <a:lnTo>
                  <a:pt x="1004769" y="9053"/>
                </a:lnTo>
                <a:lnTo>
                  <a:pt x="1003588" y="8170"/>
                </a:lnTo>
                <a:lnTo>
                  <a:pt x="1002378" y="7333"/>
                </a:lnTo>
                <a:lnTo>
                  <a:pt x="1001139" y="6541"/>
                </a:lnTo>
                <a:lnTo>
                  <a:pt x="999871" y="5794"/>
                </a:lnTo>
                <a:lnTo>
                  <a:pt x="998574" y="5092"/>
                </a:lnTo>
                <a:lnTo>
                  <a:pt x="997247" y="4436"/>
                </a:lnTo>
                <a:lnTo>
                  <a:pt x="995892" y="3825"/>
                </a:lnTo>
                <a:lnTo>
                  <a:pt x="994507" y="3259"/>
                </a:lnTo>
                <a:lnTo>
                  <a:pt x="993093" y="2739"/>
                </a:lnTo>
                <a:lnTo>
                  <a:pt x="991650" y="2263"/>
                </a:lnTo>
                <a:lnTo>
                  <a:pt x="990178" y="1833"/>
                </a:lnTo>
                <a:lnTo>
                  <a:pt x="988677" y="1449"/>
                </a:lnTo>
                <a:lnTo>
                  <a:pt x="987147" y="1109"/>
                </a:lnTo>
                <a:lnTo>
                  <a:pt x="985587" y="815"/>
                </a:lnTo>
                <a:lnTo>
                  <a:pt x="983999" y="566"/>
                </a:lnTo>
                <a:lnTo>
                  <a:pt x="982381" y="362"/>
                </a:lnTo>
                <a:lnTo>
                  <a:pt x="980734" y="204"/>
                </a:lnTo>
                <a:lnTo>
                  <a:pt x="979058" y="91"/>
                </a:lnTo>
                <a:lnTo>
                  <a:pt x="977353" y="23"/>
                </a:lnTo>
                <a:lnTo>
                  <a:pt x="975619" y="0"/>
                </a:lnTo>
                <a:lnTo>
                  <a:pt x="974658" y="7"/>
                </a:lnTo>
                <a:lnTo>
                  <a:pt x="973706" y="26"/>
                </a:lnTo>
                <a:lnTo>
                  <a:pt x="972763" y="59"/>
                </a:lnTo>
                <a:lnTo>
                  <a:pt x="971830" y="104"/>
                </a:lnTo>
                <a:lnTo>
                  <a:pt x="970906" y="163"/>
                </a:lnTo>
                <a:lnTo>
                  <a:pt x="969992" y="235"/>
                </a:lnTo>
                <a:lnTo>
                  <a:pt x="969088" y="320"/>
                </a:lnTo>
                <a:lnTo>
                  <a:pt x="968192" y="418"/>
                </a:lnTo>
                <a:lnTo>
                  <a:pt x="967306" y="529"/>
                </a:lnTo>
                <a:lnTo>
                  <a:pt x="966430" y="653"/>
                </a:lnTo>
                <a:lnTo>
                  <a:pt x="965563" y="790"/>
                </a:lnTo>
                <a:lnTo>
                  <a:pt x="964706" y="940"/>
                </a:lnTo>
                <a:lnTo>
                  <a:pt x="963858" y="1103"/>
                </a:lnTo>
                <a:lnTo>
                  <a:pt x="963019" y="1280"/>
                </a:lnTo>
                <a:lnTo>
                  <a:pt x="962190" y="1469"/>
                </a:lnTo>
                <a:lnTo>
                  <a:pt x="961370" y="1671"/>
                </a:lnTo>
                <a:lnTo>
                  <a:pt x="960560" y="1887"/>
                </a:lnTo>
                <a:lnTo>
                  <a:pt x="959759" y="2115"/>
                </a:lnTo>
                <a:lnTo>
                  <a:pt x="958968" y="2357"/>
                </a:lnTo>
                <a:lnTo>
                  <a:pt x="958186" y="2612"/>
                </a:lnTo>
                <a:lnTo>
                  <a:pt x="957413" y="2879"/>
                </a:lnTo>
                <a:lnTo>
                  <a:pt x="956650" y="3160"/>
                </a:lnTo>
                <a:lnTo>
                  <a:pt x="955896" y="3454"/>
                </a:lnTo>
                <a:lnTo>
                  <a:pt x="955152" y="3761"/>
                </a:lnTo>
                <a:lnTo>
                  <a:pt x="954598" y="3998"/>
                </a:lnTo>
                <a:lnTo>
                  <a:pt x="954048" y="4246"/>
                </a:lnTo>
                <a:lnTo>
                  <a:pt x="953501" y="4504"/>
                </a:lnTo>
                <a:lnTo>
                  <a:pt x="952958" y="4773"/>
                </a:lnTo>
                <a:lnTo>
                  <a:pt x="952419" y="5052"/>
                </a:lnTo>
                <a:lnTo>
                  <a:pt x="951884" y="5342"/>
                </a:lnTo>
                <a:lnTo>
                  <a:pt x="951352" y="5641"/>
                </a:lnTo>
                <a:lnTo>
                  <a:pt x="950824" y="5951"/>
                </a:lnTo>
                <a:lnTo>
                  <a:pt x="950299" y="6272"/>
                </a:lnTo>
                <a:lnTo>
                  <a:pt x="949779" y="6603"/>
                </a:lnTo>
                <a:lnTo>
                  <a:pt x="949262" y="6944"/>
                </a:lnTo>
                <a:lnTo>
                  <a:pt x="948748" y="7296"/>
                </a:lnTo>
                <a:lnTo>
                  <a:pt x="948239" y="7657"/>
                </a:lnTo>
                <a:lnTo>
                  <a:pt x="947733" y="8030"/>
                </a:lnTo>
                <a:lnTo>
                  <a:pt x="947231" y="8412"/>
                </a:lnTo>
                <a:lnTo>
                  <a:pt x="946732" y="8805"/>
                </a:lnTo>
                <a:lnTo>
                  <a:pt x="946238" y="9209"/>
                </a:lnTo>
                <a:lnTo>
                  <a:pt x="945747" y="9622"/>
                </a:lnTo>
                <a:lnTo>
                  <a:pt x="945260" y="10046"/>
                </a:lnTo>
                <a:lnTo>
                  <a:pt x="944776" y="10481"/>
                </a:lnTo>
                <a:lnTo>
                  <a:pt x="944296" y="10926"/>
                </a:lnTo>
                <a:lnTo>
                  <a:pt x="943820" y="11381"/>
                </a:lnTo>
                <a:lnTo>
                  <a:pt x="943347" y="11846"/>
                </a:lnTo>
                <a:lnTo>
                  <a:pt x="942879" y="12322"/>
                </a:lnTo>
                <a:lnTo>
                  <a:pt x="942416" y="12806"/>
                </a:lnTo>
                <a:lnTo>
                  <a:pt x="941961" y="13295"/>
                </a:lnTo>
                <a:lnTo>
                  <a:pt x="941515" y="13789"/>
                </a:lnTo>
                <a:lnTo>
                  <a:pt x="941077" y="14288"/>
                </a:lnTo>
                <a:lnTo>
                  <a:pt x="940647" y="14792"/>
                </a:lnTo>
                <a:lnTo>
                  <a:pt x="940225" y="15302"/>
                </a:lnTo>
                <a:lnTo>
                  <a:pt x="939812" y="15816"/>
                </a:lnTo>
                <a:lnTo>
                  <a:pt x="939406" y="16336"/>
                </a:lnTo>
                <a:lnTo>
                  <a:pt x="939009" y="16861"/>
                </a:lnTo>
                <a:lnTo>
                  <a:pt x="938620" y="17391"/>
                </a:lnTo>
                <a:lnTo>
                  <a:pt x="938240" y="17927"/>
                </a:lnTo>
                <a:lnTo>
                  <a:pt x="937867" y="18467"/>
                </a:lnTo>
                <a:lnTo>
                  <a:pt x="937503" y="19013"/>
                </a:lnTo>
                <a:lnTo>
                  <a:pt x="937147" y="19564"/>
                </a:lnTo>
                <a:lnTo>
                  <a:pt x="936799" y="20120"/>
                </a:lnTo>
                <a:lnTo>
                  <a:pt x="936460" y="20682"/>
                </a:lnTo>
                <a:lnTo>
                  <a:pt x="936128" y="21248"/>
                </a:lnTo>
                <a:lnTo>
                  <a:pt x="935805" y="21820"/>
                </a:lnTo>
                <a:lnTo>
                  <a:pt x="935490" y="22397"/>
                </a:lnTo>
                <a:lnTo>
                  <a:pt x="935183" y="22979"/>
                </a:lnTo>
                <a:lnTo>
                  <a:pt x="934884" y="23566"/>
                </a:lnTo>
                <a:lnTo>
                  <a:pt x="934594" y="24158"/>
                </a:lnTo>
                <a:lnTo>
                  <a:pt x="934312" y="24756"/>
                </a:lnTo>
                <a:lnTo>
                  <a:pt x="934038" y="25359"/>
                </a:lnTo>
                <a:lnTo>
                  <a:pt x="933684" y="26188"/>
                </a:lnTo>
                <a:lnTo>
                  <a:pt x="933345" y="27034"/>
                </a:lnTo>
                <a:lnTo>
                  <a:pt x="933021" y="27896"/>
                </a:lnTo>
                <a:lnTo>
                  <a:pt x="932712" y="28774"/>
                </a:lnTo>
                <a:lnTo>
                  <a:pt x="932418" y="29668"/>
                </a:lnTo>
                <a:lnTo>
                  <a:pt x="932139" y="30579"/>
                </a:lnTo>
                <a:lnTo>
                  <a:pt x="931876" y="31506"/>
                </a:lnTo>
                <a:lnTo>
                  <a:pt x="931627" y="32449"/>
                </a:lnTo>
                <a:lnTo>
                  <a:pt x="931394" y="33408"/>
                </a:lnTo>
                <a:lnTo>
                  <a:pt x="931175" y="34383"/>
                </a:lnTo>
                <a:lnTo>
                  <a:pt x="930972" y="35375"/>
                </a:lnTo>
                <a:lnTo>
                  <a:pt x="930783" y="36383"/>
                </a:lnTo>
                <a:lnTo>
                  <a:pt x="930610" y="37407"/>
                </a:lnTo>
                <a:lnTo>
                  <a:pt x="930452" y="38447"/>
                </a:lnTo>
                <a:lnTo>
                  <a:pt x="930309" y="39504"/>
                </a:lnTo>
                <a:lnTo>
                  <a:pt x="930181" y="40576"/>
                </a:lnTo>
                <a:lnTo>
                  <a:pt x="930068" y="41665"/>
                </a:lnTo>
                <a:lnTo>
                  <a:pt x="929970" y="42771"/>
                </a:lnTo>
                <a:lnTo>
                  <a:pt x="929887" y="43892"/>
                </a:lnTo>
                <a:lnTo>
                  <a:pt x="929819" y="45029"/>
                </a:lnTo>
                <a:lnTo>
                  <a:pt x="929766" y="46183"/>
                </a:lnTo>
                <a:lnTo>
                  <a:pt x="929729" y="47353"/>
                </a:lnTo>
                <a:lnTo>
                  <a:pt x="929706" y="48539"/>
                </a:lnTo>
                <a:lnTo>
                  <a:pt x="929698" y="49742"/>
                </a:lnTo>
                <a:lnTo>
                  <a:pt x="929720" y="51616"/>
                </a:lnTo>
                <a:lnTo>
                  <a:pt x="929785" y="53457"/>
                </a:lnTo>
                <a:lnTo>
                  <a:pt x="929894" y="55264"/>
                </a:lnTo>
                <a:lnTo>
                  <a:pt x="930046" y="57037"/>
                </a:lnTo>
                <a:lnTo>
                  <a:pt x="930241" y="58776"/>
                </a:lnTo>
                <a:close/>
                <a:moveTo>
                  <a:pt x="949768" y="42625"/>
                </a:moveTo>
                <a:lnTo>
                  <a:pt x="949906" y="41417"/>
                </a:lnTo>
                <a:lnTo>
                  <a:pt x="950070" y="40238"/>
                </a:lnTo>
                <a:lnTo>
                  <a:pt x="950259" y="39087"/>
                </a:lnTo>
                <a:lnTo>
                  <a:pt x="950473" y="37966"/>
                </a:lnTo>
                <a:lnTo>
                  <a:pt x="950712" y="36873"/>
                </a:lnTo>
                <a:lnTo>
                  <a:pt x="950977" y="35808"/>
                </a:lnTo>
                <a:lnTo>
                  <a:pt x="951266" y="34772"/>
                </a:lnTo>
                <a:lnTo>
                  <a:pt x="951581" y="33765"/>
                </a:lnTo>
                <a:lnTo>
                  <a:pt x="951921" y="32787"/>
                </a:lnTo>
                <a:lnTo>
                  <a:pt x="952286" y="31837"/>
                </a:lnTo>
                <a:lnTo>
                  <a:pt x="952677" y="30916"/>
                </a:lnTo>
                <a:lnTo>
                  <a:pt x="953092" y="30024"/>
                </a:lnTo>
                <a:lnTo>
                  <a:pt x="953533" y="29160"/>
                </a:lnTo>
                <a:lnTo>
                  <a:pt x="953999" y="28325"/>
                </a:lnTo>
                <a:lnTo>
                  <a:pt x="954490" y="27518"/>
                </a:lnTo>
                <a:lnTo>
                  <a:pt x="955007" y="26741"/>
                </a:lnTo>
                <a:lnTo>
                  <a:pt x="955548" y="25992"/>
                </a:lnTo>
                <a:lnTo>
                  <a:pt x="956115" y="25271"/>
                </a:lnTo>
                <a:lnTo>
                  <a:pt x="956707" y="24579"/>
                </a:lnTo>
                <a:lnTo>
                  <a:pt x="957319" y="23916"/>
                </a:lnTo>
                <a:lnTo>
                  <a:pt x="957948" y="23281"/>
                </a:lnTo>
                <a:lnTo>
                  <a:pt x="958592" y="22674"/>
                </a:lnTo>
                <a:lnTo>
                  <a:pt x="959252" y="22096"/>
                </a:lnTo>
                <a:lnTo>
                  <a:pt x="959929" y="21545"/>
                </a:lnTo>
                <a:lnTo>
                  <a:pt x="960621" y="21023"/>
                </a:lnTo>
                <a:lnTo>
                  <a:pt x="961329" y="20529"/>
                </a:lnTo>
                <a:lnTo>
                  <a:pt x="962054" y="20064"/>
                </a:lnTo>
                <a:lnTo>
                  <a:pt x="962794" y="19626"/>
                </a:lnTo>
                <a:lnTo>
                  <a:pt x="963550" y="19217"/>
                </a:lnTo>
                <a:lnTo>
                  <a:pt x="964322" y="18836"/>
                </a:lnTo>
                <a:lnTo>
                  <a:pt x="965110" y="18483"/>
                </a:lnTo>
                <a:lnTo>
                  <a:pt x="965914" y="18159"/>
                </a:lnTo>
                <a:lnTo>
                  <a:pt x="966735" y="17862"/>
                </a:lnTo>
                <a:lnTo>
                  <a:pt x="967571" y="17594"/>
                </a:lnTo>
                <a:lnTo>
                  <a:pt x="968423" y="17354"/>
                </a:lnTo>
                <a:lnTo>
                  <a:pt x="969291" y="17143"/>
                </a:lnTo>
                <a:lnTo>
                  <a:pt x="970174" y="16959"/>
                </a:lnTo>
                <a:lnTo>
                  <a:pt x="971074" y="16804"/>
                </a:lnTo>
                <a:lnTo>
                  <a:pt x="971990" y="16677"/>
                </a:lnTo>
                <a:lnTo>
                  <a:pt x="972922" y="16578"/>
                </a:lnTo>
                <a:lnTo>
                  <a:pt x="973870" y="16508"/>
                </a:lnTo>
                <a:lnTo>
                  <a:pt x="974834" y="16465"/>
                </a:lnTo>
                <a:lnTo>
                  <a:pt x="975813" y="16451"/>
                </a:lnTo>
                <a:lnTo>
                  <a:pt x="976793" y="16465"/>
                </a:lnTo>
                <a:lnTo>
                  <a:pt x="977756" y="16507"/>
                </a:lnTo>
                <a:lnTo>
                  <a:pt x="978703" y="16577"/>
                </a:lnTo>
                <a:lnTo>
                  <a:pt x="979634" y="16674"/>
                </a:lnTo>
                <a:lnTo>
                  <a:pt x="980548" y="16800"/>
                </a:lnTo>
                <a:lnTo>
                  <a:pt x="981446" y="16953"/>
                </a:lnTo>
                <a:lnTo>
                  <a:pt x="982328" y="17134"/>
                </a:lnTo>
                <a:lnTo>
                  <a:pt x="983193" y="17343"/>
                </a:lnTo>
                <a:lnTo>
                  <a:pt x="984042" y="17580"/>
                </a:lnTo>
                <a:lnTo>
                  <a:pt x="984875" y="17845"/>
                </a:lnTo>
                <a:lnTo>
                  <a:pt x="985692" y="18138"/>
                </a:lnTo>
                <a:lnTo>
                  <a:pt x="986492" y="18459"/>
                </a:lnTo>
                <a:lnTo>
                  <a:pt x="987276" y="18807"/>
                </a:lnTo>
                <a:lnTo>
                  <a:pt x="988043" y="19184"/>
                </a:lnTo>
                <a:lnTo>
                  <a:pt x="988795" y="19588"/>
                </a:lnTo>
                <a:lnTo>
                  <a:pt x="989530" y="20021"/>
                </a:lnTo>
                <a:lnTo>
                  <a:pt x="990248" y="20481"/>
                </a:lnTo>
                <a:lnTo>
                  <a:pt x="990951" y="20969"/>
                </a:lnTo>
                <a:lnTo>
                  <a:pt x="991637" y="21485"/>
                </a:lnTo>
                <a:lnTo>
                  <a:pt x="992307" y="22028"/>
                </a:lnTo>
                <a:lnTo>
                  <a:pt x="992960" y="22600"/>
                </a:lnTo>
                <a:lnTo>
                  <a:pt x="993597" y="23200"/>
                </a:lnTo>
                <a:lnTo>
                  <a:pt x="994218" y="23827"/>
                </a:lnTo>
                <a:lnTo>
                  <a:pt x="994823" y="24482"/>
                </a:lnTo>
                <a:lnTo>
                  <a:pt x="995407" y="25166"/>
                </a:lnTo>
                <a:lnTo>
                  <a:pt x="995966" y="25878"/>
                </a:lnTo>
                <a:lnTo>
                  <a:pt x="996500" y="26620"/>
                </a:lnTo>
                <a:lnTo>
                  <a:pt x="997010" y="27390"/>
                </a:lnTo>
                <a:lnTo>
                  <a:pt x="997494" y="28188"/>
                </a:lnTo>
                <a:lnTo>
                  <a:pt x="997954" y="29016"/>
                </a:lnTo>
                <a:lnTo>
                  <a:pt x="998389" y="29872"/>
                </a:lnTo>
                <a:lnTo>
                  <a:pt x="998799" y="30758"/>
                </a:lnTo>
                <a:lnTo>
                  <a:pt x="999184" y="31672"/>
                </a:lnTo>
                <a:lnTo>
                  <a:pt x="999544" y="32614"/>
                </a:lnTo>
                <a:lnTo>
                  <a:pt x="999880" y="33586"/>
                </a:lnTo>
                <a:lnTo>
                  <a:pt x="1000190" y="34586"/>
                </a:lnTo>
                <a:lnTo>
                  <a:pt x="1000476" y="35615"/>
                </a:lnTo>
                <a:lnTo>
                  <a:pt x="1000737" y="36673"/>
                </a:lnTo>
                <a:lnTo>
                  <a:pt x="1000973" y="37760"/>
                </a:lnTo>
                <a:lnTo>
                  <a:pt x="1001184" y="38875"/>
                </a:lnTo>
                <a:lnTo>
                  <a:pt x="1001371" y="40019"/>
                </a:lnTo>
                <a:lnTo>
                  <a:pt x="1001532" y="41192"/>
                </a:lnTo>
                <a:lnTo>
                  <a:pt x="1001669" y="42394"/>
                </a:lnTo>
                <a:lnTo>
                  <a:pt x="1001781" y="43625"/>
                </a:lnTo>
                <a:lnTo>
                  <a:pt x="1001868" y="44884"/>
                </a:lnTo>
                <a:lnTo>
                  <a:pt x="1001930" y="46172"/>
                </a:lnTo>
                <a:lnTo>
                  <a:pt x="1001967" y="47489"/>
                </a:lnTo>
                <a:lnTo>
                  <a:pt x="1001980" y="48835"/>
                </a:lnTo>
                <a:lnTo>
                  <a:pt x="1001967" y="50197"/>
                </a:lnTo>
                <a:lnTo>
                  <a:pt x="1001929" y="51530"/>
                </a:lnTo>
                <a:lnTo>
                  <a:pt x="1001865" y="52835"/>
                </a:lnTo>
                <a:lnTo>
                  <a:pt x="1001775" y="54111"/>
                </a:lnTo>
                <a:lnTo>
                  <a:pt x="1001661" y="55358"/>
                </a:lnTo>
                <a:lnTo>
                  <a:pt x="1001520" y="56577"/>
                </a:lnTo>
                <a:lnTo>
                  <a:pt x="1001354" y="57767"/>
                </a:lnTo>
                <a:lnTo>
                  <a:pt x="1001163" y="58928"/>
                </a:lnTo>
                <a:lnTo>
                  <a:pt x="1000946" y="60061"/>
                </a:lnTo>
                <a:lnTo>
                  <a:pt x="1000703" y="61165"/>
                </a:lnTo>
                <a:lnTo>
                  <a:pt x="1000435" y="62240"/>
                </a:lnTo>
                <a:lnTo>
                  <a:pt x="1000142" y="63286"/>
                </a:lnTo>
                <a:lnTo>
                  <a:pt x="999823" y="64304"/>
                </a:lnTo>
                <a:lnTo>
                  <a:pt x="999478" y="65294"/>
                </a:lnTo>
                <a:lnTo>
                  <a:pt x="999108" y="66254"/>
                </a:lnTo>
                <a:lnTo>
                  <a:pt x="998712" y="67186"/>
                </a:lnTo>
                <a:lnTo>
                  <a:pt x="998291" y="68089"/>
                </a:lnTo>
                <a:lnTo>
                  <a:pt x="997845" y="68964"/>
                </a:lnTo>
                <a:lnTo>
                  <a:pt x="997372" y="69810"/>
                </a:lnTo>
                <a:lnTo>
                  <a:pt x="996875" y="70627"/>
                </a:lnTo>
                <a:lnTo>
                  <a:pt x="996351" y="71415"/>
                </a:lnTo>
                <a:lnTo>
                  <a:pt x="995803" y="72175"/>
                </a:lnTo>
                <a:lnTo>
                  <a:pt x="995228" y="72906"/>
                </a:lnTo>
                <a:lnTo>
                  <a:pt x="994628" y="73609"/>
                </a:lnTo>
                <a:lnTo>
                  <a:pt x="994009" y="74283"/>
                </a:lnTo>
                <a:lnTo>
                  <a:pt x="993375" y="74928"/>
                </a:lnTo>
                <a:lnTo>
                  <a:pt x="992726" y="75544"/>
                </a:lnTo>
                <a:lnTo>
                  <a:pt x="992064" y="76132"/>
                </a:lnTo>
                <a:lnTo>
                  <a:pt x="991387" y="76691"/>
                </a:lnTo>
                <a:lnTo>
                  <a:pt x="990696" y="77222"/>
                </a:lnTo>
                <a:lnTo>
                  <a:pt x="989990" y="77723"/>
                </a:lnTo>
                <a:lnTo>
                  <a:pt x="989271" y="78197"/>
                </a:lnTo>
                <a:lnTo>
                  <a:pt x="988537" y="78641"/>
                </a:lnTo>
                <a:lnTo>
                  <a:pt x="987788" y="79057"/>
                </a:lnTo>
                <a:lnTo>
                  <a:pt x="987026" y="79444"/>
                </a:lnTo>
                <a:lnTo>
                  <a:pt x="986249" y="79802"/>
                </a:lnTo>
                <a:lnTo>
                  <a:pt x="985458" y="80132"/>
                </a:lnTo>
                <a:lnTo>
                  <a:pt x="984653" y="80433"/>
                </a:lnTo>
                <a:lnTo>
                  <a:pt x="983833" y="80705"/>
                </a:lnTo>
                <a:lnTo>
                  <a:pt x="982999" y="80949"/>
                </a:lnTo>
                <a:lnTo>
                  <a:pt x="982151" y="81164"/>
                </a:lnTo>
                <a:lnTo>
                  <a:pt x="981288" y="81351"/>
                </a:lnTo>
                <a:lnTo>
                  <a:pt x="980411" y="81508"/>
                </a:lnTo>
                <a:lnTo>
                  <a:pt x="979520" y="81637"/>
                </a:lnTo>
                <a:lnTo>
                  <a:pt x="978615" y="81738"/>
                </a:lnTo>
                <a:lnTo>
                  <a:pt x="977695" y="81809"/>
                </a:lnTo>
                <a:lnTo>
                  <a:pt x="976761" y="81852"/>
                </a:lnTo>
                <a:lnTo>
                  <a:pt x="975813" y="81867"/>
                </a:lnTo>
                <a:lnTo>
                  <a:pt x="974865" y="81852"/>
                </a:lnTo>
                <a:lnTo>
                  <a:pt x="973931" y="81809"/>
                </a:lnTo>
                <a:lnTo>
                  <a:pt x="973010" y="81737"/>
                </a:lnTo>
                <a:lnTo>
                  <a:pt x="972104" y="81636"/>
                </a:lnTo>
                <a:lnTo>
                  <a:pt x="971211" y="81506"/>
                </a:lnTo>
                <a:lnTo>
                  <a:pt x="970332" y="81347"/>
                </a:lnTo>
                <a:lnTo>
                  <a:pt x="969468" y="81159"/>
                </a:lnTo>
                <a:lnTo>
                  <a:pt x="968617" y="80942"/>
                </a:lnTo>
                <a:lnTo>
                  <a:pt x="967780" y="80696"/>
                </a:lnTo>
                <a:lnTo>
                  <a:pt x="966957" y="80422"/>
                </a:lnTo>
                <a:lnTo>
                  <a:pt x="966148" y="80118"/>
                </a:lnTo>
                <a:lnTo>
                  <a:pt x="965353" y="79786"/>
                </a:lnTo>
                <a:lnTo>
                  <a:pt x="964572" y="79425"/>
                </a:lnTo>
                <a:lnTo>
                  <a:pt x="963805" y="79035"/>
                </a:lnTo>
                <a:lnTo>
                  <a:pt x="963052" y="78616"/>
                </a:lnTo>
                <a:lnTo>
                  <a:pt x="962313" y="78168"/>
                </a:lnTo>
                <a:lnTo>
                  <a:pt x="961588" y="77691"/>
                </a:lnTo>
                <a:lnTo>
                  <a:pt x="960876" y="77185"/>
                </a:lnTo>
                <a:lnTo>
                  <a:pt x="960179" y="76651"/>
                </a:lnTo>
                <a:lnTo>
                  <a:pt x="959495" y="76087"/>
                </a:lnTo>
                <a:lnTo>
                  <a:pt x="958826" y="75495"/>
                </a:lnTo>
                <a:lnTo>
                  <a:pt x="958170" y="74873"/>
                </a:lnTo>
                <a:lnTo>
                  <a:pt x="957529" y="74223"/>
                </a:lnTo>
                <a:lnTo>
                  <a:pt x="956901" y="73544"/>
                </a:lnTo>
                <a:lnTo>
                  <a:pt x="956293" y="72837"/>
                </a:lnTo>
                <a:lnTo>
                  <a:pt x="955711" y="72103"/>
                </a:lnTo>
                <a:lnTo>
                  <a:pt x="955155" y="71341"/>
                </a:lnTo>
                <a:lnTo>
                  <a:pt x="954625" y="70553"/>
                </a:lnTo>
                <a:lnTo>
                  <a:pt x="954121" y="69738"/>
                </a:lnTo>
                <a:lnTo>
                  <a:pt x="953642" y="68895"/>
                </a:lnTo>
                <a:lnTo>
                  <a:pt x="953190" y="68025"/>
                </a:lnTo>
                <a:lnTo>
                  <a:pt x="952763" y="67128"/>
                </a:lnTo>
                <a:lnTo>
                  <a:pt x="952362" y="66205"/>
                </a:lnTo>
                <a:lnTo>
                  <a:pt x="951987" y="65254"/>
                </a:lnTo>
                <a:lnTo>
                  <a:pt x="951638" y="64275"/>
                </a:lnTo>
                <a:lnTo>
                  <a:pt x="951315" y="63270"/>
                </a:lnTo>
                <a:lnTo>
                  <a:pt x="951017" y="62238"/>
                </a:lnTo>
                <a:lnTo>
                  <a:pt x="950746" y="61179"/>
                </a:lnTo>
                <a:lnTo>
                  <a:pt x="950500" y="60092"/>
                </a:lnTo>
                <a:lnTo>
                  <a:pt x="950280" y="58978"/>
                </a:lnTo>
                <a:lnTo>
                  <a:pt x="950086" y="57838"/>
                </a:lnTo>
                <a:lnTo>
                  <a:pt x="949918" y="56670"/>
                </a:lnTo>
                <a:lnTo>
                  <a:pt x="949776" y="55475"/>
                </a:lnTo>
                <a:lnTo>
                  <a:pt x="949660" y="54253"/>
                </a:lnTo>
                <a:lnTo>
                  <a:pt x="949569" y="53004"/>
                </a:lnTo>
                <a:lnTo>
                  <a:pt x="949504" y="51728"/>
                </a:lnTo>
                <a:lnTo>
                  <a:pt x="949466" y="50425"/>
                </a:lnTo>
                <a:lnTo>
                  <a:pt x="949453" y="49094"/>
                </a:lnTo>
                <a:lnTo>
                  <a:pt x="949465" y="47743"/>
                </a:lnTo>
                <a:lnTo>
                  <a:pt x="949503" y="46420"/>
                </a:lnTo>
                <a:lnTo>
                  <a:pt x="949566" y="45127"/>
                </a:lnTo>
                <a:lnTo>
                  <a:pt x="949654" y="43861"/>
                </a:lnTo>
                <a:lnTo>
                  <a:pt x="949768" y="42625"/>
                </a:lnTo>
                <a:close/>
                <a:moveTo>
                  <a:pt x="1120" y="72125"/>
                </a:moveTo>
                <a:lnTo>
                  <a:pt x="1425" y="73310"/>
                </a:lnTo>
                <a:lnTo>
                  <a:pt x="1757" y="74469"/>
                </a:lnTo>
                <a:lnTo>
                  <a:pt x="2116" y="75600"/>
                </a:lnTo>
                <a:lnTo>
                  <a:pt x="2502" y="76706"/>
                </a:lnTo>
                <a:lnTo>
                  <a:pt x="2915" y="77785"/>
                </a:lnTo>
                <a:lnTo>
                  <a:pt x="3354" y="78837"/>
                </a:lnTo>
                <a:lnTo>
                  <a:pt x="3821" y="79863"/>
                </a:lnTo>
                <a:lnTo>
                  <a:pt x="4315" y="80862"/>
                </a:lnTo>
                <a:lnTo>
                  <a:pt x="4836" y="81835"/>
                </a:lnTo>
                <a:lnTo>
                  <a:pt x="5384" y="82782"/>
                </a:lnTo>
                <a:lnTo>
                  <a:pt x="5959" y="83702"/>
                </a:lnTo>
                <a:lnTo>
                  <a:pt x="6560" y="84595"/>
                </a:lnTo>
                <a:lnTo>
                  <a:pt x="7189" y="85462"/>
                </a:lnTo>
                <a:lnTo>
                  <a:pt x="7845" y="86303"/>
                </a:lnTo>
                <a:lnTo>
                  <a:pt x="8528" y="87117"/>
                </a:lnTo>
                <a:lnTo>
                  <a:pt x="9238" y="87905"/>
                </a:lnTo>
                <a:lnTo>
                  <a:pt x="9974" y="88666"/>
                </a:lnTo>
                <a:lnTo>
                  <a:pt x="10738" y="89400"/>
                </a:lnTo>
                <a:lnTo>
                  <a:pt x="11529" y="90108"/>
                </a:lnTo>
                <a:lnTo>
                  <a:pt x="12347" y="90789"/>
                </a:lnTo>
                <a:lnTo>
                  <a:pt x="13195" y="91440"/>
                </a:lnTo>
                <a:lnTo>
                  <a:pt x="14072" y="92063"/>
                </a:lnTo>
                <a:lnTo>
                  <a:pt x="14978" y="92656"/>
                </a:lnTo>
                <a:lnTo>
                  <a:pt x="15912" y="93221"/>
                </a:lnTo>
                <a:lnTo>
                  <a:pt x="16876" y="93757"/>
                </a:lnTo>
                <a:lnTo>
                  <a:pt x="17869" y="94263"/>
                </a:lnTo>
                <a:lnTo>
                  <a:pt x="18891" y="94741"/>
                </a:lnTo>
                <a:lnTo>
                  <a:pt x="19941" y="95190"/>
                </a:lnTo>
                <a:lnTo>
                  <a:pt x="21021" y="95610"/>
                </a:lnTo>
                <a:lnTo>
                  <a:pt x="22130" y="96001"/>
                </a:lnTo>
                <a:lnTo>
                  <a:pt x="23268" y="96363"/>
                </a:lnTo>
                <a:lnTo>
                  <a:pt x="24435" y="96696"/>
                </a:lnTo>
                <a:lnTo>
                  <a:pt x="25631" y="97000"/>
                </a:lnTo>
                <a:lnTo>
                  <a:pt x="26855" y="97275"/>
                </a:lnTo>
                <a:lnTo>
                  <a:pt x="28109" y="97521"/>
                </a:lnTo>
                <a:lnTo>
                  <a:pt x="29392" y="97738"/>
                </a:lnTo>
                <a:lnTo>
                  <a:pt x="30704" y="97926"/>
                </a:lnTo>
                <a:lnTo>
                  <a:pt x="32045" y="98085"/>
                </a:lnTo>
                <a:lnTo>
                  <a:pt x="33415" y="98216"/>
                </a:lnTo>
                <a:lnTo>
                  <a:pt x="34814" y="98317"/>
                </a:lnTo>
                <a:lnTo>
                  <a:pt x="36242" y="98389"/>
                </a:lnTo>
                <a:lnTo>
                  <a:pt x="37699" y="98433"/>
                </a:lnTo>
                <a:lnTo>
                  <a:pt x="39185" y="98447"/>
                </a:lnTo>
                <a:lnTo>
                  <a:pt x="40208" y="98441"/>
                </a:lnTo>
                <a:lnTo>
                  <a:pt x="41218" y="98423"/>
                </a:lnTo>
                <a:lnTo>
                  <a:pt x="42214" y="98393"/>
                </a:lnTo>
                <a:lnTo>
                  <a:pt x="43195" y="98351"/>
                </a:lnTo>
                <a:lnTo>
                  <a:pt x="44162" y="98297"/>
                </a:lnTo>
                <a:lnTo>
                  <a:pt x="45115" y="98230"/>
                </a:lnTo>
                <a:lnTo>
                  <a:pt x="46054" y="98152"/>
                </a:lnTo>
                <a:lnTo>
                  <a:pt x="46978" y="98062"/>
                </a:lnTo>
                <a:lnTo>
                  <a:pt x="47889" y="97959"/>
                </a:lnTo>
                <a:lnTo>
                  <a:pt x="48785" y="97845"/>
                </a:lnTo>
                <a:lnTo>
                  <a:pt x="49667" y="97718"/>
                </a:lnTo>
                <a:lnTo>
                  <a:pt x="50535" y="97580"/>
                </a:lnTo>
                <a:lnTo>
                  <a:pt x="51389" y="97429"/>
                </a:lnTo>
                <a:lnTo>
                  <a:pt x="52229" y="97266"/>
                </a:lnTo>
                <a:lnTo>
                  <a:pt x="53054" y="97091"/>
                </a:lnTo>
                <a:lnTo>
                  <a:pt x="53865" y="96905"/>
                </a:lnTo>
                <a:lnTo>
                  <a:pt x="54663" y="96706"/>
                </a:lnTo>
                <a:lnTo>
                  <a:pt x="55445" y="96495"/>
                </a:lnTo>
                <a:lnTo>
                  <a:pt x="56214" y="96272"/>
                </a:lnTo>
                <a:lnTo>
                  <a:pt x="56969" y="96037"/>
                </a:lnTo>
                <a:lnTo>
                  <a:pt x="57709" y="95790"/>
                </a:lnTo>
                <a:lnTo>
                  <a:pt x="58436" y="95531"/>
                </a:lnTo>
                <a:lnTo>
                  <a:pt x="59148" y="95259"/>
                </a:lnTo>
                <a:lnTo>
                  <a:pt x="59846" y="94976"/>
                </a:lnTo>
                <a:lnTo>
                  <a:pt x="60530" y="94681"/>
                </a:lnTo>
                <a:lnTo>
                  <a:pt x="61201" y="94372"/>
                </a:lnTo>
                <a:lnTo>
                  <a:pt x="61860" y="94051"/>
                </a:lnTo>
                <a:lnTo>
                  <a:pt x="62505" y="93717"/>
                </a:lnTo>
                <a:lnTo>
                  <a:pt x="63137" y="93371"/>
                </a:lnTo>
                <a:lnTo>
                  <a:pt x="63756" y="93011"/>
                </a:lnTo>
                <a:lnTo>
                  <a:pt x="64362" y="92639"/>
                </a:lnTo>
                <a:lnTo>
                  <a:pt x="64955" y="92255"/>
                </a:lnTo>
                <a:lnTo>
                  <a:pt x="65535" y="91857"/>
                </a:lnTo>
                <a:lnTo>
                  <a:pt x="66102" y="91447"/>
                </a:lnTo>
                <a:lnTo>
                  <a:pt x="66656" y="91024"/>
                </a:lnTo>
                <a:lnTo>
                  <a:pt x="67197" y="90588"/>
                </a:lnTo>
                <a:lnTo>
                  <a:pt x="67725" y="90140"/>
                </a:lnTo>
                <a:lnTo>
                  <a:pt x="68239" y="89679"/>
                </a:lnTo>
                <a:lnTo>
                  <a:pt x="68741" y="89205"/>
                </a:lnTo>
                <a:lnTo>
                  <a:pt x="69230" y="88718"/>
                </a:lnTo>
                <a:lnTo>
                  <a:pt x="69705" y="88219"/>
                </a:lnTo>
                <a:lnTo>
                  <a:pt x="70168" y="87706"/>
                </a:lnTo>
                <a:lnTo>
                  <a:pt x="70618" y="87182"/>
                </a:lnTo>
                <a:lnTo>
                  <a:pt x="71054" y="86644"/>
                </a:lnTo>
                <a:lnTo>
                  <a:pt x="71478" y="86094"/>
                </a:lnTo>
                <a:lnTo>
                  <a:pt x="71888" y="85531"/>
                </a:lnTo>
                <a:lnTo>
                  <a:pt x="72285" y="84955"/>
                </a:lnTo>
                <a:lnTo>
                  <a:pt x="72670" y="84366"/>
                </a:lnTo>
                <a:lnTo>
                  <a:pt x="73040" y="83770"/>
                </a:lnTo>
                <a:lnTo>
                  <a:pt x="73394" y="83169"/>
                </a:lnTo>
                <a:lnTo>
                  <a:pt x="73732" y="82566"/>
                </a:lnTo>
                <a:lnTo>
                  <a:pt x="74055" y="81958"/>
                </a:lnTo>
                <a:lnTo>
                  <a:pt x="74362" y="81347"/>
                </a:lnTo>
                <a:lnTo>
                  <a:pt x="74653" y="80732"/>
                </a:lnTo>
                <a:lnTo>
                  <a:pt x="74929" y="80114"/>
                </a:lnTo>
                <a:lnTo>
                  <a:pt x="75188" y="79492"/>
                </a:lnTo>
                <a:lnTo>
                  <a:pt x="75432" y="78867"/>
                </a:lnTo>
                <a:lnTo>
                  <a:pt x="75661" y="78238"/>
                </a:lnTo>
                <a:lnTo>
                  <a:pt x="75873" y="77605"/>
                </a:lnTo>
                <a:lnTo>
                  <a:pt x="76070" y="76969"/>
                </a:lnTo>
                <a:lnTo>
                  <a:pt x="76251" y="76329"/>
                </a:lnTo>
                <a:lnTo>
                  <a:pt x="76416" y="75685"/>
                </a:lnTo>
                <a:lnTo>
                  <a:pt x="76566" y="75038"/>
                </a:lnTo>
                <a:lnTo>
                  <a:pt x="76700" y="74388"/>
                </a:lnTo>
                <a:lnTo>
                  <a:pt x="76818" y="73733"/>
                </a:lnTo>
                <a:lnTo>
                  <a:pt x="76920" y="73076"/>
                </a:lnTo>
                <a:lnTo>
                  <a:pt x="77007" y="72414"/>
                </a:lnTo>
                <a:lnTo>
                  <a:pt x="77078" y="71749"/>
                </a:lnTo>
                <a:lnTo>
                  <a:pt x="77133" y="71080"/>
                </a:lnTo>
                <a:lnTo>
                  <a:pt x="77172" y="70408"/>
                </a:lnTo>
                <a:lnTo>
                  <a:pt x="77196" y="69732"/>
                </a:lnTo>
                <a:lnTo>
                  <a:pt x="77203" y="69053"/>
                </a:lnTo>
                <a:lnTo>
                  <a:pt x="77197" y="68306"/>
                </a:lnTo>
                <a:lnTo>
                  <a:pt x="77177" y="67569"/>
                </a:lnTo>
                <a:lnTo>
                  <a:pt x="77144" y="66843"/>
                </a:lnTo>
                <a:lnTo>
                  <a:pt x="77098" y="66126"/>
                </a:lnTo>
                <a:lnTo>
                  <a:pt x="77039" y="65420"/>
                </a:lnTo>
                <a:lnTo>
                  <a:pt x="76967" y="64723"/>
                </a:lnTo>
                <a:lnTo>
                  <a:pt x="76881" y="64036"/>
                </a:lnTo>
                <a:lnTo>
                  <a:pt x="76782" y="63360"/>
                </a:lnTo>
                <a:lnTo>
                  <a:pt x="76671" y="62694"/>
                </a:lnTo>
                <a:lnTo>
                  <a:pt x="76546" y="62037"/>
                </a:lnTo>
                <a:lnTo>
                  <a:pt x="76408" y="61391"/>
                </a:lnTo>
                <a:lnTo>
                  <a:pt x="76256" y="60754"/>
                </a:lnTo>
                <a:lnTo>
                  <a:pt x="76092" y="60128"/>
                </a:lnTo>
                <a:lnTo>
                  <a:pt x="75914" y="59512"/>
                </a:lnTo>
                <a:lnTo>
                  <a:pt x="75723" y="58906"/>
                </a:lnTo>
                <a:lnTo>
                  <a:pt x="75519" y="58309"/>
                </a:lnTo>
                <a:lnTo>
                  <a:pt x="75302" y="57723"/>
                </a:lnTo>
                <a:lnTo>
                  <a:pt x="75072" y="57147"/>
                </a:lnTo>
                <a:lnTo>
                  <a:pt x="74829" y="56581"/>
                </a:lnTo>
                <a:lnTo>
                  <a:pt x="74572" y="56025"/>
                </a:lnTo>
                <a:lnTo>
                  <a:pt x="74303" y="55479"/>
                </a:lnTo>
                <a:lnTo>
                  <a:pt x="74020" y="54943"/>
                </a:lnTo>
                <a:lnTo>
                  <a:pt x="73724" y="54417"/>
                </a:lnTo>
                <a:lnTo>
                  <a:pt x="73415" y="53901"/>
                </a:lnTo>
                <a:lnTo>
                  <a:pt x="73094" y="53395"/>
                </a:lnTo>
                <a:lnTo>
                  <a:pt x="72763" y="52897"/>
                </a:lnTo>
                <a:lnTo>
                  <a:pt x="72422" y="52409"/>
                </a:lnTo>
                <a:lnTo>
                  <a:pt x="72071" y="51929"/>
                </a:lnTo>
                <a:lnTo>
                  <a:pt x="71709" y="51459"/>
                </a:lnTo>
                <a:lnTo>
                  <a:pt x="71338" y="50997"/>
                </a:lnTo>
                <a:lnTo>
                  <a:pt x="70956" y="50545"/>
                </a:lnTo>
                <a:lnTo>
                  <a:pt x="70565" y="50101"/>
                </a:lnTo>
                <a:lnTo>
                  <a:pt x="70163" y="49667"/>
                </a:lnTo>
                <a:lnTo>
                  <a:pt x="69751" y="49241"/>
                </a:lnTo>
                <a:lnTo>
                  <a:pt x="69329" y="48825"/>
                </a:lnTo>
                <a:lnTo>
                  <a:pt x="68897" y="48418"/>
                </a:lnTo>
                <a:lnTo>
                  <a:pt x="68455" y="48019"/>
                </a:lnTo>
                <a:lnTo>
                  <a:pt x="68002" y="47630"/>
                </a:lnTo>
                <a:lnTo>
                  <a:pt x="67540" y="47250"/>
                </a:lnTo>
                <a:lnTo>
                  <a:pt x="67067" y="46878"/>
                </a:lnTo>
                <a:lnTo>
                  <a:pt x="66585" y="46516"/>
                </a:lnTo>
                <a:lnTo>
                  <a:pt x="66092" y="46163"/>
                </a:lnTo>
                <a:lnTo>
                  <a:pt x="65589" y="45819"/>
                </a:lnTo>
                <a:lnTo>
                  <a:pt x="65076" y="45483"/>
                </a:lnTo>
                <a:lnTo>
                  <a:pt x="64552" y="45157"/>
                </a:lnTo>
                <a:lnTo>
                  <a:pt x="64019" y="44840"/>
                </a:lnTo>
                <a:lnTo>
                  <a:pt x="63476" y="44532"/>
                </a:lnTo>
                <a:lnTo>
                  <a:pt x="62922" y="44232"/>
                </a:lnTo>
                <a:lnTo>
                  <a:pt x="62351" y="43938"/>
                </a:lnTo>
                <a:lnTo>
                  <a:pt x="61754" y="43644"/>
                </a:lnTo>
                <a:lnTo>
                  <a:pt x="61132" y="43352"/>
                </a:lnTo>
                <a:lnTo>
                  <a:pt x="60485" y="43060"/>
                </a:lnTo>
                <a:lnTo>
                  <a:pt x="59813" y="42768"/>
                </a:lnTo>
                <a:lnTo>
                  <a:pt x="59115" y="42478"/>
                </a:lnTo>
                <a:lnTo>
                  <a:pt x="58392" y="42188"/>
                </a:lnTo>
                <a:lnTo>
                  <a:pt x="57644" y="41899"/>
                </a:lnTo>
                <a:lnTo>
                  <a:pt x="56870" y="41611"/>
                </a:lnTo>
                <a:lnTo>
                  <a:pt x="56071" y="41324"/>
                </a:lnTo>
                <a:lnTo>
                  <a:pt x="55247" y="41037"/>
                </a:lnTo>
                <a:lnTo>
                  <a:pt x="54397" y="40752"/>
                </a:lnTo>
                <a:lnTo>
                  <a:pt x="53522" y="40467"/>
                </a:lnTo>
                <a:lnTo>
                  <a:pt x="52622" y="40183"/>
                </a:lnTo>
                <a:lnTo>
                  <a:pt x="51697" y="39899"/>
                </a:lnTo>
                <a:lnTo>
                  <a:pt x="50746" y="39617"/>
                </a:lnTo>
                <a:lnTo>
                  <a:pt x="49770" y="39335"/>
                </a:lnTo>
                <a:lnTo>
                  <a:pt x="48768" y="39054"/>
                </a:lnTo>
                <a:lnTo>
                  <a:pt x="47742" y="38774"/>
                </a:lnTo>
                <a:lnTo>
                  <a:pt x="46690" y="38495"/>
                </a:lnTo>
                <a:lnTo>
                  <a:pt x="45612" y="38216"/>
                </a:lnTo>
                <a:lnTo>
                  <a:pt x="44510" y="37938"/>
                </a:lnTo>
                <a:lnTo>
                  <a:pt x="43382" y="37661"/>
                </a:lnTo>
                <a:lnTo>
                  <a:pt x="42229" y="37385"/>
                </a:lnTo>
                <a:lnTo>
                  <a:pt x="41081" y="37110"/>
                </a:lnTo>
                <a:lnTo>
                  <a:pt x="39969" y="36836"/>
                </a:lnTo>
                <a:lnTo>
                  <a:pt x="38893" y="36562"/>
                </a:lnTo>
                <a:lnTo>
                  <a:pt x="37853" y="36290"/>
                </a:lnTo>
                <a:lnTo>
                  <a:pt x="36849" y="36018"/>
                </a:lnTo>
                <a:lnTo>
                  <a:pt x="35881" y="35747"/>
                </a:lnTo>
                <a:lnTo>
                  <a:pt x="34950" y="35477"/>
                </a:lnTo>
                <a:lnTo>
                  <a:pt x="34054" y="35208"/>
                </a:lnTo>
                <a:lnTo>
                  <a:pt x="33194" y="34940"/>
                </a:lnTo>
                <a:lnTo>
                  <a:pt x="32370" y="34673"/>
                </a:lnTo>
                <a:lnTo>
                  <a:pt x="31582" y="34407"/>
                </a:lnTo>
                <a:lnTo>
                  <a:pt x="30830" y="34142"/>
                </a:lnTo>
                <a:lnTo>
                  <a:pt x="30114" y="33877"/>
                </a:lnTo>
                <a:lnTo>
                  <a:pt x="29433" y="33614"/>
                </a:lnTo>
                <a:lnTo>
                  <a:pt x="28789" y="33352"/>
                </a:lnTo>
                <a:lnTo>
                  <a:pt x="28181" y="33090"/>
                </a:lnTo>
                <a:lnTo>
                  <a:pt x="27609" y="32829"/>
                </a:lnTo>
                <a:lnTo>
                  <a:pt x="27073" y="32569"/>
                </a:lnTo>
                <a:lnTo>
                  <a:pt x="26573" y="32311"/>
                </a:lnTo>
                <a:lnTo>
                  <a:pt x="26109" y="32053"/>
                </a:lnTo>
                <a:lnTo>
                  <a:pt x="25681" y="31796"/>
                </a:lnTo>
                <a:lnTo>
                  <a:pt x="25288" y="31539"/>
                </a:lnTo>
                <a:lnTo>
                  <a:pt x="24932" y="31284"/>
                </a:lnTo>
                <a:lnTo>
                  <a:pt x="24612" y="31030"/>
                </a:lnTo>
                <a:lnTo>
                  <a:pt x="24379" y="30829"/>
                </a:lnTo>
                <a:lnTo>
                  <a:pt x="24157" y="30624"/>
                </a:lnTo>
                <a:lnTo>
                  <a:pt x="23944" y="30416"/>
                </a:lnTo>
                <a:lnTo>
                  <a:pt x="23741" y="30204"/>
                </a:lnTo>
                <a:lnTo>
                  <a:pt x="23548" y="29989"/>
                </a:lnTo>
                <a:lnTo>
                  <a:pt x="23365" y="29771"/>
                </a:lnTo>
                <a:lnTo>
                  <a:pt x="23192" y="29549"/>
                </a:lnTo>
                <a:lnTo>
                  <a:pt x="23029" y="29324"/>
                </a:lnTo>
                <a:lnTo>
                  <a:pt x="22875" y="29096"/>
                </a:lnTo>
                <a:lnTo>
                  <a:pt x="22732" y="28864"/>
                </a:lnTo>
                <a:lnTo>
                  <a:pt x="22598" y="28629"/>
                </a:lnTo>
                <a:lnTo>
                  <a:pt x="22474" y="28390"/>
                </a:lnTo>
                <a:lnTo>
                  <a:pt x="22361" y="28148"/>
                </a:lnTo>
                <a:lnTo>
                  <a:pt x="22257" y="27903"/>
                </a:lnTo>
                <a:lnTo>
                  <a:pt x="22163" y="27654"/>
                </a:lnTo>
                <a:lnTo>
                  <a:pt x="22079" y="27402"/>
                </a:lnTo>
                <a:lnTo>
                  <a:pt x="22004" y="27147"/>
                </a:lnTo>
                <a:lnTo>
                  <a:pt x="21940" y="26888"/>
                </a:lnTo>
                <a:lnTo>
                  <a:pt x="21886" y="26625"/>
                </a:lnTo>
                <a:lnTo>
                  <a:pt x="21841" y="26360"/>
                </a:lnTo>
                <a:lnTo>
                  <a:pt x="21807" y="26091"/>
                </a:lnTo>
                <a:lnTo>
                  <a:pt x="21782" y="25818"/>
                </a:lnTo>
                <a:lnTo>
                  <a:pt x="21767" y="25543"/>
                </a:lnTo>
                <a:lnTo>
                  <a:pt x="21762" y="25264"/>
                </a:lnTo>
                <a:lnTo>
                  <a:pt x="21767" y="24958"/>
                </a:lnTo>
                <a:lnTo>
                  <a:pt x="21783" y="24658"/>
                </a:lnTo>
                <a:lnTo>
                  <a:pt x="21810" y="24363"/>
                </a:lnTo>
                <a:lnTo>
                  <a:pt x="21847" y="24074"/>
                </a:lnTo>
                <a:lnTo>
                  <a:pt x="21894" y="23789"/>
                </a:lnTo>
                <a:lnTo>
                  <a:pt x="21952" y="23510"/>
                </a:lnTo>
                <a:lnTo>
                  <a:pt x="22021" y="23236"/>
                </a:lnTo>
                <a:lnTo>
                  <a:pt x="22100" y="22967"/>
                </a:lnTo>
                <a:lnTo>
                  <a:pt x="22190" y="22703"/>
                </a:lnTo>
                <a:lnTo>
                  <a:pt x="22291" y="22444"/>
                </a:lnTo>
                <a:lnTo>
                  <a:pt x="22402" y="22191"/>
                </a:lnTo>
                <a:lnTo>
                  <a:pt x="22523" y="21943"/>
                </a:lnTo>
                <a:lnTo>
                  <a:pt x="22655" y="21700"/>
                </a:lnTo>
                <a:lnTo>
                  <a:pt x="22798" y="21462"/>
                </a:lnTo>
                <a:lnTo>
                  <a:pt x="22951" y="21229"/>
                </a:lnTo>
                <a:lnTo>
                  <a:pt x="23115" y="21001"/>
                </a:lnTo>
                <a:lnTo>
                  <a:pt x="23289" y="20779"/>
                </a:lnTo>
                <a:lnTo>
                  <a:pt x="23474" y="20562"/>
                </a:lnTo>
                <a:lnTo>
                  <a:pt x="23670" y="20350"/>
                </a:lnTo>
                <a:lnTo>
                  <a:pt x="23876" y="20143"/>
                </a:lnTo>
                <a:lnTo>
                  <a:pt x="24093" y="19941"/>
                </a:lnTo>
                <a:lnTo>
                  <a:pt x="24320" y="19745"/>
                </a:lnTo>
                <a:lnTo>
                  <a:pt x="24558" y="19554"/>
                </a:lnTo>
                <a:lnTo>
                  <a:pt x="24806" y="19368"/>
                </a:lnTo>
                <a:lnTo>
                  <a:pt x="25206" y="19087"/>
                </a:lnTo>
                <a:lnTo>
                  <a:pt x="25619" y="18819"/>
                </a:lnTo>
                <a:lnTo>
                  <a:pt x="26045" y="18563"/>
                </a:lnTo>
                <a:lnTo>
                  <a:pt x="26483" y="18318"/>
                </a:lnTo>
                <a:lnTo>
                  <a:pt x="26934" y="18086"/>
                </a:lnTo>
                <a:lnTo>
                  <a:pt x="27397" y="17865"/>
                </a:lnTo>
                <a:lnTo>
                  <a:pt x="27873" y="17656"/>
                </a:lnTo>
                <a:lnTo>
                  <a:pt x="28361" y="17459"/>
                </a:lnTo>
                <a:lnTo>
                  <a:pt x="28862" y="17275"/>
                </a:lnTo>
                <a:lnTo>
                  <a:pt x="29376" y="17102"/>
                </a:lnTo>
                <a:lnTo>
                  <a:pt x="29902" y="16941"/>
                </a:lnTo>
                <a:lnTo>
                  <a:pt x="30441" y="16792"/>
                </a:lnTo>
                <a:lnTo>
                  <a:pt x="30992" y="16654"/>
                </a:lnTo>
                <a:lnTo>
                  <a:pt x="31556" y="16529"/>
                </a:lnTo>
                <a:lnTo>
                  <a:pt x="32133" y="16416"/>
                </a:lnTo>
                <a:lnTo>
                  <a:pt x="32722" y="16315"/>
                </a:lnTo>
                <a:lnTo>
                  <a:pt x="33324" y="16225"/>
                </a:lnTo>
                <a:lnTo>
                  <a:pt x="33938" y="16148"/>
                </a:lnTo>
                <a:lnTo>
                  <a:pt x="34565" y="16082"/>
                </a:lnTo>
                <a:lnTo>
                  <a:pt x="35205" y="16028"/>
                </a:lnTo>
                <a:lnTo>
                  <a:pt x="35857" y="15987"/>
                </a:lnTo>
                <a:lnTo>
                  <a:pt x="36522" y="15957"/>
                </a:lnTo>
                <a:lnTo>
                  <a:pt x="37199" y="15939"/>
                </a:lnTo>
                <a:lnTo>
                  <a:pt x="37889" y="15933"/>
                </a:lnTo>
                <a:lnTo>
                  <a:pt x="38557" y="15938"/>
                </a:lnTo>
                <a:lnTo>
                  <a:pt x="39211" y="15955"/>
                </a:lnTo>
                <a:lnTo>
                  <a:pt x="39850" y="15983"/>
                </a:lnTo>
                <a:lnTo>
                  <a:pt x="40476" y="16022"/>
                </a:lnTo>
                <a:lnTo>
                  <a:pt x="41087" y="16072"/>
                </a:lnTo>
                <a:lnTo>
                  <a:pt x="41684" y="16133"/>
                </a:lnTo>
                <a:lnTo>
                  <a:pt x="42268" y="16206"/>
                </a:lnTo>
                <a:lnTo>
                  <a:pt x="42837" y="16289"/>
                </a:lnTo>
                <a:lnTo>
                  <a:pt x="43392" y="16384"/>
                </a:lnTo>
                <a:lnTo>
                  <a:pt x="43933" y="16490"/>
                </a:lnTo>
                <a:lnTo>
                  <a:pt x="44460" y="16606"/>
                </a:lnTo>
                <a:lnTo>
                  <a:pt x="44973" y="16734"/>
                </a:lnTo>
                <a:lnTo>
                  <a:pt x="45472" y="16874"/>
                </a:lnTo>
                <a:lnTo>
                  <a:pt x="45957" y="17024"/>
                </a:lnTo>
                <a:lnTo>
                  <a:pt x="46428" y="17185"/>
                </a:lnTo>
                <a:lnTo>
                  <a:pt x="46885" y="17358"/>
                </a:lnTo>
                <a:lnTo>
                  <a:pt x="47328" y="17541"/>
                </a:lnTo>
                <a:lnTo>
                  <a:pt x="47756" y="17736"/>
                </a:lnTo>
                <a:lnTo>
                  <a:pt x="48171" y="17942"/>
                </a:lnTo>
                <a:lnTo>
                  <a:pt x="48572" y="18159"/>
                </a:lnTo>
                <a:lnTo>
                  <a:pt x="48958" y="18388"/>
                </a:lnTo>
                <a:lnTo>
                  <a:pt x="49331" y="18627"/>
                </a:lnTo>
                <a:lnTo>
                  <a:pt x="49689" y="18877"/>
                </a:lnTo>
                <a:lnTo>
                  <a:pt x="50033" y="19139"/>
                </a:lnTo>
                <a:lnTo>
                  <a:pt x="50366" y="19413"/>
                </a:lnTo>
                <a:lnTo>
                  <a:pt x="50688" y="19702"/>
                </a:lnTo>
                <a:lnTo>
                  <a:pt x="51001" y="20005"/>
                </a:lnTo>
                <a:lnTo>
                  <a:pt x="51304" y="20322"/>
                </a:lnTo>
                <a:lnTo>
                  <a:pt x="51598" y="20653"/>
                </a:lnTo>
                <a:lnTo>
                  <a:pt x="51881" y="20999"/>
                </a:lnTo>
                <a:lnTo>
                  <a:pt x="52155" y="21359"/>
                </a:lnTo>
                <a:lnTo>
                  <a:pt x="52419" y="21733"/>
                </a:lnTo>
                <a:lnTo>
                  <a:pt x="52673" y="22122"/>
                </a:lnTo>
                <a:lnTo>
                  <a:pt x="52917" y="22525"/>
                </a:lnTo>
                <a:lnTo>
                  <a:pt x="53152" y="22942"/>
                </a:lnTo>
                <a:lnTo>
                  <a:pt x="53377" y="23373"/>
                </a:lnTo>
                <a:lnTo>
                  <a:pt x="53592" y="23819"/>
                </a:lnTo>
                <a:lnTo>
                  <a:pt x="53797" y="24279"/>
                </a:lnTo>
                <a:lnTo>
                  <a:pt x="53993" y="24753"/>
                </a:lnTo>
                <a:lnTo>
                  <a:pt x="54178" y="25242"/>
                </a:lnTo>
                <a:lnTo>
                  <a:pt x="54354" y="25744"/>
                </a:lnTo>
                <a:lnTo>
                  <a:pt x="54520" y="26261"/>
                </a:lnTo>
                <a:lnTo>
                  <a:pt x="54677" y="26793"/>
                </a:lnTo>
                <a:lnTo>
                  <a:pt x="54823" y="27338"/>
                </a:lnTo>
                <a:lnTo>
                  <a:pt x="54960" y="27898"/>
                </a:lnTo>
                <a:lnTo>
                  <a:pt x="55087" y="28473"/>
                </a:lnTo>
                <a:lnTo>
                  <a:pt x="55204" y="29061"/>
                </a:lnTo>
                <a:lnTo>
                  <a:pt x="55312" y="29664"/>
                </a:lnTo>
                <a:lnTo>
                  <a:pt x="74483" y="28887"/>
                </a:lnTo>
                <a:lnTo>
                  <a:pt x="74431" y="27801"/>
                </a:lnTo>
                <a:lnTo>
                  <a:pt x="74348" y="26733"/>
                </a:lnTo>
                <a:lnTo>
                  <a:pt x="74236" y="25683"/>
                </a:lnTo>
                <a:lnTo>
                  <a:pt x="74094" y="24652"/>
                </a:lnTo>
                <a:lnTo>
                  <a:pt x="73922" y="23640"/>
                </a:lnTo>
                <a:lnTo>
                  <a:pt x="73720" y="22645"/>
                </a:lnTo>
                <a:lnTo>
                  <a:pt x="73489" y="21669"/>
                </a:lnTo>
                <a:lnTo>
                  <a:pt x="73227" y="20711"/>
                </a:lnTo>
                <a:lnTo>
                  <a:pt x="72936" y="19771"/>
                </a:lnTo>
                <a:lnTo>
                  <a:pt x="72615" y="18850"/>
                </a:lnTo>
                <a:lnTo>
                  <a:pt x="72265" y="17947"/>
                </a:lnTo>
                <a:lnTo>
                  <a:pt x="71884" y="17062"/>
                </a:lnTo>
                <a:lnTo>
                  <a:pt x="71474" y="16196"/>
                </a:lnTo>
                <a:lnTo>
                  <a:pt x="71034" y="15348"/>
                </a:lnTo>
                <a:lnTo>
                  <a:pt x="70564" y="14518"/>
                </a:lnTo>
                <a:lnTo>
                  <a:pt x="70065" y="13707"/>
                </a:lnTo>
                <a:lnTo>
                  <a:pt x="69535" y="12913"/>
                </a:lnTo>
                <a:lnTo>
                  <a:pt x="68976" y="12138"/>
                </a:lnTo>
                <a:lnTo>
                  <a:pt x="68387" y="11382"/>
                </a:lnTo>
                <a:lnTo>
                  <a:pt x="67768" y="10644"/>
                </a:lnTo>
                <a:lnTo>
                  <a:pt x="67119" y="9924"/>
                </a:lnTo>
                <a:lnTo>
                  <a:pt x="66441" y="9222"/>
                </a:lnTo>
                <a:lnTo>
                  <a:pt x="65733" y="8538"/>
                </a:lnTo>
                <a:lnTo>
                  <a:pt x="64995" y="7873"/>
                </a:lnTo>
                <a:lnTo>
                  <a:pt x="64226" y="7231"/>
                </a:lnTo>
                <a:lnTo>
                  <a:pt x="63427" y="6616"/>
                </a:lnTo>
                <a:lnTo>
                  <a:pt x="62598" y="6028"/>
                </a:lnTo>
                <a:lnTo>
                  <a:pt x="61737" y="5468"/>
                </a:lnTo>
                <a:lnTo>
                  <a:pt x="60846" y="4935"/>
                </a:lnTo>
                <a:lnTo>
                  <a:pt x="59925" y="4429"/>
                </a:lnTo>
                <a:lnTo>
                  <a:pt x="58972" y="3950"/>
                </a:lnTo>
                <a:lnTo>
                  <a:pt x="57989" y="3499"/>
                </a:lnTo>
                <a:lnTo>
                  <a:pt x="56975" y="3076"/>
                </a:lnTo>
                <a:lnTo>
                  <a:pt x="55931" y="2679"/>
                </a:lnTo>
                <a:lnTo>
                  <a:pt x="54855" y="2310"/>
                </a:lnTo>
                <a:lnTo>
                  <a:pt x="53749" y="1968"/>
                </a:lnTo>
                <a:lnTo>
                  <a:pt x="52613" y="1654"/>
                </a:lnTo>
                <a:lnTo>
                  <a:pt x="51445" y="1367"/>
                </a:lnTo>
                <a:lnTo>
                  <a:pt x="50247" y="1107"/>
                </a:lnTo>
                <a:lnTo>
                  <a:pt x="49019" y="875"/>
                </a:lnTo>
                <a:lnTo>
                  <a:pt x="47759" y="670"/>
                </a:lnTo>
                <a:lnTo>
                  <a:pt x="46469" y="492"/>
                </a:lnTo>
                <a:lnTo>
                  <a:pt x="45148" y="342"/>
                </a:lnTo>
                <a:lnTo>
                  <a:pt x="43797" y="219"/>
                </a:lnTo>
                <a:lnTo>
                  <a:pt x="42414" y="123"/>
                </a:lnTo>
                <a:lnTo>
                  <a:pt x="41002" y="55"/>
                </a:lnTo>
                <a:lnTo>
                  <a:pt x="39558" y="14"/>
                </a:lnTo>
                <a:lnTo>
                  <a:pt x="38084" y="0"/>
                </a:lnTo>
                <a:lnTo>
                  <a:pt x="37177" y="6"/>
                </a:lnTo>
                <a:lnTo>
                  <a:pt x="36282" y="23"/>
                </a:lnTo>
                <a:lnTo>
                  <a:pt x="35397" y="52"/>
                </a:lnTo>
                <a:lnTo>
                  <a:pt x="34524" y="92"/>
                </a:lnTo>
                <a:lnTo>
                  <a:pt x="33662" y="144"/>
                </a:lnTo>
                <a:lnTo>
                  <a:pt x="32811" y="207"/>
                </a:lnTo>
                <a:lnTo>
                  <a:pt x="31971" y="282"/>
                </a:lnTo>
                <a:lnTo>
                  <a:pt x="31143" y="368"/>
                </a:lnTo>
                <a:lnTo>
                  <a:pt x="30325" y="466"/>
                </a:lnTo>
                <a:lnTo>
                  <a:pt x="29519" y="575"/>
                </a:lnTo>
                <a:lnTo>
                  <a:pt x="28723" y="696"/>
                </a:lnTo>
                <a:lnTo>
                  <a:pt x="27939" y="828"/>
                </a:lnTo>
                <a:lnTo>
                  <a:pt x="27166" y="972"/>
                </a:lnTo>
                <a:lnTo>
                  <a:pt x="26404" y="1127"/>
                </a:lnTo>
                <a:lnTo>
                  <a:pt x="25654" y="1293"/>
                </a:lnTo>
                <a:lnTo>
                  <a:pt x="24914" y="1472"/>
                </a:lnTo>
                <a:lnTo>
                  <a:pt x="24186" y="1661"/>
                </a:lnTo>
                <a:lnTo>
                  <a:pt x="23468" y="1863"/>
                </a:lnTo>
                <a:lnTo>
                  <a:pt x="22762" y="2075"/>
                </a:lnTo>
                <a:lnTo>
                  <a:pt x="22067" y="2299"/>
                </a:lnTo>
                <a:lnTo>
                  <a:pt x="21383" y="2535"/>
                </a:lnTo>
                <a:lnTo>
                  <a:pt x="20710" y="2782"/>
                </a:lnTo>
                <a:lnTo>
                  <a:pt x="20049" y="3041"/>
                </a:lnTo>
                <a:lnTo>
                  <a:pt x="19398" y="3311"/>
                </a:lnTo>
                <a:lnTo>
                  <a:pt x="18759" y="3592"/>
                </a:lnTo>
                <a:lnTo>
                  <a:pt x="18133" y="3884"/>
                </a:lnTo>
                <a:lnTo>
                  <a:pt x="17520" y="4186"/>
                </a:lnTo>
                <a:lnTo>
                  <a:pt x="16919" y="4498"/>
                </a:lnTo>
                <a:lnTo>
                  <a:pt x="16331" y="4821"/>
                </a:lnTo>
                <a:lnTo>
                  <a:pt x="15755" y="5155"/>
                </a:lnTo>
                <a:lnTo>
                  <a:pt x="15192" y="5499"/>
                </a:lnTo>
                <a:lnTo>
                  <a:pt x="14641" y="5853"/>
                </a:lnTo>
                <a:lnTo>
                  <a:pt x="14103" y="6218"/>
                </a:lnTo>
                <a:lnTo>
                  <a:pt x="13578" y="6593"/>
                </a:lnTo>
                <a:lnTo>
                  <a:pt x="13065" y="6979"/>
                </a:lnTo>
                <a:lnTo>
                  <a:pt x="12565" y="7375"/>
                </a:lnTo>
                <a:lnTo>
                  <a:pt x="12077" y="7782"/>
                </a:lnTo>
                <a:lnTo>
                  <a:pt x="11602" y="8200"/>
                </a:lnTo>
                <a:lnTo>
                  <a:pt x="11140" y="8627"/>
                </a:lnTo>
                <a:lnTo>
                  <a:pt x="10690" y="9066"/>
                </a:lnTo>
                <a:lnTo>
                  <a:pt x="10253" y="9514"/>
                </a:lnTo>
                <a:lnTo>
                  <a:pt x="9829" y="9974"/>
                </a:lnTo>
                <a:lnTo>
                  <a:pt x="9417" y="10444"/>
                </a:lnTo>
                <a:lnTo>
                  <a:pt x="9017" y="10924"/>
                </a:lnTo>
                <a:lnTo>
                  <a:pt x="8630" y="11414"/>
                </a:lnTo>
                <a:lnTo>
                  <a:pt x="8256" y="11916"/>
                </a:lnTo>
                <a:lnTo>
                  <a:pt x="7894" y="12427"/>
                </a:lnTo>
                <a:lnTo>
                  <a:pt x="7545" y="12950"/>
                </a:lnTo>
                <a:lnTo>
                  <a:pt x="7210" y="13478"/>
                </a:lnTo>
                <a:lnTo>
                  <a:pt x="6889" y="14011"/>
                </a:lnTo>
                <a:lnTo>
                  <a:pt x="6582" y="14546"/>
                </a:lnTo>
                <a:lnTo>
                  <a:pt x="6289" y="15085"/>
                </a:lnTo>
                <a:lnTo>
                  <a:pt x="6010" y="15627"/>
                </a:lnTo>
                <a:lnTo>
                  <a:pt x="5746" y="16172"/>
                </a:lnTo>
                <a:lnTo>
                  <a:pt x="5496" y="16720"/>
                </a:lnTo>
                <a:lnTo>
                  <a:pt x="5261" y="17272"/>
                </a:lnTo>
                <a:lnTo>
                  <a:pt x="5039" y="17827"/>
                </a:lnTo>
                <a:lnTo>
                  <a:pt x="4832" y="18385"/>
                </a:lnTo>
                <a:lnTo>
                  <a:pt x="4639" y="18947"/>
                </a:lnTo>
                <a:lnTo>
                  <a:pt x="4461" y="19512"/>
                </a:lnTo>
                <a:lnTo>
                  <a:pt x="4297" y="20080"/>
                </a:lnTo>
                <a:lnTo>
                  <a:pt x="4147" y="20651"/>
                </a:lnTo>
                <a:lnTo>
                  <a:pt x="4011" y="21226"/>
                </a:lnTo>
                <a:lnTo>
                  <a:pt x="3890" y="21804"/>
                </a:lnTo>
                <a:lnTo>
                  <a:pt x="3783" y="22385"/>
                </a:lnTo>
                <a:lnTo>
                  <a:pt x="3690" y="22969"/>
                </a:lnTo>
                <a:lnTo>
                  <a:pt x="3611" y="23557"/>
                </a:lnTo>
                <a:lnTo>
                  <a:pt x="3547" y="24148"/>
                </a:lnTo>
                <a:lnTo>
                  <a:pt x="3497" y="24742"/>
                </a:lnTo>
                <a:lnTo>
                  <a:pt x="3461" y="25340"/>
                </a:lnTo>
                <a:lnTo>
                  <a:pt x="3440" y="25941"/>
                </a:lnTo>
                <a:lnTo>
                  <a:pt x="3433" y="26545"/>
                </a:lnTo>
                <a:lnTo>
                  <a:pt x="3448" y="27480"/>
                </a:lnTo>
                <a:lnTo>
                  <a:pt x="3493" y="28403"/>
                </a:lnTo>
                <a:lnTo>
                  <a:pt x="3569" y="29314"/>
                </a:lnTo>
                <a:lnTo>
                  <a:pt x="3676" y="30213"/>
                </a:lnTo>
                <a:lnTo>
                  <a:pt x="3812" y="31100"/>
                </a:lnTo>
                <a:lnTo>
                  <a:pt x="3979" y="31976"/>
                </a:lnTo>
                <a:lnTo>
                  <a:pt x="4177" y="32839"/>
                </a:lnTo>
                <a:lnTo>
                  <a:pt x="4404" y="33691"/>
                </a:lnTo>
                <a:lnTo>
                  <a:pt x="4662" y="34530"/>
                </a:lnTo>
                <a:lnTo>
                  <a:pt x="4951" y="35358"/>
                </a:lnTo>
                <a:lnTo>
                  <a:pt x="5269" y="36173"/>
                </a:lnTo>
                <a:lnTo>
                  <a:pt x="5619" y="36977"/>
                </a:lnTo>
                <a:lnTo>
                  <a:pt x="5998" y="37769"/>
                </a:lnTo>
                <a:lnTo>
                  <a:pt x="6408" y="38548"/>
                </a:lnTo>
                <a:lnTo>
                  <a:pt x="6848" y="39316"/>
                </a:lnTo>
                <a:lnTo>
                  <a:pt x="7319" y="40072"/>
                </a:lnTo>
                <a:lnTo>
                  <a:pt x="7820" y="40816"/>
                </a:lnTo>
                <a:lnTo>
                  <a:pt x="8351" y="41548"/>
                </a:lnTo>
                <a:lnTo>
                  <a:pt x="8913" y="42268"/>
                </a:lnTo>
                <a:lnTo>
                  <a:pt x="9505" y="42977"/>
                </a:lnTo>
                <a:lnTo>
                  <a:pt x="10127" y="43673"/>
                </a:lnTo>
                <a:lnTo>
                  <a:pt x="10780" y="44357"/>
                </a:lnTo>
                <a:lnTo>
                  <a:pt x="11463" y="45029"/>
                </a:lnTo>
                <a:lnTo>
                  <a:pt x="12176" y="45690"/>
                </a:lnTo>
                <a:lnTo>
                  <a:pt x="12710" y="46152"/>
                </a:lnTo>
                <a:lnTo>
                  <a:pt x="13277" y="46608"/>
                </a:lnTo>
                <a:lnTo>
                  <a:pt x="13875" y="47058"/>
                </a:lnTo>
                <a:lnTo>
                  <a:pt x="14504" y="47502"/>
                </a:lnTo>
                <a:lnTo>
                  <a:pt x="15166" y="47940"/>
                </a:lnTo>
                <a:lnTo>
                  <a:pt x="15860" y="48371"/>
                </a:lnTo>
                <a:lnTo>
                  <a:pt x="16586" y="48797"/>
                </a:lnTo>
                <a:lnTo>
                  <a:pt x="17343" y="49216"/>
                </a:lnTo>
                <a:lnTo>
                  <a:pt x="18133" y="49630"/>
                </a:lnTo>
                <a:lnTo>
                  <a:pt x="18955" y="50037"/>
                </a:lnTo>
                <a:lnTo>
                  <a:pt x="19808" y="50439"/>
                </a:lnTo>
                <a:lnTo>
                  <a:pt x="20693" y="50834"/>
                </a:lnTo>
                <a:lnTo>
                  <a:pt x="21611" y="51223"/>
                </a:lnTo>
                <a:lnTo>
                  <a:pt x="22560" y="51606"/>
                </a:lnTo>
                <a:lnTo>
                  <a:pt x="23541" y="51983"/>
                </a:lnTo>
                <a:lnTo>
                  <a:pt x="24554" y="52354"/>
                </a:lnTo>
                <a:lnTo>
                  <a:pt x="25599" y="52718"/>
                </a:lnTo>
                <a:lnTo>
                  <a:pt x="26676" y="53077"/>
                </a:lnTo>
                <a:lnTo>
                  <a:pt x="27785" y="53430"/>
                </a:lnTo>
                <a:lnTo>
                  <a:pt x="28926" y="53776"/>
                </a:lnTo>
                <a:lnTo>
                  <a:pt x="30099" y="54117"/>
                </a:lnTo>
                <a:lnTo>
                  <a:pt x="31304" y="54451"/>
                </a:lnTo>
                <a:lnTo>
                  <a:pt x="32540" y="54779"/>
                </a:lnTo>
                <a:lnTo>
                  <a:pt x="33809" y="55101"/>
                </a:lnTo>
                <a:lnTo>
                  <a:pt x="34792" y="55347"/>
                </a:lnTo>
                <a:lnTo>
                  <a:pt x="35746" y="55586"/>
                </a:lnTo>
                <a:lnTo>
                  <a:pt x="36670" y="55819"/>
                </a:lnTo>
                <a:lnTo>
                  <a:pt x="37564" y="56046"/>
                </a:lnTo>
                <a:lnTo>
                  <a:pt x="38428" y="56266"/>
                </a:lnTo>
                <a:lnTo>
                  <a:pt x="39262" y="56480"/>
                </a:lnTo>
                <a:lnTo>
                  <a:pt x="40066" y="56688"/>
                </a:lnTo>
                <a:lnTo>
                  <a:pt x="40840" y="56890"/>
                </a:lnTo>
                <a:lnTo>
                  <a:pt x="41584" y="57085"/>
                </a:lnTo>
                <a:lnTo>
                  <a:pt x="42298" y="57274"/>
                </a:lnTo>
                <a:lnTo>
                  <a:pt x="42983" y="57456"/>
                </a:lnTo>
                <a:lnTo>
                  <a:pt x="43637" y="57632"/>
                </a:lnTo>
                <a:lnTo>
                  <a:pt x="44262" y="57802"/>
                </a:lnTo>
                <a:lnTo>
                  <a:pt x="44857" y="57966"/>
                </a:lnTo>
                <a:lnTo>
                  <a:pt x="45422" y="58123"/>
                </a:lnTo>
                <a:lnTo>
                  <a:pt x="45956" y="58274"/>
                </a:lnTo>
                <a:lnTo>
                  <a:pt x="46461" y="58419"/>
                </a:lnTo>
                <a:lnTo>
                  <a:pt x="46937" y="58557"/>
                </a:lnTo>
                <a:lnTo>
                  <a:pt x="47382" y="58689"/>
                </a:lnTo>
                <a:lnTo>
                  <a:pt x="47797" y="58815"/>
                </a:lnTo>
                <a:lnTo>
                  <a:pt x="48182" y="58934"/>
                </a:lnTo>
                <a:lnTo>
                  <a:pt x="48538" y="59047"/>
                </a:lnTo>
                <a:lnTo>
                  <a:pt x="48863" y="59154"/>
                </a:lnTo>
                <a:lnTo>
                  <a:pt x="49159" y="59255"/>
                </a:lnTo>
                <a:lnTo>
                  <a:pt x="49564" y="59402"/>
                </a:lnTo>
                <a:lnTo>
                  <a:pt x="49959" y="59551"/>
                </a:lnTo>
                <a:lnTo>
                  <a:pt x="50343" y="59703"/>
                </a:lnTo>
                <a:lnTo>
                  <a:pt x="50718" y="59857"/>
                </a:lnTo>
                <a:lnTo>
                  <a:pt x="51082" y="60013"/>
                </a:lnTo>
                <a:lnTo>
                  <a:pt x="51436" y="60171"/>
                </a:lnTo>
                <a:lnTo>
                  <a:pt x="51780" y="60331"/>
                </a:lnTo>
                <a:lnTo>
                  <a:pt x="52113" y="60493"/>
                </a:lnTo>
                <a:lnTo>
                  <a:pt x="52436" y="60658"/>
                </a:lnTo>
                <a:lnTo>
                  <a:pt x="52749" y="60824"/>
                </a:lnTo>
                <a:lnTo>
                  <a:pt x="53052" y="60993"/>
                </a:lnTo>
                <a:lnTo>
                  <a:pt x="53345" y="61164"/>
                </a:lnTo>
                <a:lnTo>
                  <a:pt x="53627" y="61337"/>
                </a:lnTo>
                <a:lnTo>
                  <a:pt x="53899" y="61512"/>
                </a:lnTo>
                <a:lnTo>
                  <a:pt x="54161" y="61689"/>
                </a:lnTo>
                <a:lnTo>
                  <a:pt x="54412" y="61869"/>
                </a:lnTo>
                <a:lnTo>
                  <a:pt x="54654" y="62050"/>
                </a:lnTo>
                <a:lnTo>
                  <a:pt x="54885" y="62234"/>
                </a:lnTo>
                <a:lnTo>
                  <a:pt x="55106" y="62420"/>
                </a:lnTo>
                <a:lnTo>
                  <a:pt x="55316" y="62608"/>
                </a:lnTo>
                <a:lnTo>
                  <a:pt x="55517" y="62798"/>
                </a:lnTo>
                <a:lnTo>
                  <a:pt x="55707" y="62990"/>
                </a:lnTo>
                <a:lnTo>
                  <a:pt x="55887" y="63185"/>
                </a:lnTo>
                <a:lnTo>
                  <a:pt x="56057" y="63382"/>
                </a:lnTo>
                <a:lnTo>
                  <a:pt x="56218" y="63581"/>
                </a:lnTo>
                <a:lnTo>
                  <a:pt x="56372" y="63784"/>
                </a:lnTo>
                <a:lnTo>
                  <a:pt x="56520" y="63990"/>
                </a:lnTo>
                <a:lnTo>
                  <a:pt x="56660" y="64200"/>
                </a:lnTo>
                <a:lnTo>
                  <a:pt x="56794" y="64413"/>
                </a:lnTo>
                <a:lnTo>
                  <a:pt x="56921" y="64630"/>
                </a:lnTo>
                <a:lnTo>
                  <a:pt x="57041" y="64850"/>
                </a:lnTo>
                <a:lnTo>
                  <a:pt x="57154" y="65074"/>
                </a:lnTo>
                <a:lnTo>
                  <a:pt x="57260" y="65301"/>
                </a:lnTo>
                <a:lnTo>
                  <a:pt x="57360" y="65532"/>
                </a:lnTo>
                <a:lnTo>
                  <a:pt x="57453" y="65766"/>
                </a:lnTo>
                <a:lnTo>
                  <a:pt x="57538" y="66004"/>
                </a:lnTo>
                <a:lnTo>
                  <a:pt x="57617" y="66245"/>
                </a:lnTo>
                <a:lnTo>
                  <a:pt x="57689" y="66490"/>
                </a:lnTo>
                <a:lnTo>
                  <a:pt x="57754" y="66738"/>
                </a:lnTo>
                <a:lnTo>
                  <a:pt x="57813" y="66990"/>
                </a:lnTo>
                <a:lnTo>
                  <a:pt x="57864" y="67245"/>
                </a:lnTo>
                <a:lnTo>
                  <a:pt x="57909" y="67504"/>
                </a:lnTo>
                <a:lnTo>
                  <a:pt x="57946" y="67766"/>
                </a:lnTo>
                <a:lnTo>
                  <a:pt x="57977" y="68032"/>
                </a:lnTo>
                <a:lnTo>
                  <a:pt x="58001" y="68301"/>
                </a:lnTo>
                <a:lnTo>
                  <a:pt x="58018" y="68574"/>
                </a:lnTo>
                <a:lnTo>
                  <a:pt x="58029" y="68850"/>
                </a:lnTo>
                <a:lnTo>
                  <a:pt x="58032" y="69130"/>
                </a:lnTo>
                <a:lnTo>
                  <a:pt x="58024" y="69566"/>
                </a:lnTo>
                <a:lnTo>
                  <a:pt x="58000" y="69998"/>
                </a:lnTo>
                <a:lnTo>
                  <a:pt x="57959" y="70425"/>
                </a:lnTo>
                <a:lnTo>
                  <a:pt x="57902" y="70847"/>
                </a:lnTo>
                <a:lnTo>
                  <a:pt x="57828" y="71265"/>
                </a:lnTo>
                <a:lnTo>
                  <a:pt x="57739" y="71679"/>
                </a:lnTo>
                <a:lnTo>
                  <a:pt x="57633" y="72087"/>
                </a:lnTo>
                <a:lnTo>
                  <a:pt x="57510" y="72491"/>
                </a:lnTo>
                <a:lnTo>
                  <a:pt x="57372" y="72890"/>
                </a:lnTo>
                <a:lnTo>
                  <a:pt x="57217" y="73285"/>
                </a:lnTo>
                <a:lnTo>
                  <a:pt x="57046" y="73675"/>
                </a:lnTo>
                <a:lnTo>
                  <a:pt x="56858" y="74061"/>
                </a:lnTo>
                <a:lnTo>
                  <a:pt x="56654" y="74441"/>
                </a:lnTo>
                <a:lnTo>
                  <a:pt x="56434" y="74818"/>
                </a:lnTo>
                <a:lnTo>
                  <a:pt x="56198" y="75189"/>
                </a:lnTo>
                <a:lnTo>
                  <a:pt x="55945" y="75556"/>
                </a:lnTo>
                <a:lnTo>
                  <a:pt x="55676" y="75918"/>
                </a:lnTo>
                <a:lnTo>
                  <a:pt x="55391" y="76276"/>
                </a:lnTo>
                <a:lnTo>
                  <a:pt x="55089" y="76629"/>
                </a:lnTo>
                <a:lnTo>
                  <a:pt x="54771" y="76977"/>
                </a:lnTo>
                <a:lnTo>
                  <a:pt x="54437" y="77321"/>
                </a:lnTo>
                <a:lnTo>
                  <a:pt x="54086" y="77660"/>
                </a:lnTo>
                <a:lnTo>
                  <a:pt x="53720" y="77995"/>
                </a:lnTo>
                <a:lnTo>
                  <a:pt x="53336" y="78325"/>
                </a:lnTo>
                <a:lnTo>
                  <a:pt x="52937" y="78645"/>
                </a:lnTo>
                <a:lnTo>
                  <a:pt x="52522" y="78953"/>
                </a:lnTo>
                <a:lnTo>
                  <a:pt x="52091" y="79246"/>
                </a:lnTo>
                <a:lnTo>
                  <a:pt x="51644" y="79526"/>
                </a:lnTo>
                <a:lnTo>
                  <a:pt x="51182" y="79792"/>
                </a:lnTo>
                <a:lnTo>
                  <a:pt x="50703" y="80044"/>
                </a:lnTo>
                <a:lnTo>
                  <a:pt x="50209" y="80283"/>
                </a:lnTo>
                <a:lnTo>
                  <a:pt x="49699" y="80508"/>
                </a:lnTo>
                <a:lnTo>
                  <a:pt x="49173" y="80720"/>
                </a:lnTo>
                <a:lnTo>
                  <a:pt x="48631" y="80918"/>
                </a:lnTo>
                <a:lnTo>
                  <a:pt x="48073" y="81102"/>
                </a:lnTo>
                <a:lnTo>
                  <a:pt x="47499" y="81273"/>
                </a:lnTo>
                <a:lnTo>
                  <a:pt x="46910" y="81430"/>
                </a:lnTo>
                <a:lnTo>
                  <a:pt x="46304" y="81573"/>
                </a:lnTo>
                <a:lnTo>
                  <a:pt x="45683" y="81703"/>
                </a:lnTo>
                <a:lnTo>
                  <a:pt x="45046" y="81819"/>
                </a:lnTo>
                <a:lnTo>
                  <a:pt x="44393" y="81921"/>
                </a:lnTo>
                <a:lnTo>
                  <a:pt x="43724" y="82010"/>
                </a:lnTo>
                <a:lnTo>
                  <a:pt x="43040" y="82085"/>
                </a:lnTo>
                <a:lnTo>
                  <a:pt x="42339" y="82146"/>
                </a:lnTo>
                <a:lnTo>
                  <a:pt x="41623" y="82194"/>
                </a:lnTo>
                <a:lnTo>
                  <a:pt x="40891" y="82228"/>
                </a:lnTo>
                <a:lnTo>
                  <a:pt x="40143" y="82249"/>
                </a:lnTo>
                <a:lnTo>
                  <a:pt x="39379" y="82255"/>
                </a:lnTo>
                <a:lnTo>
                  <a:pt x="38657" y="82248"/>
                </a:lnTo>
                <a:lnTo>
                  <a:pt x="37947" y="82225"/>
                </a:lnTo>
                <a:lnTo>
                  <a:pt x="37249" y="82186"/>
                </a:lnTo>
                <a:lnTo>
                  <a:pt x="36564" y="82133"/>
                </a:lnTo>
                <a:lnTo>
                  <a:pt x="35892" y="82064"/>
                </a:lnTo>
                <a:lnTo>
                  <a:pt x="35232" y="81979"/>
                </a:lnTo>
                <a:lnTo>
                  <a:pt x="34584" y="81879"/>
                </a:lnTo>
                <a:lnTo>
                  <a:pt x="33949" y="81764"/>
                </a:lnTo>
                <a:lnTo>
                  <a:pt x="33327" y="81634"/>
                </a:lnTo>
                <a:lnTo>
                  <a:pt x="32717" y="81488"/>
                </a:lnTo>
                <a:lnTo>
                  <a:pt x="32119" y="81327"/>
                </a:lnTo>
                <a:lnTo>
                  <a:pt x="31534" y="81151"/>
                </a:lnTo>
                <a:lnTo>
                  <a:pt x="30961" y="80959"/>
                </a:lnTo>
                <a:lnTo>
                  <a:pt x="30401" y="80752"/>
                </a:lnTo>
                <a:lnTo>
                  <a:pt x="29853" y="80529"/>
                </a:lnTo>
                <a:lnTo>
                  <a:pt x="29318" y="80292"/>
                </a:lnTo>
                <a:lnTo>
                  <a:pt x="28796" y="80038"/>
                </a:lnTo>
                <a:lnTo>
                  <a:pt x="28285" y="79770"/>
                </a:lnTo>
                <a:lnTo>
                  <a:pt x="27788" y="79486"/>
                </a:lnTo>
                <a:lnTo>
                  <a:pt x="27302" y="79187"/>
                </a:lnTo>
                <a:lnTo>
                  <a:pt x="26830" y="78873"/>
                </a:lnTo>
                <a:lnTo>
                  <a:pt x="26369" y="78543"/>
                </a:lnTo>
                <a:lnTo>
                  <a:pt x="25922" y="78197"/>
                </a:lnTo>
                <a:lnTo>
                  <a:pt x="25486" y="77837"/>
                </a:lnTo>
                <a:lnTo>
                  <a:pt x="25063" y="77460"/>
                </a:lnTo>
                <a:lnTo>
                  <a:pt x="24652" y="77065"/>
                </a:lnTo>
                <a:lnTo>
                  <a:pt x="24253" y="76654"/>
                </a:lnTo>
                <a:lnTo>
                  <a:pt x="23866" y="76224"/>
                </a:lnTo>
                <a:lnTo>
                  <a:pt x="23491" y="75778"/>
                </a:lnTo>
                <a:lnTo>
                  <a:pt x="23128" y="75314"/>
                </a:lnTo>
                <a:lnTo>
                  <a:pt x="22777" y="74833"/>
                </a:lnTo>
                <a:lnTo>
                  <a:pt x="22439" y="74334"/>
                </a:lnTo>
                <a:lnTo>
                  <a:pt x="22112" y="73818"/>
                </a:lnTo>
                <a:lnTo>
                  <a:pt x="21797" y="73284"/>
                </a:lnTo>
                <a:lnTo>
                  <a:pt x="21494" y="72733"/>
                </a:lnTo>
                <a:lnTo>
                  <a:pt x="21203" y="72165"/>
                </a:lnTo>
                <a:lnTo>
                  <a:pt x="20925" y="71580"/>
                </a:lnTo>
                <a:lnTo>
                  <a:pt x="20658" y="70977"/>
                </a:lnTo>
                <a:lnTo>
                  <a:pt x="20403" y="70356"/>
                </a:lnTo>
                <a:lnTo>
                  <a:pt x="20161" y="69718"/>
                </a:lnTo>
                <a:lnTo>
                  <a:pt x="19930" y="69063"/>
                </a:lnTo>
                <a:lnTo>
                  <a:pt x="19712" y="68391"/>
                </a:lnTo>
                <a:lnTo>
                  <a:pt x="19505" y="67701"/>
                </a:lnTo>
                <a:lnTo>
                  <a:pt x="19311" y="66994"/>
                </a:lnTo>
                <a:lnTo>
                  <a:pt x="19128" y="66269"/>
                </a:lnTo>
                <a:lnTo>
                  <a:pt x="18958" y="65527"/>
                </a:lnTo>
                <a:lnTo>
                  <a:pt x="18800" y="64768"/>
                </a:lnTo>
                <a:lnTo>
                  <a:pt x="18653" y="63991"/>
                </a:lnTo>
                <a:lnTo>
                  <a:pt x="0" y="65804"/>
                </a:lnTo>
                <a:lnTo>
                  <a:pt x="170" y="67121"/>
                </a:lnTo>
                <a:lnTo>
                  <a:pt x="367" y="68412"/>
                </a:lnTo>
                <a:lnTo>
                  <a:pt x="591" y="69676"/>
                </a:lnTo>
                <a:lnTo>
                  <a:pt x="842" y="70914"/>
                </a:lnTo>
                <a:lnTo>
                  <a:pt x="1120" y="72125"/>
                </a:lnTo>
                <a:close/>
                <a:moveTo>
                  <a:pt x="85689" y="42358"/>
                </a:moveTo>
                <a:lnTo>
                  <a:pt x="94044" y="42358"/>
                </a:lnTo>
                <a:lnTo>
                  <a:pt x="94044" y="72346"/>
                </a:lnTo>
                <a:lnTo>
                  <a:pt x="94045" y="73139"/>
                </a:lnTo>
                <a:lnTo>
                  <a:pt x="94048" y="73909"/>
                </a:lnTo>
                <a:lnTo>
                  <a:pt x="94053" y="74657"/>
                </a:lnTo>
                <a:lnTo>
                  <a:pt x="94060" y="75383"/>
                </a:lnTo>
                <a:lnTo>
                  <a:pt x="94069" y="76086"/>
                </a:lnTo>
                <a:lnTo>
                  <a:pt x="94080" y="76766"/>
                </a:lnTo>
                <a:lnTo>
                  <a:pt x="94094" y="77424"/>
                </a:lnTo>
                <a:lnTo>
                  <a:pt x="94109" y="78060"/>
                </a:lnTo>
                <a:lnTo>
                  <a:pt x="94126" y="78673"/>
                </a:lnTo>
                <a:lnTo>
                  <a:pt x="94145" y="79263"/>
                </a:lnTo>
                <a:lnTo>
                  <a:pt x="94166" y="79832"/>
                </a:lnTo>
                <a:lnTo>
                  <a:pt x="94190" y="80377"/>
                </a:lnTo>
                <a:lnTo>
                  <a:pt x="94215" y="80900"/>
                </a:lnTo>
                <a:lnTo>
                  <a:pt x="94242" y="81401"/>
                </a:lnTo>
                <a:lnTo>
                  <a:pt x="94272" y="81879"/>
                </a:lnTo>
                <a:lnTo>
                  <a:pt x="94303" y="82335"/>
                </a:lnTo>
                <a:lnTo>
                  <a:pt x="94336" y="82768"/>
                </a:lnTo>
                <a:lnTo>
                  <a:pt x="94372" y="83178"/>
                </a:lnTo>
                <a:lnTo>
                  <a:pt x="94409" y="83566"/>
                </a:lnTo>
                <a:lnTo>
                  <a:pt x="94449" y="83932"/>
                </a:lnTo>
                <a:lnTo>
                  <a:pt x="94490" y="84275"/>
                </a:lnTo>
                <a:lnTo>
                  <a:pt x="94534" y="84596"/>
                </a:lnTo>
                <a:lnTo>
                  <a:pt x="94579" y="84894"/>
                </a:lnTo>
                <a:lnTo>
                  <a:pt x="94627" y="85170"/>
                </a:lnTo>
                <a:lnTo>
                  <a:pt x="94688" y="85539"/>
                </a:lnTo>
                <a:lnTo>
                  <a:pt x="94754" y="85902"/>
                </a:lnTo>
                <a:lnTo>
                  <a:pt x="94823" y="86258"/>
                </a:lnTo>
                <a:lnTo>
                  <a:pt x="94896" y="86608"/>
                </a:lnTo>
                <a:lnTo>
                  <a:pt x="94973" y="86952"/>
                </a:lnTo>
                <a:lnTo>
                  <a:pt x="95054" y="87289"/>
                </a:lnTo>
                <a:lnTo>
                  <a:pt x="95139" y="87620"/>
                </a:lnTo>
                <a:lnTo>
                  <a:pt x="95228" y="87944"/>
                </a:lnTo>
                <a:lnTo>
                  <a:pt x="95321" y="88262"/>
                </a:lnTo>
                <a:lnTo>
                  <a:pt x="95417" y="88574"/>
                </a:lnTo>
                <a:lnTo>
                  <a:pt x="95518" y="88879"/>
                </a:lnTo>
                <a:lnTo>
                  <a:pt x="95623" y="89177"/>
                </a:lnTo>
                <a:lnTo>
                  <a:pt x="95731" y="89470"/>
                </a:lnTo>
                <a:lnTo>
                  <a:pt x="95844" y="89756"/>
                </a:lnTo>
                <a:lnTo>
                  <a:pt x="95960" y="90035"/>
                </a:lnTo>
                <a:lnTo>
                  <a:pt x="96081" y="90308"/>
                </a:lnTo>
                <a:lnTo>
                  <a:pt x="96205" y="90575"/>
                </a:lnTo>
                <a:lnTo>
                  <a:pt x="96333" y="90835"/>
                </a:lnTo>
                <a:lnTo>
                  <a:pt x="96465" y="91089"/>
                </a:lnTo>
                <a:lnTo>
                  <a:pt x="96601" y="91336"/>
                </a:lnTo>
                <a:lnTo>
                  <a:pt x="96741" y="91577"/>
                </a:lnTo>
                <a:lnTo>
                  <a:pt x="96885" y="91812"/>
                </a:lnTo>
                <a:lnTo>
                  <a:pt x="97033" y="92040"/>
                </a:lnTo>
                <a:lnTo>
                  <a:pt x="97185" y="92262"/>
                </a:lnTo>
                <a:lnTo>
                  <a:pt x="97343" y="92479"/>
                </a:lnTo>
                <a:lnTo>
                  <a:pt x="97508" y="92692"/>
                </a:lnTo>
                <a:lnTo>
                  <a:pt x="97680" y="92903"/>
                </a:lnTo>
                <a:lnTo>
                  <a:pt x="97859" y="93109"/>
                </a:lnTo>
                <a:lnTo>
                  <a:pt x="98046" y="93313"/>
                </a:lnTo>
                <a:lnTo>
                  <a:pt x="98240" y="93513"/>
                </a:lnTo>
                <a:lnTo>
                  <a:pt x="98441" y="93710"/>
                </a:lnTo>
                <a:lnTo>
                  <a:pt x="98650" y="93903"/>
                </a:lnTo>
                <a:lnTo>
                  <a:pt x="98866" y="94093"/>
                </a:lnTo>
                <a:lnTo>
                  <a:pt x="99089" y="94279"/>
                </a:lnTo>
                <a:lnTo>
                  <a:pt x="99319" y="94462"/>
                </a:lnTo>
                <a:lnTo>
                  <a:pt x="99557" y="94642"/>
                </a:lnTo>
                <a:lnTo>
                  <a:pt x="99803" y="94819"/>
                </a:lnTo>
                <a:lnTo>
                  <a:pt x="100055" y="94992"/>
                </a:lnTo>
                <a:lnTo>
                  <a:pt x="100315" y="95161"/>
                </a:lnTo>
                <a:lnTo>
                  <a:pt x="100582" y="95328"/>
                </a:lnTo>
                <a:lnTo>
                  <a:pt x="100856" y="95491"/>
                </a:lnTo>
                <a:lnTo>
                  <a:pt x="101138" y="95650"/>
                </a:lnTo>
                <a:lnTo>
                  <a:pt x="101427" y="95806"/>
                </a:lnTo>
                <a:lnTo>
                  <a:pt x="101723" y="95959"/>
                </a:lnTo>
                <a:lnTo>
                  <a:pt x="102027" y="96109"/>
                </a:lnTo>
                <a:lnTo>
                  <a:pt x="102338" y="96255"/>
                </a:lnTo>
                <a:lnTo>
                  <a:pt x="102656" y="96397"/>
                </a:lnTo>
                <a:lnTo>
                  <a:pt x="102982" y="96537"/>
                </a:lnTo>
                <a:lnTo>
                  <a:pt x="103313" y="96671"/>
                </a:lnTo>
                <a:lnTo>
                  <a:pt x="103647" y="96800"/>
                </a:lnTo>
                <a:lnTo>
                  <a:pt x="103985" y="96924"/>
                </a:lnTo>
                <a:lnTo>
                  <a:pt x="104326" y="97041"/>
                </a:lnTo>
                <a:lnTo>
                  <a:pt x="104670" y="97153"/>
                </a:lnTo>
                <a:lnTo>
                  <a:pt x="105018" y="97259"/>
                </a:lnTo>
                <a:lnTo>
                  <a:pt x="105369" y="97360"/>
                </a:lnTo>
                <a:lnTo>
                  <a:pt x="105724" y="97454"/>
                </a:lnTo>
                <a:lnTo>
                  <a:pt x="106082" y="97543"/>
                </a:lnTo>
                <a:lnTo>
                  <a:pt x="106443" y="97626"/>
                </a:lnTo>
                <a:lnTo>
                  <a:pt x="106808" y="97704"/>
                </a:lnTo>
                <a:lnTo>
                  <a:pt x="107176" y="97775"/>
                </a:lnTo>
                <a:lnTo>
                  <a:pt x="107547" y="97841"/>
                </a:lnTo>
                <a:lnTo>
                  <a:pt x="107922" y="97902"/>
                </a:lnTo>
                <a:lnTo>
                  <a:pt x="108300" y="97956"/>
                </a:lnTo>
                <a:lnTo>
                  <a:pt x="108682" y="98005"/>
                </a:lnTo>
                <a:lnTo>
                  <a:pt x="109066" y="98048"/>
                </a:lnTo>
                <a:lnTo>
                  <a:pt x="109455" y="98085"/>
                </a:lnTo>
                <a:lnTo>
                  <a:pt x="109846" y="98117"/>
                </a:lnTo>
                <a:lnTo>
                  <a:pt x="110241" y="98142"/>
                </a:lnTo>
                <a:lnTo>
                  <a:pt x="110640" y="98162"/>
                </a:lnTo>
                <a:lnTo>
                  <a:pt x="111042" y="98177"/>
                </a:lnTo>
                <a:lnTo>
                  <a:pt x="111447" y="98185"/>
                </a:lnTo>
                <a:lnTo>
                  <a:pt x="111855" y="98188"/>
                </a:lnTo>
                <a:lnTo>
                  <a:pt x="112522" y="98184"/>
                </a:lnTo>
                <a:lnTo>
                  <a:pt x="113182" y="98169"/>
                </a:lnTo>
                <a:lnTo>
                  <a:pt x="113837" y="98146"/>
                </a:lnTo>
                <a:lnTo>
                  <a:pt x="114485" y="98112"/>
                </a:lnTo>
                <a:lnTo>
                  <a:pt x="115128" y="98070"/>
                </a:lnTo>
                <a:lnTo>
                  <a:pt x="115766" y="98018"/>
                </a:lnTo>
                <a:lnTo>
                  <a:pt x="116397" y="97956"/>
                </a:lnTo>
                <a:lnTo>
                  <a:pt x="117022" y="97885"/>
                </a:lnTo>
                <a:lnTo>
                  <a:pt x="117642" y="97804"/>
                </a:lnTo>
                <a:lnTo>
                  <a:pt x="118256" y="97714"/>
                </a:lnTo>
                <a:lnTo>
                  <a:pt x="118863" y="97614"/>
                </a:lnTo>
                <a:lnTo>
                  <a:pt x="119465" y="97505"/>
                </a:lnTo>
                <a:lnTo>
                  <a:pt x="120062" y="97387"/>
                </a:lnTo>
                <a:lnTo>
                  <a:pt x="120652" y="97259"/>
                </a:lnTo>
                <a:lnTo>
                  <a:pt x="121236" y="97121"/>
                </a:lnTo>
                <a:lnTo>
                  <a:pt x="121815" y="96974"/>
                </a:lnTo>
                <a:lnTo>
                  <a:pt x="122388" y="96817"/>
                </a:lnTo>
                <a:lnTo>
                  <a:pt x="122955" y="96651"/>
                </a:lnTo>
                <a:lnTo>
                  <a:pt x="123516" y="96476"/>
                </a:lnTo>
                <a:lnTo>
                  <a:pt x="124071" y="96291"/>
                </a:lnTo>
                <a:lnTo>
                  <a:pt x="124621" y="96096"/>
                </a:lnTo>
                <a:lnTo>
                  <a:pt x="125164" y="95892"/>
                </a:lnTo>
                <a:lnTo>
                  <a:pt x="125702" y="95679"/>
                </a:lnTo>
                <a:lnTo>
                  <a:pt x="126234" y="95456"/>
                </a:lnTo>
                <a:lnTo>
                  <a:pt x="124679" y="81284"/>
                </a:lnTo>
                <a:lnTo>
                  <a:pt x="124284" y="81427"/>
                </a:lnTo>
                <a:lnTo>
                  <a:pt x="123896" y="81563"/>
                </a:lnTo>
                <a:lnTo>
                  <a:pt x="123516" y="81694"/>
                </a:lnTo>
                <a:lnTo>
                  <a:pt x="123145" y="81818"/>
                </a:lnTo>
                <a:lnTo>
                  <a:pt x="122781" y="81937"/>
                </a:lnTo>
                <a:lnTo>
                  <a:pt x="122425" y="82049"/>
                </a:lnTo>
                <a:lnTo>
                  <a:pt x="122076" y="82155"/>
                </a:lnTo>
                <a:lnTo>
                  <a:pt x="121736" y="82255"/>
                </a:lnTo>
                <a:lnTo>
                  <a:pt x="121403" y="82349"/>
                </a:lnTo>
                <a:lnTo>
                  <a:pt x="121079" y="82438"/>
                </a:lnTo>
                <a:lnTo>
                  <a:pt x="120762" y="82519"/>
                </a:lnTo>
                <a:lnTo>
                  <a:pt x="120453" y="82595"/>
                </a:lnTo>
                <a:lnTo>
                  <a:pt x="120152" y="82665"/>
                </a:lnTo>
                <a:lnTo>
                  <a:pt x="119859" y="82729"/>
                </a:lnTo>
                <a:lnTo>
                  <a:pt x="119574" y="82787"/>
                </a:lnTo>
                <a:lnTo>
                  <a:pt x="119296" y="82838"/>
                </a:lnTo>
                <a:lnTo>
                  <a:pt x="119027" y="82884"/>
                </a:lnTo>
                <a:lnTo>
                  <a:pt x="118765" y="82923"/>
                </a:lnTo>
                <a:lnTo>
                  <a:pt x="118511" y="82957"/>
                </a:lnTo>
                <a:lnTo>
                  <a:pt x="118265" y="82984"/>
                </a:lnTo>
                <a:lnTo>
                  <a:pt x="118027" y="83005"/>
                </a:lnTo>
                <a:lnTo>
                  <a:pt x="117797" y="83020"/>
                </a:lnTo>
                <a:lnTo>
                  <a:pt x="117575" y="83030"/>
                </a:lnTo>
                <a:lnTo>
                  <a:pt x="117360" y="83033"/>
                </a:lnTo>
                <a:lnTo>
                  <a:pt x="117210" y="83031"/>
                </a:lnTo>
                <a:lnTo>
                  <a:pt x="117062" y="83026"/>
                </a:lnTo>
                <a:lnTo>
                  <a:pt x="116916" y="83018"/>
                </a:lnTo>
                <a:lnTo>
                  <a:pt x="116771" y="83007"/>
                </a:lnTo>
                <a:lnTo>
                  <a:pt x="116629" y="82993"/>
                </a:lnTo>
                <a:lnTo>
                  <a:pt x="116488" y="82976"/>
                </a:lnTo>
                <a:lnTo>
                  <a:pt x="116349" y="82956"/>
                </a:lnTo>
                <a:lnTo>
                  <a:pt x="116213" y="82932"/>
                </a:lnTo>
                <a:lnTo>
                  <a:pt x="116078" y="82905"/>
                </a:lnTo>
                <a:lnTo>
                  <a:pt x="115945" y="82876"/>
                </a:lnTo>
                <a:lnTo>
                  <a:pt x="115814" y="82843"/>
                </a:lnTo>
                <a:lnTo>
                  <a:pt x="115685" y="82806"/>
                </a:lnTo>
                <a:lnTo>
                  <a:pt x="115557" y="82767"/>
                </a:lnTo>
                <a:lnTo>
                  <a:pt x="115432" y="82725"/>
                </a:lnTo>
                <a:lnTo>
                  <a:pt x="115309" y="82679"/>
                </a:lnTo>
                <a:lnTo>
                  <a:pt x="115187" y="82630"/>
                </a:lnTo>
                <a:lnTo>
                  <a:pt x="115068" y="82579"/>
                </a:lnTo>
                <a:lnTo>
                  <a:pt x="114950" y="82524"/>
                </a:lnTo>
                <a:lnTo>
                  <a:pt x="114834" y="82466"/>
                </a:lnTo>
                <a:lnTo>
                  <a:pt x="114720" y="82404"/>
                </a:lnTo>
                <a:lnTo>
                  <a:pt x="114608" y="82340"/>
                </a:lnTo>
                <a:lnTo>
                  <a:pt x="114498" y="82272"/>
                </a:lnTo>
                <a:lnTo>
                  <a:pt x="114390" y="82202"/>
                </a:lnTo>
                <a:lnTo>
                  <a:pt x="114284" y="82128"/>
                </a:lnTo>
                <a:lnTo>
                  <a:pt x="114180" y="82051"/>
                </a:lnTo>
                <a:lnTo>
                  <a:pt x="114080" y="81973"/>
                </a:lnTo>
                <a:lnTo>
                  <a:pt x="113982" y="81894"/>
                </a:lnTo>
                <a:lnTo>
                  <a:pt x="113888" y="81812"/>
                </a:lnTo>
                <a:lnTo>
                  <a:pt x="113797" y="81729"/>
                </a:lnTo>
                <a:lnTo>
                  <a:pt x="113709" y="81644"/>
                </a:lnTo>
                <a:lnTo>
                  <a:pt x="113624" y="81558"/>
                </a:lnTo>
                <a:lnTo>
                  <a:pt x="113543" y="81470"/>
                </a:lnTo>
                <a:lnTo>
                  <a:pt x="113464" y="81380"/>
                </a:lnTo>
                <a:lnTo>
                  <a:pt x="113389" y="81289"/>
                </a:lnTo>
                <a:lnTo>
                  <a:pt x="113317" y="81195"/>
                </a:lnTo>
                <a:lnTo>
                  <a:pt x="113248" y="81101"/>
                </a:lnTo>
                <a:lnTo>
                  <a:pt x="113182" y="81004"/>
                </a:lnTo>
                <a:lnTo>
                  <a:pt x="113119" y="80906"/>
                </a:lnTo>
                <a:lnTo>
                  <a:pt x="113059" y="80806"/>
                </a:lnTo>
                <a:lnTo>
                  <a:pt x="113003" y="80705"/>
                </a:lnTo>
                <a:lnTo>
                  <a:pt x="112950" y="80602"/>
                </a:lnTo>
                <a:lnTo>
                  <a:pt x="112900" y="80497"/>
                </a:lnTo>
                <a:lnTo>
                  <a:pt x="112853" y="80390"/>
                </a:lnTo>
                <a:lnTo>
                  <a:pt x="112809" y="80282"/>
                </a:lnTo>
                <a:lnTo>
                  <a:pt x="112768" y="80172"/>
                </a:lnTo>
                <a:lnTo>
                  <a:pt x="112730" y="80061"/>
                </a:lnTo>
                <a:lnTo>
                  <a:pt x="112696" y="79947"/>
                </a:lnTo>
                <a:lnTo>
                  <a:pt x="112665" y="79833"/>
                </a:lnTo>
                <a:lnTo>
                  <a:pt x="112636" y="79705"/>
                </a:lnTo>
                <a:lnTo>
                  <a:pt x="112608" y="79552"/>
                </a:lnTo>
                <a:lnTo>
                  <a:pt x="112581" y="79375"/>
                </a:lnTo>
                <a:lnTo>
                  <a:pt x="112556" y="79174"/>
                </a:lnTo>
                <a:lnTo>
                  <a:pt x="112532" y="78949"/>
                </a:lnTo>
                <a:lnTo>
                  <a:pt x="112509" y="78699"/>
                </a:lnTo>
                <a:lnTo>
                  <a:pt x="112487" y="78425"/>
                </a:lnTo>
                <a:lnTo>
                  <a:pt x="112467" y="78126"/>
                </a:lnTo>
                <a:lnTo>
                  <a:pt x="112448" y="77803"/>
                </a:lnTo>
                <a:lnTo>
                  <a:pt x="112430" y="77456"/>
                </a:lnTo>
                <a:lnTo>
                  <a:pt x="112413" y="77084"/>
                </a:lnTo>
                <a:lnTo>
                  <a:pt x="112398" y="76688"/>
                </a:lnTo>
                <a:lnTo>
                  <a:pt x="112383" y="76267"/>
                </a:lnTo>
                <a:lnTo>
                  <a:pt x="112370" y="75823"/>
                </a:lnTo>
                <a:lnTo>
                  <a:pt x="112359" y="75353"/>
                </a:lnTo>
                <a:lnTo>
                  <a:pt x="112348" y="74860"/>
                </a:lnTo>
                <a:lnTo>
                  <a:pt x="112339" y="74342"/>
                </a:lnTo>
                <a:lnTo>
                  <a:pt x="112331" y="73800"/>
                </a:lnTo>
                <a:lnTo>
                  <a:pt x="112324" y="73233"/>
                </a:lnTo>
                <a:lnTo>
                  <a:pt x="112318" y="72642"/>
                </a:lnTo>
                <a:lnTo>
                  <a:pt x="112314" y="72027"/>
                </a:lnTo>
                <a:lnTo>
                  <a:pt x="112311" y="71387"/>
                </a:lnTo>
                <a:lnTo>
                  <a:pt x="112309" y="70723"/>
                </a:lnTo>
                <a:lnTo>
                  <a:pt x="112309" y="70034"/>
                </a:lnTo>
                <a:lnTo>
                  <a:pt x="112309" y="42358"/>
                </a:lnTo>
                <a:lnTo>
                  <a:pt x="124744" y="42358"/>
                </a:lnTo>
                <a:lnTo>
                  <a:pt x="124744" y="27850"/>
                </a:lnTo>
                <a:lnTo>
                  <a:pt x="112309" y="27850"/>
                </a:lnTo>
                <a:lnTo>
                  <a:pt x="112309" y="3368"/>
                </a:lnTo>
                <a:lnTo>
                  <a:pt x="94044" y="14119"/>
                </a:lnTo>
                <a:lnTo>
                  <a:pt x="94044" y="27850"/>
                </a:lnTo>
                <a:lnTo>
                  <a:pt x="85689" y="27850"/>
                </a:lnTo>
                <a:lnTo>
                  <a:pt x="85689" y="42358"/>
                </a:lnTo>
                <a:close/>
                <a:moveTo>
                  <a:pt x="678956" y="50728"/>
                </a:moveTo>
                <a:lnTo>
                  <a:pt x="678937" y="50134"/>
                </a:lnTo>
                <a:lnTo>
                  <a:pt x="678914" y="49554"/>
                </a:lnTo>
                <a:lnTo>
                  <a:pt x="678888" y="48986"/>
                </a:lnTo>
                <a:lnTo>
                  <a:pt x="678858" y="48431"/>
                </a:lnTo>
                <a:lnTo>
                  <a:pt x="678825" y="47889"/>
                </a:lnTo>
                <a:lnTo>
                  <a:pt x="678789" y="47360"/>
                </a:lnTo>
                <a:lnTo>
                  <a:pt x="678749" y="46843"/>
                </a:lnTo>
                <a:lnTo>
                  <a:pt x="678705" y="46340"/>
                </a:lnTo>
                <a:lnTo>
                  <a:pt x="678658" y="45849"/>
                </a:lnTo>
                <a:lnTo>
                  <a:pt x="678607" y="45371"/>
                </a:lnTo>
                <a:lnTo>
                  <a:pt x="678553" y="44906"/>
                </a:lnTo>
                <a:lnTo>
                  <a:pt x="678496" y="44453"/>
                </a:lnTo>
                <a:lnTo>
                  <a:pt x="678435" y="44014"/>
                </a:lnTo>
                <a:lnTo>
                  <a:pt x="678370" y="43587"/>
                </a:lnTo>
                <a:lnTo>
                  <a:pt x="678302" y="43173"/>
                </a:lnTo>
                <a:lnTo>
                  <a:pt x="678231" y="42772"/>
                </a:lnTo>
                <a:lnTo>
                  <a:pt x="678156" y="42384"/>
                </a:lnTo>
                <a:lnTo>
                  <a:pt x="678078" y="42008"/>
                </a:lnTo>
                <a:lnTo>
                  <a:pt x="677996" y="41646"/>
                </a:lnTo>
                <a:lnTo>
                  <a:pt x="677909" y="41291"/>
                </a:lnTo>
                <a:lnTo>
                  <a:pt x="677818" y="40940"/>
                </a:lnTo>
                <a:lnTo>
                  <a:pt x="677720" y="40591"/>
                </a:lnTo>
                <a:lnTo>
                  <a:pt x="677618" y="40246"/>
                </a:lnTo>
                <a:lnTo>
                  <a:pt x="677510" y="39904"/>
                </a:lnTo>
                <a:lnTo>
                  <a:pt x="677397" y="39565"/>
                </a:lnTo>
                <a:lnTo>
                  <a:pt x="677278" y="39229"/>
                </a:lnTo>
                <a:lnTo>
                  <a:pt x="677154" y="38897"/>
                </a:lnTo>
                <a:lnTo>
                  <a:pt x="677024" y="38567"/>
                </a:lnTo>
                <a:lnTo>
                  <a:pt x="676889" y="38241"/>
                </a:lnTo>
                <a:lnTo>
                  <a:pt x="676749" y="37918"/>
                </a:lnTo>
                <a:lnTo>
                  <a:pt x="676603" y="37598"/>
                </a:lnTo>
                <a:lnTo>
                  <a:pt x="676452" y="37281"/>
                </a:lnTo>
                <a:lnTo>
                  <a:pt x="676296" y="36967"/>
                </a:lnTo>
                <a:lnTo>
                  <a:pt x="676134" y="36657"/>
                </a:lnTo>
                <a:lnTo>
                  <a:pt x="675966" y="36349"/>
                </a:lnTo>
                <a:lnTo>
                  <a:pt x="675794" y="36045"/>
                </a:lnTo>
                <a:lnTo>
                  <a:pt x="675615" y="35744"/>
                </a:lnTo>
                <a:lnTo>
                  <a:pt x="675432" y="35446"/>
                </a:lnTo>
                <a:lnTo>
                  <a:pt x="675243" y="35151"/>
                </a:lnTo>
                <a:lnTo>
                  <a:pt x="675049" y="34859"/>
                </a:lnTo>
                <a:lnTo>
                  <a:pt x="674849" y="34571"/>
                </a:lnTo>
                <a:lnTo>
                  <a:pt x="674644" y="34285"/>
                </a:lnTo>
                <a:lnTo>
                  <a:pt x="674433" y="34003"/>
                </a:lnTo>
                <a:lnTo>
                  <a:pt x="674216" y="33725"/>
                </a:lnTo>
                <a:lnTo>
                  <a:pt x="673990" y="33450"/>
                </a:lnTo>
                <a:lnTo>
                  <a:pt x="673756" y="33180"/>
                </a:lnTo>
                <a:lnTo>
                  <a:pt x="673513" y="32914"/>
                </a:lnTo>
                <a:lnTo>
                  <a:pt x="673262" y="32652"/>
                </a:lnTo>
                <a:lnTo>
                  <a:pt x="673002" y="32394"/>
                </a:lnTo>
                <a:lnTo>
                  <a:pt x="672734" y="32140"/>
                </a:lnTo>
                <a:lnTo>
                  <a:pt x="672458" y="31891"/>
                </a:lnTo>
                <a:lnTo>
                  <a:pt x="672173" y="31646"/>
                </a:lnTo>
                <a:lnTo>
                  <a:pt x="671880" y="31405"/>
                </a:lnTo>
                <a:lnTo>
                  <a:pt x="671578" y="31168"/>
                </a:lnTo>
                <a:lnTo>
                  <a:pt x="671268" y="30935"/>
                </a:lnTo>
                <a:lnTo>
                  <a:pt x="670949" y="30706"/>
                </a:lnTo>
                <a:lnTo>
                  <a:pt x="670622" y="30482"/>
                </a:lnTo>
                <a:lnTo>
                  <a:pt x="670287" y="30261"/>
                </a:lnTo>
                <a:lnTo>
                  <a:pt x="669943" y="30045"/>
                </a:lnTo>
                <a:lnTo>
                  <a:pt x="669591" y="29833"/>
                </a:lnTo>
                <a:lnTo>
                  <a:pt x="669230" y="29625"/>
                </a:lnTo>
                <a:lnTo>
                  <a:pt x="668861" y="29422"/>
                </a:lnTo>
                <a:lnTo>
                  <a:pt x="668483" y="29222"/>
                </a:lnTo>
                <a:lnTo>
                  <a:pt x="668097" y="29027"/>
                </a:lnTo>
                <a:lnTo>
                  <a:pt x="667702" y="28835"/>
                </a:lnTo>
                <a:lnTo>
                  <a:pt x="667299" y="28648"/>
                </a:lnTo>
                <a:lnTo>
                  <a:pt x="666888" y="28466"/>
                </a:lnTo>
                <a:lnTo>
                  <a:pt x="666471" y="28288"/>
                </a:lnTo>
                <a:lnTo>
                  <a:pt x="666050" y="28119"/>
                </a:lnTo>
                <a:lnTo>
                  <a:pt x="665625" y="27957"/>
                </a:lnTo>
                <a:lnTo>
                  <a:pt x="665197" y="27803"/>
                </a:lnTo>
                <a:lnTo>
                  <a:pt x="664765" y="27656"/>
                </a:lnTo>
                <a:lnTo>
                  <a:pt x="664330" y="27516"/>
                </a:lnTo>
                <a:lnTo>
                  <a:pt x="663891" y="27384"/>
                </a:lnTo>
                <a:lnTo>
                  <a:pt x="663448" y="27260"/>
                </a:lnTo>
                <a:lnTo>
                  <a:pt x="663002" y="27143"/>
                </a:lnTo>
                <a:lnTo>
                  <a:pt x="662552" y="27034"/>
                </a:lnTo>
                <a:lnTo>
                  <a:pt x="662099" y="26932"/>
                </a:lnTo>
                <a:lnTo>
                  <a:pt x="661642" y="26838"/>
                </a:lnTo>
                <a:lnTo>
                  <a:pt x="661181" y="26752"/>
                </a:lnTo>
                <a:lnTo>
                  <a:pt x="660717" y="26672"/>
                </a:lnTo>
                <a:lnTo>
                  <a:pt x="660249" y="26601"/>
                </a:lnTo>
                <a:lnTo>
                  <a:pt x="659778" y="26537"/>
                </a:lnTo>
                <a:lnTo>
                  <a:pt x="659303" y="26480"/>
                </a:lnTo>
                <a:lnTo>
                  <a:pt x="658824" y="26431"/>
                </a:lnTo>
                <a:lnTo>
                  <a:pt x="658342" y="26390"/>
                </a:lnTo>
                <a:lnTo>
                  <a:pt x="657856" y="26356"/>
                </a:lnTo>
                <a:lnTo>
                  <a:pt x="657367" y="26330"/>
                </a:lnTo>
                <a:lnTo>
                  <a:pt x="656874" y="26311"/>
                </a:lnTo>
                <a:lnTo>
                  <a:pt x="656378" y="26300"/>
                </a:lnTo>
                <a:lnTo>
                  <a:pt x="655877" y="26296"/>
                </a:lnTo>
                <a:lnTo>
                  <a:pt x="654747" y="26316"/>
                </a:lnTo>
                <a:lnTo>
                  <a:pt x="653632" y="26377"/>
                </a:lnTo>
                <a:lnTo>
                  <a:pt x="652534" y="26478"/>
                </a:lnTo>
                <a:lnTo>
                  <a:pt x="651452" y="26620"/>
                </a:lnTo>
                <a:lnTo>
                  <a:pt x="650386" y="26802"/>
                </a:lnTo>
                <a:lnTo>
                  <a:pt x="649336" y="27024"/>
                </a:lnTo>
                <a:lnTo>
                  <a:pt x="648302" y="27288"/>
                </a:lnTo>
                <a:lnTo>
                  <a:pt x="647285" y="27591"/>
                </a:lnTo>
                <a:lnTo>
                  <a:pt x="646284" y="27935"/>
                </a:lnTo>
                <a:lnTo>
                  <a:pt x="645299" y="28320"/>
                </a:lnTo>
                <a:lnTo>
                  <a:pt x="644330" y="28745"/>
                </a:lnTo>
                <a:lnTo>
                  <a:pt x="643377" y="29210"/>
                </a:lnTo>
                <a:lnTo>
                  <a:pt x="642441" y="29716"/>
                </a:lnTo>
                <a:lnTo>
                  <a:pt x="641520" y="30263"/>
                </a:lnTo>
                <a:lnTo>
                  <a:pt x="640616" y="30850"/>
                </a:lnTo>
                <a:lnTo>
                  <a:pt x="639729" y="31477"/>
                </a:lnTo>
                <a:lnTo>
                  <a:pt x="638857" y="32145"/>
                </a:lnTo>
                <a:lnTo>
                  <a:pt x="638001" y="32854"/>
                </a:lnTo>
                <a:lnTo>
                  <a:pt x="637162" y="33602"/>
                </a:lnTo>
                <a:lnTo>
                  <a:pt x="636339" y="34392"/>
                </a:lnTo>
                <a:lnTo>
                  <a:pt x="635532" y="35222"/>
                </a:lnTo>
                <a:lnTo>
                  <a:pt x="634741" y="36092"/>
                </a:lnTo>
                <a:lnTo>
                  <a:pt x="633967" y="37003"/>
                </a:lnTo>
                <a:lnTo>
                  <a:pt x="633209" y="37954"/>
                </a:lnTo>
                <a:lnTo>
                  <a:pt x="633209" y="27850"/>
                </a:lnTo>
                <a:lnTo>
                  <a:pt x="616304" y="27850"/>
                </a:lnTo>
                <a:lnTo>
                  <a:pt x="616304" y="96634"/>
                </a:lnTo>
                <a:lnTo>
                  <a:pt x="634504" y="96634"/>
                </a:lnTo>
                <a:lnTo>
                  <a:pt x="634504" y="65517"/>
                </a:lnTo>
                <a:lnTo>
                  <a:pt x="634506" y="64570"/>
                </a:lnTo>
                <a:lnTo>
                  <a:pt x="634514" y="63648"/>
                </a:lnTo>
                <a:lnTo>
                  <a:pt x="634526" y="62751"/>
                </a:lnTo>
                <a:lnTo>
                  <a:pt x="634543" y="61879"/>
                </a:lnTo>
                <a:lnTo>
                  <a:pt x="634564" y="61033"/>
                </a:lnTo>
                <a:lnTo>
                  <a:pt x="634591" y="60212"/>
                </a:lnTo>
                <a:lnTo>
                  <a:pt x="634622" y="59415"/>
                </a:lnTo>
                <a:lnTo>
                  <a:pt x="634659" y="58644"/>
                </a:lnTo>
                <a:lnTo>
                  <a:pt x="634700" y="57899"/>
                </a:lnTo>
                <a:lnTo>
                  <a:pt x="634746" y="57178"/>
                </a:lnTo>
                <a:lnTo>
                  <a:pt x="634796" y="56483"/>
                </a:lnTo>
                <a:lnTo>
                  <a:pt x="634852" y="55812"/>
                </a:lnTo>
                <a:lnTo>
                  <a:pt x="634913" y="55167"/>
                </a:lnTo>
                <a:lnTo>
                  <a:pt x="634978" y="54547"/>
                </a:lnTo>
                <a:lnTo>
                  <a:pt x="635048" y="53952"/>
                </a:lnTo>
                <a:lnTo>
                  <a:pt x="635123" y="53383"/>
                </a:lnTo>
                <a:lnTo>
                  <a:pt x="635203" y="52838"/>
                </a:lnTo>
                <a:lnTo>
                  <a:pt x="635287" y="52319"/>
                </a:lnTo>
                <a:lnTo>
                  <a:pt x="635377" y="51825"/>
                </a:lnTo>
                <a:lnTo>
                  <a:pt x="635471" y="51356"/>
                </a:lnTo>
                <a:lnTo>
                  <a:pt x="635570" y="50912"/>
                </a:lnTo>
                <a:lnTo>
                  <a:pt x="635674" y="50493"/>
                </a:lnTo>
                <a:lnTo>
                  <a:pt x="635783" y="50100"/>
                </a:lnTo>
                <a:lnTo>
                  <a:pt x="635896" y="49732"/>
                </a:lnTo>
                <a:lnTo>
                  <a:pt x="636017" y="49379"/>
                </a:lnTo>
                <a:lnTo>
                  <a:pt x="636145" y="49032"/>
                </a:lnTo>
                <a:lnTo>
                  <a:pt x="636282" y="48690"/>
                </a:lnTo>
                <a:lnTo>
                  <a:pt x="636426" y="48355"/>
                </a:lnTo>
                <a:lnTo>
                  <a:pt x="636579" y="48025"/>
                </a:lnTo>
                <a:lnTo>
                  <a:pt x="636740" y="47702"/>
                </a:lnTo>
                <a:lnTo>
                  <a:pt x="636910" y="47384"/>
                </a:lnTo>
                <a:lnTo>
                  <a:pt x="637087" y="47072"/>
                </a:lnTo>
                <a:lnTo>
                  <a:pt x="637273" y="46766"/>
                </a:lnTo>
                <a:lnTo>
                  <a:pt x="637467" y="46465"/>
                </a:lnTo>
                <a:lnTo>
                  <a:pt x="637670" y="46171"/>
                </a:lnTo>
                <a:lnTo>
                  <a:pt x="637880" y="45882"/>
                </a:lnTo>
                <a:lnTo>
                  <a:pt x="638099" y="45599"/>
                </a:lnTo>
                <a:lnTo>
                  <a:pt x="638325" y="45322"/>
                </a:lnTo>
                <a:lnTo>
                  <a:pt x="638561" y="45051"/>
                </a:lnTo>
                <a:lnTo>
                  <a:pt x="638804" y="44786"/>
                </a:lnTo>
                <a:lnTo>
                  <a:pt x="639055" y="44527"/>
                </a:lnTo>
                <a:lnTo>
                  <a:pt x="639315" y="44273"/>
                </a:lnTo>
                <a:lnTo>
                  <a:pt x="639583" y="44025"/>
                </a:lnTo>
                <a:lnTo>
                  <a:pt x="639859" y="43783"/>
                </a:lnTo>
                <a:lnTo>
                  <a:pt x="640143" y="43547"/>
                </a:lnTo>
                <a:lnTo>
                  <a:pt x="640436" y="43317"/>
                </a:lnTo>
                <a:lnTo>
                  <a:pt x="640737" y="43093"/>
                </a:lnTo>
                <a:lnTo>
                  <a:pt x="641046" y="42874"/>
                </a:lnTo>
                <a:lnTo>
                  <a:pt x="641360" y="42663"/>
                </a:lnTo>
                <a:lnTo>
                  <a:pt x="641678" y="42461"/>
                </a:lnTo>
                <a:lnTo>
                  <a:pt x="642000" y="42268"/>
                </a:lnTo>
                <a:lnTo>
                  <a:pt x="642325" y="42083"/>
                </a:lnTo>
                <a:lnTo>
                  <a:pt x="642653" y="41908"/>
                </a:lnTo>
                <a:lnTo>
                  <a:pt x="642985" y="41742"/>
                </a:lnTo>
                <a:lnTo>
                  <a:pt x="643319" y="41585"/>
                </a:lnTo>
                <a:lnTo>
                  <a:pt x="643658" y="41436"/>
                </a:lnTo>
                <a:lnTo>
                  <a:pt x="644000" y="41297"/>
                </a:lnTo>
                <a:lnTo>
                  <a:pt x="644345" y="41167"/>
                </a:lnTo>
                <a:lnTo>
                  <a:pt x="644693" y="41045"/>
                </a:lnTo>
                <a:lnTo>
                  <a:pt x="645045" y="40933"/>
                </a:lnTo>
                <a:lnTo>
                  <a:pt x="645400" y="40829"/>
                </a:lnTo>
                <a:lnTo>
                  <a:pt x="645759" y="40735"/>
                </a:lnTo>
                <a:lnTo>
                  <a:pt x="646121" y="40650"/>
                </a:lnTo>
                <a:lnTo>
                  <a:pt x="646486" y="40573"/>
                </a:lnTo>
                <a:lnTo>
                  <a:pt x="646855" y="40506"/>
                </a:lnTo>
                <a:lnTo>
                  <a:pt x="647227" y="40447"/>
                </a:lnTo>
                <a:lnTo>
                  <a:pt x="647602" y="40398"/>
                </a:lnTo>
                <a:lnTo>
                  <a:pt x="647981" y="40358"/>
                </a:lnTo>
                <a:lnTo>
                  <a:pt x="648363" y="40326"/>
                </a:lnTo>
                <a:lnTo>
                  <a:pt x="648749" y="40304"/>
                </a:lnTo>
                <a:lnTo>
                  <a:pt x="649138" y="40290"/>
                </a:lnTo>
                <a:lnTo>
                  <a:pt x="649530" y="40286"/>
                </a:lnTo>
                <a:lnTo>
                  <a:pt x="649836" y="40289"/>
                </a:lnTo>
                <a:lnTo>
                  <a:pt x="650138" y="40298"/>
                </a:lnTo>
                <a:lnTo>
                  <a:pt x="650436" y="40314"/>
                </a:lnTo>
                <a:lnTo>
                  <a:pt x="650731" y="40336"/>
                </a:lnTo>
                <a:lnTo>
                  <a:pt x="651022" y="40364"/>
                </a:lnTo>
                <a:lnTo>
                  <a:pt x="651309" y="40399"/>
                </a:lnTo>
                <a:lnTo>
                  <a:pt x="651593" y="40440"/>
                </a:lnTo>
                <a:lnTo>
                  <a:pt x="651873" y="40487"/>
                </a:lnTo>
                <a:lnTo>
                  <a:pt x="652149" y="40540"/>
                </a:lnTo>
                <a:lnTo>
                  <a:pt x="652421" y="40600"/>
                </a:lnTo>
                <a:lnTo>
                  <a:pt x="652690" y="40666"/>
                </a:lnTo>
                <a:lnTo>
                  <a:pt x="652955" y="40739"/>
                </a:lnTo>
                <a:lnTo>
                  <a:pt x="653216" y="40817"/>
                </a:lnTo>
                <a:lnTo>
                  <a:pt x="653474" y="40902"/>
                </a:lnTo>
                <a:lnTo>
                  <a:pt x="653727" y="40993"/>
                </a:lnTo>
                <a:lnTo>
                  <a:pt x="653978" y="41091"/>
                </a:lnTo>
                <a:lnTo>
                  <a:pt x="654224" y="41195"/>
                </a:lnTo>
                <a:lnTo>
                  <a:pt x="654467" y="41305"/>
                </a:lnTo>
                <a:lnTo>
                  <a:pt x="654706" y="41421"/>
                </a:lnTo>
                <a:lnTo>
                  <a:pt x="654941" y="41544"/>
                </a:lnTo>
                <a:lnTo>
                  <a:pt x="655173" y="41673"/>
                </a:lnTo>
                <a:lnTo>
                  <a:pt x="655400" y="41808"/>
                </a:lnTo>
                <a:lnTo>
                  <a:pt x="655625" y="41949"/>
                </a:lnTo>
                <a:lnTo>
                  <a:pt x="655845" y="42097"/>
                </a:lnTo>
                <a:lnTo>
                  <a:pt x="656061" y="42251"/>
                </a:lnTo>
                <a:lnTo>
                  <a:pt x="656272" y="42409"/>
                </a:lnTo>
                <a:lnTo>
                  <a:pt x="656478" y="42573"/>
                </a:lnTo>
                <a:lnTo>
                  <a:pt x="656679" y="42741"/>
                </a:lnTo>
                <a:lnTo>
                  <a:pt x="656875" y="42915"/>
                </a:lnTo>
                <a:lnTo>
                  <a:pt x="657065" y="43094"/>
                </a:lnTo>
                <a:lnTo>
                  <a:pt x="657251" y="43278"/>
                </a:lnTo>
                <a:lnTo>
                  <a:pt x="657432" y="43467"/>
                </a:lnTo>
                <a:lnTo>
                  <a:pt x="657607" y="43660"/>
                </a:lnTo>
                <a:lnTo>
                  <a:pt x="657778" y="43859"/>
                </a:lnTo>
                <a:lnTo>
                  <a:pt x="657943" y="44063"/>
                </a:lnTo>
                <a:lnTo>
                  <a:pt x="658104" y="44272"/>
                </a:lnTo>
                <a:lnTo>
                  <a:pt x="658259" y="44487"/>
                </a:lnTo>
                <a:lnTo>
                  <a:pt x="658409" y="44706"/>
                </a:lnTo>
                <a:lnTo>
                  <a:pt x="658555" y="44930"/>
                </a:lnTo>
                <a:lnTo>
                  <a:pt x="658695" y="45159"/>
                </a:lnTo>
                <a:lnTo>
                  <a:pt x="658830" y="45394"/>
                </a:lnTo>
                <a:lnTo>
                  <a:pt x="658960" y="45633"/>
                </a:lnTo>
                <a:lnTo>
                  <a:pt x="659085" y="45877"/>
                </a:lnTo>
                <a:lnTo>
                  <a:pt x="659205" y="46127"/>
                </a:lnTo>
                <a:lnTo>
                  <a:pt x="659320" y="46381"/>
                </a:lnTo>
                <a:lnTo>
                  <a:pt x="659430" y="46641"/>
                </a:lnTo>
                <a:lnTo>
                  <a:pt x="659534" y="46906"/>
                </a:lnTo>
                <a:lnTo>
                  <a:pt x="659634" y="47175"/>
                </a:lnTo>
                <a:lnTo>
                  <a:pt x="659729" y="47461"/>
                </a:lnTo>
                <a:lnTo>
                  <a:pt x="659820" y="47774"/>
                </a:lnTo>
                <a:lnTo>
                  <a:pt x="659907" y="48115"/>
                </a:lnTo>
                <a:lnTo>
                  <a:pt x="659990" y="48483"/>
                </a:lnTo>
                <a:lnTo>
                  <a:pt x="660069" y="48878"/>
                </a:lnTo>
                <a:lnTo>
                  <a:pt x="660144" y="49300"/>
                </a:lnTo>
                <a:lnTo>
                  <a:pt x="660215" y="49750"/>
                </a:lnTo>
                <a:lnTo>
                  <a:pt x="660282" y="50227"/>
                </a:lnTo>
                <a:lnTo>
                  <a:pt x="660344" y="50731"/>
                </a:lnTo>
                <a:lnTo>
                  <a:pt x="660403" y="51262"/>
                </a:lnTo>
                <a:lnTo>
                  <a:pt x="660458" y="51821"/>
                </a:lnTo>
                <a:lnTo>
                  <a:pt x="660508" y="52407"/>
                </a:lnTo>
                <a:lnTo>
                  <a:pt x="660555" y="53021"/>
                </a:lnTo>
                <a:lnTo>
                  <a:pt x="660597" y="53662"/>
                </a:lnTo>
                <a:lnTo>
                  <a:pt x="660636" y="54330"/>
                </a:lnTo>
                <a:lnTo>
                  <a:pt x="660670" y="55025"/>
                </a:lnTo>
                <a:lnTo>
                  <a:pt x="660701" y="55748"/>
                </a:lnTo>
                <a:lnTo>
                  <a:pt x="660727" y="56497"/>
                </a:lnTo>
                <a:lnTo>
                  <a:pt x="660749" y="57275"/>
                </a:lnTo>
                <a:lnTo>
                  <a:pt x="660767" y="58079"/>
                </a:lnTo>
                <a:lnTo>
                  <a:pt x="660782" y="58911"/>
                </a:lnTo>
                <a:lnTo>
                  <a:pt x="660792" y="59770"/>
                </a:lnTo>
                <a:lnTo>
                  <a:pt x="660798" y="60656"/>
                </a:lnTo>
                <a:lnTo>
                  <a:pt x="660800" y="61570"/>
                </a:lnTo>
                <a:lnTo>
                  <a:pt x="660800" y="96634"/>
                </a:lnTo>
                <a:lnTo>
                  <a:pt x="679000" y="96634"/>
                </a:lnTo>
                <a:lnTo>
                  <a:pt x="679000" y="53887"/>
                </a:lnTo>
                <a:lnTo>
                  <a:pt x="678998" y="53230"/>
                </a:lnTo>
                <a:lnTo>
                  <a:pt x="678993" y="52585"/>
                </a:lnTo>
                <a:lnTo>
                  <a:pt x="678984" y="51953"/>
                </a:lnTo>
                <a:lnTo>
                  <a:pt x="678972" y="51334"/>
                </a:lnTo>
                <a:lnTo>
                  <a:pt x="678956" y="50728"/>
                </a:lnTo>
                <a:close/>
                <a:moveTo>
                  <a:pt x="812592" y="28447"/>
                </a:moveTo>
                <a:lnTo>
                  <a:pt x="812103" y="28227"/>
                </a:lnTo>
                <a:lnTo>
                  <a:pt x="811613" y="28018"/>
                </a:lnTo>
                <a:lnTo>
                  <a:pt x="811120" y="27821"/>
                </a:lnTo>
                <a:lnTo>
                  <a:pt x="810627" y="27637"/>
                </a:lnTo>
                <a:lnTo>
                  <a:pt x="810131" y="27464"/>
                </a:lnTo>
                <a:lnTo>
                  <a:pt x="809634" y="27303"/>
                </a:lnTo>
                <a:lnTo>
                  <a:pt x="809136" y="27154"/>
                </a:lnTo>
                <a:lnTo>
                  <a:pt x="808636" y="27017"/>
                </a:lnTo>
                <a:lnTo>
                  <a:pt x="808134" y="26892"/>
                </a:lnTo>
                <a:lnTo>
                  <a:pt x="807631" y="26779"/>
                </a:lnTo>
                <a:lnTo>
                  <a:pt x="807126" y="26677"/>
                </a:lnTo>
                <a:lnTo>
                  <a:pt x="806620" y="26588"/>
                </a:lnTo>
                <a:lnTo>
                  <a:pt x="806112" y="26510"/>
                </a:lnTo>
                <a:lnTo>
                  <a:pt x="805603" y="26445"/>
                </a:lnTo>
                <a:lnTo>
                  <a:pt x="805092" y="26391"/>
                </a:lnTo>
                <a:lnTo>
                  <a:pt x="804579" y="26349"/>
                </a:lnTo>
                <a:lnTo>
                  <a:pt x="804065" y="26320"/>
                </a:lnTo>
                <a:lnTo>
                  <a:pt x="803549" y="26302"/>
                </a:lnTo>
                <a:lnTo>
                  <a:pt x="803032" y="26296"/>
                </a:lnTo>
                <a:lnTo>
                  <a:pt x="802666" y="26300"/>
                </a:lnTo>
                <a:lnTo>
                  <a:pt x="802304" y="26311"/>
                </a:lnTo>
                <a:lnTo>
                  <a:pt x="801945" y="26330"/>
                </a:lnTo>
                <a:lnTo>
                  <a:pt x="801590" y="26357"/>
                </a:lnTo>
                <a:lnTo>
                  <a:pt x="801237" y="26391"/>
                </a:lnTo>
                <a:lnTo>
                  <a:pt x="800888" y="26433"/>
                </a:lnTo>
                <a:lnTo>
                  <a:pt x="800542" y="26483"/>
                </a:lnTo>
                <a:lnTo>
                  <a:pt x="800200" y="26540"/>
                </a:lnTo>
                <a:lnTo>
                  <a:pt x="799860" y="26605"/>
                </a:lnTo>
                <a:lnTo>
                  <a:pt x="799524" y="26678"/>
                </a:lnTo>
                <a:lnTo>
                  <a:pt x="799192" y="26758"/>
                </a:lnTo>
                <a:lnTo>
                  <a:pt x="798862" y="26846"/>
                </a:lnTo>
                <a:lnTo>
                  <a:pt x="798536" y="26942"/>
                </a:lnTo>
                <a:lnTo>
                  <a:pt x="798213" y="27045"/>
                </a:lnTo>
                <a:lnTo>
                  <a:pt x="797893" y="27156"/>
                </a:lnTo>
                <a:lnTo>
                  <a:pt x="797577" y="27275"/>
                </a:lnTo>
                <a:lnTo>
                  <a:pt x="797263" y="27401"/>
                </a:lnTo>
                <a:lnTo>
                  <a:pt x="796953" y="27534"/>
                </a:lnTo>
                <a:lnTo>
                  <a:pt x="796647" y="27676"/>
                </a:lnTo>
                <a:lnTo>
                  <a:pt x="796343" y="27825"/>
                </a:lnTo>
                <a:lnTo>
                  <a:pt x="796043" y="27982"/>
                </a:lnTo>
                <a:lnTo>
                  <a:pt x="795746" y="28146"/>
                </a:lnTo>
                <a:lnTo>
                  <a:pt x="795453" y="28318"/>
                </a:lnTo>
                <a:lnTo>
                  <a:pt x="795162" y="28498"/>
                </a:lnTo>
                <a:lnTo>
                  <a:pt x="794872" y="28690"/>
                </a:lnTo>
                <a:lnTo>
                  <a:pt x="794579" y="28898"/>
                </a:lnTo>
                <a:lnTo>
                  <a:pt x="794282" y="29122"/>
                </a:lnTo>
                <a:lnTo>
                  <a:pt x="793983" y="29363"/>
                </a:lnTo>
                <a:lnTo>
                  <a:pt x="793681" y="29621"/>
                </a:lnTo>
                <a:lnTo>
                  <a:pt x="793375" y="29894"/>
                </a:lnTo>
                <a:lnTo>
                  <a:pt x="793067" y="30185"/>
                </a:lnTo>
                <a:lnTo>
                  <a:pt x="792755" y="30491"/>
                </a:lnTo>
                <a:lnTo>
                  <a:pt x="792440" y="30814"/>
                </a:lnTo>
                <a:lnTo>
                  <a:pt x="792123" y="31154"/>
                </a:lnTo>
                <a:lnTo>
                  <a:pt x="791802" y="31510"/>
                </a:lnTo>
                <a:lnTo>
                  <a:pt x="791479" y="31882"/>
                </a:lnTo>
                <a:lnTo>
                  <a:pt x="791152" y="32271"/>
                </a:lnTo>
                <a:lnTo>
                  <a:pt x="790822" y="32676"/>
                </a:lnTo>
                <a:lnTo>
                  <a:pt x="790489" y="33097"/>
                </a:lnTo>
                <a:lnTo>
                  <a:pt x="790154" y="33535"/>
                </a:lnTo>
                <a:lnTo>
                  <a:pt x="789815" y="33990"/>
                </a:lnTo>
                <a:lnTo>
                  <a:pt x="789473" y="34461"/>
                </a:lnTo>
                <a:lnTo>
                  <a:pt x="789128" y="34948"/>
                </a:lnTo>
                <a:lnTo>
                  <a:pt x="788780" y="35451"/>
                </a:lnTo>
                <a:lnTo>
                  <a:pt x="788429" y="35972"/>
                </a:lnTo>
                <a:lnTo>
                  <a:pt x="788075" y="36508"/>
                </a:lnTo>
                <a:lnTo>
                  <a:pt x="787718" y="37061"/>
                </a:lnTo>
                <a:lnTo>
                  <a:pt x="787358" y="37630"/>
                </a:lnTo>
                <a:lnTo>
                  <a:pt x="787358" y="27850"/>
                </a:lnTo>
                <a:lnTo>
                  <a:pt x="770453" y="27850"/>
                </a:lnTo>
                <a:lnTo>
                  <a:pt x="770453" y="96634"/>
                </a:lnTo>
                <a:lnTo>
                  <a:pt x="788653" y="96634"/>
                </a:lnTo>
                <a:lnTo>
                  <a:pt x="788653" y="75390"/>
                </a:lnTo>
                <a:lnTo>
                  <a:pt x="788656" y="73948"/>
                </a:lnTo>
                <a:lnTo>
                  <a:pt x="788664" y="72548"/>
                </a:lnTo>
                <a:lnTo>
                  <a:pt x="788677" y="71190"/>
                </a:lnTo>
                <a:lnTo>
                  <a:pt x="788695" y="69874"/>
                </a:lnTo>
                <a:lnTo>
                  <a:pt x="788719" y="68599"/>
                </a:lnTo>
                <a:lnTo>
                  <a:pt x="788748" y="67367"/>
                </a:lnTo>
                <a:lnTo>
                  <a:pt x="788783" y="66176"/>
                </a:lnTo>
                <a:lnTo>
                  <a:pt x="788822" y="65027"/>
                </a:lnTo>
                <a:lnTo>
                  <a:pt x="788867" y="63920"/>
                </a:lnTo>
                <a:lnTo>
                  <a:pt x="788917" y="62855"/>
                </a:lnTo>
                <a:lnTo>
                  <a:pt x="788973" y="61831"/>
                </a:lnTo>
                <a:lnTo>
                  <a:pt x="789034" y="60850"/>
                </a:lnTo>
                <a:lnTo>
                  <a:pt x="789100" y="59910"/>
                </a:lnTo>
                <a:lnTo>
                  <a:pt x="789171" y="59012"/>
                </a:lnTo>
                <a:lnTo>
                  <a:pt x="789248" y="58156"/>
                </a:lnTo>
                <a:lnTo>
                  <a:pt x="789330" y="57341"/>
                </a:lnTo>
                <a:lnTo>
                  <a:pt x="789417" y="56569"/>
                </a:lnTo>
                <a:lnTo>
                  <a:pt x="789509" y="55838"/>
                </a:lnTo>
                <a:lnTo>
                  <a:pt x="789607" y="55149"/>
                </a:lnTo>
                <a:lnTo>
                  <a:pt x="789710" y="54502"/>
                </a:lnTo>
                <a:lnTo>
                  <a:pt x="789818" y="53897"/>
                </a:lnTo>
                <a:lnTo>
                  <a:pt x="789932" y="53334"/>
                </a:lnTo>
                <a:lnTo>
                  <a:pt x="790051" y="52812"/>
                </a:lnTo>
                <a:lnTo>
                  <a:pt x="790175" y="52333"/>
                </a:lnTo>
                <a:lnTo>
                  <a:pt x="790304" y="51880"/>
                </a:lnTo>
                <a:lnTo>
                  <a:pt x="790437" y="51439"/>
                </a:lnTo>
                <a:lnTo>
                  <a:pt x="790573" y="51009"/>
                </a:lnTo>
                <a:lnTo>
                  <a:pt x="790714" y="50592"/>
                </a:lnTo>
                <a:lnTo>
                  <a:pt x="790858" y="50186"/>
                </a:lnTo>
                <a:lnTo>
                  <a:pt x="791007" y="49792"/>
                </a:lnTo>
                <a:lnTo>
                  <a:pt x="791159" y="49410"/>
                </a:lnTo>
                <a:lnTo>
                  <a:pt x="791316" y="49040"/>
                </a:lnTo>
                <a:lnTo>
                  <a:pt x="791476" y="48682"/>
                </a:lnTo>
                <a:lnTo>
                  <a:pt x="791640" y="48335"/>
                </a:lnTo>
                <a:lnTo>
                  <a:pt x="791808" y="48000"/>
                </a:lnTo>
                <a:lnTo>
                  <a:pt x="791981" y="47677"/>
                </a:lnTo>
                <a:lnTo>
                  <a:pt x="792157" y="47366"/>
                </a:lnTo>
                <a:lnTo>
                  <a:pt x="792337" y="47067"/>
                </a:lnTo>
                <a:lnTo>
                  <a:pt x="792520" y="46779"/>
                </a:lnTo>
                <a:lnTo>
                  <a:pt x="792708" y="46503"/>
                </a:lnTo>
                <a:lnTo>
                  <a:pt x="792900" y="46239"/>
                </a:lnTo>
                <a:lnTo>
                  <a:pt x="793096" y="45987"/>
                </a:lnTo>
                <a:lnTo>
                  <a:pt x="793295" y="45747"/>
                </a:lnTo>
                <a:lnTo>
                  <a:pt x="793499" y="45518"/>
                </a:lnTo>
                <a:lnTo>
                  <a:pt x="793706" y="45302"/>
                </a:lnTo>
                <a:lnTo>
                  <a:pt x="793918" y="45097"/>
                </a:lnTo>
                <a:lnTo>
                  <a:pt x="794133" y="44904"/>
                </a:lnTo>
                <a:lnTo>
                  <a:pt x="794353" y="44722"/>
                </a:lnTo>
                <a:lnTo>
                  <a:pt x="794576" y="44551"/>
                </a:lnTo>
                <a:lnTo>
                  <a:pt x="794803" y="44386"/>
                </a:lnTo>
                <a:lnTo>
                  <a:pt x="795035" y="44229"/>
                </a:lnTo>
                <a:lnTo>
                  <a:pt x="795270" y="44079"/>
                </a:lnTo>
                <a:lnTo>
                  <a:pt x="795510" y="43937"/>
                </a:lnTo>
                <a:lnTo>
                  <a:pt x="795753" y="43801"/>
                </a:lnTo>
                <a:lnTo>
                  <a:pt x="796001" y="43673"/>
                </a:lnTo>
                <a:lnTo>
                  <a:pt x="796253" y="43553"/>
                </a:lnTo>
                <a:lnTo>
                  <a:pt x="796508" y="43440"/>
                </a:lnTo>
                <a:lnTo>
                  <a:pt x="796768" y="43334"/>
                </a:lnTo>
                <a:lnTo>
                  <a:pt x="797032" y="43235"/>
                </a:lnTo>
                <a:lnTo>
                  <a:pt x="797300" y="43144"/>
                </a:lnTo>
                <a:lnTo>
                  <a:pt x="797571" y="43060"/>
                </a:lnTo>
                <a:lnTo>
                  <a:pt x="797847" y="42983"/>
                </a:lnTo>
                <a:lnTo>
                  <a:pt x="798127" y="42913"/>
                </a:lnTo>
                <a:lnTo>
                  <a:pt x="798411" y="42851"/>
                </a:lnTo>
                <a:lnTo>
                  <a:pt x="798700" y="42796"/>
                </a:lnTo>
                <a:lnTo>
                  <a:pt x="798992" y="42749"/>
                </a:lnTo>
                <a:lnTo>
                  <a:pt x="799288" y="42709"/>
                </a:lnTo>
                <a:lnTo>
                  <a:pt x="799588" y="42676"/>
                </a:lnTo>
                <a:lnTo>
                  <a:pt x="799892" y="42650"/>
                </a:lnTo>
                <a:lnTo>
                  <a:pt x="800201" y="42632"/>
                </a:lnTo>
                <a:lnTo>
                  <a:pt x="800513" y="42621"/>
                </a:lnTo>
                <a:lnTo>
                  <a:pt x="800829" y="42617"/>
                </a:lnTo>
                <a:lnTo>
                  <a:pt x="801160" y="42623"/>
                </a:lnTo>
                <a:lnTo>
                  <a:pt x="801492" y="42638"/>
                </a:lnTo>
                <a:lnTo>
                  <a:pt x="801827" y="42664"/>
                </a:lnTo>
                <a:lnTo>
                  <a:pt x="802164" y="42700"/>
                </a:lnTo>
                <a:lnTo>
                  <a:pt x="802504" y="42747"/>
                </a:lnTo>
                <a:lnTo>
                  <a:pt x="802845" y="42804"/>
                </a:lnTo>
                <a:lnTo>
                  <a:pt x="803189" y="42871"/>
                </a:lnTo>
                <a:lnTo>
                  <a:pt x="803535" y="42948"/>
                </a:lnTo>
                <a:lnTo>
                  <a:pt x="803884" y="43036"/>
                </a:lnTo>
                <a:lnTo>
                  <a:pt x="804234" y="43135"/>
                </a:lnTo>
                <a:lnTo>
                  <a:pt x="804587" y="43243"/>
                </a:lnTo>
                <a:lnTo>
                  <a:pt x="804942" y="43362"/>
                </a:lnTo>
                <a:lnTo>
                  <a:pt x="805300" y="43491"/>
                </a:lnTo>
                <a:lnTo>
                  <a:pt x="805659" y="43631"/>
                </a:lnTo>
                <a:lnTo>
                  <a:pt x="806021" y="43781"/>
                </a:lnTo>
                <a:lnTo>
                  <a:pt x="806385" y="43941"/>
                </a:lnTo>
                <a:lnTo>
                  <a:pt x="806751" y="44112"/>
                </a:lnTo>
                <a:lnTo>
                  <a:pt x="807120" y="44293"/>
                </a:lnTo>
                <a:lnTo>
                  <a:pt x="807491" y="44485"/>
                </a:lnTo>
                <a:lnTo>
                  <a:pt x="807864" y="44686"/>
                </a:lnTo>
                <a:lnTo>
                  <a:pt x="808239" y="44898"/>
                </a:lnTo>
                <a:lnTo>
                  <a:pt x="808617" y="45121"/>
                </a:lnTo>
                <a:lnTo>
                  <a:pt x="808997" y="45354"/>
                </a:lnTo>
                <a:lnTo>
                  <a:pt x="809379" y="45597"/>
                </a:lnTo>
                <a:lnTo>
                  <a:pt x="814972" y="29846"/>
                </a:lnTo>
                <a:lnTo>
                  <a:pt x="840382" y="96893"/>
                </a:lnTo>
                <a:lnTo>
                  <a:pt x="840244" y="97370"/>
                </a:lnTo>
                <a:lnTo>
                  <a:pt x="840102" y="97839"/>
                </a:lnTo>
                <a:lnTo>
                  <a:pt x="839955" y="98302"/>
                </a:lnTo>
                <a:lnTo>
                  <a:pt x="839802" y="98758"/>
                </a:lnTo>
                <a:lnTo>
                  <a:pt x="839645" y="99206"/>
                </a:lnTo>
                <a:lnTo>
                  <a:pt x="839483" y="99648"/>
                </a:lnTo>
                <a:lnTo>
                  <a:pt x="839316" y="100082"/>
                </a:lnTo>
                <a:lnTo>
                  <a:pt x="839144" y="100509"/>
                </a:lnTo>
                <a:lnTo>
                  <a:pt x="838967" y="100929"/>
                </a:lnTo>
                <a:lnTo>
                  <a:pt x="838785" y="101342"/>
                </a:lnTo>
                <a:lnTo>
                  <a:pt x="838598" y="101748"/>
                </a:lnTo>
                <a:lnTo>
                  <a:pt x="838406" y="102147"/>
                </a:lnTo>
                <a:lnTo>
                  <a:pt x="838209" y="102539"/>
                </a:lnTo>
                <a:lnTo>
                  <a:pt x="838008" y="102924"/>
                </a:lnTo>
                <a:lnTo>
                  <a:pt x="837801" y="103301"/>
                </a:lnTo>
                <a:lnTo>
                  <a:pt x="837589" y="103672"/>
                </a:lnTo>
                <a:lnTo>
                  <a:pt x="837373" y="104035"/>
                </a:lnTo>
                <a:lnTo>
                  <a:pt x="837151" y="104392"/>
                </a:lnTo>
                <a:lnTo>
                  <a:pt x="836925" y="104741"/>
                </a:lnTo>
                <a:lnTo>
                  <a:pt x="836693" y="105083"/>
                </a:lnTo>
                <a:lnTo>
                  <a:pt x="836457" y="105419"/>
                </a:lnTo>
                <a:lnTo>
                  <a:pt x="836216" y="105747"/>
                </a:lnTo>
                <a:lnTo>
                  <a:pt x="835970" y="106068"/>
                </a:lnTo>
                <a:lnTo>
                  <a:pt x="835718" y="106381"/>
                </a:lnTo>
                <a:lnTo>
                  <a:pt x="835459" y="106685"/>
                </a:lnTo>
                <a:lnTo>
                  <a:pt x="835188" y="106976"/>
                </a:lnTo>
                <a:lnTo>
                  <a:pt x="834906" y="107254"/>
                </a:lnTo>
                <a:lnTo>
                  <a:pt x="834612" y="107519"/>
                </a:lnTo>
                <a:lnTo>
                  <a:pt x="834307" y="107772"/>
                </a:lnTo>
                <a:lnTo>
                  <a:pt x="833990" y="108011"/>
                </a:lnTo>
                <a:lnTo>
                  <a:pt x="833662" y="108237"/>
                </a:lnTo>
                <a:lnTo>
                  <a:pt x="833322" y="108450"/>
                </a:lnTo>
                <a:lnTo>
                  <a:pt x="832971" y="108651"/>
                </a:lnTo>
                <a:lnTo>
                  <a:pt x="832608" y="108838"/>
                </a:lnTo>
                <a:lnTo>
                  <a:pt x="832234" y="109013"/>
                </a:lnTo>
                <a:lnTo>
                  <a:pt x="831848" y="109175"/>
                </a:lnTo>
                <a:lnTo>
                  <a:pt x="831451" y="109323"/>
                </a:lnTo>
                <a:lnTo>
                  <a:pt x="831043" y="109459"/>
                </a:lnTo>
                <a:lnTo>
                  <a:pt x="830623" y="109582"/>
                </a:lnTo>
                <a:lnTo>
                  <a:pt x="830191" y="109692"/>
                </a:lnTo>
                <a:lnTo>
                  <a:pt x="829749" y="109789"/>
                </a:lnTo>
                <a:lnTo>
                  <a:pt x="829294" y="109873"/>
                </a:lnTo>
                <a:lnTo>
                  <a:pt x="828828" y="109944"/>
                </a:lnTo>
                <a:lnTo>
                  <a:pt x="828351" y="110002"/>
                </a:lnTo>
                <a:lnTo>
                  <a:pt x="827862" y="110047"/>
                </a:lnTo>
                <a:lnTo>
                  <a:pt x="827362" y="110080"/>
                </a:lnTo>
                <a:lnTo>
                  <a:pt x="826850" y="110099"/>
                </a:lnTo>
                <a:lnTo>
                  <a:pt x="826327" y="110106"/>
                </a:lnTo>
                <a:lnTo>
                  <a:pt x="826039" y="110104"/>
                </a:lnTo>
                <a:lnTo>
                  <a:pt x="825749" y="110100"/>
                </a:lnTo>
                <a:lnTo>
                  <a:pt x="825456" y="110092"/>
                </a:lnTo>
                <a:lnTo>
                  <a:pt x="825159" y="110082"/>
                </a:lnTo>
                <a:lnTo>
                  <a:pt x="824860" y="110069"/>
                </a:lnTo>
                <a:lnTo>
                  <a:pt x="824558" y="110053"/>
                </a:lnTo>
                <a:lnTo>
                  <a:pt x="824253" y="110034"/>
                </a:lnTo>
                <a:lnTo>
                  <a:pt x="823945" y="110012"/>
                </a:lnTo>
                <a:lnTo>
                  <a:pt x="823634" y="109987"/>
                </a:lnTo>
                <a:lnTo>
                  <a:pt x="823320" y="109959"/>
                </a:lnTo>
                <a:lnTo>
                  <a:pt x="823003" y="109929"/>
                </a:lnTo>
                <a:lnTo>
                  <a:pt x="822684" y="109895"/>
                </a:lnTo>
                <a:lnTo>
                  <a:pt x="822361" y="109859"/>
                </a:lnTo>
                <a:lnTo>
                  <a:pt x="822036" y="109819"/>
                </a:lnTo>
                <a:lnTo>
                  <a:pt x="821707" y="109777"/>
                </a:lnTo>
                <a:lnTo>
                  <a:pt x="821376" y="109731"/>
                </a:lnTo>
                <a:lnTo>
                  <a:pt x="821042" y="109683"/>
                </a:lnTo>
                <a:lnTo>
                  <a:pt x="820704" y="109632"/>
                </a:lnTo>
                <a:lnTo>
                  <a:pt x="820364" y="109578"/>
                </a:lnTo>
                <a:lnTo>
                  <a:pt x="820021" y="109521"/>
                </a:lnTo>
                <a:lnTo>
                  <a:pt x="819675" y="109461"/>
                </a:lnTo>
                <a:lnTo>
                  <a:pt x="819326" y="109398"/>
                </a:lnTo>
                <a:lnTo>
                  <a:pt x="818974" y="109332"/>
                </a:lnTo>
                <a:lnTo>
                  <a:pt x="818620" y="109264"/>
                </a:lnTo>
                <a:lnTo>
                  <a:pt x="820239" y="123513"/>
                </a:lnTo>
                <a:lnTo>
                  <a:pt x="820660" y="123602"/>
                </a:lnTo>
                <a:lnTo>
                  <a:pt x="821082" y="123688"/>
                </a:lnTo>
                <a:lnTo>
                  <a:pt x="821505" y="123771"/>
                </a:lnTo>
                <a:lnTo>
                  <a:pt x="821928" y="123849"/>
                </a:lnTo>
                <a:lnTo>
                  <a:pt x="822352" y="123924"/>
                </a:lnTo>
                <a:lnTo>
                  <a:pt x="822777" y="123994"/>
                </a:lnTo>
                <a:lnTo>
                  <a:pt x="823202" y="124061"/>
                </a:lnTo>
                <a:lnTo>
                  <a:pt x="823628" y="124124"/>
                </a:lnTo>
                <a:lnTo>
                  <a:pt x="824055" y="124184"/>
                </a:lnTo>
                <a:lnTo>
                  <a:pt x="824482" y="124239"/>
                </a:lnTo>
                <a:lnTo>
                  <a:pt x="824910" y="124291"/>
                </a:lnTo>
                <a:lnTo>
                  <a:pt x="825339" y="124338"/>
                </a:lnTo>
                <a:lnTo>
                  <a:pt x="825769" y="124382"/>
                </a:lnTo>
                <a:lnTo>
                  <a:pt x="826199" y="124422"/>
                </a:lnTo>
                <a:lnTo>
                  <a:pt x="826630" y="124459"/>
                </a:lnTo>
                <a:lnTo>
                  <a:pt x="827061" y="124491"/>
                </a:lnTo>
                <a:lnTo>
                  <a:pt x="827493" y="124520"/>
                </a:lnTo>
                <a:lnTo>
                  <a:pt x="827926" y="124545"/>
                </a:lnTo>
                <a:lnTo>
                  <a:pt x="828359" y="124566"/>
                </a:lnTo>
                <a:lnTo>
                  <a:pt x="828794" y="124583"/>
                </a:lnTo>
                <a:lnTo>
                  <a:pt x="829228" y="124596"/>
                </a:lnTo>
                <a:lnTo>
                  <a:pt x="829664" y="124606"/>
                </a:lnTo>
                <a:lnTo>
                  <a:pt x="830100" y="124612"/>
                </a:lnTo>
                <a:lnTo>
                  <a:pt x="830537" y="124614"/>
                </a:lnTo>
                <a:lnTo>
                  <a:pt x="830967" y="124612"/>
                </a:lnTo>
                <a:lnTo>
                  <a:pt x="831393" y="124606"/>
                </a:lnTo>
                <a:lnTo>
                  <a:pt x="831816" y="124596"/>
                </a:lnTo>
                <a:lnTo>
                  <a:pt x="832234" y="124583"/>
                </a:lnTo>
                <a:lnTo>
                  <a:pt x="832649" y="124566"/>
                </a:lnTo>
                <a:lnTo>
                  <a:pt x="833061" y="124545"/>
                </a:lnTo>
                <a:lnTo>
                  <a:pt x="833468" y="124520"/>
                </a:lnTo>
                <a:lnTo>
                  <a:pt x="833872" y="124491"/>
                </a:lnTo>
                <a:lnTo>
                  <a:pt x="834273" y="124459"/>
                </a:lnTo>
                <a:lnTo>
                  <a:pt x="834669" y="124422"/>
                </a:lnTo>
                <a:lnTo>
                  <a:pt x="835062" y="124382"/>
                </a:lnTo>
                <a:lnTo>
                  <a:pt x="835451" y="124338"/>
                </a:lnTo>
                <a:lnTo>
                  <a:pt x="835837" y="124291"/>
                </a:lnTo>
                <a:lnTo>
                  <a:pt x="836218" y="124239"/>
                </a:lnTo>
                <a:lnTo>
                  <a:pt x="836596" y="124184"/>
                </a:lnTo>
                <a:lnTo>
                  <a:pt x="836970" y="124124"/>
                </a:lnTo>
                <a:lnTo>
                  <a:pt x="837341" y="124061"/>
                </a:lnTo>
                <a:lnTo>
                  <a:pt x="837708" y="123994"/>
                </a:lnTo>
                <a:lnTo>
                  <a:pt x="838071" y="123924"/>
                </a:lnTo>
                <a:lnTo>
                  <a:pt x="838430" y="123849"/>
                </a:lnTo>
                <a:lnTo>
                  <a:pt x="838786" y="123771"/>
                </a:lnTo>
                <a:lnTo>
                  <a:pt x="839138" y="123688"/>
                </a:lnTo>
                <a:lnTo>
                  <a:pt x="839486" y="123602"/>
                </a:lnTo>
                <a:lnTo>
                  <a:pt x="839831" y="123513"/>
                </a:lnTo>
                <a:lnTo>
                  <a:pt x="840172" y="123419"/>
                </a:lnTo>
                <a:lnTo>
                  <a:pt x="840508" y="123323"/>
                </a:lnTo>
                <a:lnTo>
                  <a:pt x="840839" y="123224"/>
                </a:lnTo>
                <a:lnTo>
                  <a:pt x="841166" y="123121"/>
                </a:lnTo>
                <a:lnTo>
                  <a:pt x="841489" y="123016"/>
                </a:lnTo>
                <a:lnTo>
                  <a:pt x="841807" y="122907"/>
                </a:lnTo>
                <a:lnTo>
                  <a:pt x="842120" y="122796"/>
                </a:lnTo>
                <a:lnTo>
                  <a:pt x="842429" y="122681"/>
                </a:lnTo>
                <a:lnTo>
                  <a:pt x="842734" y="122564"/>
                </a:lnTo>
                <a:lnTo>
                  <a:pt x="843034" y="122443"/>
                </a:lnTo>
                <a:lnTo>
                  <a:pt x="843329" y="122320"/>
                </a:lnTo>
                <a:lnTo>
                  <a:pt x="843620" y="122193"/>
                </a:lnTo>
                <a:lnTo>
                  <a:pt x="843907" y="122063"/>
                </a:lnTo>
                <a:lnTo>
                  <a:pt x="844189" y="121930"/>
                </a:lnTo>
                <a:lnTo>
                  <a:pt x="844466" y="121795"/>
                </a:lnTo>
                <a:lnTo>
                  <a:pt x="844739" y="121656"/>
                </a:lnTo>
                <a:lnTo>
                  <a:pt x="845008" y="121514"/>
                </a:lnTo>
                <a:lnTo>
                  <a:pt x="845272" y="121369"/>
                </a:lnTo>
                <a:lnTo>
                  <a:pt x="845531" y="121221"/>
                </a:lnTo>
                <a:lnTo>
                  <a:pt x="845786" y="121070"/>
                </a:lnTo>
                <a:lnTo>
                  <a:pt x="846037" y="120916"/>
                </a:lnTo>
                <a:lnTo>
                  <a:pt x="846283" y="120759"/>
                </a:lnTo>
                <a:lnTo>
                  <a:pt x="846524" y="120599"/>
                </a:lnTo>
                <a:lnTo>
                  <a:pt x="846761" y="120436"/>
                </a:lnTo>
                <a:lnTo>
                  <a:pt x="846995" y="120269"/>
                </a:lnTo>
                <a:lnTo>
                  <a:pt x="847226" y="120099"/>
                </a:lnTo>
                <a:lnTo>
                  <a:pt x="847455" y="119924"/>
                </a:lnTo>
                <a:lnTo>
                  <a:pt x="847682" y="119744"/>
                </a:lnTo>
                <a:lnTo>
                  <a:pt x="847907" y="119561"/>
                </a:lnTo>
                <a:lnTo>
                  <a:pt x="848129" y="119373"/>
                </a:lnTo>
                <a:lnTo>
                  <a:pt x="848350" y="119182"/>
                </a:lnTo>
                <a:lnTo>
                  <a:pt x="848568" y="118986"/>
                </a:lnTo>
                <a:lnTo>
                  <a:pt x="848783" y="118786"/>
                </a:lnTo>
                <a:lnTo>
                  <a:pt x="848997" y="118582"/>
                </a:lnTo>
                <a:lnTo>
                  <a:pt x="849208" y="118374"/>
                </a:lnTo>
                <a:lnTo>
                  <a:pt x="849417" y="118161"/>
                </a:lnTo>
                <a:lnTo>
                  <a:pt x="849623" y="117944"/>
                </a:lnTo>
                <a:lnTo>
                  <a:pt x="849828" y="117724"/>
                </a:lnTo>
                <a:lnTo>
                  <a:pt x="850030" y="117499"/>
                </a:lnTo>
                <a:lnTo>
                  <a:pt x="850230" y="117270"/>
                </a:lnTo>
                <a:lnTo>
                  <a:pt x="850428" y="117036"/>
                </a:lnTo>
                <a:lnTo>
                  <a:pt x="850623" y="116799"/>
                </a:lnTo>
                <a:lnTo>
                  <a:pt x="850816" y="116557"/>
                </a:lnTo>
                <a:lnTo>
                  <a:pt x="851007" y="116312"/>
                </a:lnTo>
                <a:lnTo>
                  <a:pt x="851196" y="116062"/>
                </a:lnTo>
                <a:lnTo>
                  <a:pt x="851382" y="115808"/>
                </a:lnTo>
                <a:lnTo>
                  <a:pt x="851566" y="115549"/>
                </a:lnTo>
                <a:lnTo>
                  <a:pt x="851748" y="115287"/>
                </a:lnTo>
                <a:lnTo>
                  <a:pt x="851930" y="115018"/>
                </a:lnTo>
                <a:lnTo>
                  <a:pt x="852112" y="114738"/>
                </a:lnTo>
                <a:lnTo>
                  <a:pt x="852294" y="114449"/>
                </a:lnTo>
                <a:lnTo>
                  <a:pt x="852478" y="114150"/>
                </a:lnTo>
                <a:lnTo>
                  <a:pt x="852662" y="113841"/>
                </a:lnTo>
                <a:lnTo>
                  <a:pt x="852847" y="113522"/>
                </a:lnTo>
                <a:lnTo>
                  <a:pt x="853033" y="113193"/>
                </a:lnTo>
                <a:lnTo>
                  <a:pt x="853220" y="112855"/>
                </a:lnTo>
                <a:lnTo>
                  <a:pt x="853408" y="112506"/>
                </a:lnTo>
                <a:lnTo>
                  <a:pt x="853596" y="112148"/>
                </a:lnTo>
                <a:lnTo>
                  <a:pt x="853785" y="111779"/>
                </a:lnTo>
                <a:lnTo>
                  <a:pt x="853975" y="111401"/>
                </a:lnTo>
                <a:lnTo>
                  <a:pt x="854165" y="111013"/>
                </a:lnTo>
                <a:lnTo>
                  <a:pt x="854357" y="110615"/>
                </a:lnTo>
                <a:lnTo>
                  <a:pt x="854549" y="110207"/>
                </a:lnTo>
                <a:lnTo>
                  <a:pt x="854742" y="109789"/>
                </a:lnTo>
                <a:lnTo>
                  <a:pt x="854936" y="109361"/>
                </a:lnTo>
                <a:lnTo>
                  <a:pt x="855131" y="108924"/>
                </a:lnTo>
                <a:lnTo>
                  <a:pt x="855326" y="108476"/>
                </a:lnTo>
                <a:lnTo>
                  <a:pt x="855522" y="108019"/>
                </a:lnTo>
                <a:lnTo>
                  <a:pt x="855719" y="107551"/>
                </a:lnTo>
                <a:lnTo>
                  <a:pt x="855917" y="107074"/>
                </a:lnTo>
                <a:lnTo>
                  <a:pt x="856115" y="106587"/>
                </a:lnTo>
                <a:lnTo>
                  <a:pt x="856315" y="106090"/>
                </a:lnTo>
                <a:lnTo>
                  <a:pt x="860654" y="94065"/>
                </a:lnTo>
                <a:lnTo>
                  <a:pt x="884942" y="27850"/>
                </a:lnTo>
                <a:lnTo>
                  <a:pt x="866095" y="27850"/>
                </a:lnTo>
                <a:lnTo>
                  <a:pt x="850032" y="76732"/>
                </a:lnTo>
                <a:lnTo>
                  <a:pt x="833581" y="27850"/>
                </a:lnTo>
                <a:lnTo>
                  <a:pt x="814215" y="27850"/>
                </a:lnTo>
                <a:lnTo>
                  <a:pt x="814903" y="29664"/>
                </a:lnTo>
                <a:lnTo>
                  <a:pt x="814532" y="29448"/>
                </a:lnTo>
                <a:lnTo>
                  <a:pt x="814050" y="29180"/>
                </a:lnTo>
                <a:lnTo>
                  <a:pt x="813565" y="28924"/>
                </a:lnTo>
                <a:lnTo>
                  <a:pt x="813080" y="28680"/>
                </a:lnTo>
                <a:lnTo>
                  <a:pt x="812592" y="28447"/>
                </a:lnTo>
                <a:close/>
                <a:moveTo>
                  <a:pt x="1208914" y="69874"/>
                </a:moveTo>
                <a:lnTo>
                  <a:pt x="1208938" y="68599"/>
                </a:lnTo>
                <a:lnTo>
                  <a:pt x="1208967" y="67367"/>
                </a:lnTo>
                <a:lnTo>
                  <a:pt x="1209001" y="66176"/>
                </a:lnTo>
                <a:lnTo>
                  <a:pt x="1209041" y="65027"/>
                </a:lnTo>
                <a:lnTo>
                  <a:pt x="1209086" y="63920"/>
                </a:lnTo>
                <a:lnTo>
                  <a:pt x="1209136" y="62855"/>
                </a:lnTo>
                <a:lnTo>
                  <a:pt x="1209191" y="61831"/>
                </a:lnTo>
                <a:lnTo>
                  <a:pt x="1209252" y="60850"/>
                </a:lnTo>
                <a:lnTo>
                  <a:pt x="1209318" y="59910"/>
                </a:lnTo>
                <a:lnTo>
                  <a:pt x="1209389" y="59012"/>
                </a:lnTo>
                <a:lnTo>
                  <a:pt x="1209466" y="58156"/>
                </a:lnTo>
                <a:lnTo>
                  <a:pt x="1209548" y="57341"/>
                </a:lnTo>
                <a:lnTo>
                  <a:pt x="1209635" y="56569"/>
                </a:lnTo>
                <a:lnTo>
                  <a:pt x="1209728" y="55838"/>
                </a:lnTo>
                <a:lnTo>
                  <a:pt x="1209825" y="55149"/>
                </a:lnTo>
                <a:lnTo>
                  <a:pt x="1209929" y="54502"/>
                </a:lnTo>
                <a:lnTo>
                  <a:pt x="1210037" y="53897"/>
                </a:lnTo>
                <a:lnTo>
                  <a:pt x="1210151" y="53334"/>
                </a:lnTo>
                <a:lnTo>
                  <a:pt x="1210269" y="52812"/>
                </a:lnTo>
                <a:lnTo>
                  <a:pt x="1210394" y="52333"/>
                </a:lnTo>
                <a:lnTo>
                  <a:pt x="1210522" y="51880"/>
                </a:lnTo>
                <a:lnTo>
                  <a:pt x="1210655" y="51439"/>
                </a:lnTo>
                <a:lnTo>
                  <a:pt x="1210792" y="51009"/>
                </a:lnTo>
                <a:lnTo>
                  <a:pt x="1210932" y="50592"/>
                </a:lnTo>
                <a:lnTo>
                  <a:pt x="1211077" y="50186"/>
                </a:lnTo>
                <a:lnTo>
                  <a:pt x="1211225" y="49792"/>
                </a:lnTo>
                <a:lnTo>
                  <a:pt x="1211378" y="49410"/>
                </a:lnTo>
                <a:lnTo>
                  <a:pt x="1211534" y="49040"/>
                </a:lnTo>
                <a:lnTo>
                  <a:pt x="1211695" y="48682"/>
                </a:lnTo>
                <a:lnTo>
                  <a:pt x="1211859" y="48335"/>
                </a:lnTo>
                <a:lnTo>
                  <a:pt x="1212027" y="48000"/>
                </a:lnTo>
                <a:lnTo>
                  <a:pt x="1212199" y="47677"/>
                </a:lnTo>
                <a:lnTo>
                  <a:pt x="1212375" y="47366"/>
                </a:lnTo>
                <a:lnTo>
                  <a:pt x="1212555" y="47067"/>
                </a:lnTo>
                <a:lnTo>
                  <a:pt x="1212739" y="46779"/>
                </a:lnTo>
                <a:lnTo>
                  <a:pt x="1212927" y="46503"/>
                </a:lnTo>
                <a:lnTo>
                  <a:pt x="1213119" y="46239"/>
                </a:lnTo>
                <a:lnTo>
                  <a:pt x="1213314" y="45987"/>
                </a:lnTo>
                <a:lnTo>
                  <a:pt x="1213514" y="45747"/>
                </a:lnTo>
                <a:lnTo>
                  <a:pt x="1213717" y="45518"/>
                </a:lnTo>
                <a:lnTo>
                  <a:pt x="1213925" y="45302"/>
                </a:lnTo>
                <a:lnTo>
                  <a:pt x="1214136" y="45097"/>
                </a:lnTo>
                <a:lnTo>
                  <a:pt x="1214352" y="44904"/>
                </a:lnTo>
                <a:lnTo>
                  <a:pt x="1214571" y="44722"/>
                </a:lnTo>
                <a:lnTo>
                  <a:pt x="1214794" y="44551"/>
                </a:lnTo>
                <a:lnTo>
                  <a:pt x="1215022" y="44386"/>
                </a:lnTo>
                <a:lnTo>
                  <a:pt x="1215253" y="44229"/>
                </a:lnTo>
                <a:lnTo>
                  <a:pt x="1215489" y="44079"/>
                </a:lnTo>
                <a:lnTo>
                  <a:pt x="1215728" y="43937"/>
                </a:lnTo>
                <a:lnTo>
                  <a:pt x="1215972" y="43801"/>
                </a:lnTo>
                <a:lnTo>
                  <a:pt x="1216219" y="43673"/>
                </a:lnTo>
                <a:lnTo>
                  <a:pt x="1216471" y="43553"/>
                </a:lnTo>
                <a:lnTo>
                  <a:pt x="1216727" y="43440"/>
                </a:lnTo>
                <a:lnTo>
                  <a:pt x="1216986" y="43334"/>
                </a:lnTo>
                <a:lnTo>
                  <a:pt x="1217250" y="43235"/>
                </a:lnTo>
                <a:lnTo>
                  <a:pt x="1217518" y="43144"/>
                </a:lnTo>
                <a:lnTo>
                  <a:pt x="1217790" y="43060"/>
                </a:lnTo>
                <a:lnTo>
                  <a:pt x="1218066" y="42983"/>
                </a:lnTo>
                <a:lnTo>
                  <a:pt x="1218346" y="42913"/>
                </a:lnTo>
                <a:lnTo>
                  <a:pt x="1218630" y="42851"/>
                </a:lnTo>
                <a:lnTo>
                  <a:pt x="1218918" y="42796"/>
                </a:lnTo>
                <a:lnTo>
                  <a:pt x="1219210" y="42749"/>
                </a:lnTo>
                <a:lnTo>
                  <a:pt x="1219506" y="42709"/>
                </a:lnTo>
                <a:lnTo>
                  <a:pt x="1219807" y="42676"/>
                </a:lnTo>
                <a:lnTo>
                  <a:pt x="1220111" y="42650"/>
                </a:lnTo>
                <a:lnTo>
                  <a:pt x="1220419" y="42632"/>
                </a:lnTo>
                <a:lnTo>
                  <a:pt x="1220732" y="42621"/>
                </a:lnTo>
                <a:lnTo>
                  <a:pt x="1221048" y="42617"/>
                </a:lnTo>
                <a:lnTo>
                  <a:pt x="1221378" y="42623"/>
                </a:lnTo>
                <a:lnTo>
                  <a:pt x="1221711" y="42638"/>
                </a:lnTo>
                <a:lnTo>
                  <a:pt x="1222046" y="42664"/>
                </a:lnTo>
                <a:lnTo>
                  <a:pt x="1222383" y="42700"/>
                </a:lnTo>
                <a:lnTo>
                  <a:pt x="1222722" y="42747"/>
                </a:lnTo>
                <a:lnTo>
                  <a:pt x="1223064" y="42804"/>
                </a:lnTo>
                <a:lnTo>
                  <a:pt x="1223408" y="42871"/>
                </a:lnTo>
                <a:lnTo>
                  <a:pt x="1223754" y="42948"/>
                </a:lnTo>
                <a:lnTo>
                  <a:pt x="1224102" y="43036"/>
                </a:lnTo>
                <a:lnTo>
                  <a:pt x="1224453" y="43135"/>
                </a:lnTo>
                <a:lnTo>
                  <a:pt x="1224806" y="43243"/>
                </a:lnTo>
                <a:lnTo>
                  <a:pt x="1225161" y="43362"/>
                </a:lnTo>
                <a:lnTo>
                  <a:pt x="1225518" y="43491"/>
                </a:lnTo>
                <a:lnTo>
                  <a:pt x="1225878" y="43631"/>
                </a:lnTo>
                <a:lnTo>
                  <a:pt x="1226240" y="43781"/>
                </a:lnTo>
                <a:lnTo>
                  <a:pt x="1226604" y="43941"/>
                </a:lnTo>
                <a:lnTo>
                  <a:pt x="1226970" y="44112"/>
                </a:lnTo>
                <a:lnTo>
                  <a:pt x="1227339" y="44293"/>
                </a:lnTo>
                <a:lnTo>
                  <a:pt x="1227709" y="44485"/>
                </a:lnTo>
                <a:lnTo>
                  <a:pt x="1228082" y="44686"/>
                </a:lnTo>
                <a:lnTo>
                  <a:pt x="1228458" y="44898"/>
                </a:lnTo>
                <a:lnTo>
                  <a:pt x="1228835" y="45121"/>
                </a:lnTo>
                <a:lnTo>
                  <a:pt x="1229215" y="45354"/>
                </a:lnTo>
                <a:lnTo>
                  <a:pt x="1229597" y="45597"/>
                </a:lnTo>
                <a:lnTo>
                  <a:pt x="1235232" y="29729"/>
                </a:lnTo>
                <a:lnTo>
                  <a:pt x="1234751" y="29448"/>
                </a:lnTo>
                <a:lnTo>
                  <a:pt x="1234268" y="29180"/>
                </a:lnTo>
                <a:lnTo>
                  <a:pt x="1233784" y="28924"/>
                </a:lnTo>
                <a:lnTo>
                  <a:pt x="1233298" y="28680"/>
                </a:lnTo>
                <a:lnTo>
                  <a:pt x="1232811" y="28447"/>
                </a:lnTo>
                <a:lnTo>
                  <a:pt x="1232322" y="28227"/>
                </a:lnTo>
                <a:lnTo>
                  <a:pt x="1231831" y="28018"/>
                </a:lnTo>
                <a:lnTo>
                  <a:pt x="1231339" y="27821"/>
                </a:lnTo>
                <a:lnTo>
                  <a:pt x="1230845" y="27637"/>
                </a:lnTo>
                <a:lnTo>
                  <a:pt x="1230350" y="27464"/>
                </a:lnTo>
                <a:lnTo>
                  <a:pt x="1229853" y="27303"/>
                </a:lnTo>
                <a:lnTo>
                  <a:pt x="1229354" y="27154"/>
                </a:lnTo>
                <a:lnTo>
                  <a:pt x="1228854" y="27017"/>
                </a:lnTo>
                <a:lnTo>
                  <a:pt x="1228353" y="26892"/>
                </a:lnTo>
                <a:lnTo>
                  <a:pt x="1227850" y="26779"/>
                </a:lnTo>
                <a:lnTo>
                  <a:pt x="1227345" y="26677"/>
                </a:lnTo>
                <a:lnTo>
                  <a:pt x="1226839" y="26588"/>
                </a:lnTo>
                <a:lnTo>
                  <a:pt x="1226331" y="26510"/>
                </a:lnTo>
                <a:lnTo>
                  <a:pt x="1225821" y="26445"/>
                </a:lnTo>
                <a:lnTo>
                  <a:pt x="1225310" y="26391"/>
                </a:lnTo>
                <a:lnTo>
                  <a:pt x="1224797" y="26349"/>
                </a:lnTo>
                <a:lnTo>
                  <a:pt x="1224283" y="26320"/>
                </a:lnTo>
                <a:lnTo>
                  <a:pt x="1223767" y="26302"/>
                </a:lnTo>
                <a:lnTo>
                  <a:pt x="1223250" y="26296"/>
                </a:lnTo>
                <a:lnTo>
                  <a:pt x="1222885" y="26300"/>
                </a:lnTo>
                <a:lnTo>
                  <a:pt x="1222523" y="26311"/>
                </a:lnTo>
                <a:lnTo>
                  <a:pt x="1222164" y="26330"/>
                </a:lnTo>
                <a:lnTo>
                  <a:pt x="1221808" y="26357"/>
                </a:lnTo>
                <a:lnTo>
                  <a:pt x="1221456" y="26391"/>
                </a:lnTo>
                <a:lnTo>
                  <a:pt x="1221107" y="26433"/>
                </a:lnTo>
                <a:lnTo>
                  <a:pt x="1220761" y="26483"/>
                </a:lnTo>
                <a:lnTo>
                  <a:pt x="1220418" y="26540"/>
                </a:lnTo>
                <a:lnTo>
                  <a:pt x="1220079" y="26605"/>
                </a:lnTo>
                <a:lnTo>
                  <a:pt x="1219743" y="26678"/>
                </a:lnTo>
                <a:lnTo>
                  <a:pt x="1219410" y="26758"/>
                </a:lnTo>
                <a:lnTo>
                  <a:pt x="1219081" y="26846"/>
                </a:lnTo>
                <a:lnTo>
                  <a:pt x="1218754" y="26942"/>
                </a:lnTo>
                <a:lnTo>
                  <a:pt x="1218431" y="27045"/>
                </a:lnTo>
                <a:lnTo>
                  <a:pt x="1218112" y="27156"/>
                </a:lnTo>
                <a:lnTo>
                  <a:pt x="1217795" y="27275"/>
                </a:lnTo>
                <a:lnTo>
                  <a:pt x="1217482" y="27401"/>
                </a:lnTo>
                <a:lnTo>
                  <a:pt x="1217172" y="27534"/>
                </a:lnTo>
                <a:lnTo>
                  <a:pt x="1216865" y="27676"/>
                </a:lnTo>
                <a:lnTo>
                  <a:pt x="1216562" y="27825"/>
                </a:lnTo>
                <a:lnTo>
                  <a:pt x="1216262" y="27982"/>
                </a:lnTo>
                <a:lnTo>
                  <a:pt x="1215965" y="28146"/>
                </a:lnTo>
                <a:lnTo>
                  <a:pt x="1215671" y="28318"/>
                </a:lnTo>
                <a:lnTo>
                  <a:pt x="1215381" y="28498"/>
                </a:lnTo>
                <a:lnTo>
                  <a:pt x="1215090" y="28690"/>
                </a:lnTo>
                <a:lnTo>
                  <a:pt x="1214797" y="28898"/>
                </a:lnTo>
                <a:lnTo>
                  <a:pt x="1214501" y="29122"/>
                </a:lnTo>
                <a:lnTo>
                  <a:pt x="1214201" y="29363"/>
                </a:lnTo>
                <a:lnTo>
                  <a:pt x="1213899" y="29621"/>
                </a:lnTo>
                <a:lnTo>
                  <a:pt x="1213594" y="29894"/>
                </a:lnTo>
                <a:lnTo>
                  <a:pt x="1213285" y="30185"/>
                </a:lnTo>
                <a:lnTo>
                  <a:pt x="1212974" y="30491"/>
                </a:lnTo>
                <a:lnTo>
                  <a:pt x="1212659" y="30814"/>
                </a:lnTo>
                <a:lnTo>
                  <a:pt x="1212341" y="31154"/>
                </a:lnTo>
                <a:lnTo>
                  <a:pt x="1212021" y="31510"/>
                </a:lnTo>
                <a:lnTo>
                  <a:pt x="1211697" y="31882"/>
                </a:lnTo>
                <a:lnTo>
                  <a:pt x="1211370" y="32271"/>
                </a:lnTo>
                <a:lnTo>
                  <a:pt x="1211041" y="32676"/>
                </a:lnTo>
                <a:lnTo>
                  <a:pt x="1210708" y="33097"/>
                </a:lnTo>
                <a:lnTo>
                  <a:pt x="1210372" y="33535"/>
                </a:lnTo>
                <a:lnTo>
                  <a:pt x="1210033" y="33990"/>
                </a:lnTo>
                <a:lnTo>
                  <a:pt x="1209691" y="34461"/>
                </a:lnTo>
                <a:lnTo>
                  <a:pt x="1209346" y="34948"/>
                </a:lnTo>
                <a:lnTo>
                  <a:pt x="1208998" y="35451"/>
                </a:lnTo>
                <a:lnTo>
                  <a:pt x="1208647" y="35972"/>
                </a:lnTo>
                <a:lnTo>
                  <a:pt x="1208293" y="36508"/>
                </a:lnTo>
                <a:lnTo>
                  <a:pt x="1207936" y="37061"/>
                </a:lnTo>
                <a:lnTo>
                  <a:pt x="1207576" y="37630"/>
                </a:lnTo>
                <a:lnTo>
                  <a:pt x="1207576" y="27850"/>
                </a:lnTo>
                <a:lnTo>
                  <a:pt x="1190672" y="27850"/>
                </a:lnTo>
                <a:lnTo>
                  <a:pt x="1190672" y="96634"/>
                </a:lnTo>
                <a:lnTo>
                  <a:pt x="1208872" y="96634"/>
                </a:lnTo>
                <a:lnTo>
                  <a:pt x="1208872" y="75390"/>
                </a:lnTo>
                <a:lnTo>
                  <a:pt x="1208874" y="73948"/>
                </a:lnTo>
                <a:lnTo>
                  <a:pt x="1208882" y="72548"/>
                </a:lnTo>
                <a:lnTo>
                  <a:pt x="1208895" y="71190"/>
                </a:lnTo>
                <a:lnTo>
                  <a:pt x="1208914" y="69874"/>
                </a:lnTo>
                <a:close/>
                <a:moveTo>
                  <a:pt x="176522" y="76778"/>
                </a:moveTo>
                <a:lnTo>
                  <a:pt x="176371" y="77155"/>
                </a:lnTo>
                <a:lnTo>
                  <a:pt x="176215" y="77522"/>
                </a:lnTo>
                <a:lnTo>
                  <a:pt x="176054" y="77880"/>
                </a:lnTo>
                <a:lnTo>
                  <a:pt x="175887" y="78228"/>
                </a:lnTo>
                <a:lnTo>
                  <a:pt x="175716" y="78565"/>
                </a:lnTo>
                <a:lnTo>
                  <a:pt x="175540" y="78893"/>
                </a:lnTo>
                <a:lnTo>
                  <a:pt x="175359" y="79211"/>
                </a:lnTo>
                <a:lnTo>
                  <a:pt x="175173" y="79519"/>
                </a:lnTo>
                <a:lnTo>
                  <a:pt x="174982" y="79818"/>
                </a:lnTo>
                <a:lnTo>
                  <a:pt x="174786" y="80106"/>
                </a:lnTo>
                <a:lnTo>
                  <a:pt x="174585" y="80384"/>
                </a:lnTo>
                <a:lnTo>
                  <a:pt x="174380" y="80653"/>
                </a:lnTo>
                <a:lnTo>
                  <a:pt x="174169" y="80911"/>
                </a:lnTo>
                <a:lnTo>
                  <a:pt x="173953" y="81160"/>
                </a:lnTo>
                <a:lnTo>
                  <a:pt x="173733" y="81399"/>
                </a:lnTo>
                <a:lnTo>
                  <a:pt x="173507" y="81628"/>
                </a:lnTo>
                <a:lnTo>
                  <a:pt x="173277" y="81847"/>
                </a:lnTo>
                <a:lnTo>
                  <a:pt x="173041" y="82056"/>
                </a:lnTo>
                <a:lnTo>
                  <a:pt x="172801" y="82255"/>
                </a:lnTo>
                <a:lnTo>
                  <a:pt x="172556" y="82446"/>
                </a:lnTo>
                <a:lnTo>
                  <a:pt x="172306" y="82628"/>
                </a:lnTo>
                <a:lnTo>
                  <a:pt x="172051" y="82802"/>
                </a:lnTo>
                <a:lnTo>
                  <a:pt x="171791" y="82968"/>
                </a:lnTo>
                <a:lnTo>
                  <a:pt x="171527" y="83126"/>
                </a:lnTo>
                <a:lnTo>
                  <a:pt x="171258" y="83275"/>
                </a:lnTo>
                <a:lnTo>
                  <a:pt x="170985" y="83417"/>
                </a:lnTo>
                <a:lnTo>
                  <a:pt x="170707" y="83551"/>
                </a:lnTo>
                <a:lnTo>
                  <a:pt x="170424" y="83676"/>
                </a:lnTo>
                <a:lnTo>
                  <a:pt x="170136" y="83794"/>
                </a:lnTo>
                <a:lnTo>
                  <a:pt x="169843" y="83903"/>
                </a:lnTo>
                <a:lnTo>
                  <a:pt x="169546" y="84004"/>
                </a:lnTo>
                <a:lnTo>
                  <a:pt x="169244" y="84097"/>
                </a:lnTo>
                <a:lnTo>
                  <a:pt x="168938" y="84182"/>
                </a:lnTo>
                <a:lnTo>
                  <a:pt x="168626" y="84259"/>
                </a:lnTo>
                <a:lnTo>
                  <a:pt x="168310" y="84328"/>
                </a:lnTo>
                <a:lnTo>
                  <a:pt x="167989" y="84389"/>
                </a:lnTo>
                <a:lnTo>
                  <a:pt x="167664" y="84441"/>
                </a:lnTo>
                <a:lnTo>
                  <a:pt x="167334" y="84486"/>
                </a:lnTo>
                <a:lnTo>
                  <a:pt x="166999" y="84522"/>
                </a:lnTo>
                <a:lnTo>
                  <a:pt x="166659" y="84551"/>
                </a:lnTo>
                <a:lnTo>
                  <a:pt x="166315" y="84571"/>
                </a:lnTo>
                <a:lnTo>
                  <a:pt x="165965" y="84583"/>
                </a:lnTo>
                <a:lnTo>
                  <a:pt x="165612" y="84587"/>
                </a:lnTo>
                <a:lnTo>
                  <a:pt x="165092" y="84579"/>
                </a:lnTo>
                <a:lnTo>
                  <a:pt x="164579" y="84556"/>
                </a:lnTo>
                <a:lnTo>
                  <a:pt x="164073" y="84517"/>
                </a:lnTo>
                <a:lnTo>
                  <a:pt x="163575" y="84462"/>
                </a:lnTo>
                <a:lnTo>
                  <a:pt x="163084" y="84392"/>
                </a:lnTo>
                <a:lnTo>
                  <a:pt x="162600" y="84306"/>
                </a:lnTo>
                <a:lnTo>
                  <a:pt x="162123" y="84204"/>
                </a:lnTo>
                <a:lnTo>
                  <a:pt x="161653" y="84087"/>
                </a:lnTo>
                <a:lnTo>
                  <a:pt x="161191" y="83954"/>
                </a:lnTo>
                <a:lnTo>
                  <a:pt x="160736" y="83806"/>
                </a:lnTo>
                <a:lnTo>
                  <a:pt x="160288" y="83641"/>
                </a:lnTo>
                <a:lnTo>
                  <a:pt x="159847" y="83462"/>
                </a:lnTo>
                <a:lnTo>
                  <a:pt x="159414" y="83266"/>
                </a:lnTo>
                <a:lnTo>
                  <a:pt x="158987" y="83055"/>
                </a:lnTo>
                <a:lnTo>
                  <a:pt x="158568" y="82829"/>
                </a:lnTo>
                <a:lnTo>
                  <a:pt x="158156" y="82586"/>
                </a:lnTo>
                <a:lnTo>
                  <a:pt x="157751" y="82328"/>
                </a:lnTo>
                <a:lnTo>
                  <a:pt x="157354" y="82055"/>
                </a:lnTo>
                <a:lnTo>
                  <a:pt x="156963" y="81766"/>
                </a:lnTo>
                <a:lnTo>
                  <a:pt x="156580" y="81461"/>
                </a:lnTo>
                <a:lnTo>
                  <a:pt x="156204" y="81141"/>
                </a:lnTo>
                <a:lnTo>
                  <a:pt x="155835" y="80805"/>
                </a:lnTo>
                <a:lnTo>
                  <a:pt x="155474" y="80453"/>
                </a:lnTo>
                <a:lnTo>
                  <a:pt x="155119" y="80086"/>
                </a:lnTo>
                <a:lnTo>
                  <a:pt x="154775" y="79704"/>
                </a:lnTo>
                <a:lnTo>
                  <a:pt x="154445" y="79310"/>
                </a:lnTo>
                <a:lnTo>
                  <a:pt x="154129" y="78904"/>
                </a:lnTo>
                <a:lnTo>
                  <a:pt x="153827" y="78485"/>
                </a:lnTo>
                <a:lnTo>
                  <a:pt x="153539" y="78054"/>
                </a:lnTo>
                <a:lnTo>
                  <a:pt x="153265" y="77610"/>
                </a:lnTo>
                <a:lnTo>
                  <a:pt x="153005" y="77154"/>
                </a:lnTo>
                <a:lnTo>
                  <a:pt x="152759" y="76685"/>
                </a:lnTo>
                <a:lnTo>
                  <a:pt x="152526" y="76204"/>
                </a:lnTo>
                <a:lnTo>
                  <a:pt x="152308" y="75710"/>
                </a:lnTo>
                <a:lnTo>
                  <a:pt x="152104" y="75204"/>
                </a:lnTo>
                <a:lnTo>
                  <a:pt x="151913" y="74686"/>
                </a:lnTo>
                <a:lnTo>
                  <a:pt x="151737" y="74154"/>
                </a:lnTo>
                <a:lnTo>
                  <a:pt x="151574" y="73611"/>
                </a:lnTo>
                <a:lnTo>
                  <a:pt x="151425" y="73055"/>
                </a:lnTo>
                <a:lnTo>
                  <a:pt x="151291" y="72486"/>
                </a:lnTo>
                <a:lnTo>
                  <a:pt x="151170" y="71905"/>
                </a:lnTo>
                <a:lnTo>
                  <a:pt x="151063" y="71312"/>
                </a:lnTo>
                <a:lnTo>
                  <a:pt x="150970" y="70706"/>
                </a:lnTo>
                <a:lnTo>
                  <a:pt x="150891" y="70087"/>
                </a:lnTo>
                <a:lnTo>
                  <a:pt x="150826" y="69456"/>
                </a:lnTo>
                <a:lnTo>
                  <a:pt x="150775" y="68813"/>
                </a:lnTo>
                <a:lnTo>
                  <a:pt x="150738" y="68157"/>
                </a:lnTo>
                <a:lnTo>
                  <a:pt x="150715" y="67488"/>
                </a:lnTo>
                <a:lnTo>
                  <a:pt x="196312" y="67488"/>
                </a:lnTo>
                <a:lnTo>
                  <a:pt x="196328" y="65764"/>
                </a:lnTo>
                <a:lnTo>
                  <a:pt x="196312" y="64076"/>
                </a:lnTo>
                <a:lnTo>
                  <a:pt x="196264" y="62427"/>
                </a:lnTo>
                <a:lnTo>
                  <a:pt x="196184" y="60814"/>
                </a:lnTo>
                <a:lnTo>
                  <a:pt x="196071" y="59240"/>
                </a:lnTo>
                <a:lnTo>
                  <a:pt x="195927" y="57702"/>
                </a:lnTo>
                <a:lnTo>
                  <a:pt x="195750" y="56202"/>
                </a:lnTo>
                <a:lnTo>
                  <a:pt x="195542" y="54740"/>
                </a:lnTo>
                <a:lnTo>
                  <a:pt x="195301" y="53315"/>
                </a:lnTo>
                <a:lnTo>
                  <a:pt x="195027" y="51927"/>
                </a:lnTo>
                <a:lnTo>
                  <a:pt x="194722" y="50577"/>
                </a:lnTo>
                <a:lnTo>
                  <a:pt x="194385" y="49264"/>
                </a:lnTo>
                <a:lnTo>
                  <a:pt x="194015" y="47989"/>
                </a:lnTo>
                <a:lnTo>
                  <a:pt x="193613" y="46751"/>
                </a:lnTo>
                <a:lnTo>
                  <a:pt x="193179" y="45551"/>
                </a:lnTo>
                <a:lnTo>
                  <a:pt x="192713" y="44388"/>
                </a:lnTo>
                <a:lnTo>
                  <a:pt x="192215" y="43262"/>
                </a:lnTo>
                <a:lnTo>
                  <a:pt x="191685" y="42174"/>
                </a:lnTo>
                <a:lnTo>
                  <a:pt x="191122" y="41123"/>
                </a:lnTo>
                <a:lnTo>
                  <a:pt x="190527" y="40110"/>
                </a:lnTo>
                <a:lnTo>
                  <a:pt x="189901" y="39135"/>
                </a:lnTo>
                <a:lnTo>
                  <a:pt x="189241" y="38196"/>
                </a:lnTo>
                <a:lnTo>
                  <a:pt x="188550" y="37295"/>
                </a:lnTo>
                <a:lnTo>
                  <a:pt x="187827" y="36432"/>
                </a:lnTo>
                <a:lnTo>
                  <a:pt x="187076" y="35605"/>
                </a:lnTo>
                <a:lnTo>
                  <a:pt x="186303" y="34813"/>
                </a:lnTo>
                <a:lnTo>
                  <a:pt x="185507" y="34056"/>
                </a:lnTo>
                <a:lnTo>
                  <a:pt x="184689" y="33335"/>
                </a:lnTo>
                <a:lnTo>
                  <a:pt x="183849" y="32649"/>
                </a:lnTo>
                <a:lnTo>
                  <a:pt x="182986" y="31997"/>
                </a:lnTo>
                <a:lnTo>
                  <a:pt x="182100" y="31381"/>
                </a:lnTo>
                <a:lnTo>
                  <a:pt x="181192" y="30801"/>
                </a:lnTo>
                <a:lnTo>
                  <a:pt x="180261" y="30255"/>
                </a:lnTo>
                <a:lnTo>
                  <a:pt x="179308" y="29745"/>
                </a:lnTo>
                <a:lnTo>
                  <a:pt x="178333" y="29270"/>
                </a:lnTo>
                <a:lnTo>
                  <a:pt x="177335" y="28830"/>
                </a:lnTo>
                <a:lnTo>
                  <a:pt x="176314" y="28425"/>
                </a:lnTo>
                <a:lnTo>
                  <a:pt x="175271" y="28056"/>
                </a:lnTo>
                <a:lnTo>
                  <a:pt x="174205" y="27721"/>
                </a:lnTo>
                <a:lnTo>
                  <a:pt x="173117" y="27422"/>
                </a:lnTo>
                <a:lnTo>
                  <a:pt x="172007" y="27158"/>
                </a:lnTo>
                <a:lnTo>
                  <a:pt x="170874" y="26929"/>
                </a:lnTo>
                <a:lnTo>
                  <a:pt x="169718" y="26736"/>
                </a:lnTo>
                <a:lnTo>
                  <a:pt x="168540" y="26577"/>
                </a:lnTo>
                <a:lnTo>
                  <a:pt x="167340" y="26454"/>
                </a:lnTo>
                <a:lnTo>
                  <a:pt x="166117" y="26366"/>
                </a:lnTo>
                <a:lnTo>
                  <a:pt x="164872" y="26313"/>
                </a:lnTo>
                <a:lnTo>
                  <a:pt x="163604" y="26296"/>
                </a:lnTo>
                <a:lnTo>
                  <a:pt x="162473" y="26313"/>
                </a:lnTo>
                <a:lnTo>
                  <a:pt x="161359" y="26363"/>
                </a:lnTo>
                <a:lnTo>
                  <a:pt x="160261" y="26447"/>
                </a:lnTo>
                <a:lnTo>
                  <a:pt x="159180" y="26565"/>
                </a:lnTo>
                <a:lnTo>
                  <a:pt x="158115" y="26716"/>
                </a:lnTo>
                <a:lnTo>
                  <a:pt x="157066" y="26901"/>
                </a:lnTo>
                <a:lnTo>
                  <a:pt x="156034" y="27120"/>
                </a:lnTo>
                <a:lnTo>
                  <a:pt x="155018" y="27372"/>
                </a:lnTo>
                <a:lnTo>
                  <a:pt x="154019" y="27657"/>
                </a:lnTo>
                <a:lnTo>
                  <a:pt x="153036" y="27977"/>
                </a:lnTo>
                <a:lnTo>
                  <a:pt x="152070" y="28330"/>
                </a:lnTo>
                <a:lnTo>
                  <a:pt x="151120" y="28717"/>
                </a:lnTo>
                <a:lnTo>
                  <a:pt x="150186" y="29137"/>
                </a:lnTo>
                <a:lnTo>
                  <a:pt x="149269" y="29591"/>
                </a:lnTo>
                <a:lnTo>
                  <a:pt x="148368" y="30078"/>
                </a:lnTo>
                <a:lnTo>
                  <a:pt x="147484" y="30599"/>
                </a:lnTo>
                <a:lnTo>
                  <a:pt x="146616" y="31154"/>
                </a:lnTo>
                <a:lnTo>
                  <a:pt x="145764" y="31742"/>
                </a:lnTo>
                <a:lnTo>
                  <a:pt x="144929" y="32364"/>
                </a:lnTo>
                <a:lnTo>
                  <a:pt x="144110" y="33020"/>
                </a:lnTo>
                <a:lnTo>
                  <a:pt x="143308" y="33709"/>
                </a:lnTo>
                <a:lnTo>
                  <a:pt x="142522" y="34432"/>
                </a:lnTo>
                <a:lnTo>
                  <a:pt x="141753" y="35189"/>
                </a:lnTo>
                <a:lnTo>
                  <a:pt x="141000" y="35979"/>
                </a:lnTo>
                <a:lnTo>
                  <a:pt x="140270" y="36798"/>
                </a:lnTo>
                <a:lnTo>
                  <a:pt x="139572" y="37644"/>
                </a:lnTo>
                <a:lnTo>
                  <a:pt x="138905" y="38515"/>
                </a:lnTo>
                <a:lnTo>
                  <a:pt x="138269" y="39412"/>
                </a:lnTo>
                <a:lnTo>
                  <a:pt x="137663" y="40335"/>
                </a:lnTo>
                <a:lnTo>
                  <a:pt x="137089" y="41284"/>
                </a:lnTo>
                <a:lnTo>
                  <a:pt x="136546" y="42258"/>
                </a:lnTo>
                <a:lnTo>
                  <a:pt x="136034" y="43258"/>
                </a:lnTo>
                <a:lnTo>
                  <a:pt x="135553" y="44284"/>
                </a:lnTo>
                <a:lnTo>
                  <a:pt x="135103" y="45335"/>
                </a:lnTo>
                <a:lnTo>
                  <a:pt x="134684" y="46412"/>
                </a:lnTo>
                <a:lnTo>
                  <a:pt x="134296" y="47515"/>
                </a:lnTo>
                <a:lnTo>
                  <a:pt x="133939" y="48644"/>
                </a:lnTo>
                <a:lnTo>
                  <a:pt x="133613" y="49799"/>
                </a:lnTo>
                <a:lnTo>
                  <a:pt x="133319" y="50979"/>
                </a:lnTo>
                <a:lnTo>
                  <a:pt x="133055" y="52185"/>
                </a:lnTo>
                <a:lnTo>
                  <a:pt x="132822" y="53417"/>
                </a:lnTo>
                <a:lnTo>
                  <a:pt x="132620" y="54674"/>
                </a:lnTo>
                <a:lnTo>
                  <a:pt x="132450" y="55958"/>
                </a:lnTo>
                <a:lnTo>
                  <a:pt x="132310" y="57267"/>
                </a:lnTo>
                <a:lnTo>
                  <a:pt x="132201" y="58601"/>
                </a:lnTo>
                <a:lnTo>
                  <a:pt x="132124" y="59962"/>
                </a:lnTo>
                <a:lnTo>
                  <a:pt x="132077" y="61348"/>
                </a:lnTo>
                <a:lnTo>
                  <a:pt x="132062" y="62760"/>
                </a:lnTo>
                <a:lnTo>
                  <a:pt x="132074" y="63944"/>
                </a:lnTo>
                <a:lnTo>
                  <a:pt x="132109" y="65112"/>
                </a:lnTo>
                <a:lnTo>
                  <a:pt x="132168" y="66262"/>
                </a:lnTo>
                <a:lnTo>
                  <a:pt x="132251" y="67395"/>
                </a:lnTo>
                <a:lnTo>
                  <a:pt x="132357" y="68511"/>
                </a:lnTo>
                <a:lnTo>
                  <a:pt x="132487" y="69609"/>
                </a:lnTo>
                <a:lnTo>
                  <a:pt x="132640" y="70691"/>
                </a:lnTo>
                <a:lnTo>
                  <a:pt x="132817" y="71756"/>
                </a:lnTo>
                <a:lnTo>
                  <a:pt x="133018" y="72803"/>
                </a:lnTo>
                <a:lnTo>
                  <a:pt x="133242" y="73834"/>
                </a:lnTo>
                <a:lnTo>
                  <a:pt x="133490" y="74847"/>
                </a:lnTo>
                <a:lnTo>
                  <a:pt x="133762" y="75843"/>
                </a:lnTo>
                <a:lnTo>
                  <a:pt x="134057" y="76822"/>
                </a:lnTo>
                <a:lnTo>
                  <a:pt x="134376" y="77785"/>
                </a:lnTo>
                <a:lnTo>
                  <a:pt x="134718" y="78730"/>
                </a:lnTo>
                <a:lnTo>
                  <a:pt x="135084" y="79657"/>
                </a:lnTo>
                <a:lnTo>
                  <a:pt x="135474" y="80568"/>
                </a:lnTo>
                <a:lnTo>
                  <a:pt x="135887" y="81462"/>
                </a:lnTo>
                <a:lnTo>
                  <a:pt x="136324" y="82339"/>
                </a:lnTo>
                <a:lnTo>
                  <a:pt x="136784" y="83198"/>
                </a:lnTo>
                <a:lnTo>
                  <a:pt x="137268" y="84041"/>
                </a:lnTo>
                <a:lnTo>
                  <a:pt x="137776" y="84866"/>
                </a:lnTo>
                <a:lnTo>
                  <a:pt x="138307" y="85674"/>
                </a:lnTo>
                <a:lnTo>
                  <a:pt x="138862" y="86465"/>
                </a:lnTo>
                <a:lnTo>
                  <a:pt x="139596" y="87422"/>
                </a:lnTo>
                <a:lnTo>
                  <a:pt x="140363" y="88338"/>
                </a:lnTo>
                <a:lnTo>
                  <a:pt x="141162" y="89213"/>
                </a:lnTo>
                <a:lnTo>
                  <a:pt x="141993" y="90047"/>
                </a:lnTo>
                <a:lnTo>
                  <a:pt x="142856" y="90841"/>
                </a:lnTo>
                <a:lnTo>
                  <a:pt x="143752" y="91594"/>
                </a:lnTo>
                <a:lnTo>
                  <a:pt x="144681" y="92306"/>
                </a:lnTo>
                <a:lnTo>
                  <a:pt x="145641" y="92978"/>
                </a:lnTo>
                <a:lnTo>
                  <a:pt x="146634" y="93609"/>
                </a:lnTo>
                <a:lnTo>
                  <a:pt x="147660" y="94199"/>
                </a:lnTo>
                <a:lnTo>
                  <a:pt x="148718" y="94749"/>
                </a:lnTo>
                <a:lnTo>
                  <a:pt x="149808" y="95258"/>
                </a:lnTo>
                <a:lnTo>
                  <a:pt x="150931" y="95726"/>
                </a:lnTo>
                <a:lnTo>
                  <a:pt x="152086" y="96153"/>
                </a:lnTo>
                <a:lnTo>
                  <a:pt x="153273" y="96540"/>
                </a:lnTo>
                <a:lnTo>
                  <a:pt x="154493" y="96886"/>
                </a:lnTo>
                <a:lnTo>
                  <a:pt x="155745" y="97191"/>
                </a:lnTo>
                <a:lnTo>
                  <a:pt x="157030" y="97456"/>
                </a:lnTo>
                <a:lnTo>
                  <a:pt x="158347" y="97679"/>
                </a:lnTo>
                <a:lnTo>
                  <a:pt x="159696" y="97863"/>
                </a:lnTo>
                <a:lnTo>
                  <a:pt x="161078" y="98005"/>
                </a:lnTo>
                <a:lnTo>
                  <a:pt x="162492" y="98107"/>
                </a:lnTo>
                <a:lnTo>
                  <a:pt x="163938" y="98168"/>
                </a:lnTo>
                <a:lnTo>
                  <a:pt x="165417" y="98188"/>
                </a:lnTo>
                <a:lnTo>
                  <a:pt x="166355" y="98179"/>
                </a:lnTo>
                <a:lnTo>
                  <a:pt x="167280" y="98152"/>
                </a:lnTo>
                <a:lnTo>
                  <a:pt x="168192" y="98107"/>
                </a:lnTo>
                <a:lnTo>
                  <a:pt x="169090" y="98044"/>
                </a:lnTo>
                <a:lnTo>
                  <a:pt x="169975" y="97963"/>
                </a:lnTo>
                <a:lnTo>
                  <a:pt x="170848" y="97863"/>
                </a:lnTo>
                <a:lnTo>
                  <a:pt x="171707" y="97746"/>
                </a:lnTo>
                <a:lnTo>
                  <a:pt x="172552" y="97611"/>
                </a:lnTo>
                <a:lnTo>
                  <a:pt x="173385" y="97457"/>
                </a:lnTo>
                <a:lnTo>
                  <a:pt x="174205" y="97286"/>
                </a:lnTo>
                <a:lnTo>
                  <a:pt x="175011" y="97096"/>
                </a:lnTo>
                <a:lnTo>
                  <a:pt x="175804" y="96889"/>
                </a:lnTo>
                <a:lnTo>
                  <a:pt x="176584" y="96663"/>
                </a:lnTo>
                <a:lnTo>
                  <a:pt x="177351" y="96420"/>
                </a:lnTo>
                <a:lnTo>
                  <a:pt x="178105" y="96158"/>
                </a:lnTo>
                <a:lnTo>
                  <a:pt x="178846" y="95878"/>
                </a:lnTo>
                <a:lnTo>
                  <a:pt x="179573" y="95580"/>
                </a:lnTo>
                <a:lnTo>
                  <a:pt x="180288" y="95265"/>
                </a:lnTo>
                <a:lnTo>
                  <a:pt x="180989" y="94931"/>
                </a:lnTo>
                <a:lnTo>
                  <a:pt x="181677" y="94579"/>
                </a:lnTo>
                <a:lnTo>
                  <a:pt x="182352" y="94209"/>
                </a:lnTo>
                <a:lnTo>
                  <a:pt x="183013" y="93821"/>
                </a:lnTo>
                <a:lnTo>
                  <a:pt x="183662" y="93415"/>
                </a:lnTo>
                <a:lnTo>
                  <a:pt x="184297" y="92991"/>
                </a:lnTo>
                <a:lnTo>
                  <a:pt x="184919" y="92549"/>
                </a:lnTo>
                <a:lnTo>
                  <a:pt x="185527" y="92091"/>
                </a:lnTo>
                <a:lnTo>
                  <a:pt x="186120" y="91617"/>
                </a:lnTo>
                <a:lnTo>
                  <a:pt x="186700" y="91126"/>
                </a:lnTo>
                <a:lnTo>
                  <a:pt x="187265" y="90619"/>
                </a:lnTo>
                <a:lnTo>
                  <a:pt x="187817" y="90095"/>
                </a:lnTo>
                <a:lnTo>
                  <a:pt x="188354" y="89555"/>
                </a:lnTo>
                <a:lnTo>
                  <a:pt x="188878" y="88998"/>
                </a:lnTo>
                <a:lnTo>
                  <a:pt x="189387" y="88425"/>
                </a:lnTo>
                <a:lnTo>
                  <a:pt x="189882" y="87836"/>
                </a:lnTo>
                <a:lnTo>
                  <a:pt x="190363" y="87230"/>
                </a:lnTo>
                <a:lnTo>
                  <a:pt x="190831" y="86607"/>
                </a:lnTo>
                <a:lnTo>
                  <a:pt x="191284" y="85968"/>
                </a:lnTo>
                <a:lnTo>
                  <a:pt x="191723" y="85312"/>
                </a:lnTo>
                <a:lnTo>
                  <a:pt x="192148" y="84640"/>
                </a:lnTo>
                <a:lnTo>
                  <a:pt x="192559" y="83952"/>
                </a:lnTo>
                <a:lnTo>
                  <a:pt x="192955" y="83247"/>
                </a:lnTo>
                <a:lnTo>
                  <a:pt x="193338" y="82526"/>
                </a:lnTo>
                <a:lnTo>
                  <a:pt x="193707" y="81788"/>
                </a:lnTo>
                <a:lnTo>
                  <a:pt x="194062" y="81033"/>
                </a:lnTo>
                <a:lnTo>
                  <a:pt x="194402" y="80262"/>
                </a:lnTo>
                <a:lnTo>
                  <a:pt x="194729" y="79475"/>
                </a:lnTo>
                <a:lnTo>
                  <a:pt x="195042" y="78671"/>
                </a:lnTo>
                <a:lnTo>
                  <a:pt x="195340" y="77851"/>
                </a:lnTo>
                <a:lnTo>
                  <a:pt x="177205" y="74742"/>
                </a:lnTo>
                <a:lnTo>
                  <a:pt x="177078" y="75169"/>
                </a:lnTo>
                <a:lnTo>
                  <a:pt x="176947" y="75586"/>
                </a:lnTo>
                <a:lnTo>
                  <a:pt x="176810" y="75993"/>
                </a:lnTo>
                <a:lnTo>
                  <a:pt x="176669" y="76390"/>
                </a:lnTo>
                <a:lnTo>
                  <a:pt x="176522" y="76778"/>
                </a:lnTo>
                <a:close/>
                <a:moveTo>
                  <a:pt x="151127" y="53961"/>
                </a:moveTo>
                <a:lnTo>
                  <a:pt x="151183" y="53392"/>
                </a:lnTo>
                <a:lnTo>
                  <a:pt x="151253" y="52833"/>
                </a:lnTo>
                <a:lnTo>
                  <a:pt x="151337" y="52284"/>
                </a:lnTo>
                <a:lnTo>
                  <a:pt x="151435" y="51747"/>
                </a:lnTo>
                <a:lnTo>
                  <a:pt x="151546" y="51220"/>
                </a:lnTo>
                <a:lnTo>
                  <a:pt x="151671" y="50704"/>
                </a:lnTo>
                <a:lnTo>
                  <a:pt x="151809" y="50198"/>
                </a:lnTo>
                <a:lnTo>
                  <a:pt x="151962" y="49704"/>
                </a:lnTo>
                <a:lnTo>
                  <a:pt x="152128" y="49220"/>
                </a:lnTo>
                <a:lnTo>
                  <a:pt x="152308" y="48747"/>
                </a:lnTo>
                <a:lnTo>
                  <a:pt x="152501" y="48285"/>
                </a:lnTo>
                <a:lnTo>
                  <a:pt x="152708" y="47833"/>
                </a:lnTo>
                <a:lnTo>
                  <a:pt x="152929" y="47392"/>
                </a:lnTo>
                <a:lnTo>
                  <a:pt x="153164" y="46962"/>
                </a:lnTo>
                <a:lnTo>
                  <a:pt x="153412" y="46543"/>
                </a:lnTo>
                <a:lnTo>
                  <a:pt x="153674" y="46134"/>
                </a:lnTo>
                <a:lnTo>
                  <a:pt x="153950" y="45736"/>
                </a:lnTo>
                <a:lnTo>
                  <a:pt x="154240" y="45349"/>
                </a:lnTo>
                <a:lnTo>
                  <a:pt x="154543" y="44973"/>
                </a:lnTo>
                <a:lnTo>
                  <a:pt x="154860" y="44607"/>
                </a:lnTo>
                <a:lnTo>
                  <a:pt x="155187" y="44254"/>
                </a:lnTo>
                <a:lnTo>
                  <a:pt x="155522" y="43917"/>
                </a:lnTo>
                <a:lnTo>
                  <a:pt x="155864" y="43594"/>
                </a:lnTo>
                <a:lnTo>
                  <a:pt x="156213" y="43287"/>
                </a:lnTo>
                <a:lnTo>
                  <a:pt x="156569" y="42994"/>
                </a:lnTo>
                <a:lnTo>
                  <a:pt x="156933" y="42716"/>
                </a:lnTo>
                <a:lnTo>
                  <a:pt x="157303" y="42454"/>
                </a:lnTo>
                <a:lnTo>
                  <a:pt x="157681" y="42206"/>
                </a:lnTo>
                <a:lnTo>
                  <a:pt x="158066" y="41974"/>
                </a:lnTo>
                <a:lnTo>
                  <a:pt x="158458" y="41756"/>
                </a:lnTo>
                <a:lnTo>
                  <a:pt x="158858" y="41554"/>
                </a:lnTo>
                <a:lnTo>
                  <a:pt x="159264" y="41366"/>
                </a:lnTo>
                <a:lnTo>
                  <a:pt x="159678" y="41193"/>
                </a:lnTo>
                <a:lnTo>
                  <a:pt x="160099" y="41036"/>
                </a:lnTo>
                <a:lnTo>
                  <a:pt x="160527" y="40893"/>
                </a:lnTo>
                <a:lnTo>
                  <a:pt x="160963" y="40766"/>
                </a:lnTo>
                <a:lnTo>
                  <a:pt x="161405" y="40653"/>
                </a:lnTo>
                <a:lnTo>
                  <a:pt x="161855" y="40556"/>
                </a:lnTo>
                <a:lnTo>
                  <a:pt x="162312" y="40473"/>
                </a:lnTo>
                <a:lnTo>
                  <a:pt x="162776" y="40406"/>
                </a:lnTo>
                <a:lnTo>
                  <a:pt x="163247" y="40353"/>
                </a:lnTo>
                <a:lnTo>
                  <a:pt x="163726" y="40316"/>
                </a:lnTo>
                <a:lnTo>
                  <a:pt x="164212" y="40293"/>
                </a:lnTo>
                <a:lnTo>
                  <a:pt x="164705" y="40286"/>
                </a:lnTo>
                <a:lnTo>
                  <a:pt x="165166" y="40293"/>
                </a:lnTo>
                <a:lnTo>
                  <a:pt x="165621" y="40314"/>
                </a:lnTo>
                <a:lnTo>
                  <a:pt x="166071" y="40350"/>
                </a:lnTo>
                <a:lnTo>
                  <a:pt x="166515" y="40399"/>
                </a:lnTo>
                <a:lnTo>
                  <a:pt x="166953" y="40463"/>
                </a:lnTo>
                <a:lnTo>
                  <a:pt x="167385" y="40542"/>
                </a:lnTo>
                <a:lnTo>
                  <a:pt x="167811" y="40634"/>
                </a:lnTo>
                <a:lnTo>
                  <a:pt x="168231" y="40741"/>
                </a:lnTo>
                <a:lnTo>
                  <a:pt x="168645" y="40862"/>
                </a:lnTo>
                <a:lnTo>
                  <a:pt x="169054" y="40997"/>
                </a:lnTo>
                <a:lnTo>
                  <a:pt x="169457" y="41146"/>
                </a:lnTo>
                <a:lnTo>
                  <a:pt x="169854" y="41310"/>
                </a:lnTo>
                <a:lnTo>
                  <a:pt x="170245" y="41488"/>
                </a:lnTo>
                <a:lnTo>
                  <a:pt x="170630" y="41680"/>
                </a:lnTo>
                <a:lnTo>
                  <a:pt x="171010" y="41886"/>
                </a:lnTo>
                <a:lnTo>
                  <a:pt x="171383" y="42106"/>
                </a:lnTo>
                <a:lnTo>
                  <a:pt x="171751" y="42341"/>
                </a:lnTo>
                <a:lnTo>
                  <a:pt x="172113" y="42590"/>
                </a:lnTo>
                <a:lnTo>
                  <a:pt x="172469" y="42853"/>
                </a:lnTo>
                <a:lnTo>
                  <a:pt x="172819" y="43131"/>
                </a:lnTo>
                <a:lnTo>
                  <a:pt x="173163" y="43422"/>
                </a:lnTo>
                <a:lnTo>
                  <a:pt x="173502" y="43728"/>
                </a:lnTo>
                <a:lnTo>
                  <a:pt x="173834" y="44048"/>
                </a:lnTo>
                <a:lnTo>
                  <a:pt x="174161" y="44382"/>
                </a:lnTo>
                <a:lnTo>
                  <a:pt x="174478" y="44730"/>
                </a:lnTo>
                <a:lnTo>
                  <a:pt x="174783" y="45091"/>
                </a:lnTo>
                <a:lnTo>
                  <a:pt x="175075" y="45465"/>
                </a:lnTo>
                <a:lnTo>
                  <a:pt x="175354" y="45853"/>
                </a:lnTo>
                <a:lnTo>
                  <a:pt x="175620" y="46253"/>
                </a:lnTo>
                <a:lnTo>
                  <a:pt x="175873" y="46666"/>
                </a:lnTo>
                <a:lnTo>
                  <a:pt x="176114" y="47093"/>
                </a:lnTo>
                <a:lnTo>
                  <a:pt x="176341" y="47533"/>
                </a:lnTo>
                <a:lnTo>
                  <a:pt x="176556" y="47985"/>
                </a:lnTo>
                <a:lnTo>
                  <a:pt x="176758" y="48451"/>
                </a:lnTo>
                <a:lnTo>
                  <a:pt x="176948" y="48930"/>
                </a:lnTo>
                <a:lnTo>
                  <a:pt x="177124" y="49422"/>
                </a:lnTo>
                <a:lnTo>
                  <a:pt x="177288" y="49927"/>
                </a:lnTo>
                <a:lnTo>
                  <a:pt x="177438" y="50445"/>
                </a:lnTo>
                <a:lnTo>
                  <a:pt x="177576" y="50977"/>
                </a:lnTo>
                <a:lnTo>
                  <a:pt x="177702" y="51521"/>
                </a:lnTo>
                <a:lnTo>
                  <a:pt x="177814" y="52079"/>
                </a:lnTo>
                <a:lnTo>
                  <a:pt x="177913" y="52649"/>
                </a:lnTo>
                <a:lnTo>
                  <a:pt x="178000" y="53233"/>
                </a:lnTo>
                <a:lnTo>
                  <a:pt x="178074" y="53830"/>
                </a:lnTo>
                <a:lnTo>
                  <a:pt x="178135" y="54440"/>
                </a:lnTo>
                <a:lnTo>
                  <a:pt x="178183" y="55063"/>
                </a:lnTo>
                <a:lnTo>
                  <a:pt x="178219" y="55699"/>
                </a:lnTo>
                <a:lnTo>
                  <a:pt x="178241" y="56348"/>
                </a:lnTo>
                <a:lnTo>
                  <a:pt x="151039" y="56348"/>
                </a:lnTo>
                <a:lnTo>
                  <a:pt x="151040" y="55735"/>
                </a:lnTo>
                <a:lnTo>
                  <a:pt x="151055" y="55133"/>
                </a:lnTo>
                <a:lnTo>
                  <a:pt x="151084" y="54542"/>
                </a:lnTo>
                <a:lnTo>
                  <a:pt x="151127" y="53961"/>
                </a:lnTo>
                <a:close/>
                <a:moveTo>
                  <a:pt x="711988" y="46828"/>
                </a:moveTo>
                <a:lnTo>
                  <a:pt x="712152" y="46486"/>
                </a:lnTo>
                <a:lnTo>
                  <a:pt x="712319" y="46155"/>
                </a:lnTo>
                <a:lnTo>
                  <a:pt x="712490" y="45833"/>
                </a:lnTo>
                <a:lnTo>
                  <a:pt x="712664" y="45522"/>
                </a:lnTo>
                <a:lnTo>
                  <a:pt x="712842" y="45221"/>
                </a:lnTo>
                <a:lnTo>
                  <a:pt x="713024" y="44931"/>
                </a:lnTo>
                <a:lnTo>
                  <a:pt x="713209" y="44650"/>
                </a:lnTo>
                <a:lnTo>
                  <a:pt x="713398" y="44380"/>
                </a:lnTo>
                <a:lnTo>
                  <a:pt x="713591" y="44120"/>
                </a:lnTo>
                <a:lnTo>
                  <a:pt x="713787" y="43870"/>
                </a:lnTo>
                <a:lnTo>
                  <a:pt x="713987" y="43631"/>
                </a:lnTo>
                <a:lnTo>
                  <a:pt x="714190" y="43402"/>
                </a:lnTo>
                <a:lnTo>
                  <a:pt x="714397" y="43183"/>
                </a:lnTo>
                <a:lnTo>
                  <a:pt x="714607" y="42974"/>
                </a:lnTo>
                <a:lnTo>
                  <a:pt x="714821" y="42775"/>
                </a:lnTo>
                <a:lnTo>
                  <a:pt x="715039" y="42587"/>
                </a:lnTo>
                <a:lnTo>
                  <a:pt x="715260" y="42409"/>
                </a:lnTo>
                <a:lnTo>
                  <a:pt x="715485" y="42241"/>
                </a:lnTo>
                <a:lnTo>
                  <a:pt x="715716" y="42081"/>
                </a:lnTo>
                <a:lnTo>
                  <a:pt x="715954" y="41929"/>
                </a:lnTo>
                <a:lnTo>
                  <a:pt x="716199" y="41783"/>
                </a:lnTo>
                <a:lnTo>
                  <a:pt x="716451" y="41643"/>
                </a:lnTo>
                <a:lnTo>
                  <a:pt x="716712" y="41511"/>
                </a:lnTo>
                <a:lnTo>
                  <a:pt x="716979" y="41385"/>
                </a:lnTo>
                <a:lnTo>
                  <a:pt x="717254" y="41267"/>
                </a:lnTo>
                <a:lnTo>
                  <a:pt x="717536" y="41155"/>
                </a:lnTo>
                <a:lnTo>
                  <a:pt x="717826" y="41049"/>
                </a:lnTo>
                <a:lnTo>
                  <a:pt x="718123" y="40951"/>
                </a:lnTo>
                <a:lnTo>
                  <a:pt x="718428" y="40859"/>
                </a:lnTo>
                <a:lnTo>
                  <a:pt x="718740" y="40774"/>
                </a:lnTo>
                <a:lnTo>
                  <a:pt x="719059" y="40696"/>
                </a:lnTo>
                <a:lnTo>
                  <a:pt x="719386" y="40625"/>
                </a:lnTo>
                <a:lnTo>
                  <a:pt x="719721" y="40561"/>
                </a:lnTo>
                <a:lnTo>
                  <a:pt x="720062" y="40503"/>
                </a:lnTo>
                <a:lnTo>
                  <a:pt x="720411" y="40452"/>
                </a:lnTo>
                <a:lnTo>
                  <a:pt x="720768" y="40408"/>
                </a:lnTo>
                <a:lnTo>
                  <a:pt x="721132" y="40371"/>
                </a:lnTo>
                <a:lnTo>
                  <a:pt x="721503" y="40340"/>
                </a:lnTo>
                <a:lnTo>
                  <a:pt x="721882" y="40316"/>
                </a:lnTo>
                <a:lnTo>
                  <a:pt x="722268" y="40299"/>
                </a:lnTo>
                <a:lnTo>
                  <a:pt x="722662" y="40289"/>
                </a:lnTo>
                <a:lnTo>
                  <a:pt x="723063" y="40286"/>
                </a:lnTo>
                <a:lnTo>
                  <a:pt x="723654" y="40290"/>
                </a:lnTo>
                <a:lnTo>
                  <a:pt x="724229" y="40301"/>
                </a:lnTo>
                <a:lnTo>
                  <a:pt x="724789" y="40321"/>
                </a:lnTo>
                <a:lnTo>
                  <a:pt x="725332" y="40348"/>
                </a:lnTo>
                <a:lnTo>
                  <a:pt x="725859" y="40384"/>
                </a:lnTo>
                <a:lnTo>
                  <a:pt x="726370" y="40427"/>
                </a:lnTo>
                <a:lnTo>
                  <a:pt x="726866" y="40478"/>
                </a:lnTo>
                <a:lnTo>
                  <a:pt x="727345" y="40537"/>
                </a:lnTo>
                <a:lnTo>
                  <a:pt x="727808" y="40604"/>
                </a:lnTo>
                <a:lnTo>
                  <a:pt x="728256" y="40678"/>
                </a:lnTo>
                <a:lnTo>
                  <a:pt x="728687" y="40761"/>
                </a:lnTo>
                <a:lnTo>
                  <a:pt x="729103" y="40851"/>
                </a:lnTo>
                <a:lnTo>
                  <a:pt x="729502" y="40949"/>
                </a:lnTo>
                <a:lnTo>
                  <a:pt x="729886" y="41055"/>
                </a:lnTo>
                <a:lnTo>
                  <a:pt x="730253" y="41169"/>
                </a:lnTo>
                <a:lnTo>
                  <a:pt x="730605" y="41290"/>
                </a:lnTo>
                <a:lnTo>
                  <a:pt x="730941" y="41420"/>
                </a:lnTo>
                <a:lnTo>
                  <a:pt x="731260" y="41557"/>
                </a:lnTo>
                <a:lnTo>
                  <a:pt x="731564" y="41703"/>
                </a:lnTo>
                <a:lnTo>
                  <a:pt x="731852" y="41856"/>
                </a:lnTo>
                <a:lnTo>
                  <a:pt x="732124" y="42017"/>
                </a:lnTo>
                <a:lnTo>
                  <a:pt x="732379" y="42185"/>
                </a:lnTo>
                <a:lnTo>
                  <a:pt x="732619" y="42362"/>
                </a:lnTo>
                <a:lnTo>
                  <a:pt x="732843" y="42546"/>
                </a:lnTo>
                <a:lnTo>
                  <a:pt x="733055" y="42740"/>
                </a:lnTo>
                <a:lnTo>
                  <a:pt x="733257" y="42944"/>
                </a:lnTo>
                <a:lnTo>
                  <a:pt x="733450" y="43159"/>
                </a:lnTo>
                <a:lnTo>
                  <a:pt x="733635" y="43384"/>
                </a:lnTo>
                <a:lnTo>
                  <a:pt x="733810" y="43620"/>
                </a:lnTo>
                <a:lnTo>
                  <a:pt x="733977" y="43866"/>
                </a:lnTo>
                <a:lnTo>
                  <a:pt x="734134" y="44123"/>
                </a:lnTo>
                <a:lnTo>
                  <a:pt x="734282" y="44391"/>
                </a:lnTo>
                <a:lnTo>
                  <a:pt x="734422" y="44669"/>
                </a:lnTo>
                <a:lnTo>
                  <a:pt x="734552" y="44958"/>
                </a:lnTo>
                <a:lnTo>
                  <a:pt x="734674" y="45257"/>
                </a:lnTo>
                <a:lnTo>
                  <a:pt x="734786" y="45567"/>
                </a:lnTo>
                <a:lnTo>
                  <a:pt x="734890" y="45887"/>
                </a:lnTo>
                <a:lnTo>
                  <a:pt x="734984" y="46218"/>
                </a:lnTo>
                <a:lnTo>
                  <a:pt x="735070" y="46560"/>
                </a:lnTo>
                <a:lnTo>
                  <a:pt x="735146" y="46912"/>
                </a:lnTo>
                <a:lnTo>
                  <a:pt x="735213" y="47275"/>
                </a:lnTo>
                <a:lnTo>
                  <a:pt x="735272" y="47648"/>
                </a:lnTo>
                <a:lnTo>
                  <a:pt x="735321" y="48032"/>
                </a:lnTo>
                <a:lnTo>
                  <a:pt x="735362" y="48426"/>
                </a:lnTo>
                <a:lnTo>
                  <a:pt x="735393" y="48832"/>
                </a:lnTo>
                <a:lnTo>
                  <a:pt x="735416" y="49247"/>
                </a:lnTo>
                <a:lnTo>
                  <a:pt x="735429" y="49673"/>
                </a:lnTo>
                <a:lnTo>
                  <a:pt x="735434" y="50110"/>
                </a:lnTo>
                <a:lnTo>
                  <a:pt x="735434" y="51944"/>
                </a:lnTo>
                <a:lnTo>
                  <a:pt x="735010" y="52117"/>
                </a:lnTo>
                <a:lnTo>
                  <a:pt x="734559" y="52290"/>
                </a:lnTo>
                <a:lnTo>
                  <a:pt x="734081" y="52465"/>
                </a:lnTo>
                <a:lnTo>
                  <a:pt x="733575" y="52641"/>
                </a:lnTo>
                <a:lnTo>
                  <a:pt x="733043" y="52818"/>
                </a:lnTo>
                <a:lnTo>
                  <a:pt x="732483" y="52996"/>
                </a:lnTo>
                <a:lnTo>
                  <a:pt x="731896" y="53176"/>
                </a:lnTo>
                <a:lnTo>
                  <a:pt x="731282" y="53356"/>
                </a:lnTo>
                <a:lnTo>
                  <a:pt x="730640" y="53538"/>
                </a:lnTo>
                <a:lnTo>
                  <a:pt x="729971" y="53720"/>
                </a:lnTo>
                <a:lnTo>
                  <a:pt x="729275" y="53904"/>
                </a:lnTo>
                <a:lnTo>
                  <a:pt x="728552" y="54089"/>
                </a:lnTo>
                <a:lnTo>
                  <a:pt x="727802" y="54275"/>
                </a:lnTo>
                <a:lnTo>
                  <a:pt x="727024" y="54462"/>
                </a:lnTo>
                <a:lnTo>
                  <a:pt x="726220" y="54650"/>
                </a:lnTo>
                <a:lnTo>
                  <a:pt x="725388" y="54840"/>
                </a:lnTo>
                <a:lnTo>
                  <a:pt x="724528" y="55030"/>
                </a:lnTo>
                <a:lnTo>
                  <a:pt x="723642" y="55222"/>
                </a:lnTo>
                <a:lnTo>
                  <a:pt x="722728" y="55414"/>
                </a:lnTo>
                <a:lnTo>
                  <a:pt x="721788" y="55608"/>
                </a:lnTo>
                <a:lnTo>
                  <a:pt x="720820" y="55803"/>
                </a:lnTo>
                <a:lnTo>
                  <a:pt x="719824" y="55999"/>
                </a:lnTo>
                <a:lnTo>
                  <a:pt x="718802" y="56196"/>
                </a:lnTo>
                <a:lnTo>
                  <a:pt x="717752" y="56395"/>
                </a:lnTo>
                <a:lnTo>
                  <a:pt x="716972" y="56546"/>
                </a:lnTo>
                <a:lnTo>
                  <a:pt x="716207" y="56700"/>
                </a:lnTo>
                <a:lnTo>
                  <a:pt x="715457" y="56856"/>
                </a:lnTo>
                <a:lnTo>
                  <a:pt x="714723" y="57014"/>
                </a:lnTo>
                <a:lnTo>
                  <a:pt x="714005" y="57174"/>
                </a:lnTo>
                <a:lnTo>
                  <a:pt x="713301" y="57336"/>
                </a:lnTo>
                <a:lnTo>
                  <a:pt x="712614" y="57500"/>
                </a:lnTo>
                <a:lnTo>
                  <a:pt x="711941" y="57666"/>
                </a:lnTo>
                <a:lnTo>
                  <a:pt x="711284" y="57835"/>
                </a:lnTo>
                <a:lnTo>
                  <a:pt x="710642" y="58006"/>
                </a:lnTo>
                <a:lnTo>
                  <a:pt x="710016" y="58178"/>
                </a:lnTo>
                <a:lnTo>
                  <a:pt x="709405" y="58353"/>
                </a:lnTo>
                <a:lnTo>
                  <a:pt x="708810" y="58531"/>
                </a:lnTo>
                <a:lnTo>
                  <a:pt x="708230" y="58710"/>
                </a:lnTo>
                <a:lnTo>
                  <a:pt x="707665" y="58891"/>
                </a:lnTo>
                <a:lnTo>
                  <a:pt x="707116" y="59074"/>
                </a:lnTo>
                <a:lnTo>
                  <a:pt x="706582" y="59260"/>
                </a:lnTo>
                <a:lnTo>
                  <a:pt x="706064" y="59448"/>
                </a:lnTo>
                <a:lnTo>
                  <a:pt x="705561" y="59638"/>
                </a:lnTo>
                <a:lnTo>
                  <a:pt x="705073" y="59830"/>
                </a:lnTo>
                <a:lnTo>
                  <a:pt x="704601" y="60024"/>
                </a:lnTo>
                <a:lnTo>
                  <a:pt x="704144" y="60220"/>
                </a:lnTo>
                <a:lnTo>
                  <a:pt x="703703" y="60418"/>
                </a:lnTo>
                <a:lnTo>
                  <a:pt x="703277" y="60619"/>
                </a:lnTo>
                <a:lnTo>
                  <a:pt x="702862" y="60824"/>
                </a:lnTo>
                <a:lnTo>
                  <a:pt x="702455" y="61037"/>
                </a:lnTo>
                <a:lnTo>
                  <a:pt x="702057" y="61257"/>
                </a:lnTo>
                <a:lnTo>
                  <a:pt x="701665" y="61484"/>
                </a:lnTo>
                <a:lnTo>
                  <a:pt x="701282" y="61719"/>
                </a:lnTo>
                <a:lnTo>
                  <a:pt x="700906" y="61961"/>
                </a:lnTo>
                <a:lnTo>
                  <a:pt x="700539" y="62211"/>
                </a:lnTo>
                <a:lnTo>
                  <a:pt x="700178" y="62468"/>
                </a:lnTo>
                <a:lnTo>
                  <a:pt x="699826" y="62732"/>
                </a:lnTo>
                <a:lnTo>
                  <a:pt x="699482" y="63004"/>
                </a:lnTo>
                <a:lnTo>
                  <a:pt x="699145" y="63283"/>
                </a:lnTo>
                <a:lnTo>
                  <a:pt x="698816" y="63570"/>
                </a:lnTo>
                <a:lnTo>
                  <a:pt x="698494" y="63864"/>
                </a:lnTo>
                <a:lnTo>
                  <a:pt x="698181" y="64165"/>
                </a:lnTo>
                <a:lnTo>
                  <a:pt x="697875" y="64474"/>
                </a:lnTo>
                <a:lnTo>
                  <a:pt x="697577" y="64790"/>
                </a:lnTo>
                <a:lnTo>
                  <a:pt x="697287" y="65114"/>
                </a:lnTo>
                <a:lnTo>
                  <a:pt x="697004" y="65445"/>
                </a:lnTo>
                <a:lnTo>
                  <a:pt x="696729" y="65783"/>
                </a:lnTo>
                <a:lnTo>
                  <a:pt x="696462" y="66129"/>
                </a:lnTo>
                <a:lnTo>
                  <a:pt x="696203" y="66482"/>
                </a:lnTo>
                <a:lnTo>
                  <a:pt x="695952" y="66842"/>
                </a:lnTo>
                <a:lnTo>
                  <a:pt x="695708" y="67210"/>
                </a:lnTo>
                <a:lnTo>
                  <a:pt x="695472" y="67585"/>
                </a:lnTo>
                <a:lnTo>
                  <a:pt x="695245" y="67966"/>
                </a:lnTo>
                <a:lnTo>
                  <a:pt x="695027" y="68352"/>
                </a:lnTo>
                <a:lnTo>
                  <a:pt x="694819" y="68742"/>
                </a:lnTo>
                <a:lnTo>
                  <a:pt x="694621" y="69136"/>
                </a:lnTo>
                <a:lnTo>
                  <a:pt x="694432" y="69534"/>
                </a:lnTo>
                <a:lnTo>
                  <a:pt x="694254" y="69937"/>
                </a:lnTo>
                <a:lnTo>
                  <a:pt x="694084" y="70344"/>
                </a:lnTo>
                <a:lnTo>
                  <a:pt x="693925" y="70756"/>
                </a:lnTo>
                <a:lnTo>
                  <a:pt x="693775" y="71172"/>
                </a:lnTo>
                <a:lnTo>
                  <a:pt x="693635" y="71592"/>
                </a:lnTo>
                <a:lnTo>
                  <a:pt x="693504" y="72017"/>
                </a:lnTo>
                <a:lnTo>
                  <a:pt x="693383" y="72446"/>
                </a:lnTo>
                <a:lnTo>
                  <a:pt x="693272" y="72880"/>
                </a:lnTo>
                <a:lnTo>
                  <a:pt x="693170" y="73317"/>
                </a:lnTo>
                <a:lnTo>
                  <a:pt x="693079" y="73760"/>
                </a:lnTo>
                <a:lnTo>
                  <a:pt x="692996" y="74206"/>
                </a:lnTo>
                <a:lnTo>
                  <a:pt x="692924" y="74657"/>
                </a:lnTo>
                <a:lnTo>
                  <a:pt x="692861" y="75112"/>
                </a:lnTo>
                <a:lnTo>
                  <a:pt x="692808" y="75572"/>
                </a:lnTo>
                <a:lnTo>
                  <a:pt x="692764" y="76036"/>
                </a:lnTo>
                <a:lnTo>
                  <a:pt x="692731" y="76505"/>
                </a:lnTo>
                <a:lnTo>
                  <a:pt x="692706" y="76977"/>
                </a:lnTo>
                <a:lnTo>
                  <a:pt x="692692" y="77455"/>
                </a:lnTo>
                <a:lnTo>
                  <a:pt x="692687" y="77936"/>
                </a:lnTo>
                <a:lnTo>
                  <a:pt x="692698" y="78662"/>
                </a:lnTo>
                <a:lnTo>
                  <a:pt x="692729" y="79377"/>
                </a:lnTo>
                <a:lnTo>
                  <a:pt x="692783" y="80082"/>
                </a:lnTo>
                <a:lnTo>
                  <a:pt x="692857" y="80776"/>
                </a:lnTo>
                <a:lnTo>
                  <a:pt x="692953" y="81460"/>
                </a:lnTo>
                <a:lnTo>
                  <a:pt x="693070" y="82133"/>
                </a:lnTo>
                <a:lnTo>
                  <a:pt x="693208" y="82795"/>
                </a:lnTo>
                <a:lnTo>
                  <a:pt x="693367" y="83447"/>
                </a:lnTo>
                <a:lnTo>
                  <a:pt x="693548" y="84089"/>
                </a:lnTo>
                <a:lnTo>
                  <a:pt x="693750" y="84720"/>
                </a:lnTo>
                <a:lnTo>
                  <a:pt x="693973" y="85340"/>
                </a:lnTo>
                <a:lnTo>
                  <a:pt x="694217" y="85950"/>
                </a:lnTo>
                <a:lnTo>
                  <a:pt x="694483" y="86550"/>
                </a:lnTo>
                <a:lnTo>
                  <a:pt x="694770" y="87138"/>
                </a:lnTo>
                <a:lnTo>
                  <a:pt x="695078" y="87717"/>
                </a:lnTo>
                <a:lnTo>
                  <a:pt x="695407" y="88285"/>
                </a:lnTo>
                <a:lnTo>
                  <a:pt x="695758" y="88842"/>
                </a:lnTo>
                <a:lnTo>
                  <a:pt x="696130" y="89389"/>
                </a:lnTo>
                <a:lnTo>
                  <a:pt x="696523" y="89925"/>
                </a:lnTo>
                <a:lnTo>
                  <a:pt x="696937" y="90451"/>
                </a:lnTo>
                <a:lnTo>
                  <a:pt x="697373" y="90966"/>
                </a:lnTo>
                <a:lnTo>
                  <a:pt x="697830" y="91470"/>
                </a:lnTo>
                <a:lnTo>
                  <a:pt x="698308" y="91965"/>
                </a:lnTo>
                <a:lnTo>
                  <a:pt x="698808" y="92448"/>
                </a:lnTo>
                <a:lnTo>
                  <a:pt x="699325" y="92917"/>
                </a:lnTo>
                <a:lnTo>
                  <a:pt x="699859" y="93365"/>
                </a:lnTo>
                <a:lnTo>
                  <a:pt x="700408" y="93794"/>
                </a:lnTo>
                <a:lnTo>
                  <a:pt x="700973" y="94202"/>
                </a:lnTo>
                <a:lnTo>
                  <a:pt x="701553" y="94591"/>
                </a:lnTo>
                <a:lnTo>
                  <a:pt x="702149" y="94959"/>
                </a:lnTo>
                <a:lnTo>
                  <a:pt x="702761" y="95308"/>
                </a:lnTo>
                <a:lnTo>
                  <a:pt x="703388" y="95637"/>
                </a:lnTo>
                <a:lnTo>
                  <a:pt x="704031" y="95946"/>
                </a:lnTo>
                <a:lnTo>
                  <a:pt x="704690" y="96235"/>
                </a:lnTo>
                <a:lnTo>
                  <a:pt x="705364" y="96504"/>
                </a:lnTo>
                <a:lnTo>
                  <a:pt x="706053" y="96753"/>
                </a:lnTo>
                <a:lnTo>
                  <a:pt x="706759" y="96982"/>
                </a:lnTo>
                <a:lnTo>
                  <a:pt x="707480" y="97192"/>
                </a:lnTo>
                <a:lnTo>
                  <a:pt x="708217" y="97381"/>
                </a:lnTo>
                <a:lnTo>
                  <a:pt x="708969" y="97550"/>
                </a:lnTo>
                <a:lnTo>
                  <a:pt x="709737" y="97700"/>
                </a:lnTo>
                <a:lnTo>
                  <a:pt x="710520" y="97830"/>
                </a:lnTo>
                <a:lnTo>
                  <a:pt x="711320" y="97939"/>
                </a:lnTo>
                <a:lnTo>
                  <a:pt x="712134" y="98029"/>
                </a:lnTo>
                <a:lnTo>
                  <a:pt x="712965" y="98099"/>
                </a:lnTo>
                <a:lnTo>
                  <a:pt x="713811" y="98148"/>
                </a:lnTo>
                <a:lnTo>
                  <a:pt x="714673" y="98178"/>
                </a:lnTo>
                <a:lnTo>
                  <a:pt x="715550" y="98188"/>
                </a:lnTo>
                <a:lnTo>
                  <a:pt x="716051" y="98184"/>
                </a:lnTo>
                <a:lnTo>
                  <a:pt x="716549" y="98173"/>
                </a:lnTo>
                <a:lnTo>
                  <a:pt x="717045" y="98153"/>
                </a:lnTo>
                <a:lnTo>
                  <a:pt x="717538" y="98125"/>
                </a:lnTo>
                <a:lnTo>
                  <a:pt x="718029" y="98090"/>
                </a:lnTo>
                <a:lnTo>
                  <a:pt x="718517" y="98047"/>
                </a:lnTo>
                <a:lnTo>
                  <a:pt x="719003" y="97995"/>
                </a:lnTo>
                <a:lnTo>
                  <a:pt x="719487" y="97936"/>
                </a:lnTo>
                <a:lnTo>
                  <a:pt x="719967" y="97870"/>
                </a:lnTo>
                <a:lnTo>
                  <a:pt x="720446" y="97795"/>
                </a:lnTo>
                <a:lnTo>
                  <a:pt x="720922" y="97712"/>
                </a:lnTo>
                <a:lnTo>
                  <a:pt x="721395" y="97622"/>
                </a:lnTo>
                <a:lnTo>
                  <a:pt x="721866" y="97523"/>
                </a:lnTo>
                <a:lnTo>
                  <a:pt x="722335" y="97417"/>
                </a:lnTo>
                <a:lnTo>
                  <a:pt x="722801" y="97303"/>
                </a:lnTo>
                <a:lnTo>
                  <a:pt x="723265" y="97181"/>
                </a:lnTo>
                <a:lnTo>
                  <a:pt x="723726" y="97051"/>
                </a:lnTo>
                <a:lnTo>
                  <a:pt x="724184" y="96913"/>
                </a:lnTo>
                <a:lnTo>
                  <a:pt x="724641" y="96768"/>
                </a:lnTo>
                <a:lnTo>
                  <a:pt x="725094" y="96614"/>
                </a:lnTo>
                <a:lnTo>
                  <a:pt x="725546" y="96453"/>
                </a:lnTo>
                <a:lnTo>
                  <a:pt x="725994" y="96283"/>
                </a:lnTo>
                <a:lnTo>
                  <a:pt x="726441" y="96106"/>
                </a:lnTo>
                <a:lnTo>
                  <a:pt x="726884" y="95921"/>
                </a:lnTo>
                <a:lnTo>
                  <a:pt x="727326" y="95729"/>
                </a:lnTo>
                <a:lnTo>
                  <a:pt x="727765" y="95528"/>
                </a:lnTo>
                <a:lnTo>
                  <a:pt x="728202" y="95319"/>
                </a:lnTo>
                <a:lnTo>
                  <a:pt x="728637" y="95103"/>
                </a:lnTo>
                <a:lnTo>
                  <a:pt x="729069" y="94878"/>
                </a:lnTo>
                <a:lnTo>
                  <a:pt x="729499" y="94646"/>
                </a:lnTo>
                <a:lnTo>
                  <a:pt x="729927" y="94406"/>
                </a:lnTo>
                <a:lnTo>
                  <a:pt x="730353" y="94158"/>
                </a:lnTo>
                <a:lnTo>
                  <a:pt x="730777" y="93902"/>
                </a:lnTo>
                <a:lnTo>
                  <a:pt x="731198" y="93639"/>
                </a:lnTo>
                <a:lnTo>
                  <a:pt x="731617" y="93367"/>
                </a:lnTo>
                <a:lnTo>
                  <a:pt x="732034" y="93088"/>
                </a:lnTo>
                <a:lnTo>
                  <a:pt x="732448" y="92801"/>
                </a:lnTo>
                <a:lnTo>
                  <a:pt x="732860" y="92505"/>
                </a:lnTo>
                <a:lnTo>
                  <a:pt x="733270" y="92202"/>
                </a:lnTo>
                <a:lnTo>
                  <a:pt x="733678" y="91891"/>
                </a:lnTo>
                <a:lnTo>
                  <a:pt x="734083" y="91573"/>
                </a:lnTo>
                <a:lnTo>
                  <a:pt x="734487" y="91246"/>
                </a:lnTo>
                <a:lnTo>
                  <a:pt x="734888" y="90911"/>
                </a:lnTo>
                <a:lnTo>
                  <a:pt x="735286" y="90569"/>
                </a:lnTo>
                <a:lnTo>
                  <a:pt x="735683" y="90219"/>
                </a:lnTo>
                <a:lnTo>
                  <a:pt x="736077" y="89861"/>
                </a:lnTo>
                <a:lnTo>
                  <a:pt x="736469" y="89495"/>
                </a:lnTo>
                <a:lnTo>
                  <a:pt x="736859" y="89121"/>
                </a:lnTo>
                <a:lnTo>
                  <a:pt x="736875" y="89166"/>
                </a:lnTo>
                <a:lnTo>
                  <a:pt x="736893" y="89215"/>
                </a:lnTo>
                <a:lnTo>
                  <a:pt x="736911" y="89268"/>
                </a:lnTo>
                <a:lnTo>
                  <a:pt x="736931" y="89324"/>
                </a:lnTo>
                <a:lnTo>
                  <a:pt x="736951" y="89384"/>
                </a:lnTo>
                <a:lnTo>
                  <a:pt x="736972" y="89449"/>
                </a:lnTo>
                <a:lnTo>
                  <a:pt x="736994" y="89517"/>
                </a:lnTo>
                <a:lnTo>
                  <a:pt x="737017" y="89589"/>
                </a:lnTo>
                <a:lnTo>
                  <a:pt x="737041" y="89664"/>
                </a:lnTo>
                <a:lnTo>
                  <a:pt x="737066" y="89744"/>
                </a:lnTo>
                <a:lnTo>
                  <a:pt x="737091" y="89827"/>
                </a:lnTo>
                <a:lnTo>
                  <a:pt x="737118" y="89914"/>
                </a:lnTo>
                <a:lnTo>
                  <a:pt x="737145" y="90005"/>
                </a:lnTo>
                <a:lnTo>
                  <a:pt x="737174" y="90100"/>
                </a:lnTo>
                <a:lnTo>
                  <a:pt x="737203" y="90199"/>
                </a:lnTo>
                <a:lnTo>
                  <a:pt x="737233" y="90301"/>
                </a:lnTo>
                <a:lnTo>
                  <a:pt x="737264" y="90407"/>
                </a:lnTo>
                <a:lnTo>
                  <a:pt x="737296" y="90517"/>
                </a:lnTo>
                <a:lnTo>
                  <a:pt x="737329" y="90631"/>
                </a:lnTo>
                <a:lnTo>
                  <a:pt x="737363" y="90749"/>
                </a:lnTo>
                <a:lnTo>
                  <a:pt x="737397" y="90871"/>
                </a:lnTo>
                <a:lnTo>
                  <a:pt x="737433" y="90996"/>
                </a:lnTo>
                <a:lnTo>
                  <a:pt x="737469" y="91125"/>
                </a:lnTo>
                <a:lnTo>
                  <a:pt x="737506" y="91258"/>
                </a:lnTo>
                <a:lnTo>
                  <a:pt x="737592" y="91552"/>
                </a:lnTo>
                <a:lnTo>
                  <a:pt x="737677" y="91840"/>
                </a:lnTo>
                <a:lnTo>
                  <a:pt x="737760" y="92121"/>
                </a:lnTo>
                <a:lnTo>
                  <a:pt x="737843" y="92397"/>
                </a:lnTo>
                <a:lnTo>
                  <a:pt x="737924" y="92666"/>
                </a:lnTo>
                <a:lnTo>
                  <a:pt x="738004" y="92930"/>
                </a:lnTo>
                <a:lnTo>
                  <a:pt x="738083" y="93187"/>
                </a:lnTo>
                <a:lnTo>
                  <a:pt x="738161" y="93439"/>
                </a:lnTo>
                <a:lnTo>
                  <a:pt x="738238" y="93684"/>
                </a:lnTo>
                <a:lnTo>
                  <a:pt x="738314" y="93923"/>
                </a:lnTo>
                <a:lnTo>
                  <a:pt x="738388" y="94156"/>
                </a:lnTo>
                <a:lnTo>
                  <a:pt x="738462" y="94383"/>
                </a:lnTo>
                <a:lnTo>
                  <a:pt x="738534" y="94604"/>
                </a:lnTo>
                <a:lnTo>
                  <a:pt x="738605" y="94819"/>
                </a:lnTo>
                <a:lnTo>
                  <a:pt x="738675" y="95028"/>
                </a:lnTo>
                <a:lnTo>
                  <a:pt x="738744" y="95231"/>
                </a:lnTo>
                <a:lnTo>
                  <a:pt x="738812" y="95427"/>
                </a:lnTo>
                <a:lnTo>
                  <a:pt x="738879" y="95618"/>
                </a:lnTo>
                <a:lnTo>
                  <a:pt x="738944" y="95802"/>
                </a:lnTo>
                <a:lnTo>
                  <a:pt x="739009" y="95981"/>
                </a:lnTo>
                <a:lnTo>
                  <a:pt x="739072" y="96153"/>
                </a:lnTo>
                <a:lnTo>
                  <a:pt x="739134" y="96319"/>
                </a:lnTo>
                <a:lnTo>
                  <a:pt x="739195" y="96480"/>
                </a:lnTo>
                <a:lnTo>
                  <a:pt x="739255" y="96634"/>
                </a:lnTo>
                <a:lnTo>
                  <a:pt x="757261" y="96634"/>
                </a:lnTo>
                <a:lnTo>
                  <a:pt x="757064" y="96225"/>
                </a:lnTo>
                <a:lnTo>
                  <a:pt x="756872" y="95818"/>
                </a:lnTo>
                <a:lnTo>
                  <a:pt x="756685" y="95413"/>
                </a:lnTo>
                <a:lnTo>
                  <a:pt x="756504" y="95010"/>
                </a:lnTo>
                <a:lnTo>
                  <a:pt x="756328" y="94610"/>
                </a:lnTo>
                <a:lnTo>
                  <a:pt x="756158" y="94211"/>
                </a:lnTo>
                <a:lnTo>
                  <a:pt x="755992" y="93815"/>
                </a:lnTo>
                <a:lnTo>
                  <a:pt x="755832" y="93421"/>
                </a:lnTo>
                <a:lnTo>
                  <a:pt x="755677" y="93029"/>
                </a:lnTo>
                <a:lnTo>
                  <a:pt x="755528" y="92639"/>
                </a:lnTo>
                <a:lnTo>
                  <a:pt x="755384" y="92251"/>
                </a:lnTo>
                <a:lnTo>
                  <a:pt x="755245" y="91865"/>
                </a:lnTo>
                <a:lnTo>
                  <a:pt x="755111" y="91482"/>
                </a:lnTo>
                <a:lnTo>
                  <a:pt x="754983" y="91100"/>
                </a:lnTo>
                <a:lnTo>
                  <a:pt x="754860" y="90721"/>
                </a:lnTo>
                <a:lnTo>
                  <a:pt x="754742" y="90344"/>
                </a:lnTo>
                <a:lnTo>
                  <a:pt x="754629" y="89969"/>
                </a:lnTo>
                <a:lnTo>
                  <a:pt x="754522" y="89596"/>
                </a:lnTo>
                <a:lnTo>
                  <a:pt x="754420" y="89226"/>
                </a:lnTo>
                <a:lnTo>
                  <a:pt x="754324" y="88857"/>
                </a:lnTo>
                <a:lnTo>
                  <a:pt x="754232" y="88491"/>
                </a:lnTo>
                <a:lnTo>
                  <a:pt x="754146" y="88127"/>
                </a:lnTo>
                <a:lnTo>
                  <a:pt x="754065" y="87764"/>
                </a:lnTo>
                <a:lnTo>
                  <a:pt x="753990" y="87404"/>
                </a:lnTo>
                <a:lnTo>
                  <a:pt x="753919" y="87037"/>
                </a:lnTo>
                <a:lnTo>
                  <a:pt x="753850" y="86654"/>
                </a:lnTo>
                <a:lnTo>
                  <a:pt x="753785" y="86253"/>
                </a:lnTo>
                <a:lnTo>
                  <a:pt x="753723" y="85836"/>
                </a:lnTo>
                <a:lnTo>
                  <a:pt x="753664" y="85403"/>
                </a:lnTo>
                <a:lnTo>
                  <a:pt x="753607" y="84953"/>
                </a:lnTo>
                <a:lnTo>
                  <a:pt x="753554" y="84487"/>
                </a:lnTo>
                <a:lnTo>
                  <a:pt x="753504" y="84004"/>
                </a:lnTo>
                <a:lnTo>
                  <a:pt x="753457" y="83505"/>
                </a:lnTo>
                <a:lnTo>
                  <a:pt x="753413" y="82989"/>
                </a:lnTo>
                <a:lnTo>
                  <a:pt x="753372" y="82456"/>
                </a:lnTo>
                <a:lnTo>
                  <a:pt x="753334" y="81907"/>
                </a:lnTo>
                <a:lnTo>
                  <a:pt x="753299" y="81342"/>
                </a:lnTo>
                <a:lnTo>
                  <a:pt x="753267" y="80760"/>
                </a:lnTo>
                <a:lnTo>
                  <a:pt x="753238" y="80161"/>
                </a:lnTo>
                <a:lnTo>
                  <a:pt x="753213" y="79546"/>
                </a:lnTo>
                <a:lnTo>
                  <a:pt x="753190" y="78914"/>
                </a:lnTo>
                <a:lnTo>
                  <a:pt x="753170" y="78266"/>
                </a:lnTo>
                <a:lnTo>
                  <a:pt x="753153" y="77601"/>
                </a:lnTo>
                <a:lnTo>
                  <a:pt x="753140" y="76920"/>
                </a:lnTo>
                <a:lnTo>
                  <a:pt x="753129" y="76222"/>
                </a:lnTo>
                <a:lnTo>
                  <a:pt x="753122" y="75508"/>
                </a:lnTo>
                <a:lnTo>
                  <a:pt x="753117" y="74777"/>
                </a:lnTo>
                <a:lnTo>
                  <a:pt x="753116" y="74030"/>
                </a:lnTo>
                <a:lnTo>
                  <a:pt x="753310" y="52786"/>
                </a:lnTo>
                <a:lnTo>
                  <a:pt x="753306" y="51811"/>
                </a:lnTo>
                <a:lnTo>
                  <a:pt x="753293" y="50862"/>
                </a:lnTo>
                <a:lnTo>
                  <a:pt x="753272" y="49939"/>
                </a:lnTo>
                <a:lnTo>
                  <a:pt x="753242" y="49041"/>
                </a:lnTo>
                <a:lnTo>
                  <a:pt x="753204" y="48169"/>
                </a:lnTo>
                <a:lnTo>
                  <a:pt x="753158" y="47323"/>
                </a:lnTo>
                <a:lnTo>
                  <a:pt x="753103" y="46503"/>
                </a:lnTo>
                <a:lnTo>
                  <a:pt x="753040" y="45708"/>
                </a:lnTo>
                <a:lnTo>
                  <a:pt x="752968" y="44939"/>
                </a:lnTo>
                <a:lnTo>
                  <a:pt x="752888" y="44196"/>
                </a:lnTo>
                <a:lnTo>
                  <a:pt x="752800" y="43479"/>
                </a:lnTo>
                <a:lnTo>
                  <a:pt x="752703" y="42787"/>
                </a:lnTo>
                <a:lnTo>
                  <a:pt x="752597" y="42122"/>
                </a:lnTo>
                <a:lnTo>
                  <a:pt x="752483" y="41481"/>
                </a:lnTo>
                <a:lnTo>
                  <a:pt x="752361" y="40867"/>
                </a:lnTo>
                <a:lnTo>
                  <a:pt x="752230" y="40278"/>
                </a:lnTo>
                <a:lnTo>
                  <a:pt x="752091" y="39716"/>
                </a:lnTo>
                <a:lnTo>
                  <a:pt x="751944" y="39179"/>
                </a:lnTo>
                <a:lnTo>
                  <a:pt x="751788" y="38667"/>
                </a:lnTo>
                <a:lnTo>
                  <a:pt x="751623" y="38182"/>
                </a:lnTo>
                <a:lnTo>
                  <a:pt x="751450" y="37722"/>
                </a:lnTo>
                <a:lnTo>
                  <a:pt x="751269" y="37288"/>
                </a:lnTo>
                <a:lnTo>
                  <a:pt x="751079" y="36879"/>
                </a:lnTo>
                <a:lnTo>
                  <a:pt x="750881" y="36497"/>
                </a:lnTo>
                <a:lnTo>
                  <a:pt x="750673" y="36130"/>
                </a:lnTo>
                <a:lnTo>
                  <a:pt x="750452" y="35768"/>
                </a:lnTo>
                <a:lnTo>
                  <a:pt x="750219" y="35412"/>
                </a:lnTo>
                <a:lnTo>
                  <a:pt x="749973" y="35061"/>
                </a:lnTo>
                <a:lnTo>
                  <a:pt x="749716" y="34716"/>
                </a:lnTo>
                <a:lnTo>
                  <a:pt x="749446" y="34376"/>
                </a:lnTo>
                <a:lnTo>
                  <a:pt x="749164" y="34041"/>
                </a:lnTo>
                <a:lnTo>
                  <a:pt x="748870" y="33712"/>
                </a:lnTo>
                <a:lnTo>
                  <a:pt x="748563" y="33388"/>
                </a:lnTo>
                <a:lnTo>
                  <a:pt x="748244" y="33069"/>
                </a:lnTo>
                <a:lnTo>
                  <a:pt x="747913" y="32756"/>
                </a:lnTo>
                <a:lnTo>
                  <a:pt x="747570" y="32449"/>
                </a:lnTo>
                <a:lnTo>
                  <a:pt x="747214" y="32147"/>
                </a:lnTo>
                <a:lnTo>
                  <a:pt x="746846" y="31850"/>
                </a:lnTo>
                <a:lnTo>
                  <a:pt x="746466" y="31558"/>
                </a:lnTo>
                <a:lnTo>
                  <a:pt x="746074" y="31272"/>
                </a:lnTo>
                <a:lnTo>
                  <a:pt x="745669" y="30991"/>
                </a:lnTo>
                <a:lnTo>
                  <a:pt x="745252" y="30716"/>
                </a:lnTo>
                <a:lnTo>
                  <a:pt x="744823" y="30446"/>
                </a:lnTo>
                <a:lnTo>
                  <a:pt x="744382" y="30182"/>
                </a:lnTo>
                <a:lnTo>
                  <a:pt x="743928" y="29923"/>
                </a:lnTo>
                <a:lnTo>
                  <a:pt x="743462" y="29669"/>
                </a:lnTo>
                <a:lnTo>
                  <a:pt x="742984" y="29421"/>
                </a:lnTo>
                <a:lnTo>
                  <a:pt x="742494" y="29178"/>
                </a:lnTo>
                <a:lnTo>
                  <a:pt x="741986" y="28943"/>
                </a:lnTo>
                <a:lnTo>
                  <a:pt x="741457" y="28718"/>
                </a:lnTo>
                <a:lnTo>
                  <a:pt x="740907" y="28502"/>
                </a:lnTo>
                <a:lnTo>
                  <a:pt x="740335" y="28297"/>
                </a:lnTo>
                <a:lnTo>
                  <a:pt x="739741" y="28102"/>
                </a:lnTo>
                <a:lnTo>
                  <a:pt x="739126" y="27917"/>
                </a:lnTo>
                <a:lnTo>
                  <a:pt x="738489" y="27742"/>
                </a:lnTo>
                <a:lnTo>
                  <a:pt x="737830" y="27577"/>
                </a:lnTo>
                <a:lnTo>
                  <a:pt x="737150" y="27422"/>
                </a:lnTo>
                <a:lnTo>
                  <a:pt x="736449" y="27277"/>
                </a:lnTo>
                <a:lnTo>
                  <a:pt x="735725" y="27141"/>
                </a:lnTo>
                <a:lnTo>
                  <a:pt x="734980" y="27016"/>
                </a:lnTo>
                <a:lnTo>
                  <a:pt x="734214" y="26901"/>
                </a:lnTo>
                <a:lnTo>
                  <a:pt x="733426" y="26796"/>
                </a:lnTo>
                <a:lnTo>
                  <a:pt x="732616" y="26701"/>
                </a:lnTo>
                <a:lnTo>
                  <a:pt x="731785" y="26616"/>
                </a:lnTo>
                <a:lnTo>
                  <a:pt x="730932" y="26541"/>
                </a:lnTo>
                <a:lnTo>
                  <a:pt x="730058" y="26476"/>
                </a:lnTo>
                <a:lnTo>
                  <a:pt x="729162" y="26421"/>
                </a:lnTo>
                <a:lnTo>
                  <a:pt x="728245" y="26376"/>
                </a:lnTo>
                <a:lnTo>
                  <a:pt x="727305" y="26341"/>
                </a:lnTo>
                <a:lnTo>
                  <a:pt x="726345" y="26316"/>
                </a:lnTo>
                <a:lnTo>
                  <a:pt x="725362" y="26301"/>
                </a:lnTo>
                <a:lnTo>
                  <a:pt x="724359" y="26296"/>
                </a:lnTo>
                <a:lnTo>
                  <a:pt x="723253" y="26304"/>
                </a:lnTo>
                <a:lnTo>
                  <a:pt x="722170" y="26330"/>
                </a:lnTo>
                <a:lnTo>
                  <a:pt x="721110" y="26372"/>
                </a:lnTo>
                <a:lnTo>
                  <a:pt x="720073" y="26431"/>
                </a:lnTo>
                <a:lnTo>
                  <a:pt x="719059" y="26507"/>
                </a:lnTo>
                <a:lnTo>
                  <a:pt x="718068" y="26599"/>
                </a:lnTo>
                <a:lnTo>
                  <a:pt x="717100" y="26709"/>
                </a:lnTo>
                <a:lnTo>
                  <a:pt x="716155" y="26836"/>
                </a:lnTo>
                <a:lnTo>
                  <a:pt x="715232" y="26979"/>
                </a:lnTo>
                <a:lnTo>
                  <a:pt x="714333" y="27139"/>
                </a:lnTo>
                <a:lnTo>
                  <a:pt x="713457" y="27316"/>
                </a:lnTo>
                <a:lnTo>
                  <a:pt x="712603" y="27510"/>
                </a:lnTo>
                <a:lnTo>
                  <a:pt x="711773" y="27721"/>
                </a:lnTo>
                <a:lnTo>
                  <a:pt x="710965" y="27949"/>
                </a:lnTo>
                <a:lnTo>
                  <a:pt x="710180" y="28193"/>
                </a:lnTo>
                <a:lnTo>
                  <a:pt x="709419" y="28455"/>
                </a:lnTo>
                <a:lnTo>
                  <a:pt x="708680" y="28733"/>
                </a:lnTo>
                <a:lnTo>
                  <a:pt x="707964" y="29028"/>
                </a:lnTo>
                <a:lnTo>
                  <a:pt x="707271" y="29340"/>
                </a:lnTo>
                <a:lnTo>
                  <a:pt x="706601" y="29669"/>
                </a:lnTo>
                <a:lnTo>
                  <a:pt x="705954" y="30015"/>
                </a:lnTo>
                <a:lnTo>
                  <a:pt x="705330" y="30378"/>
                </a:lnTo>
                <a:lnTo>
                  <a:pt x="704729" y="30757"/>
                </a:lnTo>
                <a:lnTo>
                  <a:pt x="704151" y="31153"/>
                </a:lnTo>
                <a:lnTo>
                  <a:pt x="703591" y="31567"/>
                </a:lnTo>
                <a:lnTo>
                  <a:pt x="703045" y="31999"/>
                </a:lnTo>
                <a:lnTo>
                  <a:pt x="702514" y="32449"/>
                </a:lnTo>
                <a:lnTo>
                  <a:pt x="701996" y="32918"/>
                </a:lnTo>
                <a:lnTo>
                  <a:pt x="701492" y="33404"/>
                </a:lnTo>
                <a:lnTo>
                  <a:pt x="701002" y="33909"/>
                </a:lnTo>
                <a:lnTo>
                  <a:pt x="700525" y="34432"/>
                </a:lnTo>
                <a:lnTo>
                  <a:pt x="700063" y="34974"/>
                </a:lnTo>
                <a:lnTo>
                  <a:pt x="699615" y="35533"/>
                </a:lnTo>
                <a:lnTo>
                  <a:pt x="699181" y="36111"/>
                </a:lnTo>
                <a:lnTo>
                  <a:pt x="698761" y="36707"/>
                </a:lnTo>
                <a:lnTo>
                  <a:pt x="698354" y="37322"/>
                </a:lnTo>
                <a:lnTo>
                  <a:pt x="697962" y="37954"/>
                </a:lnTo>
                <a:lnTo>
                  <a:pt x="697583" y="38605"/>
                </a:lnTo>
                <a:lnTo>
                  <a:pt x="697219" y="39274"/>
                </a:lnTo>
                <a:lnTo>
                  <a:pt x="696868" y="39961"/>
                </a:lnTo>
                <a:lnTo>
                  <a:pt x="696531" y="40666"/>
                </a:lnTo>
                <a:lnTo>
                  <a:pt x="696209" y="41390"/>
                </a:lnTo>
                <a:lnTo>
                  <a:pt x="695900" y="42132"/>
                </a:lnTo>
                <a:lnTo>
                  <a:pt x="695605" y="42892"/>
                </a:lnTo>
                <a:lnTo>
                  <a:pt x="695324" y="43670"/>
                </a:lnTo>
                <a:lnTo>
                  <a:pt x="695057" y="44467"/>
                </a:lnTo>
                <a:lnTo>
                  <a:pt x="694804" y="45282"/>
                </a:lnTo>
                <a:lnTo>
                  <a:pt x="694565" y="46115"/>
                </a:lnTo>
                <a:lnTo>
                  <a:pt x="711081" y="49094"/>
                </a:lnTo>
                <a:lnTo>
                  <a:pt x="711223" y="48691"/>
                </a:lnTo>
                <a:lnTo>
                  <a:pt x="711369" y="48298"/>
                </a:lnTo>
                <a:lnTo>
                  <a:pt x="711518" y="47915"/>
                </a:lnTo>
                <a:lnTo>
                  <a:pt x="711671" y="47543"/>
                </a:lnTo>
                <a:lnTo>
                  <a:pt x="711828" y="47180"/>
                </a:lnTo>
                <a:lnTo>
                  <a:pt x="711988" y="46828"/>
                </a:lnTo>
                <a:close/>
                <a:moveTo>
                  <a:pt x="735403" y="69958"/>
                </a:moveTo>
                <a:lnTo>
                  <a:pt x="735389" y="70417"/>
                </a:lnTo>
                <a:lnTo>
                  <a:pt x="735373" y="70862"/>
                </a:lnTo>
                <a:lnTo>
                  <a:pt x="735355" y="71292"/>
                </a:lnTo>
                <a:lnTo>
                  <a:pt x="735334" y="71708"/>
                </a:lnTo>
                <a:lnTo>
                  <a:pt x="735310" y="72109"/>
                </a:lnTo>
                <a:lnTo>
                  <a:pt x="735284" y="72496"/>
                </a:lnTo>
                <a:lnTo>
                  <a:pt x="735256" y="72869"/>
                </a:lnTo>
                <a:lnTo>
                  <a:pt x="735225" y="73227"/>
                </a:lnTo>
                <a:lnTo>
                  <a:pt x="735191" y="73570"/>
                </a:lnTo>
                <a:lnTo>
                  <a:pt x="735156" y="73899"/>
                </a:lnTo>
                <a:lnTo>
                  <a:pt x="735117" y="74214"/>
                </a:lnTo>
                <a:lnTo>
                  <a:pt x="735076" y="74514"/>
                </a:lnTo>
                <a:lnTo>
                  <a:pt x="735033" y="74800"/>
                </a:lnTo>
                <a:lnTo>
                  <a:pt x="734987" y="75071"/>
                </a:lnTo>
                <a:lnTo>
                  <a:pt x="734939" y="75328"/>
                </a:lnTo>
                <a:lnTo>
                  <a:pt x="734888" y="75571"/>
                </a:lnTo>
                <a:lnTo>
                  <a:pt x="734835" y="75799"/>
                </a:lnTo>
                <a:lnTo>
                  <a:pt x="734780" y="76013"/>
                </a:lnTo>
                <a:lnTo>
                  <a:pt x="734721" y="76212"/>
                </a:lnTo>
                <a:lnTo>
                  <a:pt x="734631" y="76503"/>
                </a:lnTo>
                <a:lnTo>
                  <a:pt x="734533" y="76791"/>
                </a:lnTo>
                <a:lnTo>
                  <a:pt x="734427" y="77075"/>
                </a:lnTo>
                <a:lnTo>
                  <a:pt x="734313" y="77355"/>
                </a:lnTo>
                <a:lnTo>
                  <a:pt x="734191" y="77632"/>
                </a:lnTo>
                <a:lnTo>
                  <a:pt x="734062" y="77904"/>
                </a:lnTo>
                <a:lnTo>
                  <a:pt x="733924" y="78173"/>
                </a:lnTo>
                <a:lnTo>
                  <a:pt x="733779" y="78438"/>
                </a:lnTo>
                <a:lnTo>
                  <a:pt x="733625" y="78700"/>
                </a:lnTo>
                <a:lnTo>
                  <a:pt x="733464" y="78957"/>
                </a:lnTo>
                <a:lnTo>
                  <a:pt x="733295" y="79211"/>
                </a:lnTo>
                <a:lnTo>
                  <a:pt x="733118" y="79461"/>
                </a:lnTo>
                <a:lnTo>
                  <a:pt x="732934" y="79707"/>
                </a:lnTo>
                <a:lnTo>
                  <a:pt x="732741" y="79949"/>
                </a:lnTo>
                <a:lnTo>
                  <a:pt x="732541" y="80188"/>
                </a:lnTo>
                <a:lnTo>
                  <a:pt x="732332" y="80423"/>
                </a:lnTo>
                <a:lnTo>
                  <a:pt x="732116" y="80653"/>
                </a:lnTo>
                <a:lnTo>
                  <a:pt x="731892" y="80881"/>
                </a:lnTo>
                <a:lnTo>
                  <a:pt x="731660" y="81104"/>
                </a:lnTo>
                <a:lnTo>
                  <a:pt x="731420" y="81324"/>
                </a:lnTo>
                <a:lnTo>
                  <a:pt x="731172" y="81540"/>
                </a:lnTo>
                <a:lnTo>
                  <a:pt x="730917" y="81752"/>
                </a:lnTo>
                <a:lnTo>
                  <a:pt x="730653" y="81960"/>
                </a:lnTo>
                <a:lnTo>
                  <a:pt x="730382" y="82164"/>
                </a:lnTo>
                <a:lnTo>
                  <a:pt x="730009" y="82425"/>
                </a:lnTo>
                <a:lnTo>
                  <a:pt x="729634" y="82675"/>
                </a:lnTo>
                <a:lnTo>
                  <a:pt x="729258" y="82914"/>
                </a:lnTo>
                <a:lnTo>
                  <a:pt x="728880" y="83142"/>
                </a:lnTo>
                <a:lnTo>
                  <a:pt x="728500" y="83359"/>
                </a:lnTo>
                <a:lnTo>
                  <a:pt x="728119" y="83564"/>
                </a:lnTo>
                <a:lnTo>
                  <a:pt x="727736" y="83759"/>
                </a:lnTo>
                <a:lnTo>
                  <a:pt x="727352" y="83942"/>
                </a:lnTo>
                <a:lnTo>
                  <a:pt x="726966" y="84114"/>
                </a:lnTo>
                <a:lnTo>
                  <a:pt x="726579" y="84275"/>
                </a:lnTo>
                <a:lnTo>
                  <a:pt x="726190" y="84425"/>
                </a:lnTo>
                <a:lnTo>
                  <a:pt x="725800" y="84564"/>
                </a:lnTo>
                <a:lnTo>
                  <a:pt x="725408" y="84692"/>
                </a:lnTo>
                <a:lnTo>
                  <a:pt x="725014" y="84809"/>
                </a:lnTo>
                <a:lnTo>
                  <a:pt x="724619" y="84914"/>
                </a:lnTo>
                <a:lnTo>
                  <a:pt x="724222" y="85009"/>
                </a:lnTo>
                <a:lnTo>
                  <a:pt x="723823" y="85092"/>
                </a:lnTo>
                <a:lnTo>
                  <a:pt x="723423" y="85164"/>
                </a:lnTo>
                <a:lnTo>
                  <a:pt x="723022" y="85225"/>
                </a:lnTo>
                <a:lnTo>
                  <a:pt x="722619" y="85275"/>
                </a:lnTo>
                <a:lnTo>
                  <a:pt x="722214" y="85314"/>
                </a:lnTo>
                <a:lnTo>
                  <a:pt x="721808" y="85342"/>
                </a:lnTo>
                <a:lnTo>
                  <a:pt x="721400" y="85359"/>
                </a:lnTo>
                <a:lnTo>
                  <a:pt x="720991" y="85364"/>
                </a:lnTo>
                <a:lnTo>
                  <a:pt x="720626" y="85359"/>
                </a:lnTo>
                <a:lnTo>
                  <a:pt x="720267" y="85345"/>
                </a:lnTo>
                <a:lnTo>
                  <a:pt x="719914" y="85321"/>
                </a:lnTo>
                <a:lnTo>
                  <a:pt x="719566" y="85288"/>
                </a:lnTo>
                <a:lnTo>
                  <a:pt x="719223" y="85245"/>
                </a:lnTo>
                <a:lnTo>
                  <a:pt x="718886" y="85192"/>
                </a:lnTo>
                <a:lnTo>
                  <a:pt x="718554" y="85130"/>
                </a:lnTo>
                <a:lnTo>
                  <a:pt x="718227" y="85059"/>
                </a:lnTo>
                <a:lnTo>
                  <a:pt x="717906" y="84977"/>
                </a:lnTo>
                <a:lnTo>
                  <a:pt x="717590" y="84887"/>
                </a:lnTo>
                <a:lnTo>
                  <a:pt x="717280" y="84786"/>
                </a:lnTo>
                <a:lnTo>
                  <a:pt x="716975" y="84677"/>
                </a:lnTo>
                <a:lnTo>
                  <a:pt x="716675" y="84557"/>
                </a:lnTo>
                <a:lnTo>
                  <a:pt x="716381" y="84428"/>
                </a:lnTo>
                <a:lnTo>
                  <a:pt x="716093" y="84290"/>
                </a:lnTo>
                <a:lnTo>
                  <a:pt x="715809" y="84142"/>
                </a:lnTo>
                <a:lnTo>
                  <a:pt x="715531" y="83984"/>
                </a:lnTo>
                <a:lnTo>
                  <a:pt x="715259" y="83817"/>
                </a:lnTo>
                <a:lnTo>
                  <a:pt x="714991" y="83640"/>
                </a:lnTo>
                <a:lnTo>
                  <a:pt x="714730" y="83454"/>
                </a:lnTo>
                <a:lnTo>
                  <a:pt x="714473" y="83258"/>
                </a:lnTo>
                <a:lnTo>
                  <a:pt x="714222" y="83053"/>
                </a:lnTo>
                <a:lnTo>
                  <a:pt x="713977" y="82838"/>
                </a:lnTo>
                <a:lnTo>
                  <a:pt x="713737" y="82614"/>
                </a:lnTo>
                <a:lnTo>
                  <a:pt x="713504" y="82382"/>
                </a:lnTo>
                <a:lnTo>
                  <a:pt x="713281" y="82148"/>
                </a:lnTo>
                <a:lnTo>
                  <a:pt x="713069" y="81909"/>
                </a:lnTo>
                <a:lnTo>
                  <a:pt x="712866" y="81668"/>
                </a:lnTo>
                <a:lnTo>
                  <a:pt x="712673" y="81422"/>
                </a:lnTo>
                <a:lnTo>
                  <a:pt x="712490" y="81173"/>
                </a:lnTo>
                <a:lnTo>
                  <a:pt x="712317" y="80921"/>
                </a:lnTo>
                <a:lnTo>
                  <a:pt x="712153" y="80665"/>
                </a:lnTo>
                <a:lnTo>
                  <a:pt x="712000" y="80405"/>
                </a:lnTo>
                <a:lnTo>
                  <a:pt x="711857" y="80142"/>
                </a:lnTo>
                <a:lnTo>
                  <a:pt x="711723" y="79875"/>
                </a:lnTo>
                <a:lnTo>
                  <a:pt x="711599" y="79605"/>
                </a:lnTo>
                <a:lnTo>
                  <a:pt x="711485" y="79331"/>
                </a:lnTo>
                <a:lnTo>
                  <a:pt x="711382" y="79054"/>
                </a:lnTo>
                <a:lnTo>
                  <a:pt x="711288" y="78773"/>
                </a:lnTo>
                <a:lnTo>
                  <a:pt x="711203" y="78488"/>
                </a:lnTo>
                <a:lnTo>
                  <a:pt x="711129" y="78200"/>
                </a:lnTo>
                <a:lnTo>
                  <a:pt x="711065" y="77909"/>
                </a:lnTo>
                <a:lnTo>
                  <a:pt x="711010" y="77613"/>
                </a:lnTo>
                <a:lnTo>
                  <a:pt x="710966" y="77315"/>
                </a:lnTo>
                <a:lnTo>
                  <a:pt x="710931" y="77012"/>
                </a:lnTo>
                <a:lnTo>
                  <a:pt x="710907" y="76707"/>
                </a:lnTo>
                <a:lnTo>
                  <a:pt x="710892" y="76397"/>
                </a:lnTo>
                <a:lnTo>
                  <a:pt x="710887" y="76084"/>
                </a:lnTo>
                <a:lnTo>
                  <a:pt x="710893" y="75767"/>
                </a:lnTo>
                <a:lnTo>
                  <a:pt x="710912" y="75454"/>
                </a:lnTo>
                <a:lnTo>
                  <a:pt x="710942" y="75145"/>
                </a:lnTo>
                <a:lnTo>
                  <a:pt x="710986" y="74842"/>
                </a:lnTo>
                <a:lnTo>
                  <a:pt x="711041" y="74543"/>
                </a:lnTo>
                <a:lnTo>
                  <a:pt x="711109" y="74248"/>
                </a:lnTo>
                <a:lnTo>
                  <a:pt x="711190" y="73959"/>
                </a:lnTo>
                <a:lnTo>
                  <a:pt x="711283" y="73674"/>
                </a:lnTo>
                <a:lnTo>
                  <a:pt x="711388" y="73394"/>
                </a:lnTo>
                <a:lnTo>
                  <a:pt x="711505" y="73118"/>
                </a:lnTo>
                <a:lnTo>
                  <a:pt x="711635" y="72847"/>
                </a:lnTo>
                <a:lnTo>
                  <a:pt x="711777" y="72581"/>
                </a:lnTo>
                <a:lnTo>
                  <a:pt x="711932" y="72319"/>
                </a:lnTo>
                <a:lnTo>
                  <a:pt x="712099" y="72062"/>
                </a:lnTo>
                <a:lnTo>
                  <a:pt x="712278" y="71810"/>
                </a:lnTo>
                <a:lnTo>
                  <a:pt x="712470" y="71562"/>
                </a:lnTo>
                <a:lnTo>
                  <a:pt x="712674" y="71319"/>
                </a:lnTo>
                <a:lnTo>
                  <a:pt x="712891" y="71081"/>
                </a:lnTo>
                <a:lnTo>
                  <a:pt x="713119" y="70847"/>
                </a:lnTo>
                <a:lnTo>
                  <a:pt x="713361" y="70618"/>
                </a:lnTo>
                <a:lnTo>
                  <a:pt x="713614" y="70394"/>
                </a:lnTo>
                <a:lnTo>
                  <a:pt x="713880" y="70174"/>
                </a:lnTo>
                <a:lnTo>
                  <a:pt x="714158" y="69959"/>
                </a:lnTo>
                <a:lnTo>
                  <a:pt x="714449" y="69749"/>
                </a:lnTo>
                <a:lnTo>
                  <a:pt x="714652" y="69621"/>
                </a:lnTo>
                <a:lnTo>
                  <a:pt x="714874" y="69493"/>
                </a:lnTo>
                <a:lnTo>
                  <a:pt x="715114" y="69364"/>
                </a:lnTo>
                <a:lnTo>
                  <a:pt x="715372" y="69235"/>
                </a:lnTo>
                <a:lnTo>
                  <a:pt x="715648" y="69106"/>
                </a:lnTo>
                <a:lnTo>
                  <a:pt x="715943" y="68977"/>
                </a:lnTo>
                <a:lnTo>
                  <a:pt x="716255" y="68848"/>
                </a:lnTo>
                <a:lnTo>
                  <a:pt x="716586" y="68718"/>
                </a:lnTo>
                <a:lnTo>
                  <a:pt x="716936" y="68588"/>
                </a:lnTo>
                <a:lnTo>
                  <a:pt x="717303" y="68458"/>
                </a:lnTo>
                <a:lnTo>
                  <a:pt x="717688" y="68328"/>
                </a:lnTo>
                <a:lnTo>
                  <a:pt x="718092" y="68197"/>
                </a:lnTo>
                <a:lnTo>
                  <a:pt x="718514" y="68066"/>
                </a:lnTo>
                <a:lnTo>
                  <a:pt x="718954" y="67935"/>
                </a:lnTo>
                <a:lnTo>
                  <a:pt x="719413" y="67804"/>
                </a:lnTo>
                <a:lnTo>
                  <a:pt x="719890" y="67673"/>
                </a:lnTo>
                <a:lnTo>
                  <a:pt x="720384" y="67541"/>
                </a:lnTo>
                <a:lnTo>
                  <a:pt x="720897" y="67409"/>
                </a:lnTo>
                <a:lnTo>
                  <a:pt x="721429" y="67277"/>
                </a:lnTo>
                <a:lnTo>
                  <a:pt x="721978" y="67145"/>
                </a:lnTo>
                <a:lnTo>
                  <a:pt x="722546" y="67013"/>
                </a:lnTo>
                <a:lnTo>
                  <a:pt x="723132" y="66880"/>
                </a:lnTo>
                <a:lnTo>
                  <a:pt x="723736" y="66747"/>
                </a:lnTo>
                <a:lnTo>
                  <a:pt x="724359" y="66614"/>
                </a:lnTo>
                <a:lnTo>
                  <a:pt x="724983" y="66481"/>
                </a:lnTo>
                <a:lnTo>
                  <a:pt x="725593" y="66350"/>
                </a:lnTo>
                <a:lnTo>
                  <a:pt x="726189" y="66221"/>
                </a:lnTo>
                <a:lnTo>
                  <a:pt x="726771" y="66093"/>
                </a:lnTo>
                <a:lnTo>
                  <a:pt x="727339" y="65966"/>
                </a:lnTo>
                <a:lnTo>
                  <a:pt x="727892" y="65841"/>
                </a:lnTo>
                <a:lnTo>
                  <a:pt x="728432" y="65718"/>
                </a:lnTo>
                <a:lnTo>
                  <a:pt x="728957" y="65596"/>
                </a:lnTo>
                <a:lnTo>
                  <a:pt x="729468" y="65476"/>
                </a:lnTo>
                <a:lnTo>
                  <a:pt x="729965" y="65358"/>
                </a:lnTo>
                <a:lnTo>
                  <a:pt x="730448" y="65241"/>
                </a:lnTo>
                <a:lnTo>
                  <a:pt x="730916" y="65125"/>
                </a:lnTo>
                <a:lnTo>
                  <a:pt x="731371" y="65011"/>
                </a:lnTo>
                <a:lnTo>
                  <a:pt x="731811" y="64899"/>
                </a:lnTo>
                <a:lnTo>
                  <a:pt x="732237" y="64788"/>
                </a:lnTo>
                <a:lnTo>
                  <a:pt x="732649" y="64679"/>
                </a:lnTo>
                <a:lnTo>
                  <a:pt x="733047" y="64571"/>
                </a:lnTo>
                <a:lnTo>
                  <a:pt x="733430" y="64465"/>
                </a:lnTo>
                <a:lnTo>
                  <a:pt x="733799" y="64361"/>
                </a:lnTo>
                <a:lnTo>
                  <a:pt x="734155" y="64258"/>
                </a:lnTo>
                <a:lnTo>
                  <a:pt x="734496" y="64156"/>
                </a:lnTo>
                <a:lnTo>
                  <a:pt x="734823" y="64056"/>
                </a:lnTo>
                <a:lnTo>
                  <a:pt x="735135" y="63958"/>
                </a:lnTo>
                <a:lnTo>
                  <a:pt x="735434" y="63861"/>
                </a:lnTo>
                <a:lnTo>
                  <a:pt x="735434" y="67446"/>
                </a:lnTo>
                <a:lnTo>
                  <a:pt x="735433" y="67977"/>
                </a:lnTo>
                <a:lnTo>
                  <a:pt x="735429" y="68494"/>
                </a:lnTo>
                <a:lnTo>
                  <a:pt x="735423" y="68996"/>
                </a:lnTo>
                <a:lnTo>
                  <a:pt x="735414" y="69484"/>
                </a:lnTo>
                <a:lnTo>
                  <a:pt x="735403" y="69958"/>
                </a:lnTo>
                <a:close/>
                <a:moveTo>
                  <a:pt x="1156697" y="77155"/>
                </a:moveTo>
                <a:lnTo>
                  <a:pt x="1156540" y="77522"/>
                </a:lnTo>
                <a:lnTo>
                  <a:pt x="1156379" y="77880"/>
                </a:lnTo>
                <a:lnTo>
                  <a:pt x="1156213" y="78228"/>
                </a:lnTo>
                <a:lnTo>
                  <a:pt x="1156042" y="78565"/>
                </a:lnTo>
                <a:lnTo>
                  <a:pt x="1155866" y="78893"/>
                </a:lnTo>
                <a:lnTo>
                  <a:pt x="1155685" y="79211"/>
                </a:lnTo>
                <a:lnTo>
                  <a:pt x="1155499" y="79519"/>
                </a:lnTo>
                <a:lnTo>
                  <a:pt x="1155308" y="79818"/>
                </a:lnTo>
                <a:lnTo>
                  <a:pt x="1155112" y="80106"/>
                </a:lnTo>
                <a:lnTo>
                  <a:pt x="1154911" y="80384"/>
                </a:lnTo>
                <a:lnTo>
                  <a:pt x="1154705" y="80653"/>
                </a:lnTo>
                <a:lnTo>
                  <a:pt x="1154495" y="80911"/>
                </a:lnTo>
                <a:lnTo>
                  <a:pt x="1154279" y="81160"/>
                </a:lnTo>
                <a:lnTo>
                  <a:pt x="1154058" y="81399"/>
                </a:lnTo>
                <a:lnTo>
                  <a:pt x="1153833" y="81628"/>
                </a:lnTo>
                <a:lnTo>
                  <a:pt x="1153602" y="81847"/>
                </a:lnTo>
                <a:lnTo>
                  <a:pt x="1153367" y="82056"/>
                </a:lnTo>
                <a:lnTo>
                  <a:pt x="1153126" y="82255"/>
                </a:lnTo>
                <a:lnTo>
                  <a:pt x="1152881" y="82446"/>
                </a:lnTo>
                <a:lnTo>
                  <a:pt x="1152631" y="82628"/>
                </a:lnTo>
                <a:lnTo>
                  <a:pt x="1152377" y="82802"/>
                </a:lnTo>
                <a:lnTo>
                  <a:pt x="1152117" y="82968"/>
                </a:lnTo>
                <a:lnTo>
                  <a:pt x="1151853" y="83126"/>
                </a:lnTo>
                <a:lnTo>
                  <a:pt x="1151584" y="83275"/>
                </a:lnTo>
                <a:lnTo>
                  <a:pt x="1151311" y="83417"/>
                </a:lnTo>
                <a:lnTo>
                  <a:pt x="1151032" y="83551"/>
                </a:lnTo>
                <a:lnTo>
                  <a:pt x="1150749" y="83676"/>
                </a:lnTo>
                <a:lnTo>
                  <a:pt x="1150462" y="83794"/>
                </a:lnTo>
                <a:lnTo>
                  <a:pt x="1150169" y="83903"/>
                </a:lnTo>
                <a:lnTo>
                  <a:pt x="1149872" y="84004"/>
                </a:lnTo>
                <a:lnTo>
                  <a:pt x="1149570" y="84097"/>
                </a:lnTo>
                <a:lnTo>
                  <a:pt x="1149263" y="84182"/>
                </a:lnTo>
                <a:lnTo>
                  <a:pt x="1148952" y="84259"/>
                </a:lnTo>
                <a:lnTo>
                  <a:pt x="1148636" y="84328"/>
                </a:lnTo>
                <a:lnTo>
                  <a:pt x="1148315" y="84389"/>
                </a:lnTo>
                <a:lnTo>
                  <a:pt x="1147990" y="84441"/>
                </a:lnTo>
                <a:lnTo>
                  <a:pt x="1147659" y="84486"/>
                </a:lnTo>
                <a:lnTo>
                  <a:pt x="1147324" y="84522"/>
                </a:lnTo>
                <a:lnTo>
                  <a:pt x="1146985" y="84551"/>
                </a:lnTo>
                <a:lnTo>
                  <a:pt x="1146640" y="84571"/>
                </a:lnTo>
                <a:lnTo>
                  <a:pt x="1146291" y="84583"/>
                </a:lnTo>
                <a:lnTo>
                  <a:pt x="1145937" y="84587"/>
                </a:lnTo>
                <a:lnTo>
                  <a:pt x="1145417" y="84579"/>
                </a:lnTo>
                <a:lnTo>
                  <a:pt x="1144904" y="84556"/>
                </a:lnTo>
                <a:lnTo>
                  <a:pt x="1144399" y="84517"/>
                </a:lnTo>
                <a:lnTo>
                  <a:pt x="1143901" y="84462"/>
                </a:lnTo>
                <a:lnTo>
                  <a:pt x="1143409" y="84392"/>
                </a:lnTo>
                <a:lnTo>
                  <a:pt x="1142925" y="84306"/>
                </a:lnTo>
                <a:lnTo>
                  <a:pt x="1142449" y="84204"/>
                </a:lnTo>
                <a:lnTo>
                  <a:pt x="1141979" y="84087"/>
                </a:lnTo>
                <a:lnTo>
                  <a:pt x="1141517" y="83954"/>
                </a:lnTo>
                <a:lnTo>
                  <a:pt x="1141062" y="83806"/>
                </a:lnTo>
                <a:lnTo>
                  <a:pt x="1140614" y="83641"/>
                </a:lnTo>
                <a:lnTo>
                  <a:pt x="1140173" y="83462"/>
                </a:lnTo>
                <a:lnTo>
                  <a:pt x="1139739" y="83266"/>
                </a:lnTo>
                <a:lnTo>
                  <a:pt x="1139313" y="83055"/>
                </a:lnTo>
                <a:lnTo>
                  <a:pt x="1138894" y="82829"/>
                </a:lnTo>
                <a:lnTo>
                  <a:pt x="1138482" y="82586"/>
                </a:lnTo>
                <a:lnTo>
                  <a:pt x="1138077" y="82328"/>
                </a:lnTo>
                <a:lnTo>
                  <a:pt x="1137679" y="82055"/>
                </a:lnTo>
                <a:lnTo>
                  <a:pt x="1137289" y="81766"/>
                </a:lnTo>
                <a:lnTo>
                  <a:pt x="1136906" y="81461"/>
                </a:lnTo>
                <a:lnTo>
                  <a:pt x="1136530" y="81141"/>
                </a:lnTo>
                <a:lnTo>
                  <a:pt x="1136161" y="80805"/>
                </a:lnTo>
                <a:lnTo>
                  <a:pt x="1135799" y="80453"/>
                </a:lnTo>
                <a:lnTo>
                  <a:pt x="1135445" y="80086"/>
                </a:lnTo>
                <a:lnTo>
                  <a:pt x="1135101" y="79704"/>
                </a:lnTo>
                <a:lnTo>
                  <a:pt x="1134771" y="79310"/>
                </a:lnTo>
                <a:lnTo>
                  <a:pt x="1134455" y="78904"/>
                </a:lnTo>
                <a:lnTo>
                  <a:pt x="1134153" y="78485"/>
                </a:lnTo>
                <a:lnTo>
                  <a:pt x="1133865" y="78054"/>
                </a:lnTo>
                <a:lnTo>
                  <a:pt x="1133591" y="77610"/>
                </a:lnTo>
                <a:lnTo>
                  <a:pt x="1133331" y="77154"/>
                </a:lnTo>
                <a:lnTo>
                  <a:pt x="1133084" y="76685"/>
                </a:lnTo>
                <a:lnTo>
                  <a:pt x="1132852" y="76204"/>
                </a:lnTo>
                <a:lnTo>
                  <a:pt x="1132634" y="75710"/>
                </a:lnTo>
                <a:lnTo>
                  <a:pt x="1132429" y="75204"/>
                </a:lnTo>
                <a:lnTo>
                  <a:pt x="1132239" y="74686"/>
                </a:lnTo>
                <a:lnTo>
                  <a:pt x="1132062" y="74154"/>
                </a:lnTo>
                <a:lnTo>
                  <a:pt x="1131900" y="73611"/>
                </a:lnTo>
                <a:lnTo>
                  <a:pt x="1131751" y="73055"/>
                </a:lnTo>
                <a:lnTo>
                  <a:pt x="1131616" y="72486"/>
                </a:lnTo>
                <a:lnTo>
                  <a:pt x="1131495" y="71905"/>
                </a:lnTo>
                <a:lnTo>
                  <a:pt x="1131389" y="71312"/>
                </a:lnTo>
                <a:lnTo>
                  <a:pt x="1131296" y="70706"/>
                </a:lnTo>
                <a:lnTo>
                  <a:pt x="1131217" y="70087"/>
                </a:lnTo>
                <a:lnTo>
                  <a:pt x="1131152" y="69456"/>
                </a:lnTo>
                <a:lnTo>
                  <a:pt x="1131101" y="68813"/>
                </a:lnTo>
                <a:lnTo>
                  <a:pt x="1131064" y="68157"/>
                </a:lnTo>
                <a:lnTo>
                  <a:pt x="1131041" y="67488"/>
                </a:lnTo>
                <a:lnTo>
                  <a:pt x="1176637" y="67488"/>
                </a:lnTo>
                <a:lnTo>
                  <a:pt x="1176654" y="65764"/>
                </a:lnTo>
                <a:lnTo>
                  <a:pt x="1176638" y="64076"/>
                </a:lnTo>
                <a:lnTo>
                  <a:pt x="1176590" y="62427"/>
                </a:lnTo>
                <a:lnTo>
                  <a:pt x="1176509" y="60814"/>
                </a:lnTo>
                <a:lnTo>
                  <a:pt x="1176397" y="59240"/>
                </a:lnTo>
                <a:lnTo>
                  <a:pt x="1176253" y="57702"/>
                </a:lnTo>
                <a:lnTo>
                  <a:pt x="1176076" y="56202"/>
                </a:lnTo>
                <a:lnTo>
                  <a:pt x="1175867" y="54740"/>
                </a:lnTo>
                <a:lnTo>
                  <a:pt x="1175626" y="53315"/>
                </a:lnTo>
                <a:lnTo>
                  <a:pt x="1175353" y="51927"/>
                </a:lnTo>
                <a:lnTo>
                  <a:pt x="1175048" y="50577"/>
                </a:lnTo>
                <a:lnTo>
                  <a:pt x="1174710" y="49264"/>
                </a:lnTo>
                <a:lnTo>
                  <a:pt x="1174341" y="47989"/>
                </a:lnTo>
                <a:lnTo>
                  <a:pt x="1173939" y="46751"/>
                </a:lnTo>
                <a:lnTo>
                  <a:pt x="1173505" y="45551"/>
                </a:lnTo>
                <a:lnTo>
                  <a:pt x="1173039" y="44388"/>
                </a:lnTo>
                <a:lnTo>
                  <a:pt x="1172541" y="43262"/>
                </a:lnTo>
                <a:lnTo>
                  <a:pt x="1172010" y="42174"/>
                </a:lnTo>
                <a:lnTo>
                  <a:pt x="1171448" y="41123"/>
                </a:lnTo>
                <a:lnTo>
                  <a:pt x="1170853" y="40110"/>
                </a:lnTo>
                <a:lnTo>
                  <a:pt x="1170226" y="39135"/>
                </a:lnTo>
                <a:lnTo>
                  <a:pt x="1169567" y="38196"/>
                </a:lnTo>
                <a:lnTo>
                  <a:pt x="1168876" y="37295"/>
                </a:lnTo>
                <a:lnTo>
                  <a:pt x="1168153" y="36432"/>
                </a:lnTo>
                <a:lnTo>
                  <a:pt x="1167402" y="35605"/>
                </a:lnTo>
                <a:lnTo>
                  <a:pt x="1166629" y="34813"/>
                </a:lnTo>
                <a:lnTo>
                  <a:pt x="1165833" y="34056"/>
                </a:lnTo>
                <a:lnTo>
                  <a:pt x="1165015" y="33335"/>
                </a:lnTo>
                <a:lnTo>
                  <a:pt x="1164174" y="32649"/>
                </a:lnTo>
                <a:lnTo>
                  <a:pt x="1163311" y="31997"/>
                </a:lnTo>
                <a:lnTo>
                  <a:pt x="1162426" y="31381"/>
                </a:lnTo>
                <a:lnTo>
                  <a:pt x="1161517" y="30801"/>
                </a:lnTo>
                <a:lnTo>
                  <a:pt x="1160587" y="30255"/>
                </a:lnTo>
                <a:lnTo>
                  <a:pt x="1159634" y="29745"/>
                </a:lnTo>
                <a:lnTo>
                  <a:pt x="1158658" y="29270"/>
                </a:lnTo>
                <a:lnTo>
                  <a:pt x="1157660" y="28830"/>
                </a:lnTo>
                <a:lnTo>
                  <a:pt x="1156640" y="28425"/>
                </a:lnTo>
                <a:lnTo>
                  <a:pt x="1155597" y="28056"/>
                </a:lnTo>
                <a:lnTo>
                  <a:pt x="1154531" y="27721"/>
                </a:lnTo>
                <a:lnTo>
                  <a:pt x="1153443" y="27422"/>
                </a:lnTo>
                <a:lnTo>
                  <a:pt x="1152333" y="27158"/>
                </a:lnTo>
                <a:lnTo>
                  <a:pt x="1151200" y="26929"/>
                </a:lnTo>
                <a:lnTo>
                  <a:pt x="1150044" y="26736"/>
                </a:lnTo>
                <a:lnTo>
                  <a:pt x="1148866" y="26577"/>
                </a:lnTo>
                <a:lnTo>
                  <a:pt x="1147666" y="26454"/>
                </a:lnTo>
                <a:lnTo>
                  <a:pt x="1146443" y="26366"/>
                </a:lnTo>
                <a:lnTo>
                  <a:pt x="1145197" y="26313"/>
                </a:lnTo>
                <a:lnTo>
                  <a:pt x="1143929" y="26296"/>
                </a:lnTo>
                <a:lnTo>
                  <a:pt x="1142799" y="26313"/>
                </a:lnTo>
                <a:lnTo>
                  <a:pt x="1141685" y="26363"/>
                </a:lnTo>
                <a:lnTo>
                  <a:pt x="1140587" y="26447"/>
                </a:lnTo>
                <a:lnTo>
                  <a:pt x="1139505" y="26565"/>
                </a:lnTo>
                <a:lnTo>
                  <a:pt x="1138440" y="26716"/>
                </a:lnTo>
                <a:lnTo>
                  <a:pt x="1137392" y="26901"/>
                </a:lnTo>
                <a:lnTo>
                  <a:pt x="1136360" y="27120"/>
                </a:lnTo>
                <a:lnTo>
                  <a:pt x="1135344" y="27372"/>
                </a:lnTo>
                <a:lnTo>
                  <a:pt x="1134345" y="27657"/>
                </a:lnTo>
                <a:lnTo>
                  <a:pt x="1133362" y="27977"/>
                </a:lnTo>
                <a:lnTo>
                  <a:pt x="1132395" y="28330"/>
                </a:lnTo>
                <a:lnTo>
                  <a:pt x="1131445" y="28717"/>
                </a:lnTo>
                <a:lnTo>
                  <a:pt x="1130512" y="29137"/>
                </a:lnTo>
                <a:lnTo>
                  <a:pt x="1129595" y="29591"/>
                </a:lnTo>
                <a:lnTo>
                  <a:pt x="1128694" y="30078"/>
                </a:lnTo>
                <a:lnTo>
                  <a:pt x="1127809" y="30599"/>
                </a:lnTo>
                <a:lnTo>
                  <a:pt x="1126941" y="31154"/>
                </a:lnTo>
                <a:lnTo>
                  <a:pt x="1126090" y="31742"/>
                </a:lnTo>
                <a:lnTo>
                  <a:pt x="1125255" y="32364"/>
                </a:lnTo>
                <a:lnTo>
                  <a:pt x="1124436" y="33020"/>
                </a:lnTo>
                <a:lnTo>
                  <a:pt x="1123634" y="33709"/>
                </a:lnTo>
                <a:lnTo>
                  <a:pt x="1122848" y="34432"/>
                </a:lnTo>
                <a:lnTo>
                  <a:pt x="1122078" y="35189"/>
                </a:lnTo>
                <a:lnTo>
                  <a:pt x="1121325" y="35979"/>
                </a:lnTo>
                <a:lnTo>
                  <a:pt x="1120596" y="36798"/>
                </a:lnTo>
                <a:lnTo>
                  <a:pt x="1119898" y="37644"/>
                </a:lnTo>
                <a:lnTo>
                  <a:pt x="1119231" y="38515"/>
                </a:lnTo>
                <a:lnTo>
                  <a:pt x="1118594" y="39412"/>
                </a:lnTo>
                <a:lnTo>
                  <a:pt x="1117989" y="40335"/>
                </a:lnTo>
                <a:lnTo>
                  <a:pt x="1117415" y="41284"/>
                </a:lnTo>
                <a:lnTo>
                  <a:pt x="1116872" y="42258"/>
                </a:lnTo>
                <a:lnTo>
                  <a:pt x="1116360" y="43258"/>
                </a:lnTo>
                <a:lnTo>
                  <a:pt x="1115879" y="44284"/>
                </a:lnTo>
                <a:lnTo>
                  <a:pt x="1115429" y="45335"/>
                </a:lnTo>
                <a:lnTo>
                  <a:pt x="1115010" y="46412"/>
                </a:lnTo>
                <a:lnTo>
                  <a:pt x="1114622" y="47515"/>
                </a:lnTo>
                <a:lnTo>
                  <a:pt x="1114265" y="48644"/>
                </a:lnTo>
                <a:lnTo>
                  <a:pt x="1113939" y="49799"/>
                </a:lnTo>
                <a:lnTo>
                  <a:pt x="1113644" y="50979"/>
                </a:lnTo>
                <a:lnTo>
                  <a:pt x="1113380" y="52185"/>
                </a:lnTo>
                <a:lnTo>
                  <a:pt x="1113148" y="53417"/>
                </a:lnTo>
                <a:lnTo>
                  <a:pt x="1112946" y="54674"/>
                </a:lnTo>
                <a:lnTo>
                  <a:pt x="1112775" y="55958"/>
                </a:lnTo>
                <a:lnTo>
                  <a:pt x="1112636" y="57267"/>
                </a:lnTo>
                <a:lnTo>
                  <a:pt x="1112527" y="58601"/>
                </a:lnTo>
                <a:lnTo>
                  <a:pt x="1112449" y="59962"/>
                </a:lnTo>
                <a:lnTo>
                  <a:pt x="1112403" y="61348"/>
                </a:lnTo>
                <a:lnTo>
                  <a:pt x="1112387" y="62760"/>
                </a:lnTo>
                <a:lnTo>
                  <a:pt x="1112399" y="63944"/>
                </a:lnTo>
                <a:lnTo>
                  <a:pt x="1112435" y="65112"/>
                </a:lnTo>
                <a:lnTo>
                  <a:pt x="1112494" y="66262"/>
                </a:lnTo>
                <a:lnTo>
                  <a:pt x="1112576" y="67395"/>
                </a:lnTo>
                <a:lnTo>
                  <a:pt x="1112683" y="68511"/>
                </a:lnTo>
                <a:lnTo>
                  <a:pt x="1112812" y="69609"/>
                </a:lnTo>
                <a:lnTo>
                  <a:pt x="1112966" y="70691"/>
                </a:lnTo>
                <a:lnTo>
                  <a:pt x="1113143" y="71756"/>
                </a:lnTo>
                <a:lnTo>
                  <a:pt x="1113344" y="72803"/>
                </a:lnTo>
                <a:lnTo>
                  <a:pt x="1113568" y="73834"/>
                </a:lnTo>
                <a:lnTo>
                  <a:pt x="1113816" y="74847"/>
                </a:lnTo>
                <a:lnTo>
                  <a:pt x="1114088" y="75843"/>
                </a:lnTo>
                <a:lnTo>
                  <a:pt x="1114383" y="76822"/>
                </a:lnTo>
                <a:lnTo>
                  <a:pt x="1114701" y="77785"/>
                </a:lnTo>
                <a:lnTo>
                  <a:pt x="1115044" y="78730"/>
                </a:lnTo>
                <a:lnTo>
                  <a:pt x="1115410" y="79657"/>
                </a:lnTo>
                <a:lnTo>
                  <a:pt x="1115799" y="80568"/>
                </a:lnTo>
                <a:lnTo>
                  <a:pt x="1116213" y="81462"/>
                </a:lnTo>
                <a:lnTo>
                  <a:pt x="1116650" y="82339"/>
                </a:lnTo>
                <a:lnTo>
                  <a:pt x="1117110" y="83198"/>
                </a:lnTo>
                <a:lnTo>
                  <a:pt x="1117594" y="84041"/>
                </a:lnTo>
                <a:lnTo>
                  <a:pt x="1118102" y="84866"/>
                </a:lnTo>
                <a:lnTo>
                  <a:pt x="1118633" y="85674"/>
                </a:lnTo>
                <a:lnTo>
                  <a:pt x="1119188" y="86465"/>
                </a:lnTo>
                <a:lnTo>
                  <a:pt x="1119922" y="87422"/>
                </a:lnTo>
                <a:lnTo>
                  <a:pt x="1120688" y="88338"/>
                </a:lnTo>
                <a:lnTo>
                  <a:pt x="1121487" y="89213"/>
                </a:lnTo>
                <a:lnTo>
                  <a:pt x="1122318" y="90047"/>
                </a:lnTo>
                <a:lnTo>
                  <a:pt x="1123182" y="90841"/>
                </a:lnTo>
                <a:lnTo>
                  <a:pt x="1124078" y="91594"/>
                </a:lnTo>
                <a:lnTo>
                  <a:pt x="1125006" y="92306"/>
                </a:lnTo>
                <a:lnTo>
                  <a:pt x="1125967" y="92978"/>
                </a:lnTo>
                <a:lnTo>
                  <a:pt x="1126960" y="93609"/>
                </a:lnTo>
                <a:lnTo>
                  <a:pt x="1127986" y="94199"/>
                </a:lnTo>
                <a:lnTo>
                  <a:pt x="1129044" y="94749"/>
                </a:lnTo>
                <a:lnTo>
                  <a:pt x="1130134" y="95258"/>
                </a:lnTo>
                <a:lnTo>
                  <a:pt x="1131256" y="95726"/>
                </a:lnTo>
                <a:lnTo>
                  <a:pt x="1132411" y="96153"/>
                </a:lnTo>
                <a:lnTo>
                  <a:pt x="1133599" y="96540"/>
                </a:lnTo>
                <a:lnTo>
                  <a:pt x="1134819" y="96886"/>
                </a:lnTo>
                <a:lnTo>
                  <a:pt x="1136071" y="97191"/>
                </a:lnTo>
                <a:lnTo>
                  <a:pt x="1137355" y="97456"/>
                </a:lnTo>
                <a:lnTo>
                  <a:pt x="1138672" y="97679"/>
                </a:lnTo>
                <a:lnTo>
                  <a:pt x="1140022" y="97863"/>
                </a:lnTo>
                <a:lnTo>
                  <a:pt x="1141403" y="98005"/>
                </a:lnTo>
                <a:lnTo>
                  <a:pt x="1142818" y="98107"/>
                </a:lnTo>
                <a:lnTo>
                  <a:pt x="1144264" y="98168"/>
                </a:lnTo>
                <a:lnTo>
                  <a:pt x="1145743" y="98188"/>
                </a:lnTo>
                <a:lnTo>
                  <a:pt x="1146681" y="98179"/>
                </a:lnTo>
                <a:lnTo>
                  <a:pt x="1147606" y="98152"/>
                </a:lnTo>
                <a:lnTo>
                  <a:pt x="1148517" y="98107"/>
                </a:lnTo>
                <a:lnTo>
                  <a:pt x="1149416" y="98044"/>
                </a:lnTo>
                <a:lnTo>
                  <a:pt x="1150301" y="97963"/>
                </a:lnTo>
                <a:lnTo>
                  <a:pt x="1151173" y="97863"/>
                </a:lnTo>
                <a:lnTo>
                  <a:pt x="1152032" y="97746"/>
                </a:lnTo>
                <a:lnTo>
                  <a:pt x="1152878" y="97611"/>
                </a:lnTo>
                <a:lnTo>
                  <a:pt x="1153711" y="97457"/>
                </a:lnTo>
                <a:lnTo>
                  <a:pt x="1154530" y="97286"/>
                </a:lnTo>
                <a:lnTo>
                  <a:pt x="1155337" y="97096"/>
                </a:lnTo>
                <a:lnTo>
                  <a:pt x="1156130" y="96889"/>
                </a:lnTo>
                <a:lnTo>
                  <a:pt x="1156910" y="96663"/>
                </a:lnTo>
                <a:lnTo>
                  <a:pt x="1157677" y="96420"/>
                </a:lnTo>
                <a:lnTo>
                  <a:pt x="1158431" y="96158"/>
                </a:lnTo>
                <a:lnTo>
                  <a:pt x="1159171" y="95878"/>
                </a:lnTo>
                <a:lnTo>
                  <a:pt x="1159899" y="95580"/>
                </a:lnTo>
                <a:lnTo>
                  <a:pt x="1160613" y="95265"/>
                </a:lnTo>
                <a:lnTo>
                  <a:pt x="1161314" y="94931"/>
                </a:lnTo>
                <a:lnTo>
                  <a:pt x="1162002" y="94579"/>
                </a:lnTo>
                <a:lnTo>
                  <a:pt x="1162677" y="94209"/>
                </a:lnTo>
                <a:lnTo>
                  <a:pt x="1163339" y="93821"/>
                </a:lnTo>
                <a:lnTo>
                  <a:pt x="1163987" y="93415"/>
                </a:lnTo>
                <a:lnTo>
                  <a:pt x="1164623" y="92991"/>
                </a:lnTo>
                <a:lnTo>
                  <a:pt x="1165245" y="92549"/>
                </a:lnTo>
                <a:lnTo>
                  <a:pt x="1165852" y="92091"/>
                </a:lnTo>
                <a:lnTo>
                  <a:pt x="1166446" y="91617"/>
                </a:lnTo>
                <a:lnTo>
                  <a:pt x="1167025" y="91126"/>
                </a:lnTo>
                <a:lnTo>
                  <a:pt x="1167591" y="90619"/>
                </a:lnTo>
                <a:lnTo>
                  <a:pt x="1168142" y="90095"/>
                </a:lnTo>
                <a:lnTo>
                  <a:pt x="1168680" y="89555"/>
                </a:lnTo>
                <a:lnTo>
                  <a:pt x="1169203" y="88998"/>
                </a:lnTo>
                <a:lnTo>
                  <a:pt x="1169713" y="88425"/>
                </a:lnTo>
                <a:lnTo>
                  <a:pt x="1170208" y="87836"/>
                </a:lnTo>
                <a:lnTo>
                  <a:pt x="1170689" y="87230"/>
                </a:lnTo>
                <a:lnTo>
                  <a:pt x="1171156" y="86607"/>
                </a:lnTo>
                <a:lnTo>
                  <a:pt x="1171609" y="85968"/>
                </a:lnTo>
                <a:lnTo>
                  <a:pt x="1172048" y="85312"/>
                </a:lnTo>
                <a:lnTo>
                  <a:pt x="1172473" y="84640"/>
                </a:lnTo>
                <a:lnTo>
                  <a:pt x="1172884" y="83952"/>
                </a:lnTo>
                <a:lnTo>
                  <a:pt x="1173281" y="83247"/>
                </a:lnTo>
                <a:lnTo>
                  <a:pt x="1173664" y="82526"/>
                </a:lnTo>
                <a:lnTo>
                  <a:pt x="1174033" y="81788"/>
                </a:lnTo>
                <a:lnTo>
                  <a:pt x="1174387" y="81033"/>
                </a:lnTo>
                <a:lnTo>
                  <a:pt x="1174728" y="80262"/>
                </a:lnTo>
                <a:lnTo>
                  <a:pt x="1175055" y="79475"/>
                </a:lnTo>
                <a:lnTo>
                  <a:pt x="1175367" y="78671"/>
                </a:lnTo>
                <a:lnTo>
                  <a:pt x="1175666" y="77851"/>
                </a:lnTo>
                <a:lnTo>
                  <a:pt x="1157531" y="74742"/>
                </a:lnTo>
                <a:lnTo>
                  <a:pt x="1157404" y="75169"/>
                </a:lnTo>
                <a:lnTo>
                  <a:pt x="1157272" y="75586"/>
                </a:lnTo>
                <a:lnTo>
                  <a:pt x="1157136" y="75993"/>
                </a:lnTo>
                <a:lnTo>
                  <a:pt x="1156995" y="76390"/>
                </a:lnTo>
                <a:lnTo>
                  <a:pt x="1156848" y="76778"/>
                </a:lnTo>
                <a:lnTo>
                  <a:pt x="1156697" y="77155"/>
                </a:lnTo>
                <a:close/>
                <a:moveTo>
                  <a:pt x="1131509" y="53392"/>
                </a:moveTo>
                <a:lnTo>
                  <a:pt x="1131579" y="52833"/>
                </a:lnTo>
                <a:lnTo>
                  <a:pt x="1131663" y="52284"/>
                </a:lnTo>
                <a:lnTo>
                  <a:pt x="1131760" y="51747"/>
                </a:lnTo>
                <a:lnTo>
                  <a:pt x="1131871" y="51220"/>
                </a:lnTo>
                <a:lnTo>
                  <a:pt x="1131996" y="50704"/>
                </a:lnTo>
                <a:lnTo>
                  <a:pt x="1132135" y="50198"/>
                </a:lnTo>
                <a:lnTo>
                  <a:pt x="1132287" y="49704"/>
                </a:lnTo>
                <a:lnTo>
                  <a:pt x="1132453" y="49220"/>
                </a:lnTo>
                <a:lnTo>
                  <a:pt x="1132633" y="48747"/>
                </a:lnTo>
                <a:lnTo>
                  <a:pt x="1132827" y="48285"/>
                </a:lnTo>
                <a:lnTo>
                  <a:pt x="1133034" y="47833"/>
                </a:lnTo>
                <a:lnTo>
                  <a:pt x="1133255" y="47392"/>
                </a:lnTo>
                <a:lnTo>
                  <a:pt x="1133490" y="46962"/>
                </a:lnTo>
                <a:lnTo>
                  <a:pt x="1133738" y="46543"/>
                </a:lnTo>
                <a:lnTo>
                  <a:pt x="1134000" y="46134"/>
                </a:lnTo>
                <a:lnTo>
                  <a:pt x="1134276" y="45736"/>
                </a:lnTo>
                <a:lnTo>
                  <a:pt x="1134565" y="45349"/>
                </a:lnTo>
                <a:lnTo>
                  <a:pt x="1134869" y="44973"/>
                </a:lnTo>
                <a:lnTo>
                  <a:pt x="1135186" y="44607"/>
                </a:lnTo>
                <a:lnTo>
                  <a:pt x="1135513" y="44254"/>
                </a:lnTo>
                <a:lnTo>
                  <a:pt x="1135848" y="43917"/>
                </a:lnTo>
                <a:lnTo>
                  <a:pt x="1136190" y="43594"/>
                </a:lnTo>
                <a:lnTo>
                  <a:pt x="1136539" y="43287"/>
                </a:lnTo>
                <a:lnTo>
                  <a:pt x="1136895" y="42994"/>
                </a:lnTo>
                <a:lnTo>
                  <a:pt x="1137258" y="42716"/>
                </a:lnTo>
                <a:lnTo>
                  <a:pt x="1137629" y="42454"/>
                </a:lnTo>
                <a:lnTo>
                  <a:pt x="1138007" y="42206"/>
                </a:lnTo>
                <a:lnTo>
                  <a:pt x="1138392" y="41974"/>
                </a:lnTo>
                <a:lnTo>
                  <a:pt x="1138784" y="41756"/>
                </a:lnTo>
                <a:lnTo>
                  <a:pt x="1139183" y="41554"/>
                </a:lnTo>
                <a:lnTo>
                  <a:pt x="1139590" y="41366"/>
                </a:lnTo>
                <a:lnTo>
                  <a:pt x="1140004" y="41193"/>
                </a:lnTo>
                <a:lnTo>
                  <a:pt x="1140425" y="41036"/>
                </a:lnTo>
                <a:lnTo>
                  <a:pt x="1140853" y="40893"/>
                </a:lnTo>
                <a:lnTo>
                  <a:pt x="1141288" y="40766"/>
                </a:lnTo>
                <a:lnTo>
                  <a:pt x="1141731" y="40653"/>
                </a:lnTo>
                <a:lnTo>
                  <a:pt x="1142181" y="40556"/>
                </a:lnTo>
                <a:lnTo>
                  <a:pt x="1142638" y="40473"/>
                </a:lnTo>
                <a:lnTo>
                  <a:pt x="1143102" y="40406"/>
                </a:lnTo>
                <a:lnTo>
                  <a:pt x="1143573" y="40353"/>
                </a:lnTo>
                <a:lnTo>
                  <a:pt x="1144052" y="40316"/>
                </a:lnTo>
                <a:lnTo>
                  <a:pt x="1144537" y="40293"/>
                </a:lnTo>
                <a:lnTo>
                  <a:pt x="1145030" y="40286"/>
                </a:lnTo>
                <a:lnTo>
                  <a:pt x="1145492" y="40293"/>
                </a:lnTo>
                <a:lnTo>
                  <a:pt x="1145947" y="40314"/>
                </a:lnTo>
                <a:lnTo>
                  <a:pt x="1146397" y="40350"/>
                </a:lnTo>
                <a:lnTo>
                  <a:pt x="1146840" y="40399"/>
                </a:lnTo>
                <a:lnTo>
                  <a:pt x="1147278" y="40463"/>
                </a:lnTo>
                <a:lnTo>
                  <a:pt x="1147710" y="40542"/>
                </a:lnTo>
                <a:lnTo>
                  <a:pt x="1148136" y="40634"/>
                </a:lnTo>
                <a:lnTo>
                  <a:pt x="1148557" y="40741"/>
                </a:lnTo>
                <a:lnTo>
                  <a:pt x="1148971" y="40862"/>
                </a:lnTo>
                <a:lnTo>
                  <a:pt x="1149380" y="40997"/>
                </a:lnTo>
                <a:lnTo>
                  <a:pt x="1149783" y="41146"/>
                </a:lnTo>
                <a:lnTo>
                  <a:pt x="1150179" y="41310"/>
                </a:lnTo>
                <a:lnTo>
                  <a:pt x="1150571" y="41488"/>
                </a:lnTo>
                <a:lnTo>
                  <a:pt x="1150956" y="41680"/>
                </a:lnTo>
                <a:lnTo>
                  <a:pt x="1151335" y="41886"/>
                </a:lnTo>
                <a:lnTo>
                  <a:pt x="1151709" y="42106"/>
                </a:lnTo>
                <a:lnTo>
                  <a:pt x="1152076" y="42341"/>
                </a:lnTo>
                <a:lnTo>
                  <a:pt x="1152438" y="42590"/>
                </a:lnTo>
                <a:lnTo>
                  <a:pt x="1152794" y="42853"/>
                </a:lnTo>
                <a:lnTo>
                  <a:pt x="1153144" y="43131"/>
                </a:lnTo>
                <a:lnTo>
                  <a:pt x="1153489" y="43422"/>
                </a:lnTo>
                <a:lnTo>
                  <a:pt x="1153827" y="43728"/>
                </a:lnTo>
                <a:lnTo>
                  <a:pt x="1154160" y="44048"/>
                </a:lnTo>
                <a:lnTo>
                  <a:pt x="1154487" y="44382"/>
                </a:lnTo>
                <a:lnTo>
                  <a:pt x="1154804" y="44730"/>
                </a:lnTo>
                <a:lnTo>
                  <a:pt x="1155109" y="45091"/>
                </a:lnTo>
                <a:lnTo>
                  <a:pt x="1155400" y="45465"/>
                </a:lnTo>
                <a:lnTo>
                  <a:pt x="1155679" y="45853"/>
                </a:lnTo>
                <a:lnTo>
                  <a:pt x="1155946" y="46253"/>
                </a:lnTo>
                <a:lnTo>
                  <a:pt x="1156199" y="46666"/>
                </a:lnTo>
                <a:lnTo>
                  <a:pt x="1156439" y="47093"/>
                </a:lnTo>
                <a:lnTo>
                  <a:pt x="1156667" y="47533"/>
                </a:lnTo>
                <a:lnTo>
                  <a:pt x="1156882" y="47985"/>
                </a:lnTo>
                <a:lnTo>
                  <a:pt x="1157084" y="48451"/>
                </a:lnTo>
                <a:lnTo>
                  <a:pt x="1157273" y="48930"/>
                </a:lnTo>
                <a:lnTo>
                  <a:pt x="1157450" y="49422"/>
                </a:lnTo>
                <a:lnTo>
                  <a:pt x="1157613" y="49927"/>
                </a:lnTo>
                <a:lnTo>
                  <a:pt x="1157764" y="50445"/>
                </a:lnTo>
                <a:lnTo>
                  <a:pt x="1157902" y="50977"/>
                </a:lnTo>
                <a:lnTo>
                  <a:pt x="1158027" y="51521"/>
                </a:lnTo>
                <a:lnTo>
                  <a:pt x="1158140" y="52079"/>
                </a:lnTo>
                <a:lnTo>
                  <a:pt x="1158239" y="52649"/>
                </a:lnTo>
                <a:lnTo>
                  <a:pt x="1158326" y="53233"/>
                </a:lnTo>
                <a:lnTo>
                  <a:pt x="1158400" y="53830"/>
                </a:lnTo>
                <a:lnTo>
                  <a:pt x="1158461" y="54440"/>
                </a:lnTo>
                <a:lnTo>
                  <a:pt x="1158509" y="55063"/>
                </a:lnTo>
                <a:lnTo>
                  <a:pt x="1158544" y="55699"/>
                </a:lnTo>
                <a:lnTo>
                  <a:pt x="1158567" y="56348"/>
                </a:lnTo>
                <a:lnTo>
                  <a:pt x="1131364" y="56348"/>
                </a:lnTo>
                <a:lnTo>
                  <a:pt x="1131366" y="55735"/>
                </a:lnTo>
                <a:lnTo>
                  <a:pt x="1131381" y="55133"/>
                </a:lnTo>
                <a:lnTo>
                  <a:pt x="1131410" y="54542"/>
                </a:lnTo>
                <a:lnTo>
                  <a:pt x="1131453" y="53961"/>
                </a:lnTo>
                <a:lnTo>
                  <a:pt x="1131509" y="53392"/>
                </a:lnTo>
                <a:close/>
                <a:moveTo>
                  <a:pt x="597759" y="96634"/>
                </a:moveTo>
                <a:lnTo>
                  <a:pt x="597759" y="27850"/>
                </a:lnTo>
                <a:lnTo>
                  <a:pt x="579559" y="27850"/>
                </a:lnTo>
                <a:lnTo>
                  <a:pt x="579559" y="96634"/>
                </a:lnTo>
                <a:lnTo>
                  <a:pt x="597759" y="96634"/>
                </a:lnTo>
                <a:close/>
                <a:moveTo>
                  <a:pt x="229654" y="89044"/>
                </a:moveTo>
                <a:lnTo>
                  <a:pt x="230077" y="89475"/>
                </a:lnTo>
                <a:lnTo>
                  <a:pt x="230497" y="89894"/>
                </a:lnTo>
                <a:lnTo>
                  <a:pt x="230916" y="90303"/>
                </a:lnTo>
                <a:lnTo>
                  <a:pt x="231333" y="90699"/>
                </a:lnTo>
                <a:lnTo>
                  <a:pt x="231748" y="91085"/>
                </a:lnTo>
                <a:lnTo>
                  <a:pt x="232162" y="91460"/>
                </a:lnTo>
                <a:lnTo>
                  <a:pt x="232574" y="91823"/>
                </a:lnTo>
                <a:lnTo>
                  <a:pt x="232985" y="92175"/>
                </a:lnTo>
                <a:lnTo>
                  <a:pt x="233393" y="92515"/>
                </a:lnTo>
                <a:lnTo>
                  <a:pt x="233800" y="92845"/>
                </a:lnTo>
                <a:lnTo>
                  <a:pt x="234206" y="93163"/>
                </a:lnTo>
                <a:lnTo>
                  <a:pt x="234609" y="93470"/>
                </a:lnTo>
                <a:lnTo>
                  <a:pt x="235011" y="93766"/>
                </a:lnTo>
                <a:lnTo>
                  <a:pt x="235411" y="94050"/>
                </a:lnTo>
                <a:lnTo>
                  <a:pt x="235810" y="94324"/>
                </a:lnTo>
                <a:lnTo>
                  <a:pt x="236207" y="94586"/>
                </a:lnTo>
                <a:lnTo>
                  <a:pt x="236602" y="94836"/>
                </a:lnTo>
                <a:lnTo>
                  <a:pt x="236995" y="95076"/>
                </a:lnTo>
                <a:lnTo>
                  <a:pt x="237387" y="95304"/>
                </a:lnTo>
                <a:lnTo>
                  <a:pt x="237777" y="95521"/>
                </a:lnTo>
                <a:lnTo>
                  <a:pt x="238166" y="95727"/>
                </a:lnTo>
                <a:lnTo>
                  <a:pt x="238553" y="95921"/>
                </a:lnTo>
                <a:lnTo>
                  <a:pt x="238940" y="96106"/>
                </a:lnTo>
                <a:lnTo>
                  <a:pt x="239332" y="96283"/>
                </a:lnTo>
                <a:lnTo>
                  <a:pt x="239727" y="96453"/>
                </a:lnTo>
                <a:lnTo>
                  <a:pt x="240126" y="96614"/>
                </a:lnTo>
                <a:lnTo>
                  <a:pt x="240528" y="96768"/>
                </a:lnTo>
                <a:lnTo>
                  <a:pt x="240935" y="96913"/>
                </a:lnTo>
                <a:lnTo>
                  <a:pt x="241345" y="97051"/>
                </a:lnTo>
                <a:lnTo>
                  <a:pt x="241759" y="97181"/>
                </a:lnTo>
                <a:lnTo>
                  <a:pt x="242176" y="97303"/>
                </a:lnTo>
                <a:lnTo>
                  <a:pt x="242597" y="97417"/>
                </a:lnTo>
                <a:lnTo>
                  <a:pt x="243022" y="97523"/>
                </a:lnTo>
                <a:lnTo>
                  <a:pt x="243451" y="97622"/>
                </a:lnTo>
                <a:lnTo>
                  <a:pt x="243883" y="97712"/>
                </a:lnTo>
                <a:lnTo>
                  <a:pt x="244319" y="97795"/>
                </a:lnTo>
                <a:lnTo>
                  <a:pt x="244759" y="97870"/>
                </a:lnTo>
                <a:lnTo>
                  <a:pt x="245202" y="97936"/>
                </a:lnTo>
                <a:lnTo>
                  <a:pt x="245649" y="97995"/>
                </a:lnTo>
                <a:lnTo>
                  <a:pt x="246100" y="98047"/>
                </a:lnTo>
                <a:lnTo>
                  <a:pt x="246555" y="98090"/>
                </a:lnTo>
                <a:lnTo>
                  <a:pt x="247013" y="98125"/>
                </a:lnTo>
                <a:lnTo>
                  <a:pt x="247475" y="98153"/>
                </a:lnTo>
                <a:lnTo>
                  <a:pt x="247941" y="98173"/>
                </a:lnTo>
                <a:lnTo>
                  <a:pt x="248410" y="98184"/>
                </a:lnTo>
                <a:lnTo>
                  <a:pt x="248883" y="98188"/>
                </a:lnTo>
                <a:lnTo>
                  <a:pt x="249875" y="98172"/>
                </a:lnTo>
                <a:lnTo>
                  <a:pt x="250855" y="98122"/>
                </a:lnTo>
                <a:lnTo>
                  <a:pt x="251823" y="98039"/>
                </a:lnTo>
                <a:lnTo>
                  <a:pt x="252778" y="97923"/>
                </a:lnTo>
                <a:lnTo>
                  <a:pt x="253721" y="97774"/>
                </a:lnTo>
                <a:lnTo>
                  <a:pt x="254651" y="97591"/>
                </a:lnTo>
                <a:lnTo>
                  <a:pt x="255570" y="97376"/>
                </a:lnTo>
                <a:lnTo>
                  <a:pt x="256475" y="97127"/>
                </a:lnTo>
                <a:lnTo>
                  <a:pt x="257369" y="96845"/>
                </a:lnTo>
                <a:lnTo>
                  <a:pt x="258250" y="96530"/>
                </a:lnTo>
                <a:lnTo>
                  <a:pt x="259118" y="96181"/>
                </a:lnTo>
                <a:lnTo>
                  <a:pt x="259975" y="95800"/>
                </a:lnTo>
                <a:lnTo>
                  <a:pt x="260818" y="95385"/>
                </a:lnTo>
                <a:lnTo>
                  <a:pt x="261650" y="94938"/>
                </a:lnTo>
                <a:lnTo>
                  <a:pt x="262469" y="94457"/>
                </a:lnTo>
                <a:lnTo>
                  <a:pt x="263276" y="93942"/>
                </a:lnTo>
                <a:lnTo>
                  <a:pt x="264070" y="93395"/>
                </a:lnTo>
                <a:lnTo>
                  <a:pt x="264852" y="92815"/>
                </a:lnTo>
                <a:lnTo>
                  <a:pt x="265622" y="92201"/>
                </a:lnTo>
                <a:lnTo>
                  <a:pt x="266379" y="91554"/>
                </a:lnTo>
                <a:lnTo>
                  <a:pt x="267124" y="90874"/>
                </a:lnTo>
                <a:lnTo>
                  <a:pt x="267857" y="90161"/>
                </a:lnTo>
                <a:lnTo>
                  <a:pt x="268577" y="89415"/>
                </a:lnTo>
                <a:lnTo>
                  <a:pt x="269285" y="88635"/>
                </a:lnTo>
                <a:lnTo>
                  <a:pt x="269972" y="87826"/>
                </a:lnTo>
                <a:lnTo>
                  <a:pt x="270630" y="86989"/>
                </a:lnTo>
                <a:lnTo>
                  <a:pt x="271258" y="86127"/>
                </a:lnTo>
                <a:lnTo>
                  <a:pt x="271858" y="85237"/>
                </a:lnTo>
                <a:lnTo>
                  <a:pt x="272428" y="84321"/>
                </a:lnTo>
                <a:lnTo>
                  <a:pt x="272969" y="83379"/>
                </a:lnTo>
                <a:lnTo>
                  <a:pt x="273480" y="82409"/>
                </a:lnTo>
                <a:lnTo>
                  <a:pt x="273963" y="81413"/>
                </a:lnTo>
                <a:lnTo>
                  <a:pt x="274416" y="80391"/>
                </a:lnTo>
                <a:lnTo>
                  <a:pt x="274840" y="79341"/>
                </a:lnTo>
                <a:lnTo>
                  <a:pt x="275234" y="78266"/>
                </a:lnTo>
                <a:lnTo>
                  <a:pt x="275600" y="77163"/>
                </a:lnTo>
                <a:lnTo>
                  <a:pt x="275936" y="76034"/>
                </a:lnTo>
                <a:lnTo>
                  <a:pt x="276243" y="74878"/>
                </a:lnTo>
                <a:lnTo>
                  <a:pt x="276521" y="73695"/>
                </a:lnTo>
                <a:lnTo>
                  <a:pt x="276769" y="72486"/>
                </a:lnTo>
                <a:lnTo>
                  <a:pt x="276989" y="71250"/>
                </a:lnTo>
                <a:lnTo>
                  <a:pt x="277179" y="69988"/>
                </a:lnTo>
                <a:lnTo>
                  <a:pt x="277339" y="68699"/>
                </a:lnTo>
                <a:lnTo>
                  <a:pt x="277471" y="67383"/>
                </a:lnTo>
                <a:lnTo>
                  <a:pt x="277573" y="66041"/>
                </a:lnTo>
                <a:lnTo>
                  <a:pt x="277646" y="64672"/>
                </a:lnTo>
                <a:lnTo>
                  <a:pt x="277690" y="63276"/>
                </a:lnTo>
                <a:lnTo>
                  <a:pt x="277705" y="61853"/>
                </a:lnTo>
                <a:lnTo>
                  <a:pt x="277690" y="60468"/>
                </a:lnTo>
                <a:lnTo>
                  <a:pt x="277647" y="59109"/>
                </a:lnTo>
                <a:lnTo>
                  <a:pt x="277574" y="57775"/>
                </a:lnTo>
                <a:lnTo>
                  <a:pt x="277473" y="56467"/>
                </a:lnTo>
                <a:lnTo>
                  <a:pt x="277342" y="55184"/>
                </a:lnTo>
                <a:lnTo>
                  <a:pt x="277183" y="53927"/>
                </a:lnTo>
                <a:lnTo>
                  <a:pt x="276994" y="52696"/>
                </a:lnTo>
                <a:lnTo>
                  <a:pt x="276776" y="51491"/>
                </a:lnTo>
                <a:lnTo>
                  <a:pt x="276530" y="50311"/>
                </a:lnTo>
                <a:lnTo>
                  <a:pt x="276254" y="49156"/>
                </a:lnTo>
                <a:lnTo>
                  <a:pt x="275950" y="48027"/>
                </a:lnTo>
                <a:lnTo>
                  <a:pt x="275616" y="46924"/>
                </a:lnTo>
                <a:lnTo>
                  <a:pt x="275253" y="45847"/>
                </a:lnTo>
                <a:lnTo>
                  <a:pt x="274862" y="44795"/>
                </a:lnTo>
                <a:lnTo>
                  <a:pt x="274441" y="43769"/>
                </a:lnTo>
                <a:lnTo>
                  <a:pt x="273991" y="42768"/>
                </a:lnTo>
                <a:lnTo>
                  <a:pt x="273513" y="41794"/>
                </a:lnTo>
                <a:lnTo>
                  <a:pt x="273005" y="40844"/>
                </a:lnTo>
                <a:lnTo>
                  <a:pt x="272468" y="39921"/>
                </a:lnTo>
                <a:lnTo>
                  <a:pt x="271903" y="39023"/>
                </a:lnTo>
                <a:lnTo>
                  <a:pt x="271308" y="38150"/>
                </a:lnTo>
                <a:lnTo>
                  <a:pt x="270684" y="37304"/>
                </a:lnTo>
                <a:lnTo>
                  <a:pt x="270032" y="36483"/>
                </a:lnTo>
                <a:lnTo>
                  <a:pt x="269350" y="35687"/>
                </a:lnTo>
                <a:lnTo>
                  <a:pt x="268647" y="34921"/>
                </a:lnTo>
                <a:lnTo>
                  <a:pt x="267932" y="34187"/>
                </a:lnTo>
                <a:lnTo>
                  <a:pt x="267204" y="33486"/>
                </a:lnTo>
                <a:lnTo>
                  <a:pt x="266464" y="32818"/>
                </a:lnTo>
                <a:lnTo>
                  <a:pt x="265711" y="32182"/>
                </a:lnTo>
                <a:lnTo>
                  <a:pt x="264946" y="31578"/>
                </a:lnTo>
                <a:lnTo>
                  <a:pt x="264167" y="31008"/>
                </a:lnTo>
                <a:lnTo>
                  <a:pt x="263377" y="30470"/>
                </a:lnTo>
                <a:lnTo>
                  <a:pt x="262573" y="29964"/>
                </a:lnTo>
                <a:lnTo>
                  <a:pt x="261757" y="29491"/>
                </a:lnTo>
                <a:lnTo>
                  <a:pt x="260929" y="29051"/>
                </a:lnTo>
                <a:lnTo>
                  <a:pt x="260088" y="28644"/>
                </a:lnTo>
                <a:lnTo>
                  <a:pt x="259234" y="28269"/>
                </a:lnTo>
                <a:lnTo>
                  <a:pt x="258368" y="27926"/>
                </a:lnTo>
                <a:lnTo>
                  <a:pt x="257489" y="27616"/>
                </a:lnTo>
                <a:lnTo>
                  <a:pt x="256598" y="27339"/>
                </a:lnTo>
                <a:lnTo>
                  <a:pt x="255694" y="27095"/>
                </a:lnTo>
                <a:lnTo>
                  <a:pt x="254777" y="26883"/>
                </a:lnTo>
                <a:lnTo>
                  <a:pt x="253848" y="26703"/>
                </a:lnTo>
                <a:lnTo>
                  <a:pt x="252906" y="26557"/>
                </a:lnTo>
                <a:lnTo>
                  <a:pt x="251951" y="26443"/>
                </a:lnTo>
                <a:lnTo>
                  <a:pt x="250984" y="26361"/>
                </a:lnTo>
                <a:lnTo>
                  <a:pt x="250005" y="26312"/>
                </a:lnTo>
                <a:lnTo>
                  <a:pt x="249013" y="26296"/>
                </a:lnTo>
                <a:lnTo>
                  <a:pt x="248443" y="26301"/>
                </a:lnTo>
                <a:lnTo>
                  <a:pt x="247877" y="26318"/>
                </a:lnTo>
                <a:lnTo>
                  <a:pt x="247315" y="26346"/>
                </a:lnTo>
                <a:lnTo>
                  <a:pt x="246758" y="26386"/>
                </a:lnTo>
                <a:lnTo>
                  <a:pt x="246205" y="26436"/>
                </a:lnTo>
                <a:lnTo>
                  <a:pt x="245657" y="26498"/>
                </a:lnTo>
                <a:lnTo>
                  <a:pt x="245112" y="26571"/>
                </a:lnTo>
                <a:lnTo>
                  <a:pt x="244572" y="26656"/>
                </a:lnTo>
                <a:lnTo>
                  <a:pt x="244037" y="26751"/>
                </a:lnTo>
                <a:lnTo>
                  <a:pt x="243505" y="26858"/>
                </a:lnTo>
                <a:lnTo>
                  <a:pt x="242978" y="26976"/>
                </a:lnTo>
                <a:lnTo>
                  <a:pt x="242455" y="27105"/>
                </a:lnTo>
                <a:lnTo>
                  <a:pt x="241936" y="27246"/>
                </a:lnTo>
                <a:lnTo>
                  <a:pt x="241422" y="27398"/>
                </a:lnTo>
                <a:lnTo>
                  <a:pt x="240912" y="27561"/>
                </a:lnTo>
                <a:lnTo>
                  <a:pt x="240406" y="27735"/>
                </a:lnTo>
                <a:lnTo>
                  <a:pt x="239904" y="27921"/>
                </a:lnTo>
                <a:lnTo>
                  <a:pt x="239407" y="28117"/>
                </a:lnTo>
                <a:lnTo>
                  <a:pt x="238914" y="28325"/>
                </a:lnTo>
                <a:lnTo>
                  <a:pt x="238425" y="28545"/>
                </a:lnTo>
                <a:lnTo>
                  <a:pt x="237940" y="28775"/>
                </a:lnTo>
                <a:lnTo>
                  <a:pt x="237460" y="29017"/>
                </a:lnTo>
                <a:lnTo>
                  <a:pt x="236984" y="29270"/>
                </a:lnTo>
                <a:lnTo>
                  <a:pt x="236512" y="29534"/>
                </a:lnTo>
                <a:lnTo>
                  <a:pt x="236047" y="29807"/>
                </a:lnTo>
                <a:lnTo>
                  <a:pt x="235589" y="30087"/>
                </a:lnTo>
                <a:lnTo>
                  <a:pt x="235140" y="30374"/>
                </a:lnTo>
                <a:lnTo>
                  <a:pt x="234699" y="30668"/>
                </a:lnTo>
                <a:lnTo>
                  <a:pt x="234266" y="30968"/>
                </a:lnTo>
                <a:lnTo>
                  <a:pt x="233841" y="31275"/>
                </a:lnTo>
                <a:lnTo>
                  <a:pt x="233424" y="31589"/>
                </a:lnTo>
                <a:lnTo>
                  <a:pt x="233015" y="31909"/>
                </a:lnTo>
                <a:lnTo>
                  <a:pt x="232614" y="32236"/>
                </a:lnTo>
                <a:lnTo>
                  <a:pt x="232221" y="32570"/>
                </a:lnTo>
                <a:lnTo>
                  <a:pt x="231837" y="32911"/>
                </a:lnTo>
                <a:lnTo>
                  <a:pt x="231460" y="33258"/>
                </a:lnTo>
                <a:lnTo>
                  <a:pt x="231092" y="33613"/>
                </a:lnTo>
                <a:lnTo>
                  <a:pt x="230732" y="33974"/>
                </a:lnTo>
                <a:lnTo>
                  <a:pt x="230380" y="34341"/>
                </a:lnTo>
                <a:lnTo>
                  <a:pt x="230036" y="34716"/>
                </a:lnTo>
                <a:lnTo>
                  <a:pt x="229700" y="35097"/>
                </a:lnTo>
                <a:lnTo>
                  <a:pt x="229372" y="35485"/>
                </a:lnTo>
                <a:lnTo>
                  <a:pt x="229052" y="35879"/>
                </a:lnTo>
                <a:lnTo>
                  <a:pt x="228740" y="36281"/>
                </a:lnTo>
                <a:lnTo>
                  <a:pt x="228437" y="36689"/>
                </a:lnTo>
                <a:lnTo>
                  <a:pt x="228141" y="37104"/>
                </a:lnTo>
                <a:lnTo>
                  <a:pt x="227854" y="37526"/>
                </a:lnTo>
                <a:lnTo>
                  <a:pt x="227574" y="37954"/>
                </a:lnTo>
                <a:lnTo>
                  <a:pt x="227574" y="27850"/>
                </a:lnTo>
                <a:lnTo>
                  <a:pt x="210605" y="27850"/>
                </a:lnTo>
                <a:lnTo>
                  <a:pt x="210605" y="122800"/>
                </a:lnTo>
                <a:lnTo>
                  <a:pt x="228805" y="122800"/>
                </a:lnTo>
                <a:lnTo>
                  <a:pt x="228805" y="88149"/>
                </a:lnTo>
                <a:lnTo>
                  <a:pt x="229231" y="88602"/>
                </a:lnTo>
                <a:lnTo>
                  <a:pt x="229654" y="89044"/>
                </a:lnTo>
                <a:close/>
                <a:moveTo>
                  <a:pt x="228802" y="57057"/>
                </a:moveTo>
                <a:lnTo>
                  <a:pt x="228886" y="56310"/>
                </a:lnTo>
                <a:lnTo>
                  <a:pt x="228985" y="55581"/>
                </a:lnTo>
                <a:lnTo>
                  <a:pt x="229100" y="54869"/>
                </a:lnTo>
                <a:lnTo>
                  <a:pt x="229230" y="54175"/>
                </a:lnTo>
                <a:lnTo>
                  <a:pt x="229375" y="53497"/>
                </a:lnTo>
                <a:lnTo>
                  <a:pt x="229536" y="52837"/>
                </a:lnTo>
                <a:lnTo>
                  <a:pt x="229712" y="52193"/>
                </a:lnTo>
                <a:lnTo>
                  <a:pt x="229903" y="51567"/>
                </a:lnTo>
                <a:lnTo>
                  <a:pt x="230109" y="50959"/>
                </a:lnTo>
                <a:lnTo>
                  <a:pt x="230331" y="50367"/>
                </a:lnTo>
                <a:lnTo>
                  <a:pt x="230568" y="49792"/>
                </a:lnTo>
                <a:lnTo>
                  <a:pt x="230820" y="49235"/>
                </a:lnTo>
                <a:lnTo>
                  <a:pt x="231088" y="48695"/>
                </a:lnTo>
                <a:lnTo>
                  <a:pt x="231371" y="48172"/>
                </a:lnTo>
                <a:lnTo>
                  <a:pt x="231669" y="47666"/>
                </a:lnTo>
                <a:lnTo>
                  <a:pt x="231983" y="47178"/>
                </a:lnTo>
                <a:lnTo>
                  <a:pt x="232311" y="46706"/>
                </a:lnTo>
                <a:lnTo>
                  <a:pt x="232656" y="46252"/>
                </a:lnTo>
                <a:lnTo>
                  <a:pt x="233015" y="45815"/>
                </a:lnTo>
                <a:lnTo>
                  <a:pt x="233386" y="45396"/>
                </a:lnTo>
                <a:lnTo>
                  <a:pt x="233765" y="44994"/>
                </a:lnTo>
                <a:lnTo>
                  <a:pt x="234151" y="44610"/>
                </a:lnTo>
                <a:lnTo>
                  <a:pt x="234546" y="44244"/>
                </a:lnTo>
                <a:lnTo>
                  <a:pt x="234948" y="43896"/>
                </a:lnTo>
                <a:lnTo>
                  <a:pt x="235359" y="43566"/>
                </a:lnTo>
                <a:lnTo>
                  <a:pt x="235777" y="43254"/>
                </a:lnTo>
                <a:lnTo>
                  <a:pt x="236203" y="42959"/>
                </a:lnTo>
                <a:lnTo>
                  <a:pt x="236637" y="42682"/>
                </a:lnTo>
                <a:lnTo>
                  <a:pt x="237079" y="42424"/>
                </a:lnTo>
                <a:lnTo>
                  <a:pt x="237528" y="42183"/>
                </a:lnTo>
                <a:lnTo>
                  <a:pt x="237986" y="41960"/>
                </a:lnTo>
                <a:lnTo>
                  <a:pt x="238451" y="41754"/>
                </a:lnTo>
                <a:lnTo>
                  <a:pt x="238925" y="41567"/>
                </a:lnTo>
                <a:lnTo>
                  <a:pt x="239406" y="41397"/>
                </a:lnTo>
                <a:lnTo>
                  <a:pt x="239895" y="41246"/>
                </a:lnTo>
                <a:lnTo>
                  <a:pt x="240392" y="41112"/>
                </a:lnTo>
                <a:lnTo>
                  <a:pt x="240896" y="40996"/>
                </a:lnTo>
                <a:lnTo>
                  <a:pt x="241409" y="40897"/>
                </a:lnTo>
                <a:lnTo>
                  <a:pt x="241929" y="40817"/>
                </a:lnTo>
                <a:lnTo>
                  <a:pt x="242458" y="40755"/>
                </a:lnTo>
                <a:lnTo>
                  <a:pt x="242994" y="40710"/>
                </a:lnTo>
                <a:lnTo>
                  <a:pt x="243538" y="40683"/>
                </a:lnTo>
                <a:lnTo>
                  <a:pt x="244090" y="40674"/>
                </a:lnTo>
                <a:lnTo>
                  <a:pt x="244621" y="40683"/>
                </a:lnTo>
                <a:lnTo>
                  <a:pt x="245145" y="40711"/>
                </a:lnTo>
                <a:lnTo>
                  <a:pt x="245661" y="40756"/>
                </a:lnTo>
                <a:lnTo>
                  <a:pt x="246170" y="40820"/>
                </a:lnTo>
                <a:lnTo>
                  <a:pt x="246672" y="40902"/>
                </a:lnTo>
                <a:lnTo>
                  <a:pt x="247167" y="41002"/>
                </a:lnTo>
                <a:lnTo>
                  <a:pt x="247654" y="41120"/>
                </a:lnTo>
                <a:lnTo>
                  <a:pt x="248135" y="41256"/>
                </a:lnTo>
                <a:lnTo>
                  <a:pt x="248608" y="41411"/>
                </a:lnTo>
                <a:lnTo>
                  <a:pt x="249074" y="41584"/>
                </a:lnTo>
                <a:lnTo>
                  <a:pt x="249533" y="41775"/>
                </a:lnTo>
                <a:lnTo>
                  <a:pt x="249984" y="41984"/>
                </a:lnTo>
                <a:lnTo>
                  <a:pt x="250428" y="42211"/>
                </a:lnTo>
                <a:lnTo>
                  <a:pt x="250866" y="42457"/>
                </a:lnTo>
                <a:lnTo>
                  <a:pt x="251296" y="42720"/>
                </a:lnTo>
                <a:lnTo>
                  <a:pt x="251718" y="43002"/>
                </a:lnTo>
                <a:lnTo>
                  <a:pt x="252134" y="43302"/>
                </a:lnTo>
                <a:lnTo>
                  <a:pt x="252542" y="43621"/>
                </a:lnTo>
                <a:lnTo>
                  <a:pt x="252944" y="43957"/>
                </a:lnTo>
                <a:lnTo>
                  <a:pt x="253338" y="44312"/>
                </a:lnTo>
                <a:lnTo>
                  <a:pt x="253724" y="44685"/>
                </a:lnTo>
                <a:lnTo>
                  <a:pt x="254104" y="45076"/>
                </a:lnTo>
                <a:lnTo>
                  <a:pt x="254476" y="45485"/>
                </a:lnTo>
                <a:lnTo>
                  <a:pt x="254842" y="45912"/>
                </a:lnTo>
                <a:lnTo>
                  <a:pt x="255196" y="46359"/>
                </a:lnTo>
                <a:lnTo>
                  <a:pt x="255535" y="46824"/>
                </a:lnTo>
                <a:lnTo>
                  <a:pt x="255859" y="47309"/>
                </a:lnTo>
                <a:lnTo>
                  <a:pt x="256168" y="47813"/>
                </a:lnTo>
                <a:lnTo>
                  <a:pt x="256461" y="48336"/>
                </a:lnTo>
                <a:lnTo>
                  <a:pt x="256740" y="48879"/>
                </a:lnTo>
                <a:lnTo>
                  <a:pt x="257004" y="49441"/>
                </a:lnTo>
                <a:lnTo>
                  <a:pt x="257253" y="50022"/>
                </a:lnTo>
                <a:lnTo>
                  <a:pt x="257486" y="50623"/>
                </a:lnTo>
                <a:lnTo>
                  <a:pt x="257705" y="51243"/>
                </a:lnTo>
                <a:lnTo>
                  <a:pt x="257908" y="51882"/>
                </a:lnTo>
                <a:lnTo>
                  <a:pt x="258096" y="52541"/>
                </a:lnTo>
                <a:lnTo>
                  <a:pt x="258270" y="53219"/>
                </a:lnTo>
                <a:lnTo>
                  <a:pt x="258428" y="53916"/>
                </a:lnTo>
                <a:lnTo>
                  <a:pt x="258571" y="54633"/>
                </a:lnTo>
                <a:lnTo>
                  <a:pt x="258699" y="55369"/>
                </a:lnTo>
                <a:lnTo>
                  <a:pt x="258812" y="56124"/>
                </a:lnTo>
                <a:lnTo>
                  <a:pt x="258910" y="56898"/>
                </a:lnTo>
                <a:lnTo>
                  <a:pt x="258993" y="57692"/>
                </a:lnTo>
                <a:lnTo>
                  <a:pt x="259061" y="58505"/>
                </a:lnTo>
                <a:lnTo>
                  <a:pt x="259113" y="59337"/>
                </a:lnTo>
                <a:lnTo>
                  <a:pt x="259151" y="60189"/>
                </a:lnTo>
                <a:lnTo>
                  <a:pt x="259174" y="61060"/>
                </a:lnTo>
                <a:lnTo>
                  <a:pt x="259181" y="61951"/>
                </a:lnTo>
                <a:lnTo>
                  <a:pt x="259174" y="62904"/>
                </a:lnTo>
                <a:lnTo>
                  <a:pt x="259152" y="63835"/>
                </a:lnTo>
                <a:lnTo>
                  <a:pt x="259115" y="64743"/>
                </a:lnTo>
                <a:lnTo>
                  <a:pt x="259064" y="65629"/>
                </a:lnTo>
                <a:lnTo>
                  <a:pt x="258998" y="66492"/>
                </a:lnTo>
                <a:lnTo>
                  <a:pt x="258918" y="67333"/>
                </a:lnTo>
                <a:lnTo>
                  <a:pt x="258823" y="68151"/>
                </a:lnTo>
                <a:lnTo>
                  <a:pt x="258713" y="68946"/>
                </a:lnTo>
                <a:lnTo>
                  <a:pt x="258589" y="69719"/>
                </a:lnTo>
                <a:lnTo>
                  <a:pt x="258450" y="70470"/>
                </a:lnTo>
                <a:lnTo>
                  <a:pt x="258297" y="71197"/>
                </a:lnTo>
                <a:lnTo>
                  <a:pt x="258129" y="71903"/>
                </a:lnTo>
                <a:lnTo>
                  <a:pt x="257946" y="72585"/>
                </a:lnTo>
                <a:lnTo>
                  <a:pt x="257749" y="73245"/>
                </a:lnTo>
                <a:lnTo>
                  <a:pt x="257537" y="73883"/>
                </a:lnTo>
                <a:lnTo>
                  <a:pt x="257310" y="74498"/>
                </a:lnTo>
                <a:lnTo>
                  <a:pt x="257069" y="75090"/>
                </a:lnTo>
                <a:lnTo>
                  <a:pt x="256813" y="75660"/>
                </a:lnTo>
                <a:lnTo>
                  <a:pt x="256543" y="76207"/>
                </a:lnTo>
                <a:lnTo>
                  <a:pt x="256258" y="76731"/>
                </a:lnTo>
                <a:lnTo>
                  <a:pt x="255958" y="77233"/>
                </a:lnTo>
                <a:lnTo>
                  <a:pt x="255644" y="77713"/>
                </a:lnTo>
                <a:lnTo>
                  <a:pt x="255315" y="78170"/>
                </a:lnTo>
                <a:lnTo>
                  <a:pt x="254971" y="78604"/>
                </a:lnTo>
                <a:lnTo>
                  <a:pt x="254617" y="79018"/>
                </a:lnTo>
                <a:lnTo>
                  <a:pt x="254255" y="79415"/>
                </a:lnTo>
                <a:lnTo>
                  <a:pt x="253885" y="79794"/>
                </a:lnTo>
                <a:lnTo>
                  <a:pt x="253509" y="80155"/>
                </a:lnTo>
                <a:lnTo>
                  <a:pt x="253124" y="80499"/>
                </a:lnTo>
                <a:lnTo>
                  <a:pt x="252733" y="80825"/>
                </a:lnTo>
                <a:lnTo>
                  <a:pt x="252334" y="81133"/>
                </a:lnTo>
                <a:lnTo>
                  <a:pt x="251927" y="81424"/>
                </a:lnTo>
                <a:lnTo>
                  <a:pt x="251513" y="81697"/>
                </a:lnTo>
                <a:lnTo>
                  <a:pt x="251092" y="81953"/>
                </a:lnTo>
                <a:lnTo>
                  <a:pt x="250663" y="82191"/>
                </a:lnTo>
                <a:lnTo>
                  <a:pt x="250227" y="82411"/>
                </a:lnTo>
                <a:lnTo>
                  <a:pt x="249783" y="82614"/>
                </a:lnTo>
                <a:lnTo>
                  <a:pt x="249332" y="82799"/>
                </a:lnTo>
                <a:lnTo>
                  <a:pt x="248874" y="82966"/>
                </a:lnTo>
                <a:lnTo>
                  <a:pt x="248408" y="83116"/>
                </a:lnTo>
                <a:lnTo>
                  <a:pt x="247935" y="83248"/>
                </a:lnTo>
                <a:lnTo>
                  <a:pt x="247454" y="83363"/>
                </a:lnTo>
                <a:lnTo>
                  <a:pt x="246966" y="83460"/>
                </a:lnTo>
                <a:lnTo>
                  <a:pt x="246470" y="83539"/>
                </a:lnTo>
                <a:lnTo>
                  <a:pt x="245967" y="83601"/>
                </a:lnTo>
                <a:lnTo>
                  <a:pt x="245457" y="83645"/>
                </a:lnTo>
                <a:lnTo>
                  <a:pt x="244939" y="83671"/>
                </a:lnTo>
                <a:lnTo>
                  <a:pt x="244414" y="83680"/>
                </a:lnTo>
                <a:lnTo>
                  <a:pt x="243867" y="83671"/>
                </a:lnTo>
                <a:lnTo>
                  <a:pt x="243327" y="83642"/>
                </a:lnTo>
                <a:lnTo>
                  <a:pt x="242794" y="83594"/>
                </a:lnTo>
                <a:lnTo>
                  <a:pt x="242268" y="83527"/>
                </a:lnTo>
                <a:lnTo>
                  <a:pt x="241749" y="83440"/>
                </a:lnTo>
                <a:lnTo>
                  <a:pt x="241236" y="83335"/>
                </a:lnTo>
                <a:lnTo>
                  <a:pt x="240731" y="83210"/>
                </a:lnTo>
                <a:lnTo>
                  <a:pt x="240233" y="83066"/>
                </a:lnTo>
                <a:lnTo>
                  <a:pt x="239742" y="82903"/>
                </a:lnTo>
                <a:lnTo>
                  <a:pt x="239257" y="82720"/>
                </a:lnTo>
                <a:lnTo>
                  <a:pt x="238780" y="82519"/>
                </a:lnTo>
                <a:lnTo>
                  <a:pt x="238310" y="82298"/>
                </a:lnTo>
                <a:lnTo>
                  <a:pt x="237846" y="82058"/>
                </a:lnTo>
                <a:lnTo>
                  <a:pt x="237390" y="81799"/>
                </a:lnTo>
                <a:lnTo>
                  <a:pt x="236940" y="81520"/>
                </a:lnTo>
                <a:lnTo>
                  <a:pt x="236498" y="81223"/>
                </a:lnTo>
                <a:lnTo>
                  <a:pt x="236062" y="80906"/>
                </a:lnTo>
                <a:lnTo>
                  <a:pt x="235634" y="80570"/>
                </a:lnTo>
                <a:lnTo>
                  <a:pt x="235212" y="80215"/>
                </a:lnTo>
                <a:lnTo>
                  <a:pt x="234798" y="79840"/>
                </a:lnTo>
                <a:lnTo>
                  <a:pt x="234390" y="79447"/>
                </a:lnTo>
                <a:lnTo>
                  <a:pt x="233990" y="79034"/>
                </a:lnTo>
                <a:lnTo>
                  <a:pt x="233596" y="78602"/>
                </a:lnTo>
                <a:lnTo>
                  <a:pt x="233209" y="78151"/>
                </a:lnTo>
                <a:lnTo>
                  <a:pt x="232834" y="77679"/>
                </a:lnTo>
                <a:lnTo>
                  <a:pt x="232475" y="77187"/>
                </a:lnTo>
                <a:lnTo>
                  <a:pt x="232131" y="76674"/>
                </a:lnTo>
                <a:lnTo>
                  <a:pt x="231804" y="76140"/>
                </a:lnTo>
                <a:lnTo>
                  <a:pt x="231493" y="75584"/>
                </a:lnTo>
                <a:lnTo>
                  <a:pt x="231197" y="75008"/>
                </a:lnTo>
                <a:lnTo>
                  <a:pt x="230918" y="74411"/>
                </a:lnTo>
                <a:lnTo>
                  <a:pt x="230654" y="73793"/>
                </a:lnTo>
                <a:lnTo>
                  <a:pt x="230407" y="73153"/>
                </a:lnTo>
                <a:lnTo>
                  <a:pt x="230175" y="72493"/>
                </a:lnTo>
                <a:lnTo>
                  <a:pt x="229960" y="71812"/>
                </a:lnTo>
                <a:lnTo>
                  <a:pt x="229760" y="71110"/>
                </a:lnTo>
                <a:lnTo>
                  <a:pt x="229577" y="70386"/>
                </a:lnTo>
                <a:lnTo>
                  <a:pt x="229409" y="69642"/>
                </a:lnTo>
                <a:lnTo>
                  <a:pt x="229257" y="68877"/>
                </a:lnTo>
                <a:lnTo>
                  <a:pt x="229122" y="68091"/>
                </a:lnTo>
                <a:lnTo>
                  <a:pt x="229002" y="67284"/>
                </a:lnTo>
                <a:lnTo>
                  <a:pt x="228898" y="66456"/>
                </a:lnTo>
                <a:lnTo>
                  <a:pt x="228810" y="65606"/>
                </a:lnTo>
                <a:lnTo>
                  <a:pt x="228738" y="64736"/>
                </a:lnTo>
                <a:lnTo>
                  <a:pt x="228683" y="63845"/>
                </a:lnTo>
                <a:lnTo>
                  <a:pt x="228643" y="62933"/>
                </a:lnTo>
                <a:lnTo>
                  <a:pt x="228619" y="62000"/>
                </a:lnTo>
                <a:lnTo>
                  <a:pt x="228611" y="61046"/>
                </a:lnTo>
                <a:lnTo>
                  <a:pt x="228618" y="60214"/>
                </a:lnTo>
                <a:lnTo>
                  <a:pt x="228641" y="59399"/>
                </a:lnTo>
                <a:lnTo>
                  <a:pt x="228679" y="58601"/>
                </a:lnTo>
                <a:lnTo>
                  <a:pt x="228733" y="57820"/>
                </a:lnTo>
                <a:lnTo>
                  <a:pt x="228802" y="57057"/>
                </a:lnTo>
                <a:close/>
                <a:moveTo>
                  <a:pt x="1055184" y="89044"/>
                </a:moveTo>
                <a:lnTo>
                  <a:pt x="1055606" y="89475"/>
                </a:lnTo>
                <a:lnTo>
                  <a:pt x="1056027" y="89894"/>
                </a:lnTo>
                <a:lnTo>
                  <a:pt x="1056445" y="90303"/>
                </a:lnTo>
                <a:lnTo>
                  <a:pt x="1056862" y="90699"/>
                </a:lnTo>
                <a:lnTo>
                  <a:pt x="1057278" y="91085"/>
                </a:lnTo>
                <a:lnTo>
                  <a:pt x="1057692" y="91460"/>
                </a:lnTo>
                <a:lnTo>
                  <a:pt x="1058104" y="91823"/>
                </a:lnTo>
                <a:lnTo>
                  <a:pt x="1058514" y="92175"/>
                </a:lnTo>
                <a:lnTo>
                  <a:pt x="1058923" y="92515"/>
                </a:lnTo>
                <a:lnTo>
                  <a:pt x="1059330" y="92845"/>
                </a:lnTo>
                <a:lnTo>
                  <a:pt x="1059735" y="93163"/>
                </a:lnTo>
                <a:lnTo>
                  <a:pt x="1060139" y="93470"/>
                </a:lnTo>
                <a:lnTo>
                  <a:pt x="1060541" y="93766"/>
                </a:lnTo>
                <a:lnTo>
                  <a:pt x="1060941" y="94050"/>
                </a:lnTo>
                <a:lnTo>
                  <a:pt x="1061339" y="94324"/>
                </a:lnTo>
                <a:lnTo>
                  <a:pt x="1061736" y="94586"/>
                </a:lnTo>
                <a:lnTo>
                  <a:pt x="1062131" y="94836"/>
                </a:lnTo>
                <a:lnTo>
                  <a:pt x="1062525" y="95076"/>
                </a:lnTo>
                <a:lnTo>
                  <a:pt x="1062917" y="95304"/>
                </a:lnTo>
                <a:lnTo>
                  <a:pt x="1063307" y="95521"/>
                </a:lnTo>
                <a:lnTo>
                  <a:pt x="1063695" y="95727"/>
                </a:lnTo>
                <a:lnTo>
                  <a:pt x="1064082" y="95921"/>
                </a:lnTo>
                <a:lnTo>
                  <a:pt x="1064470" y="96106"/>
                </a:lnTo>
                <a:lnTo>
                  <a:pt x="1064861" y="96283"/>
                </a:lnTo>
                <a:lnTo>
                  <a:pt x="1065256" y="96453"/>
                </a:lnTo>
                <a:lnTo>
                  <a:pt x="1065655" y="96614"/>
                </a:lnTo>
                <a:lnTo>
                  <a:pt x="1066058" y="96768"/>
                </a:lnTo>
                <a:lnTo>
                  <a:pt x="1066464" y="96913"/>
                </a:lnTo>
                <a:lnTo>
                  <a:pt x="1066874" y="97051"/>
                </a:lnTo>
                <a:lnTo>
                  <a:pt x="1067288" y="97181"/>
                </a:lnTo>
                <a:lnTo>
                  <a:pt x="1067705" y="97303"/>
                </a:lnTo>
                <a:lnTo>
                  <a:pt x="1068127" y="97417"/>
                </a:lnTo>
                <a:lnTo>
                  <a:pt x="1068552" y="97523"/>
                </a:lnTo>
                <a:lnTo>
                  <a:pt x="1068980" y="97622"/>
                </a:lnTo>
                <a:lnTo>
                  <a:pt x="1069412" y="97712"/>
                </a:lnTo>
                <a:lnTo>
                  <a:pt x="1069848" y="97795"/>
                </a:lnTo>
                <a:lnTo>
                  <a:pt x="1070288" y="97870"/>
                </a:lnTo>
                <a:lnTo>
                  <a:pt x="1070732" y="97936"/>
                </a:lnTo>
                <a:lnTo>
                  <a:pt x="1071179" y="97995"/>
                </a:lnTo>
                <a:lnTo>
                  <a:pt x="1071630" y="98047"/>
                </a:lnTo>
                <a:lnTo>
                  <a:pt x="1072084" y="98090"/>
                </a:lnTo>
                <a:lnTo>
                  <a:pt x="1072542" y="98125"/>
                </a:lnTo>
                <a:lnTo>
                  <a:pt x="1073004" y="98153"/>
                </a:lnTo>
                <a:lnTo>
                  <a:pt x="1073470" y="98173"/>
                </a:lnTo>
                <a:lnTo>
                  <a:pt x="1073939" y="98184"/>
                </a:lnTo>
                <a:lnTo>
                  <a:pt x="1074413" y="98188"/>
                </a:lnTo>
                <a:lnTo>
                  <a:pt x="1075405" y="98172"/>
                </a:lnTo>
                <a:lnTo>
                  <a:pt x="1076385" y="98122"/>
                </a:lnTo>
                <a:lnTo>
                  <a:pt x="1077352" y="98039"/>
                </a:lnTo>
                <a:lnTo>
                  <a:pt x="1078308" y="97923"/>
                </a:lnTo>
                <a:lnTo>
                  <a:pt x="1079250" y="97774"/>
                </a:lnTo>
                <a:lnTo>
                  <a:pt x="1080181" y="97591"/>
                </a:lnTo>
                <a:lnTo>
                  <a:pt x="1081099" y="97376"/>
                </a:lnTo>
                <a:lnTo>
                  <a:pt x="1082005" y="97127"/>
                </a:lnTo>
                <a:lnTo>
                  <a:pt x="1082898" y="96845"/>
                </a:lnTo>
                <a:lnTo>
                  <a:pt x="1083779" y="96530"/>
                </a:lnTo>
                <a:lnTo>
                  <a:pt x="1084648" y="96181"/>
                </a:lnTo>
                <a:lnTo>
                  <a:pt x="1085504" y="95800"/>
                </a:lnTo>
                <a:lnTo>
                  <a:pt x="1086348" y="95385"/>
                </a:lnTo>
                <a:lnTo>
                  <a:pt x="1087179" y="94938"/>
                </a:lnTo>
                <a:lnTo>
                  <a:pt x="1087999" y="94457"/>
                </a:lnTo>
                <a:lnTo>
                  <a:pt x="1088805" y="93942"/>
                </a:lnTo>
                <a:lnTo>
                  <a:pt x="1089600" y="93395"/>
                </a:lnTo>
                <a:lnTo>
                  <a:pt x="1090382" y="92815"/>
                </a:lnTo>
                <a:lnTo>
                  <a:pt x="1091152" y="92201"/>
                </a:lnTo>
                <a:lnTo>
                  <a:pt x="1091909" y="91554"/>
                </a:lnTo>
                <a:lnTo>
                  <a:pt x="1092654" y="90874"/>
                </a:lnTo>
                <a:lnTo>
                  <a:pt x="1093386" y="90161"/>
                </a:lnTo>
                <a:lnTo>
                  <a:pt x="1094107" y="89415"/>
                </a:lnTo>
                <a:lnTo>
                  <a:pt x="1094814" y="88635"/>
                </a:lnTo>
                <a:lnTo>
                  <a:pt x="1095501" y="87826"/>
                </a:lnTo>
                <a:lnTo>
                  <a:pt x="1096159" y="86989"/>
                </a:lnTo>
                <a:lnTo>
                  <a:pt x="1096788" y="86127"/>
                </a:lnTo>
                <a:lnTo>
                  <a:pt x="1097387" y="85237"/>
                </a:lnTo>
                <a:lnTo>
                  <a:pt x="1097957" y="84321"/>
                </a:lnTo>
                <a:lnTo>
                  <a:pt x="1098498" y="83379"/>
                </a:lnTo>
                <a:lnTo>
                  <a:pt x="1099010" y="82409"/>
                </a:lnTo>
                <a:lnTo>
                  <a:pt x="1099492" y="81413"/>
                </a:lnTo>
                <a:lnTo>
                  <a:pt x="1099945" y="80391"/>
                </a:lnTo>
                <a:lnTo>
                  <a:pt x="1100369" y="79341"/>
                </a:lnTo>
                <a:lnTo>
                  <a:pt x="1100764" y="78266"/>
                </a:lnTo>
                <a:lnTo>
                  <a:pt x="1101129" y="77163"/>
                </a:lnTo>
                <a:lnTo>
                  <a:pt x="1101466" y="76034"/>
                </a:lnTo>
                <a:lnTo>
                  <a:pt x="1101773" y="74878"/>
                </a:lnTo>
                <a:lnTo>
                  <a:pt x="1102050" y="73695"/>
                </a:lnTo>
                <a:lnTo>
                  <a:pt x="1102299" y="72486"/>
                </a:lnTo>
                <a:lnTo>
                  <a:pt x="1102518" y="71250"/>
                </a:lnTo>
                <a:lnTo>
                  <a:pt x="1102708" y="69988"/>
                </a:lnTo>
                <a:lnTo>
                  <a:pt x="1102869" y="68699"/>
                </a:lnTo>
                <a:lnTo>
                  <a:pt x="1103000" y="67383"/>
                </a:lnTo>
                <a:lnTo>
                  <a:pt x="1103103" y="66041"/>
                </a:lnTo>
                <a:lnTo>
                  <a:pt x="1103176" y="64672"/>
                </a:lnTo>
                <a:lnTo>
                  <a:pt x="1103220" y="63276"/>
                </a:lnTo>
                <a:lnTo>
                  <a:pt x="1103234" y="61853"/>
                </a:lnTo>
                <a:lnTo>
                  <a:pt x="1103220" y="60468"/>
                </a:lnTo>
                <a:lnTo>
                  <a:pt x="1103176" y="59109"/>
                </a:lnTo>
                <a:lnTo>
                  <a:pt x="1103104" y="57775"/>
                </a:lnTo>
                <a:lnTo>
                  <a:pt x="1103002" y="56467"/>
                </a:lnTo>
                <a:lnTo>
                  <a:pt x="1102872" y="55184"/>
                </a:lnTo>
                <a:lnTo>
                  <a:pt x="1102712" y="53927"/>
                </a:lnTo>
                <a:lnTo>
                  <a:pt x="1102524" y="52696"/>
                </a:lnTo>
                <a:lnTo>
                  <a:pt x="1102306" y="51491"/>
                </a:lnTo>
                <a:lnTo>
                  <a:pt x="1102059" y="50311"/>
                </a:lnTo>
                <a:lnTo>
                  <a:pt x="1101784" y="49156"/>
                </a:lnTo>
                <a:lnTo>
                  <a:pt x="1101479" y="48027"/>
                </a:lnTo>
                <a:lnTo>
                  <a:pt x="1101146" y="46924"/>
                </a:lnTo>
                <a:lnTo>
                  <a:pt x="1100783" y="45847"/>
                </a:lnTo>
                <a:lnTo>
                  <a:pt x="1100391" y="44795"/>
                </a:lnTo>
                <a:lnTo>
                  <a:pt x="1099971" y="43769"/>
                </a:lnTo>
                <a:lnTo>
                  <a:pt x="1099521" y="42768"/>
                </a:lnTo>
                <a:lnTo>
                  <a:pt x="1099042" y="41794"/>
                </a:lnTo>
                <a:lnTo>
                  <a:pt x="1098535" y="40844"/>
                </a:lnTo>
                <a:lnTo>
                  <a:pt x="1097998" y="39921"/>
                </a:lnTo>
                <a:lnTo>
                  <a:pt x="1097432" y="39023"/>
                </a:lnTo>
                <a:lnTo>
                  <a:pt x="1096837" y="38150"/>
                </a:lnTo>
                <a:lnTo>
                  <a:pt x="1096214" y="37304"/>
                </a:lnTo>
                <a:lnTo>
                  <a:pt x="1095561" y="36483"/>
                </a:lnTo>
                <a:lnTo>
                  <a:pt x="1094879" y="35687"/>
                </a:lnTo>
                <a:lnTo>
                  <a:pt x="1094177" y="34921"/>
                </a:lnTo>
                <a:lnTo>
                  <a:pt x="1093462" y="34187"/>
                </a:lnTo>
                <a:lnTo>
                  <a:pt x="1092734" y="33486"/>
                </a:lnTo>
                <a:lnTo>
                  <a:pt x="1091993" y="32818"/>
                </a:lnTo>
                <a:lnTo>
                  <a:pt x="1091241" y="32182"/>
                </a:lnTo>
                <a:lnTo>
                  <a:pt x="1090475" y="31578"/>
                </a:lnTo>
                <a:lnTo>
                  <a:pt x="1089697" y="31008"/>
                </a:lnTo>
                <a:lnTo>
                  <a:pt x="1088906" y="30470"/>
                </a:lnTo>
                <a:lnTo>
                  <a:pt x="1088103" y="29964"/>
                </a:lnTo>
                <a:lnTo>
                  <a:pt x="1087287" y="29491"/>
                </a:lnTo>
                <a:lnTo>
                  <a:pt x="1086458" y="29051"/>
                </a:lnTo>
                <a:lnTo>
                  <a:pt x="1085617" y="28644"/>
                </a:lnTo>
                <a:lnTo>
                  <a:pt x="1084764" y="28269"/>
                </a:lnTo>
                <a:lnTo>
                  <a:pt x="1083897" y="27926"/>
                </a:lnTo>
                <a:lnTo>
                  <a:pt x="1083019" y="27616"/>
                </a:lnTo>
                <a:lnTo>
                  <a:pt x="1082127" y="27339"/>
                </a:lnTo>
                <a:lnTo>
                  <a:pt x="1081223" y="27095"/>
                </a:lnTo>
                <a:lnTo>
                  <a:pt x="1080306" y="26883"/>
                </a:lnTo>
                <a:lnTo>
                  <a:pt x="1079377" y="26703"/>
                </a:lnTo>
                <a:lnTo>
                  <a:pt x="1078435" y="26557"/>
                </a:lnTo>
                <a:lnTo>
                  <a:pt x="1077481" y="26443"/>
                </a:lnTo>
                <a:lnTo>
                  <a:pt x="1076514" y="26361"/>
                </a:lnTo>
                <a:lnTo>
                  <a:pt x="1075534" y="26312"/>
                </a:lnTo>
                <a:lnTo>
                  <a:pt x="1074542" y="26296"/>
                </a:lnTo>
                <a:lnTo>
                  <a:pt x="1073972" y="26301"/>
                </a:lnTo>
                <a:lnTo>
                  <a:pt x="1073406" y="26318"/>
                </a:lnTo>
                <a:lnTo>
                  <a:pt x="1072845" y="26346"/>
                </a:lnTo>
                <a:lnTo>
                  <a:pt x="1072288" y="26386"/>
                </a:lnTo>
                <a:lnTo>
                  <a:pt x="1071735" y="26436"/>
                </a:lnTo>
                <a:lnTo>
                  <a:pt x="1071186" y="26498"/>
                </a:lnTo>
                <a:lnTo>
                  <a:pt x="1070642" y="26571"/>
                </a:lnTo>
                <a:lnTo>
                  <a:pt x="1070102" y="26656"/>
                </a:lnTo>
                <a:lnTo>
                  <a:pt x="1069566" y="26751"/>
                </a:lnTo>
                <a:lnTo>
                  <a:pt x="1069035" y="26858"/>
                </a:lnTo>
                <a:lnTo>
                  <a:pt x="1068507" y="26976"/>
                </a:lnTo>
                <a:lnTo>
                  <a:pt x="1067984" y="27105"/>
                </a:lnTo>
                <a:lnTo>
                  <a:pt x="1067466" y="27246"/>
                </a:lnTo>
                <a:lnTo>
                  <a:pt x="1066951" y="27398"/>
                </a:lnTo>
                <a:lnTo>
                  <a:pt x="1066441" y="27561"/>
                </a:lnTo>
                <a:lnTo>
                  <a:pt x="1065935" y="27735"/>
                </a:lnTo>
                <a:lnTo>
                  <a:pt x="1065433" y="27921"/>
                </a:lnTo>
                <a:lnTo>
                  <a:pt x="1064936" y="28117"/>
                </a:lnTo>
                <a:lnTo>
                  <a:pt x="1064443" y="28325"/>
                </a:lnTo>
                <a:lnTo>
                  <a:pt x="1063954" y="28545"/>
                </a:lnTo>
                <a:lnTo>
                  <a:pt x="1063470" y="28775"/>
                </a:lnTo>
                <a:lnTo>
                  <a:pt x="1062990" y="29017"/>
                </a:lnTo>
                <a:lnTo>
                  <a:pt x="1062514" y="29270"/>
                </a:lnTo>
                <a:lnTo>
                  <a:pt x="1062042" y="29534"/>
                </a:lnTo>
                <a:lnTo>
                  <a:pt x="1061576" y="29807"/>
                </a:lnTo>
                <a:lnTo>
                  <a:pt x="1061119" y="30087"/>
                </a:lnTo>
                <a:lnTo>
                  <a:pt x="1060670" y="30374"/>
                </a:lnTo>
                <a:lnTo>
                  <a:pt x="1060228" y="30668"/>
                </a:lnTo>
                <a:lnTo>
                  <a:pt x="1059795" y="30968"/>
                </a:lnTo>
                <a:lnTo>
                  <a:pt x="1059370" y="31275"/>
                </a:lnTo>
                <a:lnTo>
                  <a:pt x="1058953" y="31589"/>
                </a:lnTo>
                <a:lnTo>
                  <a:pt x="1058544" y="31909"/>
                </a:lnTo>
                <a:lnTo>
                  <a:pt x="1058144" y="32236"/>
                </a:lnTo>
                <a:lnTo>
                  <a:pt x="1057751" y="32570"/>
                </a:lnTo>
                <a:lnTo>
                  <a:pt x="1057366" y="32911"/>
                </a:lnTo>
                <a:lnTo>
                  <a:pt x="1056990" y="33258"/>
                </a:lnTo>
                <a:lnTo>
                  <a:pt x="1056622" y="33613"/>
                </a:lnTo>
                <a:lnTo>
                  <a:pt x="1056261" y="33974"/>
                </a:lnTo>
                <a:lnTo>
                  <a:pt x="1055909" y="34341"/>
                </a:lnTo>
                <a:lnTo>
                  <a:pt x="1055565" y="34716"/>
                </a:lnTo>
                <a:lnTo>
                  <a:pt x="1055229" y="35097"/>
                </a:lnTo>
                <a:lnTo>
                  <a:pt x="1054901" y="35485"/>
                </a:lnTo>
                <a:lnTo>
                  <a:pt x="1054581" y="35879"/>
                </a:lnTo>
                <a:lnTo>
                  <a:pt x="1054270" y="36281"/>
                </a:lnTo>
                <a:lnTo>
                  <a:pt x="1053966" y="36689"/>
                </a:lnTo>
                <a:lnTo>
                  <a:pt x="1053671" y="37104"/>
                </a:lnTo>
                <a:lnTo>
                  <a:pt x="1053383" y="37526"/>
                </a:lnTo>
                <a:lnTo>
                  <a:pt x="1053104" y="37954"/>
                </a:lnTo>
                <a:lnTo>
                  <a:pt x="1053104" y="27850"/>
                </a:lnTo>
                <a:lnTo>
                  <a:pt x="1036135" y="27850"/>
                </a:lnTo>
                <a:lnTo>
                  <a:pt x="1036135" y="122800"/>
                </a:lnTo>
                <a:lnTo>
                  <a:pt x="1054334" y="122800"/>
                </a:lnTo>
                <a:lnTo>
                  <a:pt x="1054334" y="88149"/>
                </a:lnTo>
                <a:lnTo>
                  <a:pt x="1054760" y="88602"/>
                </a:lnTo>
                <a:lnTo>
                  <a:pt x="1055184" y="89044"/>
                </a:lnTo>
                <a:close/>
                <a:moveTo>
                  <a:pt x="1054331" y="57057"/>
                </a:moveTo>
                <a:lnTo>
                  <a:pt x="1054415" y="56310"/>
                </a:lnTo>
                <a:lnTo>
                  <a:pt x="1054515" y="55581"/>
                </a:lnTo>
                <a:lnTo>
                  <a:pt x="1054629" y="54869"/>
                </a:lnTo>
                <a:lnTo>
                  <a:pt x="1054759" y="54175"/>
                </a:lnTo>
                <a:lnTo>
                  <a:pt x="1054905" y="53497"/>
                </a:lnTo>
                <a:lnTo>
                  <a:pt x="1055065" y="52837"/>
                </a:lnTo>
                <a:lnTo>
                  <a:pt x="1055241" y="52193"/>
                </a:lnTo>
                <a:lnTo>
                  <a:pt x="1055432" y="51567"/>
                </a:lnTo>
                <a:lnTo>
                  <a:pt x="1055639" y="50959"/>
                </a:lnTo>
                <a:lnTo>
                  <a:pt x="1055861" y="50367"/>
                </a:lnTo>
                <a:lnTo>
                  <a:pt x="1056098" y="49792"/>
                </a:lnTo>
                <a:lnTo>
                  <a:pt x="1056350" y="49235"/>
                </a:lnTo>
                <a:lnTo>
                  <a:pt x="1056618" y="48695"/>
                </a:lnTo>
                <a:lnTo>
                  <a:pt x="1056900" y="48172"/>
                </a:lnTo>
                <a:lnTo>
                  <a:pt x="1057199" y="47666"/>
                </a:lnTo>
                <a:lnTo>
                  <a:pt x="1057512" y="47178"/>
                </a:lnTo>
                <a:lnTo>
                  <a:pt x="1057841" y="46706"/>
                </a:lnTo>
                <a:lnTo>
                  <a:pt x="1058185" y="46252"/>
                </a:lnTo>
                <a:lnTo>
                  <a:pt x="1058544" y="45815"/>
                </a:lnTo>
                <a:lnTo>
                  <a:pt x="1058915" y="45396"/>
                </a:lnTo>
                <a:lnTo>
                  <a:pt x="1059294" y="44994"/>
                </a:lnTo>
                <a:lnTo>
                  <a:pt x="1059681" y="44610"/>
                </a:lnTo>
                <a:lnTo>
                  <a:pt x="1060075" y="44244"/>
                </a:lnTo>
                <a:lnTo>
                  <a:pt x="1060478" y="43896"/>
                </a:lnTo>
                <a:lnTo>
                  <a:pt x="1060888" y="43566"/>
                </a:lnTo>
                <a:lnTo>
                  <a:pt x="1061306" y="43254"/>
                </a:lnTo>
                <a:lnTo>
                  <a:pt x="1061732" y="42959"/>
                </a:lnTo>
                <a:lnTo>
                  <a:pt x="1062166" y="42682"/>
                </a:lnTo>
                <a:lnTo>
                  <a:pt x="1062608" y="42424"/>
                </a:lnTo>
                <a:lnTo>
                  <a:pt x="1063058" y="42183"/>
                </a:lnTo>
                <a:lnTo>
                  <a:pt x="1063515" y="41960"/>
                </a:lnTo>
                <a:lnTo>
                  <a:pt x="1063981" y="41754"/>
                </a:lnTo>
                <a:lnTo>
                  <a:pt x="1064454" y="41567"/>
                </a:lnTo>
                <a:lnTo>
                  <a:pt x="1064935" y="41397"/>
                </a:lnTo>
                <a:lnTo>
                  <a:pt x="1065424" y="41246"/>
                </a:lnTo>
                <a:lnTo>
                  <a:pt x="1065921" y="41112"/>
                </a:lnTo>
                <a:lnTo>
                  <a:pt x="1066426" y="40996"/>
                </a:lnTo>
                <a:lnTo>
                  <a:pt x="1066938" y="40897"/>
                </a:lnTo>
                <a:lnTo>
                  <a:pt x="1067459" y="40817"/>
                </a:lnTo>
                <a:lnTo>
                  <a:pt x="1067987" y="40755"/>
                </a:lnTo>
                <a:lnTo>
                  <a:pt x="1068524" y="40710"/>
                </a:lnTo>
                <a:lnTo>
                  <a:pt x="1069068" y="40683"/>
                </a:lnTo>
                <a:lnTo>
                  <a:pt x="1069620" y="40674"/>
                </a:lnTo>
                <a:lnTo>
                  <a:pt x="1070150" y="40683"/>
                </a:lnTo>
                <a:lnTo>
                  <a:pt x="1070674" y="40711"/>
                </a:lnTo>
                <a:lnTo>
                  <a:pt x="1071190" y="40756"/>
                </a:lnTo>
                <a:lnTo>
                  <a:pt x="1071699" y="40820"/>
                </a:lnTo>
                <a:lnTo>
                  <a:pt x="1072201" y="40902"/>
                </a:lnTo>
                <a:lnTo>
                  <a:pt x="1072696" y="41002"/>
                </a:lnTo>
                <a:lnTo>
                  <a:pt x="1073184" y="41120"/>
                </a:lnTo>
                <a:lnTo>
                  <a:pt x="1073664" y="41256"/>
                </a:lnTo>
                <a:lnTo>
                  <a:pt x="1074137" y="41411"/>
                </a:lnTo>
                <a:lnTo>
                  <a:pt x="1074603" y="41584"/>
                </a:lnTo>
                <a:lnTo>
                  <a:pt x="1075062" y="41775"/>
                </a:lnTo>
                <a:lnTo>
                  <a:pt x="1075514" y="41984"/>
                </a:lnTo>
                <a:lnTo>
                  <a:pt x="1075958" y="42211"/>
                </a:lnTo>
                <a:lnTo>
                  <a:pt x="1076395" y="42457"/>
                </a:lnTo>
                <a:lnTo>
                  <a:pt x="1076825" y="42720"/>
                </a:lnTo>
                <a:lnTo>
                  <a:pt x="1077248" y="43002"/>
                </a:lnTo>
                <a:lnTo>
                  <a:pt x="1077664" y="43302"/>
                </a:lnTo>
                <a:lnTo>
                  <a:pt x="1078072" y="43621"/>
                </a:lnTo>
                <a:lnTo>
                  <a:pt x="1078473" y="43957"/>
                </a:lnTo>
                <a:lnTo>
                  <a:pt x="1078867" y="44312"/>
                </a:lnTo>
                <a:lnTo>
                  <a:pt x="1079254" y="44685"/>
                </a:lnTo>
                <a:lnTo>
                  <a:pt x="1079634" y="45076"/>
                </a:lnTo>
                <a:lnTo>
                  <a:pt x="1080006" y="45485"/>
                </a:lnTo>
                <a:lnTo>
                  <a:pt x="1080371" y="45912"/>
                </a:lnTo>
                <a:lnTo>
                  <a:pt x="1080725" y="46359"/>
                </a:lnTo>
                <a:lnTo>
                  <a:pt x="1081064" y="46824"/>
                </a:lnTo>
                <a:lnTo>
                  <a:pt x="1081388" y="47309"/>
                </a:lnTo>
                <a:lnTo>
                  <a:pt x="1081697" y="47813"/>
                </a:lnTo>
                <a:lnTo>
                  <a:pt x="1081991" y="48336"/>
                </a:lnTo>
                <a:lnTo>
                  <a:pt x="1082270" y="48879"/>
                </a:lnTo>
                <a:lnTo>
                  <a:pt x="1082533" y="49441"/>
                </a:lnTo>
                <a:lnTo>
                  <a:pt x="1082782" y="50022"/>
                </a:lnTo>
                <a:lnTo>
                  <a:pt x="1083016" y="50623"/>
                </a:lnTo>
                <a:lnTo>
                  <a:pt x="1083234" y="51243"/>
                </a:lnTo>
                <a:lnTo>
                  <a:pt x="1083437" y="51882"/>
                </a:lnTo>
                <a:lnTo>
                  <a:pt x="1083626" y="52541"/>
                </a:lnTo>
                <a:lnTo>
                  <a:pt x="1083799" y="53219"/>
                </a:lnTo>
                <a:lnTo>
                  <a:pt x="1083957" y="53916"/>
                </a:lnTo>
                <a:lnTo>
                  <a:pt x="1084100" y="54633"/>
                </a:lnTo>
                <a:lnTo>
                  <a:pt x="1084228" y="55369"/>
                </a:lnTo>
                <a:lnTo>
                  <a:pt x="1084341" y="56124"/>
                </a:lnTo>
                <a:lnTo>
                  <a:pt x="1084439" y="56898"/>
                </a:lnTo>
                <a:lnTo>
                  <a:pt x="1084522" y="57692"/>
                </a:lnTo>
                <a:lnTo>
                  <a:pt x="1084590" y="58505"/>
                </a:lnTo>
                <a:lnTo>
                  <a:pt x="1084643" y="59337"/>
                </a:lnTo>
                <a:lnTo>
                  <a:pt x="1084681" y="60189"/>
                </a:lnTo>
                <a:lnTo>
                  <a:pt x="1084703" y="61060"/>
                </a:lnTo>
                <a:lnTo>
                  <a:pt x="1084711" y="61951"/>
                </a:lnTo>
                <a:lnTo>
                  <a:pt x="1084703" y="62904"/>
                </a:lnTo>
                <a:lnTo>
                  <a:pt x="1084681" y="63835"/>
                </a:lnTo>
                <a:lnTo>
                  <a:pt x="1084645" y="64743"/>
                </a:lnTo>
                <a:lnTo>
                  <a:pt x="1084594" y="65629"/>
                </a:lnTo>
                <a:lnTo>
                  <a:pt x="1084528" y="66492"/>
                </a:lnTo>
                <a:lnTo>
                  <a:pt x="1084448" y="67333"/>
                </a:lnTo>
                <a:lnTo>
                  <a:pt x="1084353" y="68151"/>
                </a:lnTo>
                <a:lnTo>
                  <a:pt x="1084243" y="68946"/>
                </a:lnTo>
                <a:lnTo>
                  <a:pt x="1084119" y="69719"/>
                </a:lnTo>
                <a:lnTo>
                  <a:pt x="1083980" y="70470"/>
                </a:lnTo>
                <a:lnTo>
                  <a:pt x="1083826" y="71197"/>
                </a:lnTo>
                <a:lnTo>
                  <a:pt x="1083658" y="71903"/>
                </a:lnTo>
                <a:lnTo>
                  <a:pt x="1083475" y="72585"/>
                </a:lnTo>
                <a:lnTo>
                  <a:pt x="1083278" y="73245"/>
                </a:lnTo>
                <a:lnTo>
                  <a:pt x="1083066" y="73883"/>
                </a:lnTo>
                <a:lnTo>
                  <a:pt x="1082840" y="74498"/>
                </a:lnTo>
                <a:lnTo>
                  <a:pt x="1082598" y="75090"/>
                </a:lnTo>
                <a:lnTo>
                  <a:pt x="1082343" y="75660"/>
                </a:lnTo>
                <a:lnTo>
                  <a:pt x="1082072" y="76207"/>
                </a:lnTo>
                <a:lnTo>
                  <a:pt x="1081787" y="76731"/>
                </a:lnTo>
                <a:lnTo>
                  <a:pt x="1081487" y="77233"/>
                </a:lnTo>
                <a:lnTo>
                  <a:pt x="1081173" y="77713"/>
                </a:lnTo>
                <a:lnTo>
                  <a:pt x="1080844" y="78170"/>
                </a:lnTo>
                <a:lnTo>
                  <a:pt x="1080501" y="78604"/>
                </a:lnTo>
                <a:lnTo>
                  <a:pt x="1080146" y="79018"/>
                </a:lnTo>
                <a:lnTo>
                  <a:pt x="1079784" y="79415"/>
                </a:lnTo>
                <a:lnTo>
                  <a:pt x="1079415" y="79794"/>
                </a:lnTo>
                <a:lnTo>
                  <a:pt x="1079038" y="80155"/>
                </a:lnTo>
                <a:lnTo>
                  <a:pt x="1078654" y="80499"/>
                </a:lnTo>
                <a:lnTo>
                  <a:pt x="1078262" y="80825"/>
                </a:lnTo>
                <a:lnTo>
                  <a:pt x="1077863" y="81133"/>
                </a:lnTo>
                <a:lnTo>
                  <a:pt x="1077457" y="81424"/>
                </a:lnTo>
                <a:lnTo>
                  <a:pt x="1077043" y="81697"/>
                </a:lnTo>
                <a:lnTo>
                  <a:pt x="1076621" y="81953"/>
                </a:lnTo>
                <a:lnTo>
                  <a:pt x="1076193" y="82191"/>
                </a:lnTo>
                <a:lnTo>
                  <a:pt x="1075756" y="82411"/>
                </a:lnTo>
                <a:lnTo>
                  <a:pt x="1075313" y="82614"/>
                </a:lnTo>
                <a:lnTo>
                  <a:pt x="1074862" y="82799"/>
                </a:lnTo>
                <a:lnTo>
                  <a:pt x="1074403" y="82966"/>
                </a:lnTo>
                <a:lnTo>
                  <a:pt x="1073938" y="83116"/>
                </a:lnTo>
                <a:lnTo>
                  <a:pt x="1073464" y="83248"/>
                </a:lnTo>
                <a:lnTo>
                  <a:pt x="1072984" y="83363"/>
                </a:lnTo>
                <a:lnTo>
                  <a:pt x="1072495" y="83460"/>
                </a:lnTo>
                <a:lnTo>
                  <a:pt x="1072000" y="83539"/>
                </a:lnTo>
                <a:lnTo>
                  <a:pt x="1071497" y="83601"/>
                </a:lnTo>
                <a:lnTo>
                  <a:pt x="1070987" y="83645"/>
                </a:lnTo>
                <a:lnTo>
                  <a:pt x="1070469" y="83671"/>
                </a:lnTo>
                <a:lnTo>
                  <a:pt x="1069944" y="83680"/>
                </a:lnTo>
                <a:lnTo>
                  <a:pt x="1069396" y="83671"/>
                </a:lnTo>
                <a:lnTo>
                  <a:pt x="1068856" y="83642"/>
                </a:lnTo>
                <a:lnTo>
                  <a:pt x="1068323" y="83594"/>
                </a:lnTo>
                <a:lnTo>
                  <a:pt x="1067797" y="83527"/>
                </a:lnTo>
                <a:lnTo>
                  <a:pt x="1067278" y="83440"/>
                </a:lnTo>
                <a:lnTo>
                  <a:pt x="1066766" y="83335"/>
                </a:lnTo>
                <a:lnTo>
                  <a:pt x="1066261" y="83210"/>
                </a:lnTo>
                <a:lnTo>
                  <a:pt x="1065762" y="83066"/>
                </a:lnTo>
                <a:lnTo>
                  <a:pt x="1065271" y="82903"/>
                </a:lnTo>
                <a:lnTo>
                  <a:pt x="1064787" y="82720"/>
                </a:lnTo>
                <a:lnTo>
                  <a:pt x="1064310" y="82519"/>
                </a:lnTo>
                <a:lnTo>
                  <a:pt x="1063839" y="82298"/>
                </a:lnTo>
                <a:lnTo>
                  <a:pt x="1063376" y="82058"/>
                </a:lnTo>
                <a:lnTo>
                  <a:pt x="1062919" y="81799"/>
                </a:lnTo>
                <a:lnTo>
                  <a:pt x="1062470" y="81520"/>
                </a:lnTo>
                <a:lnTo>
                  <a:pt x="1062027" y="81223"/>
                </a:lnTo>
                <a:lnTo>
                  <a:pt x="1061592" y="80906"/>
                </a:lnTo>
                <a:lnTo>
                  <a:pt x="1061163" y="80570"/>
                </a:lnTo>
                <a:lnTo>
                  <a:pt x="1060742" y="80215"/>
                </a:lnTo>
                <a:lnTo>
                  <a:pt x="1060327" y="79840"/>
                </a:lnTo>
                <a:lnTo>
                  <a:pt x="1059920" y="79447"/>
                </a:lnTo>
                <a:lnTo>
                  <a:pt x="1059519" y="79034"/>
                </a:lnTo>
                <a:lnTo>
                  <a:pt x="1059125" y="78602"/>
                </a:lnTo>
                <a:lnTo>
                  <a:pt x="1058739" y="78151"/>
                </a:lnTo>
                <a:lnTo>
                  <a:pt x="1058363" y="77679"/>
                </a:lnTo>
                <a:lnTo>
                  <a:pt x="1058004" y="77187"/>
                </a:lnTo>
                <a:lnTo>
                  <a:pt x="1057661" y="76674"/>
                </a:lnTo>
                <a:lnTo>
                  <a:pt x="1057334" y="76140"/>
                </a:lnTo>
                <a:lnTo>
                  <a:pt x="1057022" y="75584"/>
                </a:lnTo>
                <a:lnTo>
                  <a:pt x="1056727" y="75008"/>
                </a:lnTo>
                <a:lnTo>
                  <a:pt x="1056447" y="74411"/>
                </a:lnTo>
                <a:lnTo>
                  <a:pt x="1056184" y="73793"/>
                </a:lnTo>
                <a:lnTo>
                  <a:pt x="1055936" y="73153"/>
                </a:lnTo>
                <a:lnTo>
                  <a:pt x="1055705" y="72493"/>
                </a:lnTo>
                <a:lnTo>
                  <a:pt x="1055489" y="71812"/>
                </a:lnTo>
                <a:lnTo>
                  <a:pt x="1055290" y="71110"/>
                </a:lnTo>
                <a:lnTo>
                  <a:pt x="1055106" y="70386"/>
                </a:lnTo>
                <a:lnTo>
                  <a:pt x="1054938" y="69642"/>
                </a:lnTo>
                <a:lnTo>
                  <a:pt x="1054787" y="68877"/>
                </a:lnTo>
                <a:lnTo>
                  <a:pt x="1054651" y="68091"/>
                </a:lnTo>
                <a:lnTo>
                  <a:pt x="1054531" y="67284"/>
                </a:lnTo>
                <a:lnTo>
                  <a:pt x="1054428" y="66456"/>
                </a:lnTo>
                <a:lnTo>
                  <a:pt x="1054340" y="65606"/>
                </a:lnTo>
                <a:lnTo>
                  <a:pt x="1054268" y="64736"/>
                </a:lnTo>
                <a:lnTo>
                  <a:pt x="1054212" y="63845"/>
                </a:lnTo>
                <a:lnTo>
                  <a:pt x="1054172" y="62933"/>
                </a:lnTo>
                <a:lnTo>
                  <a:pt x="1054148" y="62000"/>
                </a:lnTo>
                <a:lnTo>
                  <a:pt x="1054140" y="61046"/>
                </a:lnTo>
                <a:lnTo>
                  <a:pt x="1054148" y="60214"/>
                </a:lnTo>
                <a:lnTo>
                  <a:pt x="1054171" y="59399"/>
                </a:lnTo>
                <a:lnTo>
                  <a:pt x="1054209" y="58601"/>
                </a:lnTo>
                <a:lnTo>
                  <a:pt x="1054262" y="57820"/>
                </a:lnTo>
                <a:lnTo>
                  <a:pt x="1054331" y="57057"/>
                </a:lnTo>
                <a:close/>
                <a:moveTo>
                  <a:pt x="424492" y="78369"/>
                </a:moveTo>
                <a:lnTo>
                  <a:pt x="406292" y="78369"/>
                </a:lnTo>
                <a:lnTo>
                  <a:pt x="406292" y="96634"/>
                </a:lnTo>
                <a:lnTo>
                  <a:pt x="424492" y="96634"/>
                </a:lnTo>
                <a:lnTo>
                  <a:pt x="424492" y="78369"/>
                </a:lnTo>
                <a:close/>
                <a:moveTo>
                  <a:pt x="2226770" y="18524"/>
                </a:moveTo>
                <a:lnTo>
                  <a:pt x="2226770" y="1684"/>
                </a:lnTo>
                <a:lnTo>
                  <a:pt x="2208570" y="1684"/>
                </a:lnTo>
                <a:lnTo>
                  <a:pt x="2208570" y="18524"/>
                </a:lnTo>
                <a:lnTo>
                  <a:pt x="2226770" y="18524"/>
                </a:lnTo>
                <a:close/>
                <a:moveTo>
                  <a:pt x="2307816" y="18524"/>
                </a:moveTo>
                <a:lnTo>
                  <a:pt x="2307816" y="1684"/>
                </a:lnTo>
                <a:lnTo>
                  <a:pt x="2289616" y="1684"/>
                </a:lnTo>
                <a:lnTo>
                  <a:pt x="2289616" y="18524"/>
                </a:lnTo>
                <a:lnTo>
                  <a:pt x="2307816" y="18524"/>
                </a:lnTo>
                <a:close/>
                <a:moveTo>
                  <a:pt x="1569219" y="96602"/>
                </a:moveTo>
                <a:lnTo>
                  <a:pt x="1570052" y="96578"/>
                </a:lnTo>
                <a:lnTo>
                  <a:pt x="1570870" y="96547"/>
                </a:lnTo>
                <a:lnTo>
                  <a:pt x="1571674" y="96508"/>
                </a:lnTo>
                <a:lnTo>
                  <a:pt x="1572462" y="96463"/>
                </a:lnTo>
                <a:lnTo>
                  <a:pt x="1573236" y="96411"/>
                </a:lnTo>
                <a:lnTo>
                  <a:pt x="1573995" y="96352"/>
                </a:lnTo>
                <a:lnTo>
                  <a:pt x="1574739" y="96285"/>
                </a:lnTo>
                <a:lnTo>
                  <a:pt x="1575469" y="96212"/>
                </a:lnTo>
                <a:lnTo>
                  <a:pt x="1576183" y="96132"/>
                </a:lnTo>
                <a:lnTo>
                  <a:pt x="1576883" y="96045"/>
                </a:lnTo>
                <a:lnTo>
                  <a:pt x="1577568" y="95951"/>
                </a:lnTo>
                <a:lnTo>
                  <a:pt x="1578238" y="95850"/>
                </a:lnTo>
                <a:lnTo>
                  <a:pt x="1578893" y="95741"/>
                </a:lnTo>
                <a:lnTo>
                  <a:pt x="1579533" y="95626"/>
                </a:lnTo>
                <a:lnTo>
                  <a:pt x="1580158" y="95504"/>
                </a:lnTo>
                <a:lnTo>
                  <a:pt x="1580769" y="95375"/>
                </a:lnTo>
                <a:lnTo>
                  <a:pt x="1581365" y="95240"/>
                </a:lnTo>
                <a:lnTo>
                  <a:pt x="1581946" y="95097"/>
                </a:lnTo>
                <a:lnTo>
                  <a:pt x="1582512" y="94947"/>
                </a:lnTo>
                <a:lnTo>
                  <a:pt x="1583063" y="94790"/>
                </a:lnTo>
                <a:lnTo>
                  <a:pt x="1583599" y="94626"/>
                </a:lnTo>
                <a:lnTo>
                  <a:pt x="1584300" y="94396"/>
                </a:lnTo>
                <a:lnTo>
                  <a:pt x="1584989" y="94158"/>
                </a:lnTo>
                <a:lnTo>
                  <a:pt x="1585666" y="93913"/>
                </a:lnTo>
                <a:lnTo>
                  <a:pt x="1586330" y="93660"/>
                </a:lnTo>
                <a:lnTo>
                  <a:pt x="1586983" y="93400"/>
                </a:lnTo>
                <a:lnTo>
                  <a:pt x="1587623" y="93132"/>
                </a:lnTo>
                <a:lnTo>
                  <a:pt x="1588251" y="92857"/>
                </a:lnTo>
                <a:lnTo>
                  <a:pt x="1588867" y="92575"/>
                </a:lnTo>
                <a:lnTo>
                  <a:pt x="1589471" y="92285"/>
                </a:lnTo>
                <a:lnTo>
                  <a:pt x="1590062" y="91988"/>
                </a:lnTo>
                <a:lnTo>
                  <a:pt x="1590642" y="91683"/>
                </a:lnTo>
                <a:lnTo>
                  <a:pt x="1591209" y="91371"/>
                </a:lnTo>
                <a:lnTo>
                  <a:pt x="1591765" y="91052"/>
                </a:lnTo>
                <a:lnTo>
                  <a:pt x="1592308" y="90725"/>
                </a:lnTo>
                <a:lnTo>
                  <a:pt x="1592839" y="90391"/>
                </a:lnTo>
                <a:lnTo>
                  <a:pt x="1593357" y="90049"/>
                </a:lnTo>
                <a:lnTo>
                  <a:pt x="1593864" y="89700"/>
                </a:lnTo>
                <a:lnTo>
                  <a:pt x="1594359" y="89343"/>
                </a:lnTo>
                <a:lnTo>
                  <a:pt x="1594841" y="88979"/>
                </a:lnTo>
                <a:lnTo>
                  <a:pt x="1595311" y="88608"/>
                </a:lnTo>
                <a:lnTo>
                  <a:pt x="1595769" y="88229"/>
                </a:lnTo>
                <a:lnTo>
                  <a:pt x="1596215" y="87843"/>
                </a:lnTo>
                <a:lnTo>
                  <a:pt x="1596649" y="87449"/>
                </a:lnTo>
                <a:lnTo>
                  <a:pt x="1597071" y="87048"/>
                </a:lnTo>
                <a:lnTo>
                  <a:pt x="1597616" y="86507"/>
                </a:lnTo>
                <a:lnTo>
                  <a:pt x="1598151" y="85952"/>
                </a:lnTo>
                <a:lnTo>
                  <a:pt x="1598675" y="85383"/>
                </a:lnTo>
                <a:lnTo>
                  <a:pt x="1599188" y="84801"/>
                </a:lnTo>
                <a:lnTo>
                  <a:pt x="1599691" y="84205"/>
                </a:lnTo>
                <a:lnTo>
                  <a:pt x="1600184" y="83595"/>
                </a:lnTo>
                <a:lnTo>
                  <a:pt x="1600666" y="82972"/>
                </a:lnTo>
                <a:lnTo>
                  <a:pt x="1601137" y="82335"/>
                </a:lnTo>
                <a:lnTo>
                  <a:pt x="1601598" y="81684"/>
                </a:lnTo>
                <a:lnTo>
                  <a:pt x="1602048" y="81019"/>
                </a:lnTo>
                <a:lnTo>
                  <a:pt x="1602487" y="80341"/>
                </a:lnTo>
                <a:lnTo>
                  <a:pt x="1602916" y="79648"/>
                </a:lnTo>
                <a:lnTo>
                  <a:pt x="1603335" y="78943"/>
                </a:lnTo>
                <a:lnTo>
                  <a:pt x="1603742" y="78223"/>
                </a:lnTo>
                <a:lnTo>
                  <a:pt x="1604140" y="77490"/>
                </a:lnTo>
                <a:lnTo>
                  <a:pt x="1604526" y="76743"/>
                </a:lnTo>
                <a:lnTo>
                  <a:pt x="1604903" y="75982"/>
                </a:lnTo>
                <a:lnTo>
                  <a:pt x="1605268" y="75208"/>
                </a:lnTo>
                <a:lnTo>
                  <a:pt x="1605623" y="74420"/>
                </a:lnTo>
                <a:lnTo>
                  <a:pt x="1605967" y="73618"/>
                </a:lnTo>
                <a:lnTo>
                  <a:pt x="1606301" y="72802"/>
                </a:lnTo>
                <a:lnTo>
                  <a:pt x="1606625" y="71973"/>
                </a:lnTo>
                <a:lnTo>
                  <a:pt x="1606937" y="71130"/>
                </a:lnTo>
                <a:lnTo>
                  <a:pt x="1607239" y="70273"/>
                </a:lnTo>
                <a:lnTo>
                  <a:pt x="1607477" y="69561"/>
                </a:lnTo>
                <a:lnTo>
                  <a:pt x="1607705" y="68837"/>
                </a:lnTo>
                <a:lnTo>
                  <a:pt x="1607923" y="68102"/>
                </a:lnTo>
                <a:lnTo>
                  <a:pt x="1608130" y="67355"/>
                </a:lnTo>
                <a:lnTo>
                  <a:pt x="1608327" y="66597"/>
                </a:lnTo>
                <a:lnTo>
                  <a:pt x="1608515" y="65829"/>
                </a:lnTo>
                <a:lnTo>
                  <a:pt x="1608692" y="65048"/>
                </a:lnTo>
                <a:lnTo>
                  <a:pt x="1608859" y="64257"/>
                </a:lnTo>
                <a:lnTo>
                  <a:pt x="1609016" y="63454"/>
                </a:lnTo>
                <a:lnTo>
                  <a:pt x="1609162" y="62641"/>
                </a:lnTo>
                <a:lnTo>
                  <a:pt x="1609299" y="61815"/>
                </a:lnTo>
                <a:lnTo>
                  <a:pt x="1609425" y="60979"/>
                </a:lnTo>
                <a:lnTo>
                  <a:pt x="1609542" y="60131"/>
                </a:lnTo>
                <a:lnTo>
                  <a:pt x="1609648" y="59273"/>
                </a:lnTo>
                <a:lnTo>
                  <a:pt x="1609744" y="58403"/>
                </a:lnTo>
                <a:lnTo>
                  <a:pt x="1609830" y="57521"/>
                </a:lnTo>
                <a:lnTo>
                  <a:pt x="1609906" y="56629"/>
                </a:lnTo>
                <a:lnTo>
                  <a:pt x="1609972" y="55725"/>
                </a:lnTo>
                <a:lnTo>
                  <a:pt x="1610028" y="54810"/>
                </a:lnTo>
                <a:lnTo>
                  <a:pt x="1610073" y="53883"/>
                </a:lnTo>
                <a:lnTo>
                  <a:pt x="1610108" y="52946"/>
                </a:lnTo>
                <a:lnTo>
                  <a:pt x="1610134" y="51997"/>
                </a:lnTo>
                <a:lnTo>
                  <a:pt x="1610149" y="51037"/>
                </a:lnTo>
                <a:lnTo>
                  <a:pt x="1610154" y="50066"/>
                </a:lnTo>
                <a:lnTo>
                  <a:pt x="1610149" y="48961"/>
                </a:lnTo>
                <a:lnTo>
                  <a:pt x="1610132" y="47871"/>
                </a:lnTo>
                <a:lnTo>
                  <a:pt x="1610105" y="46796"/>
                </a:lnTo>
                <a:lnTo>
                  <a:pt x="1610068" y="45736"/>
                </a:lnTo>
                <a:lnTo>
                  <a:pt x="1610019" y="44691"/>
                </a:lnTo>
                <a:lnTo>
                  <a:pt x="1609960" y="43660"/>
                </a:lnTo>
                <a:lnTo>
                  <a:pt x="1609890" y="42644"/>
                </a:lnTo>
                <a:lnTo>
                  <a:pt x="1609809" y="41642"/>
                </a:lnTo>
                <a:lnTo>
                  <a:pt x="1609717" y="40656"/>
                </a:lnTo>
                <a:lnTo>
                  <a:pt x="1609614" y="39684"/>
                </a:lnTo>
                <a:lnTo>
                  <a:pt x="1609501" y="38726"/>
                </a:lnTo>
                <a:lnTo>
                  <a:pt x="1609377" y="37784"/>
                </a:lnTo>
                <a:lnTo>
                  <a:pt x="1609242" y="36856"/>
                </a:lnTo>
                <a:lnTo>
                  <a:pt x="1609096" y="35943"/>
                </a:lnTo>
                <a:lnTo>
                  <a:pt x="1608940" y="35045"/>
                </a:lnTo>
                <a:lnTo>
                  <a:pt x="1608772" y="34162"/>
                </a:lnTo>
                <a:lnTo>
                  <a:pt x="1608594" y="33293"/>
                </a:lnTo>
                <a:lnTo>
                  <a:pt x="1608405" y="32439"/>
                </a:lnTo>
                <a:lnTo>
                  <a:pt x="1608206" y="31599"/>
                </a:lnTo>
                <a:lnTo>
                  <a:pt x="1607995" y="30775"/>
                </a:lnTo>
                <a:lnTo>
                  <a:pt x="1607774" y="29965"/>
                </a:lnTo>
                <a:lnTo>
                  <a:pt x="1607542" y="29170"/>
                </a:lnTo>
                <a:lnTo>
                  <a:pt x="1607299" y="28389"/>
                </a:lnTo>
                <a:lnTo>
                  <a:pt x="1607045" y="27624"/>
                </a:lnTo>
                <a:lnTo>
                  <a:pt x="1606781" y="26870"/>
                </a:lnTo>
                <a:lnTo>
                  <a:pt x="1606507" y="26126"/>
                </a:lnTo>
                <a:lnTo>
                  <a:pt x="1606223" y="25393"/>
                </a:lnTo>
                <a:lnTo>
                  <a:pt x="1605930" y="24669"/>
                </a:lnTo>
                <a:lnTo>
                  <a:pt x="1605626" y="23954"/>
                </a:lnTo>
                <a:lnTo>
                  <a:pt x="1605313" y="23250"/>
                </a:lnTo>
                <a:lnTo>
                  <a:pt x="1604989" y="22555"/>
                </a:lnTo>
                <a:lnTo>
                  <a:pt x="1604656" y="21870"/>
                </a:lnTo>
                <a:lnTo>
                  <a:pt x="1604313" y="21195"/>
                </a:lnTo>
                <a:lnTo>
                  <a:pt x="1603960" y="20529"/>
                </a:lnTo>
                <a:lnTo>
                  <a:pt x="1603597" y="19874"/>
                </a:lnTo>
                <a:lnTo>
                  <a:pt x="1603224" y="19228"/>
                </a:lnTo>
                <a:lnTo>
                  <a:pt x="1602841" y="18592"/>
                </a:lnTo>
                <a:lnTo>
                  <a:pt x="1602448" y="17966"/>
                </a:lnTo>
                <a:lnTo>
                  <a:pt x="1602046" y="17349"/>
                </a:lnTo>
                <a:lnTo>
                  <a:pt x="1601633" y="16743"/>
                </a:lnTo>
                <a:lnTo>
                  <a:pt x="1601211" y="16146"/>
                </a:lnTo>
                <a:lnTo>
                  <a:pt x="1600779" y="15558"/>
                </a:lnTo>
                <a:lnTo>
                  <a:pt x="1600337" y="14981"/>
                </a:lnTo>
                <a:lnTo>
                  <a:pt x="1599885" y="14414"/>
                </a:lnTo>
                <a:lnTo>
                  <a:pt x="1599423" y="13856"/>
                </a:lnTo>
                <a:lnTo>
                  <a:pt x="1598951" y="13308"/>
                </a:lnTo>
                <a:lnTo>
                  <a:pt x="1598469" y="12770"/>
                </a:lnTo>
                <a:lnTo>
                  <a:pt x="1597978" y="12241"/>
                </a:lnTo>
                <a:lnTo>
                  <a:pt x="1597477" y="11724"/>
                </a:lnTo>
                <a:lnTo>
                  <a:pt x="1596968" y="11221"/>
                </a:lnTo>
                <a:lnTo>
                  <a:pt x="1596451" y="10730"/>
                </a:lnTo>
                <a:lnTo>
                  <a:pt x="1595925" y="10253"/>
                </a:lnTo>
                <a:lnTo>
                  <a:pt x="1595391" y="9789"/>
                </a:lnTo>
                <a:lnTo>
                  <a:pt x="1594849" y="9339"/>
                </a:lnTo>
                <a:lnTo>
                  <a:pt x="1594298" y="8901"/>
                </a:lnTo>
                <a:lnTo>
                  <a:pt x="1593739" y="8477"/>
                </a:lnTo>
                <a:lnTo>
                  <a:pt x="1593172" y="8067"/>
                </a:lnTo>
                <a:lnTo>
                  <a:pt x="1592596" y="7669"/>
                </a:lnTo>
                <a:lnTo>
                  <a:pt x="1592012" y="7285"/>
                </a:lnTo>
                <a:lnTo>
                  <a:pt x="1591420" y="6914"/>
                </a:lnTo>
                <a:lnTo>
                  <a:pt x="1590819" y="6556"/>
                </a:lnTo>
                <a:lnTo>
                  <a:pt x="1590210" y="6212"/>
                </a:lnTo>
                <a:lnTo>
                  <a:pt x="1589593" y="5881"/>
                </a:lnTo>
                <a:lnTo>
                  <a:pt x="1588968" y="5563"/>
                </a:lnTo>
                <a:lnTo>
                  <a:pt x="1588334" y="5258"/>
                </a:lnTo>
                <a:lnTo>
                  <a:pt x="1587692" y="4967"/>
                </a:lnTo>
                <a:lnTo>
                  <a:pt x="1587041" y="4689"/>
                </a:lnTo>
                <a:lnTo>
                  <a:pt x="1586382" y="4424"/>
                </a:lnTo>
                <a:lnTo>
                  <a:pt x="1585715" y="4172"/>
                </a:lnTo>
                <a:lnTo>
                  <a:pt x="1585040" y="3934"/>
                </a:lnTo>
                <a:lnTo>
                  <a:pt x="1584356" y="3709"/>
                </a:lnTo>
                <a:lnTo>
                  <a:pt x="1583664" y="3497"/>
                </a:lnTo>
                <a:lnTo>
                  <a:pt x="1583136" y="3349"/>
                </a:lnTo>
                <a:lnTo>
                  <a:pt x="1582588" y="3208"/>
                </a:lnTo>
                <a:lnTo>
                  <a:pt x="1582021" y="3072"/>
                </a:lnTo>
                <a:lnTo>
                  <a:pt x="1581435" y="2943"/>
                </a:lnTo>
                <a:lnTo>
                  <a:pt x="1580829" y="2821"/>
                </a:lnTo>
                <a:lnTo>
                  <a:pt x="1580203" y="2704"/>
                </a:lnTo>
                <a:lnTo>
                  <a:pt x="1579558" y="2594"/>
                </a:lnTo>
                <a:lnTo>
                  <a:pt x="1578893" y="2490"/>
                </a:lnTo>
                <a:lnTo>
                  <a:pt x="1578208" y="2392"/>
                </a:lnTo>
                <a:lnTo>
                  <a:pt x="1577504" y="2301"/>
                </a:lnTo>
                <a:lnTo>
                  <a:pt x="1576781" y="2216"/>
                </a:lnTo>
                <a:lnTo>
                  <a:pt x="1576037" y="2137"/>
                </a:lnTo>
                <a:lnTo>
                  <a:pt x="1575275" y="2065"/>
                </a:lnTo>
                <a:lnTo>
                  <a:pt x="1574492" y="1999"/>
                </a:lnTo>
                <a:lnTo>
                  <a:pt x="1573691" y="1939"/>
                </a:lnTo>
                <a:lnTo>
                  <a:pt x="1572869" y="1885"/>
                </a:lnTo>
                <a:lnTo>
                  <a:pt x="1572028" y="1838"/>
                </a:lnTo>
                <a:lnTo>
                  <a:pt x="1571168" y="1797"/>
                </a:lnTo>
                <a:lnTo>
                  <a:pt x="1570288" y="1763"/>
                </a:lnTo>
                <a:lnTo>
                  <a:pt x="1569388" y="1734"/>
                </a:lnTo>
                <a:lnTo>
                  <a:pt x="1568469" y="1712"/>
                </a:lnTo>
                <a:lnTo>
                  <a:pt x="1567530" y="1697"/>
                </a:lnTo>
                <a:lnTo>
                  <a:pt x="1566572" y="1687"/>
                </a:lnTo>
                <a:lnTo>
                  <a:pt x="1565594" y="1684"/>
                </a:lnTo>
                <a:lnTo>
                  <a:pt x="1530554" y="1684"/>
                </a:lnTo>
                <a:lnTo>
                  <a:pt x="1530554" y="96634"/>
                </a:lnTo>
                <a:lnTo>
                  <a:pt x="1566630" y="96634"/>
                </a:lnTo>
                <a:lnTo>
                  <a:pt x="1567508" y="96630"/>
                </a:lnTo>
                <a:lnTo>
                  <a:pt x="1568371" y="96620"/>
                </a:lnTo>
                <a:lnTo>
                  <a:pt x="1569219" y="96602"/>
                </a:lnTo>
                <a:close/>
                <a:moveTo>
                  <a:pt x="1562033" y="17772"/>
                </a:moveTo>
                <a:lnTo>
                  <a:pt x="1562890" y="17786"/>
                </a:lnTo>
                <a:lnTo>
                  <a:pt x="1563719" y="17803"/>
                </a:lnTo>
                <a:lnTo>
                  <a:pt x="1564522" y="17824"/>
                </a:lnTo>
                <a:lnTo>
                  <a:pt x="1565299" y="17847"/>
                </a:lnTo>
                <a:lnTo>
                  <a:pt x="1566048" y="17874"/>
                </a:lnTo>
                <a:lnTo>
                  <a:pt x="1566771" y="17904"/>
                </a:lnTo>
                <a:lnTo>
                  <a:pt x="1567467" y="17937"/>
                </a:lnTo>
                <a:lnTo>
                  <a:pt x="1568136" y="17973"/>
                </a:lnTo>
                <a:lnTo>
                  <a:pt x="1568778" y="18012"/>
                </a:lnTo>
                <a:lnTo>
                  <a:pt x="1569394" y="18055"/>
                </a:lnTo>
                <a:lnTo>
                  <a:pt x="1569983" y="18101"/>
                </a:lnTo>
                <a:lnTo>
                  <a:pt x="1570545" y="18149"/>
                </a:lnTo>
                <a:lnTo>
                  <a:pt x="1571080" y="18201"/>
                </a:lnTo>
                <a:lnTo>
                  <a:pt x="1571589" y="18256"/>
                </a:lnTo>
                <a:lnTo>
                  <a:pt x="1572071" y="18315"/>
                </a:lnTo>
                <a:lnTo>
                  <a:pt x="1572526" y="18376"/>
                </a:lnTo>
                <a:lnTo>
                  <a:pt x="1572954" y="18441"/>
                </a:lnTo>
                <a:lnTo>
                  <a:pt x="1573355" y="18508"/>
                </a:lnTo>
                <a:lnTo>
                  <a:pt x="1573730" y="18579"/>
                </a:lnTo>
                <a:lnTo>
                  <a:pt x="1574078" y="18653"/>
                </a:lnTo>
                <a:lnTo>
                  <a:pt x="1574523" y="18754"/>
                </a:lnTo>
                <a:lnTo>
                  <a:pt x="1574961" y="18862"/>
                </a:lnTo>
                <a:lnTo>
                  <a:pt x="1575393" y="18978"/>
                </a:lnTo>
                <a:lnTo>
                  <a:pt x="1575818" y="19100"/>
                </a:lnTo>
                <a:lnTo>
                  <a:pt x="1576237" y="19231"/>
                </a:lnTo>
                <a:lnTo>
                  <a:pt x="1576649" y="19369"/>
                </a:lnTo>
                <a:lnTo>
                  <a:pt x="1577054" y="19514"/>
                </a:lnTo>
                <a:lnTo>
                  <a:pt x="1577453" y="19667"/>
                </a:lnTo>
                <a:lnTo>
                  <a:pt x="1577846" y="19827"/>
                </a:lnTo>
                <a:lnTo>
                  <a:pt x="1578232" y="19994"/>
                </a:lnTo>
                <a:lnTo>
                  <a:pt x="1578611" y="20169"/>
                </a:lnTo>
                <a:lnTo>
                  <a:pt x="1578984" y="20351"/>
                </a:lnTo>
                <a:lnTo>
                  <a:pt x="1579351" y="20541"/>
                </a:lnTo>
                <a:lnTo>
                  <a:pt x="1579711" y="20738"/>
                </a:lnTo>
                <a:lnTo>
                  <a:pt x="1580064" y="20943"/>
                </a:lnTo>
                <a:lnTo>
                  <a:pt x="1580411" y="21155"/>
                </a:lnTo>
                <a:lnTo>
                  <a:pt x="1580751" y="21374"/>
                </a:lnTo>
                <a:lnTo>
                  <a:pt x="1581085" y="21601"/>
                </a:lnTo>
                <a:lnTo>
                  <a:pt x="1581413" y="21835"/>
                </a:lnTo>
                <a:lnTo>
                  <a:pt x="1581733" y="22077"/>
                </a:lnTo>
                <a:lnTo>
                  <a:pt x="1582048" y="22326"/>
                </a:lnTo>
                <a:lnTo>
                  <a:pt x="1582355" y="22583"/>
                </a:lnTo>
                <a:lnTo>
                  <a:pt x="1582657" y="22847"/>
                </a:lnTo>
                <a:lnTo>
                  <a:pt x="1582951" y="23118"/>
                </a:lnTo>
                <a:lnTo>
                  <a:pt x="1583240" y="23398"/>
                </a:lnTo>
                <a:lnTo>
                  <a:pt x="1583524" y="23686"/>
                </a:lnTo>
                <a:lnTo>
                  <a:pt x="1583802" y="23983"/>
                </a:lnTo>
                <a:lnTo>
                  <a:pt x="1584074" y="24290"/>
                </a:lnTo>
                <a:lnTo>
                  <a:pt x="1584341" y="24605"/>
                </a:lnTo>
                <a:lnTo>
                  <a:pt x="1584603" y="24929"/>
                </a:lnTo>
                <a:lnTo>
                  <a:pt x="1584859" y="25263"/>
                </a:lnTo>
                <a:lnTo>
                  <a:pt x="1585110" y="25605"/>
                </a:lnTo>
                <a:lnTo>
                  <a:pt x="1585356" y="25956"/>
                </a:lnTo>
                <a:lnTo>
                  <a:pt x="1585596" y="26317"/>
                </a:lnTo>
                <a:lnTo>
                  <a:pt x="1585831" y="26686"/>
                </a:lnTo>
                <a:lnTo>
                  <a:pt x="1586060" y="27064"/>
                </a:lnTo>
                <a:lnTo>
                  <a:pt x="1586284" y="27452"/>
                </a:lnTo>
                <a:lnTo>
                  <a:pt x="1586503" y="27848"/>
                </a:lnTo>
                <a:lnTo>
                  <a:pt x="1586716" y="28253"/>
                </a:lnTo>
                <a:lnTo>
                  <a:pt x="1586924" y="28667"/>
                </a:lnTo>
                <a:lnTo>
                  <a:pt x="1587126" y="29091"/>
                </a:lnTo>
                <a:lnTo>
                  <a:pt x="1587323" y="29523"/>
                </a:lnTo>
                <a:lnTo>
                  <a:pt x="1587515" y="29964"/>
                </a:lnTo>
                <a:lnTo>
                  <a:pt x="1587701" y="30414"/>
                </a:lnTo>
                <a:lnTo>
                  <a:pt x="1587882" y="30874"/>
                </a:lnTo>
                <a:lnTo>
                  <a:pt x="1588057" y="31342"/>
                </a:lnTo>
                <a:lnTo>
                  <a:pt x="1588227" y="31819"/>
                </a:lnTo>
                <a:lnTo>
                  <a:pt x="1588392" y="32305"/>
                </a:lnTo>
                <a:lnTo>
                  <a:pt x="1588550" y="32805"/>
                </a:lnTo>
                <a:lnTo>
                  <a:pt x="1588702" y="33322"/>
                </a:lnTo>
                <a:lnTo>
                  <a:pt x="1588847" y="33857"/>
                </a:lnTo>
                <a:lnTo>
                  <a:pt x="1588986" y="34410"/>
                </a:lnTo>
                <a:lnTo>
                  <a:pt x="1589117" y="34980"/>
                </a:lnTo>
                <a:lnTo>
                  <a:pt x="1589242" y="35568"/>
                </a:lnTo>
                <a:lnTo>
                  <a:pt x="1589360" y="36174"/>
                </a:lnTo>
                <a:lnTo>
                  <a:pt x="1589471" y="36798"/>
                </a:lnTo>
                <a:lnTo>
                  <a:pt x="1589576" y="37440"/>
                </a:lnTo>
                <a:lnTo>
                  <a:pt x="1589674" y="38099"/>
                </a:lnTo>
                <a:lnTo>
                  <a:pt x="1589765" y="38776"/>
                </a:lnTo>
                <a:lnTo>
                  <a:pt x="1589849" y="39471"/>
                </a:lnTo>
                <a:lnTo>
                  <a:pt x="1589927" y="40183"/>
                </a:lnTo>
                <a:lnTo>
                  <a:pt x="1589998" y="40913"/>
                </a:lnTo>
                <a:lnTo>
                  <a:pt x="1590062" y="41661"/>
                </a:lnTo>
                <a:lnTo>
                  <a:pt x="1590119" y="42427"/>
                </a:lnTo>
                <a:lnTo>
                  <a:pt x="1590170" y="43210"/>
                </a:lnTo>
                <a:lnTo>
                  <a:pt x="1590214" y="44011"/>
                </a:lnTo>
                <a:lnTo>
                  <a:pt x="1590251" y="44830"/>
                </a:lnTo>
                <a:lnTo>
                  <a:pt x="1590281" y="45667"/>
                </a:lnTo>
                <a:lnTo>
                  <a:pt x="1590305" y="46522"/>
                </a:lnTo>
                <a:lnTo>
                  <a:pt x="1590321" y="47394"/>
                </a:lnTo>
                <a:lnTo>
                  <a:pt x="1590332" y="48284"/>
                </a:lnTo>
                <a:lnTo>
                  <a:pt x="1590335" y="49191"/>
                </a:lnTo>
                <a:lnTo>
                  <a:pt x="1590332" y="50100"/>
                </a:lnTo>
                <a:lnTo>
                  <a:pt x="1590321" y="50992"/>
                </a:lnTo>
                <a:lnTo>
                  <a:pt x="1590305" y="51869"/>
                </a:lnTo>
                <a:lnTo>
                  <a:pt x="1590281" y="52729"/>
                </a:lnTo>
                <a:lnTo>
                  <a:pt x="1590251" y="53573"/>
                </a:lnTo>
                <a:lnTo>
                  <a:pt x="1590214" y="54401"/>
                </a:lnTo>
                <a:lnTo>
                  <a:pt x="1590170" y="55214"/>
                </a:lnTo>
                <a:lnTo>
                  <a:pt x="1590119" y="56010"/>
                </a:lnTo>
                <a:lnTo>
                  <a:pt x="1590062" y="56790"/>
                </a:lnTo>
                <a:lnTo>
                  <a:pt x="1589998" y="57554"/>
                </a:lnTo>
                <a:lnTo>
                  <a:pt x="1589927" y="58302"/>
                </a:lnTo>
                <a:lnTo>
                  <a:pt x="1589849" y="59033"/>
                </a:lnTo>
                <a:lnTo>
                  <a:pt x="1589765" y="59749"/>
                </a:lnTo>
                <a:lnTo>
                  <a:pt x="1589674" y="60449"/>
                </a:lnTo>
                <a:lnTo>
                  <a:pt x="1589576" y="61133"/>
                </a:lnTo>
                <a:lnTo>
                  <a:pt x="1589471" y="61800"/>
                </a:lnTo>
                <a:lnTo>
                  <a:pt x="1589360" y="62452"/>
                </a:lnTo>
                <a:lnTo>
                  <a:pt x="1589242" y="63087"/>
                </a:lnTo>
                <a:lnTo>
                  <a:pt x="1589117" y="63707"/>
                </a:lnTo>
                <a:lnTo>
                  <a:pt x="1588986" y="64310"/>
                </a:lnTo>
                <a:lnTo>
                  <a:pt x="1588847" y="64898"/>
                </a:lnTo>
                <a:lnTo>
                  <a:pt x="1588702" y="65469"/>
                </a:lnTo>
                <a:lnTo>
                  <a:pt x="1588550" y="66024"/>
                </a:lnTo>
                <a:lnTo>
                  <a:pt x="1588392" y="66563"/>
                </a:lnTo>
                <a:lnTo>
                  <a:pt x="1588228" y="67088"/>
                </a:lnTo>
                <a:lnTo>
                  <a:pt x="1588060" y="67601"/>
                </a:lnTo>
                <a:lnTo>
                  <a:pt x="1587888" y="68101"/>
                </a:lnTo>
                <a:lnTo>
                  <a:pt x="1587713" y="68588"/>
                </a:lnTo>
                <a:lnTo>
                  <a:pt x="1587533" y="69063"/>
                </a:lnTo>
                <a:lnTo>
                  <a:pt x="1587350" y="69526"/>
                </a:lnTo>
                <a:lnTo>
                  <a:pt x="1587162" y="69976"/>
                </a:lnTo>
                <a:lnTo>
                  <a:pt x="1586971" y="70413"/>
                </a:lnTo>
                <a:lnTo>
                  <a:pt x="1586775" y="70839"/>
                </a:lnTo>
                <a:lnTo>
                  <a:pt x="1586576" y="71251"/>
                </a:lnTo>
                <a:lnTo>
                  <a:pt x="1586373" y="71651"/>
                </a:lnTo>
                <a:lnTo>
                  <a:pt x="1586166" y="72039"/>
                </a:lnTo>
                <a:lnTo>
                  <a:pt x="1585954" y="72415"/>
                </a:lnTo>
                <a:lnTo>
                  <a:pt x="1585739" y="72777"/>
                </a:lnTo>
                <a:lnTo>
                  <a:pt x="1585520" y="73128"/>
                </a:lnTo>
                <a:lnTo>
                  <a:pt x="1585297" y="73466"/>
                </a:lnTo>
                <a:lnTo>
                  <a:pt x="1585071" y="73791"/>
                </a:lnTo>
                <a:lnTo>
                  <a:pt x="1584840" y="74104"/>
                </a:lnTo>
                <a:lnTo>
                  <a:pt x="1584605" y="74404"/>
                </a:lnTo>
                <a:lnTo>
                  <a:pt x="1584366" y="74692"/>
                </a:lnTo>
                <a:lnTo>
                  <a:pt x="1584124" y="74968"/>
                </a:lnTo>
                <a:lnTo>
                  <a:pt x="1583877" y="75231"/>
                </a:lnTo>
                <a:lnTo>
                  <a:pt x="1583627" y="75482"/>
                </a:lnTo>
                <a:lnTo>
                  <a:pt x="1583372" y="75720"/>
                </a:lnTo>
                <a:lnTo>
                  <a:pt x="1583113" y="75949"/>
                </a:lnTo>
                <a:lnTo>
                  <a:pt x="1582849" y="76172"/>
                </a:lnTo>
                <a:lnTo>
                  <a:pt x="1582579" y="76390"/>
                </a:lnTo>
                <a:lnTo>
                  <a:pt x="1582303" y="76602"/>
                </a:lnTo>
                <a:lnTo>
                  <a:pt x="1582022" y="76808"/>
                </a:lnTo>
                <a:lnTo>
                  <a:pt x="1581735" y="77009"/>
                </a:lnTo>
                <a:lnTo>
                  <a:pt x="1581443" y="77205"/>
                </a:lnTo>
                <a:lnTo>
                  <a:pt x="1581145" y="77394"/>
                </a:lnTo>
                <a:lnTo>
                  <a:pt x="1580842" y="77578"/>
                </a:lnTo>
                <a:lnTo>
                  <a:pt x="1580533" y="77757"/>
                </a:lnTo>
                <a:lnTo>
                  <a:pt x="1580219" y="77929"/>
                </a:lnTo>
                <a:lnTo>
                  <a:pt x="1579899" y="78097"/>
                </a:lnTo>
                <a:lnTo>
                  <a:pt x="1579574" y="78258"/>
                </a:lnTo>
                <a:lnTo>
                  <a:pt x="1579243" y="78414"/>
                </a:lnTo>
                <a:lnTo>
                  <a:pt x="1578907" y="78564"/>
                </a:lnTo>
                <a:lnTo>
                  <a:pt x="1578565" y="78709"/>
                </a:lnTo>
                <a:lnTo>
                  <a:pt x="1578218" y="78848"/>
                </a:lnTo>
                <a:lnTo>
                  <a:pt x="1577865" y="78982"/>
                </a:lnTo>
                <a:lnTo>
                  <a:pt x="1577507" y="79110"/>
                </a:lnTo>
                <a:lnTo>
                  <a:pt x="1577143" y="79232"/>
                </a:lnTo>
                <a:lnTo>
                  <a:pt x="1576774" y="79348"/>
                </a:lnTo>
                <a:lnTo>
                  <a:pt x="1576399" y="79459"/>
                </a:lnTo>
                <a:lnTo>
                  <a:pt x="1576019" y="79565"/>
                </a:lnTo>
                <a:lnTo>
                  <a:pt x="1575633" y="79665"/>
                </a:lnTo>
                <a:lnTo>
                  <a:pt x="1575328" y="79739"/>
                </a:lnTo>
                <a:lnTo>
                  <a:pt x="1575008" y="79809"/>
                </a:lnTo>
                <a:lnTo>
                  <a:pt x="1574672" y="79877"/>
                </a:lnTo>
                <a:lnTo>
                  <a:pt x="1574321" y="79942"/>
                </a:lnTo>
                <a:lnTo>
                  <a:pt x="1573954" y="80003"/>
                </a:lnTo>
                <a:lnTo>
                  <a:pt x="1573572" y="80061"/>
                </a:lnTo>
                <a:lnTo>
                  <a:pt x="1573175" y="80116"/>
                </a:lnTo>
                <a:lnTo>
                  <a:pt x="1572761" y="80168"/>
                </a:lnTo>
                <a:lnTo>
                  <a:pt x="1572333" y="80217"/>
                </a:lnTo>
                <a:lnTo>
                  <a:pt x="1571888" y="80263"/>
                </a:lnTo>
                <a:lnTo>
                  <a:pt x="1571428" y="80305"/>
                </a:lnTo>
                <a:lnTo>
                  <a:pt x="1570953" y="80345"/>
                </a:lnTo>
                <a:lnTo>
                  <a:pt x="1570462" y="80381"/>
                </a:lnTo>
                <a:lnTo>
                  <a:pt x="1569956" y="80414"/>
                </a:lnTo>
                <a:lnTo>
                  <a:pt x="1569434" y="80444"/>
                </a:lnTo>
                <a:lnTo>
                  <a:pt x="1568897" y="80471"/>
                </a:lnTo>
                <a:lnTo>
                  <a:pt x="1568344" y="80494"/>
                </a:lnTo>
                <a:lnTo>
                  <a:pt x="1567775" y="80515"/>
                </a:lnTo>
                <a:lnTo>
                  <a:pt x="1567192" y="80532"/>
                </a:lnTo>
                <a:lnTo>
                  <a:pt x="1566592" y="80546"/>
                </a:lnTo>
                <a:lnTo>
                  <a:pt x="1565977" y="80557"/>
                </a:lnTo>
                <a:lnTo>
                  <a:pt x="1565347" y="80565"/>
                </a:lnTo>
                <a:lnTo>
                  <a:pt x="1564701" y="80570"/>
                </a:lnTo>
                <a:lnTo>
                  <a:pt x="1564039" y="80571"/>
                </a:lnTo>
                <a:lnTo>
                  <a:pt x="1549725" y="80571"/>
                </a:lnTo>
                <a:lnTo>
                  <a:pt x="1549725" y="17746"/>
                </a:lnTo>
                <a:lnTo>
                  <a:pt x="1558340" y="17746"/>
                </a:lnTo>
                <a:lnTo>
                  <a:pt x="1559303" y="17748"/>
                </a:lnTo>
                <a:lnTo>
                  <a:pt x="1560240" y="17753"/>
                </a:lnTo>
                <a:lnTo>
                  <a:pt x="1561150" y="17761"/>
                </a:lnTo>
                <a:lnTo>
                  <a:pt x="1562033" y="17772"/>
                </a:lnTo>
                <a:close/>
                <a:moveTo>
                  <a:pt x="1309286" y="27850"/>
                </a:moveTo>
                <a:lnTo>
                  <a:pt x="1309286" y="42358"/>
                </a:lnTo>
                <a:lnTo>
                  <a:pt x="1317641" y="42358"/>
                </a:lnTo>
                <a:lnTo>
                  <a:pt x="1317641" y="72346"/>
                </a:lnTo>
                <a:lnTo>
                  <a:pt x="1317642" y="73139"/>
                </a:lnTo>
                <a:lnTo>
                  <a:pt x="1317645" y="73909"/>
                </a:lnTo>
                <a:lnTo>
                  <a:pt x="1317650" y="74657"/>
                </a:lnTo>
                <a:lnTo>
                  <a:pt x="1317657" y="75383"/>
                </a:lnTo>
                <a:lnTo>
                  <a:pt x="1317666" y="76086"/>
                </a:lnTo>
                <a:lnTo>
                  <a:pt x="1317677" y="76766"/>
                </a:lnTo>
                <a:lnTo>
                  <a:pt x="1317690" y="77424"/>
                </a:lnTo>
                <a:lnTo>
                  <a:pt x="1317705" y="78060"/>
                </a:lnTo>
                <a:lnTo>
                  <a:pt x="1317723" y="78673"/>
                </a:lnTo>
                <a:lnTo>
                  <a:pt x="1317742" y="79263"/>
                </a:lnTo>
                <a:lnTo>
                  <a:pt x="1317763" y="79832"/>
                </a:lnTo>
                <a:lnTo>
                  <a:pt x="1317786" y="80377"/>
                </a:lnTo>
                <a:lnTo>
                  <a:pt x="1317812" y="80900"/>
                </a:lnTo>
                <a:lnTo>
                  <a:pt x="1317839" y="81401"/>
                </a:lnTo>
                <a:lnTo>
                  <a:pt x="1317868" y="81879"/>
                </a:lnTo>
                <a:lnTo>
                  <a:pt x="1317900" y="82335"/>
                </a:lnTo>
                <a:lnTo>
                  <a:pt x="1317933" y="82768"/>
                </a:lnTo>
                <a:lnTo>
                  <a:pt x="1317969" y="83178"/>
                </a:lnTo>
                <a:lnTo>
                  <a:pt x="1318006" y="83566"/>
                </a:lnTo>
                <a:lnTo>
                  <a:pt x="1318045" y="83932"/>
                </a:lnTo>
                <a:lnTo>
                  <a:pt x="1318087" y="84275"/>
                </a:lnTo>
                <a:lnTo>
                  <a:pt x="1318130" y="84596"/>
                </a:lnTo>
                <a:lnTo>
                  <a:pt x="1318176" y="84894"/>
                </a:lnTo>
                <a:lnTo>
                  <a:pt x="1318224" y="85170"/>
                </a:lnTo>
                <a:lnTo>
                  <a:pt x="1318285" y="85539"/>
                </a:lnTo>
                <a:lnTo>
                  <a:pt x="1318350" y="85902"/>
                </a:lnTo>
                <a:lnTo>
                  <a:pt x="1318419" y="86258"/>
                </a:lnTo>
                <a:lnTo>
                  <a:pt x="1318493" y="86608"/>
                </a:lnTo>
                <a:lnTo>
                  <a:pt x="1318570" y="86952"/>
                </a:lnTo>
                <a:lnTo>
                  <a:pt x="1318651" y="87289"/>
                </a:lnTo>
                <a:lnTo>
                  <a:pt x="1318736" y="87620"/>
                </a:lnTo>
                <a:lnTo>
                  <a:pt x="1318824" y="87944"/>
                </a:lnTo>
                <a:lnTo>
                  <a:pt x="1318917" y="88262"/>
                </a:lnTo>
                <a:lnTo>
                  <a:pt x="1319014" y="88574"/>
                </a:lnTo>
                <a:lnTo>
                  <a:pt x="1319115" y="88879"/>
                </a:lnTo>
                <a:lnTo>
                  <a:pt x="1319219" y="89177"/>
                </a:lnTo>
                <a:lnTo>
                  <a:pt x="1319328" y="89470"/>
                </a:lnTo>
                <a:lnTo>
                  <a:pt x="1319440" y="89756"/>
                </a:lnTo>
                <a:lnTo>
                  <a:pt x="1319557" y="90035"/>
                </a:lnTo>
                <a:lnTo>
                  <a:pt x="1319677" y="90308"/>
                </a:lnTo>
                <a:lnTo>
                  <a:pt x="1319802" y="90575"/>
                </a:lnTo>
                <a:lnTo>
                  <a:pt x="1319930" y="90835"/>
                </a:lnTo>
                <a:lnTo>
                  <a:pt x="1320062" y="91089"/>
                </a:lnTo>
                <a:lnTo>
                  <a:pt x="1320198" y="91336"/>
                </a:lnTo>
                <a:lnTo>
                  <a:pt x="1320338" y="91577"/>
                </a:lnTo>
                <a:lnTo>
                  <a:pt x="1320482" y="91812"/>
                </a:lnTo>
                <a:lnTo>
                  <a:pt x="1320630" y="92040"/>
                </a:lnTo>
                <a:lnTo>
                  <a:pt x="1320782" y="92262"/>
                </a:lnTo>
                <a:lnTo>
                  <a:pt x="1320939" y="92479"/>
                </a:lnTo>
                <a:lnTo>
                  <a:pt x="1321104" y="92692"/>
                </a:lnTo>
                <a:lnTo>
                  <a:pt x="1321276" y="92903"/>
                </a:lnTo>
                <a:lnTo>
                  <a:pt x="1321456" y="93109"/>
                </a:lnTo>
                <a:lnTo>
                  <a:pt x="1321642" y="93313"/>
                </a:lnTo>
                <a:lnTo>
                  <a:pt x="1321836" y="93513"/>
                </a:lnTo>
                <a:lnTo>
                  <a:pt x="1322038" y="93710"/>
                </a:lnTo>
                <a:lnTo>
                  <a:pt x="1322246" y="93903"/>
                </a:lnTo>
                <a:lnTo>
                  <a:pt x="1322462" y="94093"/>
                </a:lnTo>
                <a:lnTo>
                  <a:pt x="1322686" y="94279"/>
                </a:lnTo>
                <a:lnTo>
                  <a:pt x="1322916" y="94462"/>
                </a:lnTo>
                <a:lnTo>
                  <a:pt x="1323154" y="94642"/>
                </a:lnTo>
                <a:lnTo>
                  <a:pt x="1323399" y="94819"/>
                </a:lnTo>
                <a:lnTo>
                  <a:pt x="1323652" y="94992"/>
                </a:lnTo>
                <a:lnTo>
                  <a:pt x="1323911" y="95161"/>
                </a:lnTo>
                <a:lnTo>
                  <a:pt x="1324179" y="95328"/>
                </a:lnTo>
                <a:lnTo>
                  <a:pt x="1324453" y="95491"/>
                </a:lnTo>
                <a:lnTo>
                  <a:pt x="1324735" y="95650"/>
                </a:lnTo>
                <a:lnTo>
                  <a:pt x="1325024" y="95806"/>
                </a:lnTo>
                <a:lnTo>
                  <a:pt x="1325320" y="95959"/>
                </a:lnTo>
                <a:lnTo>
                  <a:pt x="1325624" y="96109"/>
                </a:lnTo>
                <a:lnTo>
                  <a:pt x="1325935" y="96255"/>
                </a:lnTo>
                <a:lnTo>
                  <a:pt x="1326253" y="96397"/>
                </a:lnTo>
                <a:lnTo>
                  <a:pt x="1326579" y="96537"/>
                </a:lnTo>
                <a:lnTo>
                  <a:pt x="1326910" y="96671"/>
                </a:lnTo>
                <a:lnTo>
                  <a:pt x="1327244" y="96800"/>
                </a:lnTo>
                <a:lnTo>
                  <a:pt x="1327582" y="96924"/>
                </a:lnTo>
                <a:lnTo>
                  <a:pt x="1327923" y="97041"/>
                </a:lnTo>
                <a:lnTo>
                  <a:pt x="1328267" y="97153"/>
                </a:lnTo>
                <a:lnTo>
                  <a:pt x="1328615" y="97259"/>
                </a:lnTo>
                <a:lnTo>
                  <a:pt x="1328966" y="97360"/>
                </a:lnTo>
                <a:lnTo>
                  <a:pt x="1329320" y="97454"/>
                </a:lnTo>
                <a:lnTo>
                  <a:pt x="1329678" y="97543"/>
                </a:lnTo>
                <a:lnTo>
                  <a:pt x="1330040" y="97626"/>
                </a:lnTo>
                <a:lnTo>
                  <a:pt x="1330404" y="97704"/>
                </a:lnTo>
                <a:lnTo>
                  <a:pt x="1330772" y="97775"/>
                </a:lnTo>
                <a:lnTo>
                  <a:pt x="1331144" y="97841"/>
                </a:lnTo>
                <a:lnTo>
                  <a:pt x="1331519" y="97902"/>
                </a:lnTo>
                <a:lnTo>
                  <a:pt x="1331897" y="97956"/>
                </a:lnTo>
                <a:lnTo>
                  <a:pt x="1332278" y="98005"/>
                </a:lnTo>
                <a:lnTo>
                  <a:pt x="1332663" y="98048"/>
                </a:lnTo>
                <a:lnTo>
                  <a:pt x="1333051" y="98085"/>
                </a:lnTo>
                <a:lnTo>
                  <a:pt x="1333443" y="98117"/>
                </a:lnTo>
                <a:lnTo>
                  <a:pt x="1333838" y="98142"/>
                </a:lnTo>
                <a:lnTo>
                  <a:pt x="1334236" y="98162"/>
                </a:lnTo>
                <a:lnTo>
                  <a:pt x="1334638" y="98177"/>
                </a:lnTo>
                <a:lnTo>
                  <a:pt x="1335043" y="98185"/>
                </a:lnTo>
                <a:lnTo>
                  <a:pt x="1335452" y="98188"/>
                </a:lnTo>
                <a:lnTo>
                  <a:pt x="1336118" y="98184"/>
                </a:lnTo>
                <a:lnTo>
                  <a:pt x="1336779" y="98169"/>
                </a:lnTo>
                <a:lnTo>
                  <a:pt x="1337433" y="98146"/>
                </a:lnTo>
                <a:lnTo>
                  <a:pt x="1338082" y="98112"/>
                </a:lnTo>
                <a:lnTo>
                  <a:pt x="1338725" y="98070"/>
                </a:lnTo>
                <a:lnTo>
                  <a:pt x="1339362" y="98018"/>
                </a:lnTo>
                <a:lnTo>
                  <a:pt x="1339993" y="97956"/>
                </a:lnTo>
                <a:lnTo>
                  <a:pt x="1340619" y="97885"/>
                </a:lnTo>
                <a:lnTo>
                  <a:pt x="1341238" y="97804"/>
                </a:lnTo>
                <a:lnTo>
                  <a:pt x="1341852" y="97714"/>
                </a:lnTo>
                <a:lnTo>
                  <a:pt x="1342460" y="97614"/>
                </a:lnTo>
                <a:lnTo>
                  <a:pt x="1343062" y="97505"/>
                </a:lnTo>
                <a:lnTo>
                  <a:pt x="1343658" y="97387"/>
                </a:lnTo>
                <a:lnTo>
                  <a:pt x="1344249" y="97259"/>
                </a:lnTo>
                <a:lnTo>
                  <a:pt x="1344833" y="97121"/>
                </a:lnTo>
                <a:lnTo>
                  <a:pt x="1345412" y="96974"/>
                </a:lnTo>
                <a:lnTo>
                  <a:pt x="1345985" y="96817"/>
                </a:lnTo>
                <a:lnTo>
                  <a:pt x="1346551" y="96651"/>
                </a:lnTo>
                <a:lnTo>
                  <a:pt x="1347113" y="96476"/>
                </a:lnTo>
                <a:lnTo>
                  <a:pt x="1347668" y="96291"/>
                </a:lnTo>
                <a:lnTo>
                  <a:pt x="1348217" y="96096"/>
                </a:lnTo>
                <a:lnTo>
                  <a:pt x="1348761" y="95892"/>
                </a:lnTo>
                <a:lnTo>
                  <a:pt x="1349298" y="95679"/>
                </a:lnTo>
                <a:lnTo>
                  <a:pt x="1349830" y="95456"/>
                </a:lnTo>
                <a:lnTo>
                  <a:pt x="1348276" y="81284"/>
                </a:lnTo>
                <a:lnTo>
                  <a:pt x="1347880" y="81427"/>
                </a:lnTo>
                <a:lnTo>
                  <a:pt x="1347493" y="81563"/>
                </a:lnTo>
                <a:lnTo>
                  <a:pt x="1347113" y="81694"/>
                </a:lnTo>
                <a:lnTo>
                  <a:pt x="1346741" y="81818"/>
                </a:lnTo>
                <a:lnTo>
                  <a:pt x="1346377" y="81937"/>
                </a:lnTo>
                <a:lnTo>
                  <a:pt x="1346021" y="82049"/>
                </a:lnTo>
                <a:lnTo>
                  <a:pt x="1345673" y="82155"/>
                </a:lnTo>
                <a:lnTo>
                  <a:pt x="1345333" y="82255"/>
                </a:lnTo>
                <a:lnTo>
                  <a:pt x="1345000" y="82349"/>
                </a:lnTo>
                <a:lnTo>
                  <a:pt x="1344675" y="82438"/>
                </a:lnTo>
                <a:lnTo>
                  <a:pt x="1344359" y="82519"/>
                </a:lnTo>
                <a:lnTo>
                  <a:pt x="1344050" y="82595"/>
                </a:lnTo>
                <a:lnTo>
                  <a:pt x="1343749" y="82665"/>
                </a:lnTo>
                <a:lnTo>
                  <a:pt x="1343456" y="82729"/>
                </a:lnTo>
                <a:lnTo>
                  <a:pt x="1343170" y="82787"/>
                </a:lnTo>
                <a:lnTo>
                  <a:pt x="1342893" y="82838"/>
                </a:lnTo>
                <a:lnTo>
                  <a:pt x="1342623" y="82884"/>
                </a:lnTo>
                <a:lnTo>
                  <a:pt x="1342362" y="82923"/>
                </a:lnTo>
                <a:lnTo>
                  <a:pt x="1342108" y="82957"/>
                </a:lnTo>
                <a:lnTo>
                  <a:pt x="1341862" y="82984"/>
                </a:lnTo>
                <a:lnTo>
                  <a:pt x="1341624" y="83005"/>
                </a:lnTo>
                <a:lnTo>
                  <a:pt x="1341394" y="83020"/>
                </a:lnTo>
                <a:lnTo>
                  <a:pt x="1341172" y="83030"/>
                </a:lnTo>
                <a:lnTo>
                  <a:pt x="1340957" y="83033"/>
                </a:lnTo>
                <a:lnTo>
                  <a:pt x="1340807" y="83031"/>
                </a:lnTo>
                <a:lnTo>
                  <a:pt x="1340659" y="83026"/>
                </a:lnTo>
                <a:lnTo>
                  <a:pt x="1340512" y="83018"/>
                </a:lnTo>
                <a:lnTo>
                  <a:pt x="1340368" y="83007"/>
                </a:lnTo>
                <a:lnTo>
                  <a:pt x="1340225" y="82993"/>
                </a:lnTo>
                <a:lnTo>
                  <a:pt x="1340085" y="82976"/>
                </a:lnTo>
                <a:lnTo>
                  <a:pt x="1339946" y="82956"/>
                </a:lnTo>
                <a:lnTo>
                  <a:pt x="1339809" y="82932"/>
                </a:lnTo>
                <a:lnTo>
                  <a:pt x="1339674" y="82905"/>
                </a:lnTo>
                <a:lnTo>
                  <a:pt x="1339541" y="82876"/>
                </a:lnTo>
                <a:lnTo>
                  <a:pt x="1339410" y="82843"/>
                </a:lnTo>
                <a:lnTo>
                  <a:pt x="1339281" y="82806"/>
                </a:lnTo>
                <a:lnTo>
                  <a:pt x="1339154" y="82767"/>
                </a:lnTo>
                <a:lnTo>
                  <a:pt x="1339029" y="82725"/>
                </a:lnTo>
                <a:lnTo>
                  <a:pt x="1338905" y="82679"/>
                </a:lnTo>
                <a:lnTo>
                  <a:pt x="1338784" y="82630"/>
                </a:lnTo>
                <a:lnTo>
                  <a:pt x="1338664" y="82579"/>
                </a:lnTo>
                <a:lnTo>
                  <a:pt x="1338547" y="82524"/>
                </a:lnTo>
                <a:lnTo>
                  <a:pt x="1338431" y="82466"/>
                </a:lnTo>
                <a:lnTo>
                  <a:pt x="1338317" y="82404"/>
                </a:lnTo>
                <a:lnTo>
                  <a:pt x="1338205" y="82340"/>
                </a:lnTo>
                <a:lnTo>
                  <a:pt x="1338095" y="82272"/>
                </a:lnTo>
                <a:lnTo>
                  <a:pt x="1337987" y="82202"/>
                </a:lnTo>
                <a:lnTo>
                  <a:pt x="1337881" y="82128"/>
                </a:lnTo>
                <a:lnTo>
                  <a:pt x="1337777" y="82051"/>
                </a:lnTo>
                <a:lnTo>
                  <a:pt x="1337676" y="81973"/>
                </a:lnTo>
                <a:lnTo>
                  <a:pt x="1337579" y="81894"/>
                </a:lnTo>
                <a:lnTo>
                  <a:pt x="1337485" y="81812"/>
                </a:lnTo>
                <a:lnTo>
                  <a:pt x="1337394" y="81729"/>
                </a:lnTo>
                <a:lnTo>
                  <a:pt x="1337306" y="81644"/>
                </a:lnTo>
                <a:lnTo>
                  <a:pt x="1337221" y="81558"/>
                </a:lnTo>
                <a:lnTo>
                  <a:pt x="1337139" y="81470"/>
                </a:lnTo>
                <a:lnTo>
                  <a:pt x="1337061" y="81380"/>
                </a:lnTo>
                <a:lnTo>
                  <a:pt x="1336986" y="81289"/>
                </a:lnTo>
                <a:lnTo>
                  <a:pt x="1336913" y="81195"/>
                </a:lnTo>
                <a:lnTo>
                  <a:pt x="1336844" y="81101"/>
                </a:lnTo>
                <a:lnTo>
                  <a:pt x="1336778" y="81004"/>
                </a:lnTo>
                <a:lnTo>
                  <a:pt x="1336716" y="80906"/>
                </a:lnTo>
                <a:lnTo>
                  <a:pt x="1336656" y="80806"/>
                </a:lnTo>
                <a:lnTo>
                  <a:pt x="1336600" y="80705"/>
                </a:lnTo>
                <a:lnTo>
                  <a:pt x="1336546" y="80602"/>
                </a:lnTo>
                <a:lnTo>
                  <a:pt x="1336496" y="80497"/>
                </a:lnTo>
                <a:lnTo>
                  <a:pt x="1336449" y="80390"/>
                </a:lnTo>
                <a:lnTo>
                  <a:pt x="1336405" y="80282"/>
                </a:lnTo>
                <a:lnTo>
                  <a:pt x="1336365" y="80172"/>
                </a:lnTo>
                <a:lnTo>
                  <a:pt x="1336327" y="80061"/>
                </a:lnTo>
                <a:lnTo>
                  <a:pt x="1336293" y="79947"/>
                </a:lnTo>
                <a:lnTo>
                  <a:pt x="1336261" y="79833"/>
                </a:lnTo>
                <a:lnTo>
                  <a:pt x="1336232" y="79705"/>
                </a:lnTo>
                <a:lnTo>
                  <a:pt x="1336205" y="79552"/>
                </a:lnTo>
                <a:lnTo>
                  <a:pt x="1336178" y="79375"/>
                </a:lnTo>
                <a:lnTo>
                  <a:pt x="1336153" y="79174"/>
                </a:lnTo>
                <a:lnTo>
                  <a:pt x="1336128" y="78949"/>
                </a:lnTo>
                <a:lnTo>
                  <a:pt x="1336106" y="78699"/>
                </a:lnTo>
                <a:lnTo>
                  <a:pt x="1336084" y="78425"/>
                </a:lnTo>
                <a:lnTo>
                  <a:pt x="1336064" y="78126"/>
                </a:lnTo>
                <a:lnTo>
                  <a:pt x="1336044" y="77803"/>
                </a:lnTo>
                <a:lnTo>
                  <a:pt x="1336026" y="77456"/>
                </a:lnTo>
                <a:lnTo>
                  <a:pt x="1336010" y="77084"/>
                </a:lnTo>
                <a:lnTo>
                  <a:pt x="1335994" y="76688"/>
                </a:lnTo>
                <a:lnTo>
                  <a:pt x="1335980" y="76267"/>
                </a:lnTo>
                <a:lnTo>
                  <a:pt x="1335967" y="75823"/>
                </a:lnTo>
                <a:lnTo>
                  <a:pt x="1335955" y="75353"/>
                </a:lnTo>
                <a:lnTo>
                  <a:pt x="1335945" y="74860"/>
                </a:lnTo>
                <a:lnTo>
                  <a:pt x="1335936" y="74342"/>
                </a:lnTo>
                <a:lnTo>
                  <a:pt x="1335927" y="73800"/>
                </a:lnTo>
                <a:lnTo>
                  <a:pt x="1335921" y="73233"/>
                </a:lnTo>
                <a:lnTo>
                  <a:pt x="1335915" y="72642"/>
                </a:lnTo>
                <a:lnTo>
                  <a:pt x="1335911" y="72027"/>
                </a:lnTo>
                <a:lnTo>
                  <a:pt x="1335908" y="71387"/>
                </a:lnTo>
                <a:lnTo>
                  <a:pt x="1335906" y="70723"/>
                </a:lnTo>
                <a:lnTo>
                  <a:pt x="1335905" y="70034"/>
                </a:lnTo>
                <a:lnTo>
                  <a:pt x="1335905" y="42358"/>
                </a:lnTo>
                <a:lnTo>
                  <a:pt x="1348341" y="42358"/>
                </a:lnTo>
                <a:lnTo>
                  <a:pt x="1348341" y="27850"/>
                </a:lnTo>
                <a:lnTo>
                  <a:pt x="1335905" y="27850"/>
                </a:lnTo>
                <a:lnTo>
                  <a:pt x="1335905" y="3368"/>
                </a:lnTo>
                <a:lnTo>
                  <a:pt x="1317641" y="14119"/>
                </a:lnTo>
                <a:lnTo>
                  <a:pt x="1317641" y="27850"/>
                </a:lnTo>
                <a:lnTo>
                  <a:pt x="1309286" y="27850"/>
                </a:lnTo>
                <a:close/>
                <a:moveTo>
                  <a:pt x="2237932" y="27850"/>
                </a:moveTo>
                <a:lnTo>
                  <a:pt x="2237932" y="42358"/>
                </a:lnTo>
                <a:lnTo>
                  <a:pt x="2246288" y="42358"/>
                </a:lnTo>
                <a:lnTo>
                  <a:pt x="2246288" y="72346"/>
                </a:lnTo>
                <a:lnTo>
                  <a:pt x="2246289" y="73139"/>
                </a:lnTo>
                <a:lnTo>
                  <a:pt x="2246292" y="73909"/>
                </a:lnTo>
                <a:lnTo>
                  <a:pt x="2246297" y="74657"/>
                </a:lnTo>
                <a:lnTo>
                  <a:pt x="2246304" y="75383"/>
                </a:lnTo>
                <a:lnTo>
                  <a:pt x="2246313" y="76086"/>
                </a:lnTo>
                <a:lnTo>
                  <a:pt x="2246324" y="76766"/>
                </a:lnTo>
                <a:lnTo>
                  <a:pt x="2246337" y="77424"/>
                </a:lnTo>
                <a:lnTo>
                  <a:pt x="2246352" y="78060"/>
                </a:lnTo>
                <a:lnTo>
                  <a:pt x="2246370" y="78673"/>
                </a:lnTo>
                <a:lnTo>
                  <a:pt x="2246389" y="79263"/>
                </a:lnTo>
                <a:lnTo>
                  <a:pt x="2246410" y="79832"/>
                </a:lnTo>
                <a:lnTo>
                  <a:pt x="2246433" y="80377"/>
                </a:lnTo>
                <a:lnTo>
                  <a:pt x="2246459" y="80900"/>
                </a:lnTo>
                <a:lnTo>
                  <a:pt x="2246486" y="81401"/>
                </a:lnTo>
                <a:lnTo>
                  <a:pt x="2246515" y="81879"/>
                </a:lnTo>
                <a:lnTo>
                  <a:pt x="2246547" y="82335"/>
                </a:lnTo>
                <a:lnTo>
                  <a:pt x="2246580" y="82768"/>
                </a:lnTo>
                <a:lnTo>
                  <a:pt x="2246615" y="83178"/>
                </a:lnTo>
                <a:lnTo>
                  <a:pt x="2246653" y="83566"/>
                </a:lnTo>
                <a:lnTo>
                  <a:pt x="2246692" y="83932"/>
                </a:lnTo>
                <a:lnTo>
                  <a:pt x="2246734" y="84275"/>
                </a:lnTo>
                <a:lnTo>
                  <a:pt x="2246777" y="84596"/>
                </a:lnTo>
                <a:lnTo>
                  <a:pt x="2246823" y="84894"/>
                </a:lnTo>
                <a:lnTo>
                  <a:pt x="2246870" y="85170"/>
                </a:lnTo>
                <a:lnTo>
                  <a:pt x="2246932" y="85539"/>
                </a:lnTo>
                <a:lnTo>
                  <a:pt x="2246997" y="85902"/>
                </a:lnTo>
                <a:lnTo>
                  <a:pt x="2247066" y="86258"/>
                </a:lnTo>
                <a:lnTo>
                  <a:pt x="2247139" y="86608"/>
                </a:lnTo>
                <a:lnTo>
                  <a:pt x="2247217" y="86952"/>
                </a:lnTo>
                <a:lnTo>
                  <a:pt x="2247298" y="87289"/>
                </a:lnTo>
                <a:lnTo>
                  <a:pt x="2247382" y="87620"/>
                </a:lnTo>
                <a:lnTo>
                  <a:pt x="2247471" y="87944"/>
                </a:lnTo>
                <a:lnTo>
                  <a:pt x="2247564" y="88262"/>
                </a:lnTo>
                <a:lnTo>
                  <a:pt x="2247661" y="88574"/>
                </a:lnTo>
                <a:lnTo>
                  <a:pt x="2247762" y="88879"/>
                </a:lnTo>
                <a:lnTo>
                  <a:pt x="2247866" y="89177"/>
                </a:lnTo>
                <a:lnTo>
                  <a:pt x="2247975" y="89470"/>
                </a:lnTo>
                <a:lnTo>
                  <a:pt x="2248087" y="89756"/>
                </a:lnTo>
                <a:lnTo>
                  <a:pt x="2248204" y="90035"/>
                </a:lnTo>
                <a:lnTo>
                  <a:pt x="2248324" y="90308"/>
                </a:lnTo>
                <a:lnTo>
                  <a:pt x="2248448" y="90575"/>
                </a:lnTo>
                <a:lnTo>
                  <a:pt x="2248577" y="90835"/>
                </a:lnTo>
                <a:lnTo>
                  <a:pt x="2248709" y="91089"/>
                </a:lnTo>
                <a:lnTo>
                  <a:pt x="2248845" y="91336"/>
                </a:lnTo>
                <a:lnTo>
                  <a:pt x="2248985" y="91577"/>
                </a:lnTo>
                <a:lnTo>
                  <a:pt x="2249129" y="91812"/>
                </a:lnTo>
                <a:lnTo>
                  <a:pt x="2249277" y="92040"/>
                </a:lnTo>
                <a:lnTo>
                  <a:pt x="2249429" y="92262"/>
                </a:lnTo>
                <a:lnTo>
                  <a:pt x="2249586" y="92479"/>
                </a:lnTo>
                <a:lnTo>
                  <a:pt x="2249751" y="92692"/>
                </a:lnTo>
                <a:lnTo>
                  <a:pt x="2249923" y="92903"/>
                </a:lnTo>
                <a:lnTo>
                  <a:pt x="2250103" y="93109"/>
                </a:lnTo>
                <a:lnTo>
                  <a:pt x="2250289" y="93313"/>
                </a:lnTo>
                <a:lnTo>
                  <a:pt x="2250483" y="93513"/>
                </a:lnTo>
                <a:lnTo>
                  <a:pt x="2250685" y="93710"/>
                </a:lnTo>
                <a:lnTo>
                  <a:pt x="2250893" y="93903"/>
                </a:lnTo>
                <a:lnTo>
                  <a:pt x="2251109" y="94093"/>
                </a:lnTo>
                <a:lnTo>
                  <a:pt x="2251332" y="94279"/>
                </a:lnTo>
                <a:lnTo>
                  <a:pt x="2251563" y="94462"/>
                </a:lnTo>
                <a:lnTo>
                  <a:pt x="2251801" y="94642"/>
                </a:lnTo>
                <a:lnTo>
                  <a:pt x="2252046" y="94819"/>
                </a:lnTo>
                <a:lnTo>
                  <a:pt x="2252299" y="94992"/>
                </a:lnTo>
                <a:lnTo>
                  <a:pt x="2252558" y="95161"/>
                </a:lnTo>
                <a:lnTo>
                  <a:pt x="2252826" y="95328"/>
                </a:lnTo>
                <a:lnTo>
                  <a:pt x="2253100" y="95491"/>
                </a:lnTo>
                <a:lnTo>
                  <a:pt x="2253382" y="95650"/>
                </a:lnTo>
                <a:lnTo>
                  <a:pt x="2253671" y="95806"/>
                </a:lnTo>
                <a:lnTo>
                  <a:pt x="2253967" y="95959"/>
                </a:lnTo>
                <a:lnTo>
                  <a:pt x="2254271" y="96109"/>
                </a:lnTo>
                <a:lnTo>
                  <a:pt x="2254582" y="96255"/>
                </a:lnTo>
                <a:lnTo>
                  <a:pt x="2254900" y="96397"/>
                </a:lnTo>
                <a:lnTo>
                  <a:pt x="2255226" y="96537"/>
                </a:lnTo>
                <a:lnTo>
                  <a:pt x="2255556" y="96671"/>
                </a:lnTo>
                <a:lnTo>
                  <a:pt x="2255891" y="96800"/>
                </a:lnTo>
                <a:lnTo>
                  <a:pt x="2256228" y="96924"/>
                </a:lnTo>
                <a:lnTo>
                  <a:pt x="2256569" y="97041"/>
                </a:lnTo>
                <a:lnTo>
                  <a:pt x="2256914" y="97153"/>
                </a:lnTo>
                <a:lnTo>
                  <a:pt x="2257262" y="97259"/>
                </a:lnTo>
                <a:lnTo>
                  <a:pt x="2257613" y="97360"/>
                </a:lnTo>
                <a:lnTo>
                  <a:pt x="2257967" y="97454"/>
                </a:lnTo>
                <a:lnTo>
                  <a:pt x="2258325" y="97543"/>
                </a:lnTo>
                <a:lnTo>
                  <a:pt x="2258687" y="97626"/>
                </a:lnTo>
                <a:lnTo>
                  <a:pt x="2259051" y="97704"/>
                </a:lnTo>
                <a:lnTo>
                  <a:pt x="2259419" y="97775"/>
                </a:lnTo>
                <a:lnTo>
                  <a:pt x="2259791" y="97841"/>
                </a:lnTo>
                <a:lnTo>
                  <a:pt x="2260165" y="97902"/>
                </a:lnTo>
                <a:lnTo>
                  <a:pt x="2260544" y="97956"/>
                </a:lnTo>
                <a:lnTo>
                  <a:pt x="2260925" y="98005"/>
                </a:lnTo>
                <a:lnTo>
                  <a:pt x="2261310" y="98048"/>
                </a:lnTo>
                <a:lnTo>
                  <a:pt x="2261698" y="98085"/>
                </a:lnTo>
                <a:lnTo>
                  <a:pt x="2262090" y="98117"/>
                </a:lnTo>
                <a:lnTo>
                  <a:pt x="2262485" y="98142"/>
                </a:lnTo>
                <a:lnTo>
                  <a:pt x="2262883" y="98162"/>
                </a:lnTo>
                <a:lnTo>
                  <a:pt x="2263285" y="98177"/>
                </a:lnTo>
                <a:lnTo>
                  <a:pt x="2263690" y="98185"/>
                </a:lnTo>
                <a:lnTo>
                  <a:pt x="2264099" y="98188"/>
                </a:lnTo>
                <a:lnTo>
                  <a:pt x="2264765" y="98184"/>
                </a:lnTo>
                <a:lnTo>
                  <a:pt x="2265426" y="98169"/>
                </a:lnTo>
                <a:lnTo>
                  <a:pt x="2266080" y="98146"/>
                </a:lnTo>
                <a:lnTo>
                  <a:pt x="2266729" y="98112"/>
                </a:lnTo>
                <a:lnTo>
                  <a:pt x="2267372" y="98070"/>
                </a:lnTo>
                <a:lnTo>
                  <a:pt x="2268009" y="98018"/>
                </a:lnTo>
                <a:lnTo>
                  <a:pt x="2268640" y="97956"/>
                </a:lnTo>
                <a:lnTo>
                  <a:pt x="2269266" y="97885"/>
                </a:lnTo>
                <a:lnTo>
                  <a:pt x="2269885" y="97804"/>
                </a:lnTo>
                <a:lnTo>
                  <a:pt x="2270499" y="97714"/>
                </a:lnTo>
                <a:lnTo>
                  <a:pt x="2271107" y="97614"/>
                </a:lnTo>
                <a:lnTo>
                  <a:pt x="2271709" y="97505"/>
                </a:lnTo>
                <a:lnTo>
                  <a:pt x="2272305" y="97387"/>
                </a:lnTo>
                <a:lnTo>
                  <a:pt x="2272896" y="97259"/>
                </a:lnTo>
                <a:lnTo>
                  <a:pt x="2273480" y="97121"/>
                </a:lnTo>
                <a:lnTo>
                  <a:pt x="2274059" y="96974"/>
                </a:lnTo>
                <a:lnTo>
                  <a:pt x="2274631" y="96817"/>
                </a:lnTo>
                <a:lnTo>
                  <a:pt x="2275198" y="96651"/>
                </a:lnTo>
                <a:lnTo>
                  <a:pt x="2275759" y="96476"/>
                </a:lnTo>
                <a:lnTo>
                  <a:pt x="2276315" y="96291"/>
                </a:lnTo>
                <a:lnTo>
                  <a:pt x="2276864" y="96096"/>
                </a:lnTo>
                <a:lnTo>
                  <a:pt x="2277408" y="95892"/>
                </a:lnTo>
                <a:lnTo>
                  <a:pt x="2277945" y="95679"/>
                </a:lnTo>
                <a:lnTo>
                  <a:pt x="2278477" y="95456"/>
                </a:lnTo>
                <a:lnTo>
                  <a:pt x="2276923" y="81284"/>
                </a:lnTo>
                <a:lnTo>
                  <a:pt x="2276527" y="81427"/>
                </a:lnTo>
                <a:lnTo>
                  <a:pt x="2276140" y="81563"/>
                </a:lnTo>
                <a:lnTo>
                  <a:pt x="2275760" y="81694"/>
                </a:lnTo>
                <a:lnTo>
                  <a:pt x="2275388" y="81818"/>
                </a:lnTo>
                <a:lnTo>
                  <a:pt x="2275024" y="81937"/>
                </a:lnTo>
                <a:lnTo>
                  <a:pt x="2274668" y="82049"/>
                </a:lnTo>
                <a:lnTo>
                  <a:pt x="2274320" y="82155"/>
                </a:lnTo>
                <a:lnTo>
                  <a:pt x="2273979" y="82255"/>
                </a:lnTo>
                <a:lnTo>
                  <a:pt x="2273647" y="82349"/>
                </a:lnTo>
                <a:lnTo>
                  <a:pt x="2273322" y="82438"/>
                </a:lnTo>
                <a:lnTo>
                  <a:pt x="2273006" y="82519"/>
                </a:lnTo>
                <a:lnTo>
                  <a:pt x="2272697" y="82595"/>
                </a:lnTo>
                <a:lnTo>
                  <a:pt x="2272396" y="82665"/>
                </a:lnTo>
                <a:lnTo>
                  <a:pt x="2272103" y="82729"/>
                </a:lnTo>
                <a:lnTo>
                  <a:pt x="2271817" y="82787"/>
                </a:lnTo>
                <a:lnTo>
                  <a:pt x="2271540" y="82838"/>
                </a:lnTo>
                <a:lnTo>
                  <a:pt x="2271270" y="82884"/>
                </a:lnTo>
                <a:lnTo>
                  <a:pt x="2271009" y="82923"/>
                </a:lnTo>
                <a:lnTo>
                  <a:pt x="2270755" y="82957"/>
                </a:lnTo>
                <a:lnTo>
                  <a:pt x="2270509" y="82984"/>
                </a:lnTo>
                <a:lnTo>
                  <a:pt x="2270271" y="83005"/>
                </a:lnTo>
                <a:lnTo>
                  <a:pt x="2270041" y="83020"/>
                </a:lnTo>
                <a:lnTo>
                  <a:pt x="2269818" y="83030"/>
                </a:lnTo>
                <a:lnTo>
                  <a:pt x="2269604" y="83033"/>
                </a:lnTo>
                <a:lnTo>
                  <a:pt x="2269454" y="83031"/>
                </a:lnTo>
                <a:lnTo>
                  <a:pt x="2269306" y="83026"/>
                </a:lnTo>
                <a:lnTo>
                  <a:pt x="2269159" y="83018"/>
                </a:lnTo>
                <a:lnTo>
                  <a:pt x="2269015" y="83007"/>
                </a:lnTo>
                <a:lnTo>
                  <a:pt x="2268872" y="82993"/>
                </a:lnTo>
                <a:lnTo>
                  <a:pt x="2268732" y="82976"/>
                </a:lnTo>
                <a:lnTo>
                  <a:pt x="2268593" y="82956"/>
                </a:lnTo>
                <a:lnTo>
                  <a:pt x="2268456" y="82932"/>
                </a:lnTo>
                <a:lnTo>
                  <a:pt x="2268321" y="82905"/>
                </a:lnTo>
                <a:lnTo>
                  <a:pt x="2268188" y="82876"/>
                </a:lnTo>
                <a:lnTo>
                  <a:pt x="2268057" y="82843"/>
                </a:lnTo>
                <a:lnTo>
                  <a:pt x="2267928" y="82806"/>
                </a:lnTo>
                <a:lnTo>
                  <a:pt x="2267801" y="82767"/>
                </a:lnTo>
                <a:lnTo>
                  <a:pt x="2267676" y="82725"/>
                </a:lnTo>
                <a:lnTo>
                  <a:pt x="2267552" y="82679"/>
                </a:lnTo>
                <a:lnTo>
                  <a:pt x="2267431" y="82630"/>
                </a:lnTo>
                <a:lnTo>
                  <a:pt x="2267311" y="82579"/>
                </a:lnTo>
                <a:lnTo>
                  <a:pt x="2267193" y="82524"/>
                </a:lnTo>
                <a:lnTo>
                  <a:pt x="2267078" y="82466"/>
                </a:lnTo>
                <a:lnTo>
                  <a:pt x="2266964" y="82404"/>
                </a:lnTo>
                <a:lnTo>
                  <a:pt x="2266852" y="82340"/>
                </a:lnTo>
                <a:lnTo>
                  <a:pt x="2266742" y="82272"/>
                </a:lnTo>
                <a:lnTo>
                  <a:pt x="2266634" y="82202"/>
                </a:lnTo>
                <a:lnTo>
                  <a:pt x="2266528" y="82128"/>
                </a:lnTo>
                <a:lnTo>
                  <a:pt x="2266424" y="82051"/>
                </a:lnTo>
                <a:lnTo>
                  <a:pt x="2266323" y="81973"/>
                </a:lnTo>
                <a:lnTo>
                  <a:pt x="2266226" y="81894"/>
                </a:lnTo>
                <a:lnTo>
                  <a:pt x="2266132" y="81812"/>
                </a:lnTo>
                <a:lnTo>
                  <a:pt x="2266041" y="81729"/>
                </a:lnTo>
                <a:lnTo>
                  <a:pt x="2265953" y="81644"/>
                </a:lnTo>
                <a:lnTo>
                  <a:pt x="2265868" y="81558"/>
                </a:lnTo>
                <a:lnTo>
                  <a:pt x="2265786" y="81470"/>
                </a:lnTo>
                <a:lnTo>
                  <a:pt x="2265708" y="81380"/>
                </a:lnTo>
                <a:lnTo>
                  <a:pt x="2265633" y="81289"/>
                </a:lnTo>
                <a:lnTo>
                  <a:pt x="2265560" y="81195"/>
                </a:lnTo>
                <a:lnTo>
                  <a:pt x="2265491" y="81101"/>
                </a:lnTo>
                <a:lnTo>
                  <a:pt x="2265425" y="81004"/>
                </a:lnTo>
                <a:lnTo>
                  <a:pt x="2265363" y="80906"/>
                </a:lnTo>
                <a:lnTo>
                  <a:pt x="2265303" y="80806"/>
                </a:lnTo>
                <a:lnTo>
                  <a:pt x="2265247" y="80705"/>
                </a:lnTo>
                <a:lnTo>
                  <a:pt x="2265193" y="80602"/>
                </a:lnTo>
                <a:lnTo>
                  <a:pt x="2265143" y="80497"/>
                </a:lnTo>
                <a:lnTo>
                  <a:pt x="2265096" y="80390"/>
                </a:lnTo>
                <a:lnTo>
                  <a:pt x="2265052" y="80282"/>
                </a:lnTo>
                <a:lnTo>
                  <a:pt x="2265012" y="80172"/>
                </a:lnTo>
                <a:lnTo>
                  <a:pt x="2264974" y="80061"/>
                </a:lnTo>
                <a:lnTo>
                  <a:pt x="2264940" y="79947"/>
                </a:lnTo>
                <a:lnTo>
                  <a:pt x="2264908" y="79833"/>
                </a:lnTo>
                <a:lnTo>
                  <a:pt x="2264879" y="79705"/>
                </a:lnTo>
                <a:lnTo>
                  <a:pt x="2264851" y="79552"/>
                </a:lnTo>
                <a:lnTo>
                  <a:pt x="2264825" y="79375"/>
                </a:lnTo>
                <a:lnTo>
                  <a:pt x="2264800" y="79174"/>
                </a:lnTo>
                <a:lnTo>
                  <a:pt x="2264775" y="78949"/>
                </a:lnTo>
                <a:lnTo>
                  <a:pt x="2264753" y="78699"/>
                </a:lnTo>
                <a:lnTo>
                  <a:pt x="2264731" y="78425"/>
                </a:lnTo>
                <a:lnTo>
                  <a:pt x="2264710" y="78126"/>
                </a:lnTo>
                <a:lnTo>
                  <a:pt x="2264691" y="77803"/>
                </a:lnTo>
                <a:lnTo>
                  <a:pt x="2264673" y="77456"/>
                </a:lnTo>
                <a:lnTo>
                  <a:pt x="2264657" y="77084"/>
                </a:lnTo>
                <a:lnTo>
                  <a:pt x="2264641" y="76688"/>
                </a:lnTo>
                <a:lnTo>
                  <a:pt x="2264627" y="76267"/>
                </a:lnTo>
                <a:lnTo>
                  <a:pt x="2264614" y="75823"/>
                </a:lnTo>
                <a:lnTo>
                  <a:pt x="2264602" y="75353"/>
                </a:lnTo>
                <a:lnTo>
                  <a:pt x="2264592" y="74860"/>
                </a:lnTo>
                <a:lnTo>
                  <a:pt x="2264582" y="74342"/>
                </a:lnTo>
                <a:lnTo>
                  <a:pt x="2264574" y="73800"/>
                </a:lnTo>
                <a:lnTo>
                  <a:pt x="2264568" y="73233"/>
                </a:lnTo>
                <a:lnTo>
                  <a:pt x="2264562" y="72642"/>
                </a:lnTo>
                <a:lnTo>
                  <a:pt x="2264558" y="72027"/>
                </a:lnTo>
                <a:lnTo>
                  <a:pt x="2264555" y="71387"/>
                </a:lnTo>
                <a:lnTo>
                  <a:pt x="2264553" y="70723"/>
                </a:lnTo>
                <a:lnTo>
                  <a:pt x="2264552" y="70034"/>
                </a:lnTo>
                <a:lnTo>
                  <a:pt x="2264552" y="42358"/>
                </a:lnTo>
                <a:lnTo>
                  <a:pt x="2276988" y="42358"/>
                </a:lnTo>
                <a:lnTo>
                  <a:pt x="2276988" y="27850"/>
                </a:lnTo>
                <a:lnTo>
                  <a:pt x="2264552" y="27850"/>
                </a:lnTo>
                <a:lnTo>
                  <a:pt x="2264552" y="3368"/>
                </a:lnTo>
                <a:lnTo>
                  <a:pt x="2246288" y="14119"/>
                </a:lnTo>
                <a:lnTo>
                  <a:pt x="2246288" y="27850"/>
                </a:lnTo>
                <a:lnTo>
                  <a:pt x="2237932" y="27850"/>
                </a:lnTo>
                <a:close/>
                <a:moveTo>
                  <a:pt x="1459480" y="69874"/>
                </a:moveTo>
                <a:lnTo>
                  <a:pt x="1459504" y="68599"/>
                </a:lnTo>
                <a:lnTo>
                  <a:pt x="1459533" y="67367"/>
                </a:lnTo>
                <a:lnTo>
                  <a:pt x="1459568" y="66176"/>
                </a:lnTo>
                <a:lnTo>
                  <a:pt x="1459607" y="65027"/>
                </a:lnTo>
                <a:lnTo>
                  <a:pt x="1459652" y="63920"/>
                </a:lnTo>
                <a:lnTo>
                  <a:pt x="1459702" y="62855"/>
                </a:lnTo>
                <a:lnTo>
                  <a:pt x="1459758" y="61831"/>
                </a:lnTo>
                <a:lnTo>
                  <a:pt x="1459819" y="60850"/>
                </a:lnTo>
                <a:lnTo>
                  <a:pt x="1459885" y="59910"/>
                </a:lnTo>
                <a:lnTo>
                  <a:pt x="1459956" y="59012"/>
                </a:lnTo>
                <a:lnTo>
                  <a:pt x="1460033" y="58156"/>
                </a:lnTo>
                <a:lnTo>
                  <a:pt x="1460115" y="57341"/>
                </a:lnTo>
                <a:lnTo>
                  <a:pt x="1460202" y="56569"/>
                </a:lnTo>
                <a:lnTo>
                  <a:pt x="1460294" y="55838"/>
                </a:lnTo>
                <a:lnTo>
                  <a:pt x="1460392" y="55149"/>
                </a:lnTo>
                <a:lnTo>
                  <a:pt x="1460495" y="54502"/>
                </a:lnTo>
                <a:lnTo>
                  <a:pt x="1460603" y="53897"/>
                </a:lnTo>
                <a:lnTo>
                  <a:pt x="1460717" y="53334"/>
                </a:lnTo>
                <a:lnTo>
                  <a:pt x="1460836" y="52812"/>
                </a:lnTo>
                <a:lnTo>
                  <a:pt x="1460960" y="52333"/>
                </a:lnTo>
                <a:lnTo>
                  <a:pt x="1461089" y="51880"/>
                </a:lnTo>
                <a:lnTo>
                  <a:pt x="1461222" y="51439"/>
                </a:lnTo>
                <a:lnTo>
                  <a:pt x="1461358" y="51009"/>
                </a:lnTo>
                <a:lnTo>
                  <a:pt x="1461499" y="50592"/>
                </a:lnTo>
                <a:lnTo>
                  <a:pt x="1461643" y="50186"/>
                </a:lnTo>
                <a:lnTo>
                  <a:pt x="1461792" y="49792"/>
                </a:lnTo>
                <a:lnTo>
                  <a:pt x="1461944" y="49410"/>
                </a:lnTo>
                <a:lnTo>
                  <a:pt x="1462101" y="49040"/>
                </a:lnTo>
                <a:lnTo>
                  <a:pt x="1462261" y="48682"/>
                </a:lnTo>
                <a:lnTo>
                  <a:pt x="1462425" y="48335"/>
                </a:lnTo>
                <a:lnTo>
                  <a:pt x="1462593" y="48000"/>
                </a:lnTo>
                <a:lnTo>
                  <a:pt x="1462765" y="47677"/>
                </a:lnTo>
                <a:lnTo>
                  <a:pt x="1462942" y="47366"/>
                </a:lnTo>
                <a:lnTo>
                  <a:pt x="1463121" y="47067"/>
                </a:lnTo>
                <a:lnTo>
                  <a:pt x="1463305" y="46779"/>
                </a:lnTo>
                <a:lnTo>
                  <a:pt x="1463493" y="46503"/>
                </a:lnTo>
                <a:lnTo>
                  <a:pt x="1463685" y="46239"/>
                </a:lnTo>
                <a:lnTo>
                  <a:pt x="1463881" y="45987"/>
                </a:lnTo>
                <a:lnTo>
                  <a:pt x="1464080" y="45747"/>
                </a:lnTo>
                <a:lnTo>
                  <a:pt x="1464284" y="45518"/>
                </a:lnTo>
                <a:lnTo>
                  <a:pt x="1464491" y="45302"/>
                </a:lnTo>
                <a:lnTo>
                  <a:pt x="1464703" y="45097"/>
                </a:lnTo>
                <a:lnTo>
                  <a:pt x="1464918" y="44904"/>
                </a:lnTo>
                <a:lnTo>
                  <a:pt x="1465138" y="44722"/>
                </a:lnTo>
                <a:lnTo>
                  <a:pt x="1465361" y="44551"/>
                </a:lnTo>
                <a:lnTo>
                  <a:pt x="1465588" y="44386"/>
                </a:lnTo>
                <a:lnTo>
                  <a:pt x="1465820" y="44229"/>
                </a:lnTo>
                <a:lnTo>
                  <a:pt x="1466055" y="44079"/>
                </a:lnTo>
                <a:lnTo>
                  <a:pt x="1466295" y="43937"/>
                </a:lnTo>
                <a:lnTo>
                  <a:pt x="1466538" y="43801"/>
                </a:lnTo>
                <a:lnTo>
                  <a:pt x="1466786" y="43673"/>
                </a:lnTo>
                <a:lnTo>
                  <a:pt x="1467037" y="43553"/>
                </a:lnTo>
                <a:lnTo>
                  <a:pt x="1467293" y="43440"/>
                </a:lnTo>
                <a:lnTo>
                  <a:pt x="1467553" y="43334"/>
                </a:lnTo>
                <a:lnTo>
                  <a:pt x="1467817" y="43235"/>
                </a:lnTo>
                <a:lnTo>
                  <a:pt x="1468085" y="43144"/>
                </a:lnTo>
                <a:lnTo>
                  <a:pt x="1468356" y="43060"/>
                </a:lnTo>
                <a:lnTo>
                  <a:pt x="1468632" y="42983"/>
                </a:lnTo>
                <a:lnTo>
                  <a:pt x="1468912" y="42913"/>
                </a:lnTo>
                <a:lnTo>
                  <a:pt x="1469196" y="42851"/>
                </a:lnTo>
                <a:lnTo>
                  <a:pt x="1469484" y="42796"/>
                </a:lnTo>
                <a:lnTo>
                  <a:pt x="1469777" y="42749"/>
                </a:lnTo>
                <a:lnTo>
                  <a:pt x="1470073" y="42709"/>
                </a:lnTo>
                <a:lnTo>
                  <a:pt x="1470373" y="42676"/>
                </a:lnTo>
                <a:lnTo>
                  <a:pt x="1470677" y="42650"/>
                </a:lnTo>
                <a:lnTo>
                  <a:pt x="1470986" y="42632"/>
                </a:lnTo>
                <a:lnTo>
                  <a:pt x="1471298" y="42621"/>
                </a:lnTo>
                <a:lnTo>
                  <a:pt x="1471614" y="42617"/>
                </a:lnTo>
                <a:lnTo>
                  <a:pt x="1471945" y="42623"/>
                </a:lnTo>
                <a:lnTo>
                  <a:pt x="1472277" y="42638"/>
                </a:lnTo>
                <a:lnTo>
                  <a:pt x="1472612" y="42664"/>
                </a:lnTo>
                <a:lnTo>
                  <a:pt x="1472949" y="42700"/>
                </a:lnTo>
                <a:lnTo>
                  <a:pt x="1473289" y="42747"/>
                </a:lnTo>
                <a:lnTo>
                  <a:pt x="1473630" y="42804"/>
                </a:lnTo>
                <a:lnTo>
                  <a:pt x="1473974" y="42871"/>
                </a:lnTo>
                <a:lnTo>
                  <a:pt x="1474320" y="42948"/>
                </a:lnTo>
                <a:lnTo>
                  <a:pt x="1474669" y="43036"/>
                </a:lnTo>
                <a:lnTo>
                  <a:pt x="1475019" y="43135"/>
                </a:lnTo>
                <a:lnTo>
                  <a:pt x="1475372" y="43243"/>
                </a:lnTo>
                <a:lnTo>
                  <a:pt x="1475727" y="43362"/>
                </a:lnTo>
                <a:lnTo>
                  <a:pt x="1476085" y="43491"/>
                </a:lnTo>
                <a:lnTo>
                  <a:pt x="1476444" y="43631"/>
                </a:lnTo>
                <a:lnTo>
                  <a:pt x="1476806" y="43781"/>
                </a:lnTo>
                <a:lnTo>
                  <a:pt x="1477170" y="43941"/>
                </a:lnTo>
                <a:lnTo>
                  <a:pt x="1477536" y="44112"/>
                </a:lnTo>
                <a:lnTo>
                  <a:pt x="1477905" y="44293"/>
                </a:lnTo>
                <a:lnTo>
                  <a:pt x="1478276" y="44485"/>
                </a:lnTo>
                <a:lnTo>
                  <a:pt x="1478649" y="44686"/>
                </a:lnTo>
                <a:lnTo>
                  <a:pt x="1479024" y="44898"/>
                </a:lnTo>
                <a:lnTo>
                  <a:pt x="1479402" y="45121"/>
                </a:lnTo>
                <a:lnTo>
                  <a:pt x="1479782" y="45354"/>
                </a:lnTo>
                <a:lnTo>
                  <a:pt x="1480164" y="45597"/>
                </a:lnTo>
                <a:lnTo>
                  <a:pt x="1485799" y="29729"/>
                </a:lnTo>
                <a:lnTo>
                  <a:pt x="1485317" y="29448"/>
                </a:lnTo>
                <a:lnTo>
                  <a:pt x="1484835" y="29180"/>
                </a:lnTo>
                <a:lnTo>
                  <a:pt x="1484350" y="28924"/>
                </a:lnTo>
                <a:lnTo>
                  <a:pt x="1483865" y="28680"/>
                </a:lnTo>
                <a:lnTo>
                  <a:pt x="1483377" y="28447"/>
                </a:lnTo>
                <a:lnTo>
                  <a:pt x="1482888" y="28227"/>
                </a:lnTo>
                <a:lnTo>
                  <a:pt x="1482398" y="28018"/>
                </a:lnTo>
                <a:lnTo>
                  <a:pt x="1481905" y="27821"/>
                </a:lnTo>
                <a:lnTo>
                  <a:pt x="1481412" y="27637"/>
                </a:lnTo>
                <a:lnTo>
                  <a:pt x="1480916" y="27464"/>
                </a:lnTo>
                <a:lnTo>
                  <a:pt x="1480419" y="27303"/>
                </a:lnTo>
                <a:lnTo>
                  <a:pt x="1479921" y="27154"/>
                </a:lnTo>
                <a:lnTo>
                  <a:pt x="1479421" y="27017"/>
                </a:lnTo>
                <a:lnTo>
                  <a:pt x="1478919" y="26892"/>
                </a:lnTo>
                <a:lnTo>
                  <a:pt x="1478416" y="26779"/>
                </a:lnTo>
                <a:lnTo>
                  <a:pt x="1477911" y="26677"/>
                </a:lnTo>
                <a:lnTo>
                  <a:pt x="1477405" y="26588"/>
                </a:lnTo>
                <a:lnTo>
                  <a:pt x="1476897" y="26510"/>
                </a:lnTo>
                <a:lnTo>
                  <a:pt x="1476388" y="26445"/>
                </a:lnTo>
                <a:lnTo>
                  <a:pt x="1475877" y="26391"/>
                </a:lnTo>
                <a:lnTo>
                  <a:pt x="1475364" y="26349"/>
                </a:lnTo>
                <a:lnTo>
                  <a:pt x="1474850" y="26320"/>
                </a:lnTo>
                <a:lnTo>
                  <a:pt x="1474334" y="26302"/>
                </a:lnTo>
                <a:lnTo>
                  <a:pt x="1473817" y="26296"/>
                </a:lnTo>
                <a:lnTo>
                  <a:pt x="1473451" y="26300"/>
                </a:lnTo>
                <a:lnTo>
                  <a:pt x="1473089" y="26311"/>
                </a:lnTo>
                <a:lnTo>
                  <a:pt x="1472730" y="26330"/>
                </a:lnTo>
                <a:lnTo>
                  <a:pt x="1472375" y="26357"/>
                </a:lnTo>
                <a:lnTo>
                  <a:pt x="1472022" y="26391"/>
                </a:lnTo>
                <a:lnTo>
                  <a:pt x="1471673" y="26433"/>
                </a:lnTo>
                <a:lnTo>
                  <a:pt x="1471327" y="26483"/>
                </a:lnTo>
                <a:lnTo>
                  <a:pt x="1470985" y="26540"/>
                </a:lnTo>
                <a:lnTo>
                  <a:pt x="1470645" y="26605"/>
                </a:lnTo>
                <a:lnTo>
                  <a:pt x="1470309" y="26678"/>
                </a:lnTo>
                <a:lnTo>
                  <a:pt x="1469977" y="26758"/>
                </a:lnTo>
                <a:lnTo>
                  <a:pt x="1469647" y="26846"/>
                </a:lnTo>
                <a:lnTo>
                  <a:pt x="1469321" y="26942"/>
                </a:lnTo>
                <a:lnTo>
                  <a:pt x="1468998" y="27045"/>
                </a:lnTo>
                <a:lnTo>
                  <a:pt x="1468678" y="27156"/>
                </a:lnTo>
                <a:lnTo>
                  <a:pt x="1468362" y="27275"/>
                </a:lnTo>
                <a:lnTo>
                  <a:pt x="1468048" y="27401"/>
                </a:lnTo>
                <a:lnTo>
                  <a:pt x="1467738" y="27534"/>
                </a:lnTo>
                <a:lnTo>
                  <a:pt x="1467432" y="27676"/>
                </a:lnTo>
                <a:lnTo>
                  <a:pt x="1467128" y="27825"/>
                </a:lnTo>
                <a:lnTo>
                  <a:pt x="1466828" y="27982"/>
                </a:lnTo>
                <a:lnTo>
                  <a:pt x="1466531" y="28146"/>
                </a:lnTo>
                <a:lnTo>
                  <a:pt x="1466238" y="28318"/>
                </a:lnTo>
                <a:lnTo>
                  <a:pt x="1465947" y="28498"/>
                </a:lnTo>
                <a:lnTo>
                  <a:pt x="1465657" y="28690"/>
                </a:lnTo>
                <a:lnTo>
                  <a:pt x="1465364" y="28898"/>
                </a:lnTo>
                <a:lnTo>
                  <a:pt x="1465067" y="29122"/>
                </a:lnTo>
                <a:lnTo>
                  <a:pt x="1464768" y="29363"/>
                </a:lnTo>
                <a:lnTo>
                  <a:pt x="1464465" y="29621"/>
                </a:lnTo>
                <a:lnTo>
                  <a:pt x="1464160" y="29894"/>
                </a:lnTo>
                <a:lnTo>
                  <a:pt x="1463852" y="30185"/>
                </a:lnTo>
                <a:lnTo>
                  <a:pt x="1463540" y="30491"/>
                </a:lnTo>
                <a:lnTo>
                  <a:pt x="1463225" y="30814"/>
                </a:lnTo>
                <a:lnTo>
                  <a:pt x="1462908" y="31154"/>
                </a:lnTo>
                <a:lnTo>
                  <a:pt x="1462587" y="31510"/>
                </a:lnTo>
                <a:lnTo>
                  <a:pt x="1462264" y="31882"/>
                </a:lnTo>
                <a:lnTo>
                  <a:pt x="1461937" y="32271"/>
                </a:lnTo>
                <a:lnTo>
                  <a:pt x="1461607" y="32676"/>
                </a:lnTo>
                <a:lnTo>
                  <a:pt x="1461274" y="33097"/>
                </a:lnTo>
                <a:lnTo>
                  <a:pt x="1460938" y="33535"/>
                </a:lnTo>
                <a:lnTo>
                  <a:pt x="1460600" y="33990"/>
                </a:lnTo>
                <a:lnTo>
                  <a:pt x="1460258" y="34461"/>
                </a:lnTo>
                <a:lnTo>
                  <a:pt x="1459913" y="34948"/>
                </a:lnTo>
                <a:lnTo>
                  <a:pt x="1459565" y="35451"/>
                </a:lnTo>
                <a:lnTo>
                  <a:pt x="1459214" y="35972"/>
                </a:lnTo>
                <a:lnTo>
                  <a:pt x="1458860" y="36508"/>
                </a:lnTo>
                <a:lnTo>
                  <a:pt x="1458503" y="37061"/>
                </a:lnTo>
                <a:lnTo>
                  <a:pt x="1458143" y="37630"/>
                </a:lnTo>
                <a:lnTo>
                  <a:pt x="1458143" y="27850"/>
                </a:lnTo>
                <a:lnTo>
                  <a:pt x="1441238" y="27850"/>
                </a:lnTo>
                <a:lnTo>
                  <a:pt x="1441238" y="96634"/>
                </a:lnTo>
                <a:lnTo>
                  <a:pt x="1459438" y="96634"/>
                </a:lnTo>
                <a:lnTo>
                  <a:pt x="1459438" y="75390"/>
                </a:lnTo>
                <a:lnTo>
                  <a:pt x="1459441" y="73948"/>
                </a:lnTo>
                <a:lnTo>
                  <a:pt x="1459449" y="72548"/>
                </a:lnTo>
                <a:lnTo>
                  <a:pt x="1459462" y="71190"/>
                </a:lnTo>
                <a:lnTo>
                  <a:pt x="1459480" y="69874"/>
                </a:lnTo>
                <a:close/>
                <a:moveTo>
                  <a:pt x="1871656" y="61642"/>
                </a:moveTo>
                <a:lnTo>
                  <a:pt x="1871668" y="60866"/>
                </a:lnTo>
                <a:lnTo>
                  <a:pt x="1871686" y="60109"/>
                </a:lnTo>
                <a:lnTo>
                  <a:pt x="1871709" y="59372"/>
                </a:lnTo>
                <a:lnTo>
                  <a:pt x="1871737" y="58655"/>
                </a:lnTo>
                <a:lnTo>
                  <a:pt x="1871770" y="57957"/>
                </a:lnTo>
                <a:lnTo>
                  <a:pt x="1871807" y="57279"/>
                </a:lnTo>
                <a:lnTo>
                  <a:pt x="1871851" y="56620"/>
                </a:lnTo>
                <a:lnTo>
                  <a:pt x="1871899" y="55981"/>
                </a:lnTo>
                <a:lnTo>
                  <a:pt x="1871952" y="55361"/>
                </a:lnTo>
                <a:lnTo>
                  <a:pt x="1872010" y="54761"/>
                </a:lnTo>
                <a:lnTo>
                  <a:pt x="1872073" y="54181"/>
                </a:lnTo>
                <a:lnTo>
                  <a:pt x="1872141" y="53620"/>
                </a:lnTo>
                <a:lnTo>
                  <a:pt x="1872215" y="53078"/>
                </a:lnTo>
                <a:lnTo>
                  <a:pt x="1872293" y="52556"/>
                </a:lnTo>
                <a:lnTo>
                  <a:pt x="1872377" y="52054"/>
                </a:lnTo>
                <a:lnTo>
                  <a:pt x="1872465" y="51571"/>
                </a:lnTo>
                <a:lnTo>
                  <a:pt x="1872559" y="51108"/>
                </a:lnTo>
                <a:lnTo>
                  <a:pt x="1872658" y="50664"/>
                </a:lnTo>
                <a:lnTo>
                  <a:pt x="1872761" y="50240"/>
                </a:lnTo>
                <a:lnTo>
                  <a:pt x="1872870" y="49835"/>
                </a:lnTo>
                <a:lnTo>
                  <a:pt x="1872984" y="49450"/>
                </a:lnTo>
                <a:lnTo>
                  <a:pt x="1873103" y="49084"/>
                </a:lnTo>
                <a:lnTo>
                  <a:pt x="1873228" y="48732"/>
                </a:lnTo>
                <a:lnTo>
                  <a:pt x="1873359" y="48386"/>
                </a:lnTo>
                <a:lnTo>
                  <a:pt x="1873497" y="48048"/>
                </a:lnTo>
                <a:lnTo>
                  <a:pt x="1873642" y="47716"/>
                </a:lnTo>
                <a:lnTo>
                  <a:pt x="1873793" y="47392"/>
                </a:lnTo>
                <a:lnTo>
                  <a:pt x="1873951" y="47074"/>
                </a:lnTo>
                <a:lnTo>
                  <a:pt x="1874115" y="46764"/>
                </a:lnTo>
                <a:lnTo>
                  <a:pt x="1874287" y="46460"/>
                </a:lnTo>
                <a:lnTo>
                  <a:pt x="1874465" y="46163"/>
                </a:lnTo>
                <a:lnTo>
                  <a:pt x="1874649" y="45874"/>
                </a:lnTo>
                <a:lnTo>
                  <a:pt x="1874840" y="45591"/>
                </a:lnTo>
                <a:lnTo>
                  <a:pt x="1875038" y="45315"/>
                </a:lnTo>
                <a:lnTo>
                  <a:pt x="1875242" y="45047"/>
                </a:lnTo>
                <a:lnTo>
                  <a:pt x="1875453" y="44785"/>
                </a:lnTo>
                <a:lnTo>
                  <a:pt x="1875671" y="44530"/>
                </a:lnTo>
                <a:lnTo>
                  <a:pt x="1875895" y="44282"/>
                </a:lnTo>
                <a:lnTo>
                  <a:pt x="1876126" y="44041"/>
                </a:lnTo>
                <a:lnTo>
                  <a:pt x="1876364" y="43807"/>
                </a:lnTo>
                <a:lnTo>
                  <a:pt x="1876608" y="43581"/>
                </a:lnTo>
                <a:lnTo>
                  <a:pt x="1876858" y="43361"/>
                </a:lnTo>
                <a:lnTo>
                  <a:pt x="1877116" y="43148"/>
                </a:lnTo>
                <a:lnTo>
                  <a:pt x="1877380" y="42942"/>
                </a:lnTo>
                <a:lnTo>
                  <a:pt x="1877651" y="42743"/>
                </a:lnTo>
                <a:lnTo>
                  <a:pt x="1877928" y="42551"/>
                </a:lnTo>
                <a:lnTo>
                  <a:pt x="1878210" y="42366"/>
                </a:lnTo>
                <a:lnTo>
                  <a:pt x="1878495" y="42189"/>
                </a:lnTo>
                <a:lnTo>
                  <a:pt x="1878783" y="42020"/>
                </a:lnTo>
                <a:lnTo>
                  <a:pt x="1879074" y="41859"/>
                </a:lnTo>
                <a:lnTo>
                  <a:pt x="1879368" y="41705"/>
                </a:lnTo>
                <a:lnTo>
                  <a:pt x="1879665" y="41560"/>
                </a:lnTo>
                <a:lnTo>
                  <a:pt x="1879964" y="41422"/>
                </a:lnTo>
                <a:lnTo>
                  <a:pt x="1880267" y="41292"/>
                </a:lnTo>
                <a:lnTo>
                  <a:pt x="1880572" y="41170"/>
                </a:lnTo>
                <a:lnTo>
                  <a:pt x="1880881" y="41056"/>
                </a:lnTo>
                <a:lnTo>
                  <a:pt x="1881192" y="40950"/>
                </a:lnTo>
                <a:lnTo>
                  <a:pt x="1881507" y="40852"/>
                </a:lnTo>
                <a:lnTo>
                  <a:pt x="1881824" y="40761"/>
                </a:lnTo>
                <a:lnTo>
                  <a:pt x="1882144" y="40679"/>
                </a:lnTo>
                <a:lnTo>
                  <a:pt x="1882467" y="40604"/>
                </a:lnTo>
                <a:lnTo>
                  <a:pt x="1882793" y="40537"/>
                </a:lnTo>
                <a:lnTo>
                  <a:pt x="1883122" y="40478"/>
                </a:lnTo>
                <a:lnTo>
                  <a:pt x="1883454" y="40427"/>
                </a:lnTo>
                <a:lnTo>
                  <a:pt x="1883788" y="40384"/>
                </a:lnTo>
                <a:lnTo>
                  <a:pt x="1884126" y="40349"/>
                </a:lnTo>
                <a:lnTo>
                  <a:pt x="1884467" y="40321"/>
                </a:lnTo>
                <a:lnTo>
                  <a:pt x="1884810" y="40301"/>
                </a:lnTo>
                <a:lnTo>
                  <a:pt x="1885157" y="40290"/>
                </a:lnTo>
                <a:lnTo>
                  <a:pt x="1885506" y="40286"/>
                </a:lnTo>
                <a:lnTo>
                  <a:pt x="1885795" y="40288"/>
                </a:lnTo>
                <a:lnTo>
                  <a:pt x="1886079" y="40296"/>
                </a:lnTo>
                <a:lnTo>
                  <a:pt x="1886358" y="40308"/>
                </a:lnTo>
                <a:lnTo>
                  <a:pt x="1886631" y="40325"/>
                </a:lnTo>
                <a:lnTo>
                  <a:pt x="1886900" y="40347"/>
                </a:lnTo>
                <a:lnTo>
                  <a:pt x="1887164" y="40375"/>
                </a:lnTo>
                <a:lnTo>
                  <a:pt x="1887422" y="40407"/>
                </a:lnTo>
                <a:lnTo>
                  <a:pt x="1887676" y="40444"/>
                </a:lnTo>
                <a:lnTo>
                  <a:pt x="1887924" y="40486"/>
                </a:lnTo>
                <a:lnTo>
                  <a:pt x="1888167" y="40533"/>
                </a:lnTo>
                <a:lnTo>
                  <a:pt x="1888406" y="40585"/>
                </a:lnTo>
                <a:lnTo>
                  <a:pt x="1888639" y="40641"/>
                </a:lnTo>
                <a:lnTo>
                  <a:pt x="1888867" y="40703"/>
                </a:lnTo>
                <a:lnTo>
                  <a:pt x="1889090" y="40770"/>
                </a:lnTo>
                <a:lnTo>
                  <a:pt x="1889309" y="40842"/>
                </a:lnTo>
                <a:lnTo>
                  <a:pt x="1889522" y="40918"/>
                </a:lnTo>
                <a:lnTo>
                  <a:pt x="1889730" y="41000"/>
                </a:lnTo>
                <a:lnTo>
                  <a:pt x="1889932" y="41086"/>
                </a:lnTo>
                <a:lnTo>
                  <a:pt x="1890130" y="41177"/>
                </a:lnTo>
                <a:lnTo>
                  <a:pt x="1890323" y="41274"/>
                </a:lnTo>
                <a:lnTo>
                  <a:pt x="1890511" y="41375"/>
                </a:lnTo>
                <a:lnTo>
                  <a:pt x="1890693" y="41481"/>
                </a:lnTo>
                <a:lnTo>
                  <a:pt x="1890871" y="41592"/>
                </a:lnTo>
                <a:lnTo>
                  <a:pt x="1891044" y="41709"/>
                </a:lnTo>
                <a:lnTo>
                  <a:pt x="1891212" y="41830"/>
                </a:lnTo>
                <a:lnTo>
                  <a:pt x="1891376" y="41956"/>
                </a:lnTo>
                <a:lnTo>
                  <a:pt x="1891537" y="42088"/>
                </a:lnTo>
                <a:lnTo>
                  <a:pt x="1891694" y="42224"/>
                </a:lnTo>
                <a:lnTo>
                  <a:pt x="1891847" y="42366"/>
                </a:lnTo>
                <a:lnTo>
                  <a:pt x="1891997" y="42513"/>
                </a:lnTo>
                <a:lnTo>
                  <a:pt x="1892143" y="42665"/>
                </a:lnTo>
                <a:lnTo>
                  <a:pt x="1892285" y="42823"/>
                </a:lnTo>
                <a:lnTo>
                  <a:pt x="1892423" y="42985"/>
                </a:lnTo>
                <a:lnTo>
                  <a:pt x="1892558" y="43153"/>
                </a:lnTo>
                <a:lnTo>
                  <a:pt x="1892689" y="43326"/>
                </a:lnTo>
                <a:lnTo>
                  <a:pt x="1892817" y="43504"/>
                </a:lnTo>
                <a:lnTo>
                  <a:pt x="1892940" y="43687"/>
                </a:lnTo>
                <a:lnTo>
                  <a:pt x="1893060" y="43875"/>
                </a:lnTo>
                <a:lnTo>
                  <a:pt x="1893176" y="44069"/>
                </a:lnTo>
                <a:lnTo>
                  <a:pt x="1893289" y="44268"/>
                </a:lnTo>
                <a:lnTo>
                  <a:pt x="1893398" y="44472"/>
                </a:lnTo>
                <a:lnTo>
                  <a:pt x="1893503" y="44681"/>
                </a:lnTo>
                <a:lnTo>
                  <a:pt x="1893604" y="44895"/>
                </a:lnTo>
                <a:lnTo>
                  <a:pt x="1893702" y="45115"/>
                </a:lnTo>
                <a:lnTo>
                  <a:pt x="1893796" y="45339"/>
                </a:lnTo>
                <a:lnTo>
                  <a:pt x="1893886" y="45569"/>
                </a:lnTo>
                <a:lnTo>
                  <a:pt x="1893972" y="45804"/>
                </a:lnTo>
                <a:lnTo>
                  <a:pt x="1894055" y="46044"/>
                </a:lnTo>
                <a:lnTo>
                  <a:pt x="1894135" y="46299"/>
                </a:lnTo>
                <a:lnTo>
                  <a:pt x="1894210" y="46578"/>
                </a:lnTo>
                <a:lnTo>
                  <a:pt x="1894283" y="46883"/>
                </a:lnTo>
                <a:lnTo>
                  <a:pt x="1894352" y="47212"/>
                </a:lnTo>
                <a:lnTo>
                  <a:pt x="1894418" y="47566"/>
                </a:lnTo>
                <a:lnTo>
                  <a:pt x="1894480" y="47944"/>
                </a:lnTo>
                <a:lnTo>
                  <a:pt x="1894539" y="48347"/>
                </a:lnTo>
                <a:lnTo>
                  <a:pt x="1894595" y="48775"/>
                </a:lnTo>
                <a:lnTo>
                  <a:pt x="1894647" y="49228"/>
                </a:lnTo>
                <a:lnTo>
                  <a:pt x="1894696" y="49705"/>
                </a:lnTo>
                <a:lnTo>
                  <a:pt x="1894742" y="50207"/>
                </a:lnTo>
                <a:lnTo>
                  <a:pt x="1894784" y="50734"/>
                </a:lnTo>
                <a:lnTo>
                  <a:pt x="1894823" y="51285"/>
                </a:lnTo>
                <a:lnTo>
                  <a:pt x="1894858" y="51861"/>
                </a:lnTo>
                <a:lnTo>
                  <a:pt x="1894890" y="52462"/>
                </a:lnTo>
                <a:lnTo>
                  <a:pt x="1894919" y="53087"/>
                </a:lnTo>
                <a:lnTo>
                  <a:pt x="1894944" y="53738"/>
                </a:lnTo>
                <a:lnTo>
                  <a:pt x="1894966" y="54413"/>
                </a:lnTo>
                <a:lnTo>
                  <a:pt x="1894985" y="55112"/>
                </a:lnTo>
                <a:lnTo>
                  <a:pt x="1895000" y="55837"/>
                </a:lnTo>
                <a:lnTo>
                  <a:pt x="1895012" y="56586"/>
                </a:lnTo>
                <a:lnTo>
                  <a:pt x="1895020" y="57360"/>
                </a:lnTo>
                <a:lnTo>
                  <a:pt x="1895025" y="58158"/>
                </a:lnTo>
                <a:lnTo>
                  <a:pt x="1895027" y="58981"/>
                </a:lnTo>
                <a:lnTo>
                  <a:pt x="1895027" y="96634"/>
                </a:lnTo>
                <a:lnTo>
                  <a:pt x="1913227" y="96634"/>
                </a:lnTo>
                <a:lnTo>
                  <a:pt x="1913227" y="63641"/>
                </a:lnTo>
                <a:lnTo>
                  <a:pt x="1913229" y="62841"/>
                </a:lnTo>
                <a:lnTo>
                  <a:pt x="1913237" y="62059"/>
                </a:lnTo>
                <a:lnTo>
                  <a:pt x="1913250" y="61296"/>
                </a:lnTo>
                <a:lnTo>
                  <a:pt x="1913268" y="60550"/>
                </a:lnTo>
                <a:lnTo>
                  <a:pt x="1913291" y="59823"/>
                </a:lnTo>
                <a:lnTo>
                  <a:pt x="1913320" y="59114"/>
                </a:lnTo>
                <a:lnTo>
                  <a:pt x="1913353" y="58423"/>
                </a:lnTo>
                <a:lnTo>
                  <a:pt x="1913392" y="57749"/>
                </a:lnTo>
                <a:lnTo>
                  <a:pt x="1913436" y="57094"/>
                </a:lnTo>
                <a:lnTo>
                  <a:pt x="1913485" y="56458"/>
                </a:lnTo>
                <a:lnTo>
                  <a:pt x="1913540" y="55839"/>
                </a:lnTo>
                <a:lnTo>
                  <a:pt x="1913599" y="55238"/>
                </a:lnTo>
                <a:lnTo>
                  <a:pt x="1913664" y="54655"/>
                </a:lnTo>
                <a:lnTo>
                  <a:pt x="1913734" y="54091"/>
                </a:lnTo>
                <a:lnTo>
                  <a:pt x="1913809" y="53544"/>
                </a:lnTo>
                <a:lnTo>
                  <a:pt x="1913889" y="53016"/>
                </a:lnTo>
                <a:lnTo>
                  <a:pt x="1913974" y="52506"/>
                </a:lnTo>
                <a:lnTo>
                  <a:pt x="1914065" y="52014"/>
                </a:lnTo>
                <a:lnTo>
                  <a:pt x="1914160" y="51539"/>
                </a:lnTo>
                <a:lnTo>
                  <a:pt x="1914261" y="51083"/>
                </a:lnTo>
                <a:lnTo>
                  <a:pt x="1914367" y="50645"/>
                </a:lnTo>
                <a:lnTo>
                  <a:pt x="1914478" y="50226"/>
                </a:lnTo>
                <a:lnTo>
                  <a:pt x="1914595" y="49824"/>
                </a:lnTo>
                <a:lnTo>
                  <a:pt x="1914716" y="49440"/>
                </a:lnTo>
                <a:lnTo>
                  <a:pt x="1914844" y="49069"/>
                </a:lnTo>
                <a:lnTo>
                  <a:pt x="1914978" y="48706"/>
                </a:lnTo>
                <a:lnTo>
                  <a:pt x="1915118" y="48350"/>
                </a:lnTo>
                <a:lnTo>
                  <a:pt x="1915265" y="48001"/>
                </a:lnTo>
                <a:lnTo>
                  <a:pt x="1915419" y="47661"/>
                </a:lnTo>
                <a:lnTo>
                  <a:pt x="1915579" y="47327"/>
                </a:lnTo>
                <a:lnTo>
                  <a:pt x="1915745" y="47001"/>
                </a:lnTo>
                <a:lnTo>
                  <a:pt x="1915918" y="46683"/>
                </a:lnTo>
                <a:lnTo>
                  <a:pt x="1916098" y="46372"/>
                </a:lnTo>
                <a:lnTo>
                  <a:pt x="1916284" y="46069"/>
                </a:lnTo>
                <a:lnTo>
                  <a:pt x="1916476" y="45773"/>
                </a:lnTo>
                <a:lnTo>
                  <a:pt x="1916676" y="45485"/>
                </a:lnTo>
                <a:lnTo>
                  <a:pt x="1916881" y="45205"/>
                </a:lnTo>
                <a:lnTo>
                  <a:pt x="1917093" y="44932"/>
                </a:lnTo>
                <a:lnTo>
                  <a:pt x="1917312" y="44666"/>
                </a:lnTo>
                <a:lnTo>
                  <a:pt x="1917537" y="44408"/>
                </a:lnTo>
                <a:lnTo>
                  <a:pt x="1917769" y="44158"/>
                </a:lnTo>
                <a:lnTo>
                  <a:pt x="1918007" y="43915"/>
                </a:lnTo>
                <a:lnTo>
                  <a:pt x="1918252" y="43679"/>
                </a:lnTo>
                <a:lnTo>
                  <a:pt x="1918503" y="43451"/>
                </a:lnTo>
                <a:lnTo>
                  <a:pt x="1918761" y="43231"/>
                </a:lnTo>
                <a:lnTo>
                  <a:pt x="1919026" y="43018"/>
                </a:lnTo>
                <a:lnTo>
                  <a:pt x="1919296" y="42813"/>
                </a:lnTo>
                <a:lnTo>
                  <a:pt x="1919574" y="42615"/>
                </a:lnTo>
                <a:lnTo>
                  <a:pt x="1919855" y="42425"/>
                </a:lnTo>
                <a:lnTo>
                  <a:pt x="1920138" y="42243"/>
                </a:lnTo>
                <a:lnTo>
                  <a:pt x="1920423" y="42069"/>
                </a:lnTo>
                <a:lnTo>
                  <a:pt x="1920709" y="41903"/>
                </a:lnTo>
                <a:lnTo>
                  <a:pt x="1920997" y="41746"/>
                </a:lnTo>
                <a:lnTo>
                  <a:pt x="1921286" y="41596"/>
                </a:lnTo>
                <a:lnTo>
                  <a:pt x="1921577" y="41455"/>
                </a:lnTo>
                <a:lnTo>
                  <a:pt x="1921870" y="41321"/>
                </a:lnTo>
                <a:lnTo>
                  <a:pt x="1922164" y="41196"/>
                </a:lnTo>
                <a:lnTo>
                  <a:pt x="1922459" y="41078"/>
                </a:lnTo>
                <a:lnTo>
                  <a:pt x="1922756" y="40969"/>
                </a:lnTo>
                <a:lnTo>
                  <a:pt x="1923055" y="40868"/>
                </a:lnTo>
                <a:lnTo>
                  <a:pt x="1923356" y="40775"/>
                </a:lnTo>
                <a:lnTo>
                  <a:pt x="1923657" y="40690"/>
                </a:lnTo>
                <a:lnTo>
                  <a:pt x="1923961" y="40613"/>
                </a:lnTo>
                <a:lnTo>
                  <a:pt x="1924266" y="40545"/>
                </a:lnTo>
                <a:lnTo>
                  <a:pt x="1924573" y="40484"/>
                </a:lnTo>
                <a:lnTo>
                  <a:pt x="1924881" y="40431"/>
                </a:lnTo>
                <a:lnTo>
                  <a:pt x="1925191" y="40387"/>
                </a:lnTo>
                <a:lnTo>
                  <a:pt x="1925502" y="40350"/>
                </a:lnTo>
                <a:lnTo>
                  <a:pt x="1925815" y="40322"/>
                </a:lnTo>
                <a:lnTo>
                  <a:pt x="1926129" y="40302"/>
                </a:lnTo>
                <a:lnTo>
                  <a:pt x="1926445" y="40290"/>
                </a:lnTo>
                <a:lnTo>
                  <a:pt x="1926763" y="40286"/>
                </a:lnTo>
                <a:lnTo>
                  <a:pt x="1927196" y="40292"/>
                </a:lnTo>
                <a:lnTo>
                  <a:pt x="1927619" y="40313"/>
                </a:lnTo>
                <a:lnTo>
                  <a:pt x="1928032" y="40346"/>
                </a:lnTo>
                <a:lnTo>
                  <a:pt x="1928436" y="40394"/>
                </a:lnTo>
                <a:lnTo>
                  <a:pt x="1928831" y="40454"/>
                </a:lnTo>
                <a:lnTo>
                  <a:pt x="1929216" y="40528"/>
                </a:lnTo>
                <a:lnTo>
                  <a:pt x="1929592" y="40616"/>
                </a:lnTo>
                <a:lnTo>
                  <a:pt x="1929958" y="40717"/>
                </a:lnTo>
                <a:lnTo>
                  <a:pt x="1930315" y="40832"/>
                </a:lnTo>
                <a:lnTo>
                  <a:pt x="1930663" y="40960"/>
                </a:lnTo>
                <a:lnTo>
                  <a:pt x="1931001" y="41101"/>
                </a:lnTo>
                <a:lnTo>
                  <a:pt x="1931329" y="41256"/>
                </a:lnTo>
                <a:lnTo>
                  <a:pt x="1931648" y="41425"/>
                </a:lnTo>
                <a:lnTo>
                  <a:pt x="1931958" y="41607"/>
                </a:lnTo>
                <a:lnTo>
                  <a:pt x="1932258" y="41802"/>
                </a:lnTo>
                <a:lnTo>
                  <a:pt x="1932549" y="42011"/>
                </a:lnTo>
                <a:lnTo>
                  <a:pt x="1932830" y="42233"/>
                </a:lnTo>
                <a:lnTo>
                  <a:pt x="1933102" y="42469"/>
                </a:lnTo>
                <a:lnTo>
                  <a:pt x="1933365" y="42719"/>
                </a:lnTo>
                <a:lnTo>
                  <a:pt x="1933618" y="42982"/>
                </a:lnTo>
                <a:lnTo>
                  <a:pt x="1933861" y="43258"/>
                </a:lnTo>
                <a:lnTo>
                  <a:pt x="1934095" y="43548"/>
                </a:lnTo>
                <a:lnTo>
                  <a:pt x="1934320" y="43851"/>
                </a:lnTo>
                <a:lnTo>
                  <a:pt x="1934535" y="44168"/>
                </a:lnTo>
                <a:lnTo>
                  <a:pt x="1934689" y="44428"/>
                </a:lnTo>
                <a:lnTo>
                  <a:pt x="1934835" y="44714"/>
                </a:lnTo>
                <a:lnTo>
                  <a:pt x="1934976" y="45025"/>
                </a:lnTo>
                <a:lnTo>
                  <a:pt x="1935109" y="45361"/>
                </a:lnTo>
                <a:lnTo>
                  <a:pt x="1935236" y="45722"/>
                </a:lnTo>
                <a:lnTo>
                  <a:pt x="1935357" y="46108"/>
                </a:lnTo>
                <a:lnTo>
                  <a:pt x="1935471" y="46520"/>
                </a:lnTo>
                <a:lnTo>
                  <a:pt x="1935579" y="46956"/>
                </a:lnTo>
                <a:lnTo>
                  <a:pt x="1935680" y="47418"/>
                </a:lnTo>
                <a:lnTo>
                  <a:pt x="1935774" y="47905"/>
                </a:lnTo>
                <a:lnTo>
                  <a:pt x="1935862" y="48417"/>
                </a:lnTo>
                <a:lnTo>
                  <a:pt x="1935944" y="48954"/>
                </a:lnTo>
                <a:lnTo>
                  <a:pt x="1936019" y="49517"/>
                </a:lnTo>
                <a:lnTo>
                  <a:pt x="1936087" y="50105"/>
                </a:lnTo>
                <a:lnTo>
                  <a:pt x="1936149" y="50717"/>
                </a:lnTo>
                <a:lnTo>
                  <a:pt x="1936205" y="51355"/>
                </a:lnTo>
                <a:lnTo>
                  <a:pt x="1936254" y="52018"/>
                </a:lnTo>
                <a:lnTo>
                  <a:pt x="1936296" y="52706"/>
                </a:lnTo>
                <a:lnTo>
                  <a:pt x="1936332" y="53420"/>
                </a:lnTo>
                <a:lnTo>
                  <a:pt x="1936361" y="54158"/>
                </a:lnTo>
                <a:lnTo>
                  <a:pt x="1936384" y="54922"/>
                </a:lnTo>
                <a:lnTo>
                  <a:pt x="1936401" y="55711"/>
                </a:lnTo>
                <a:lnTo>
                  <a:pt x="1936410" y="56525"/>
                </a:lnTo>
                <a:lnTo>
                  <a:pt x="1936414" y="57364"/>
                </a:lnTo>
                <a:lnTo>
                  <a:pt x="1936414" y="96634"/>
                </a:lnTo>
                <a:lnTo>
                  <a:pt x="1954613" y="96634"/>
                </a:lnTo>
                <a:lnTo>
                  <a:pt x="1954613" y="52656"/>
                </a:lnTo>
                <a:lnTo>
                  <a:pt x="1954610" y="51845"/>
                </a:lnTo>
                <a:lnTo>
                  <a:pt x="1954600" y="51053"/>
                </a:lnTo>
                <a:lnTo>
                  <a:pt x="1954584" y="50280"/>
                </a:lnTo>
                <a:lnTo>
                  <a:pt x="1954561" y="49526"/>
                </a:lnTo>
                <a:lnTo>
                  <a:pt x="1954532" y="48791"/>
                </a:lnTo>
                <a:lnTo>
                  <a:pt x="1954496" y="48074"/>
                </a:lnTo>
                <a:lnTo>
                  <a:pt x="1954454" y="47376"/>
                </a:lnTo>
                <a:lnTo>
                  <a:pt x="1954405" y="46698"/>
                </a:lnTo>
                <a:lnTo>
                  <a:pt x="1954349" y="46038"/>
                </a:lnTo>
                <a:lnTo>
                  <a:pt x="1954287" y="45397"/>
                </a:lnTo>
                <a:lnTo>
                  <a:pt x="1954219" y="44775"/>
                </a:lnTo>
                <a:lnTo>
                  <a:pt x="1954144" y="44172"/>
                </a:lnTo>
                <a:lnTo>
                  <a:pt x="1954062" y="43588"/>
                </a:lnTo>
                <a:lnTo>
                  <a:pt x="1953974" y="43022"/>
                </a:lnTo>
                <a:lnTo>
                  <a:pt x="1953880" y="42476"/>
                </a:lnTo>
                <a:lnTo>
                  <a:pt x="1953779" y="41948"/>
                </a:lnTo>
                <a:lnTo>
                  <a:pt x="1953671" y="41439"/>
                </a:lnTo>
                <a:lnTo>
                  <a:pt x="1953557" y="40950"/>
                </a:lnTo>
                <a:lnTo>
                  <a:pt x="1953436" y="40479"/>
                </a:lnTo>
                <a:lnTo>
                  <a:pt x="1953309" y="40027"/>
                </a:lnTo>
                <a:lnTo>
                  <a:pt x="1953175" y="39593"/>
                </a:lnTo>
                <a:lnTo>
                  <a:pt x="1953035" y="39179"/>
                </a:lnTo>
                <a:lnTo>
                  <a:pt x="1952888" y="38784"/>
                </a:lnTo>
                <a:lnTo>
                  <a:pt x="1952735" y="38407"/>
                </a:lnTo>
                <a:lnTo>
                  <a:pt x="1952515" y="37916"/>
                </a:lnTo>
                <a:lnTo>
                  <a:pt x="1952285" y="37434"/>
                </a:lnTo>
                <a:lnTo>
                  <a:pt x="1952046" y="36963"/>
                </a:lnTo>
                <a:lnTo>
                  <a:pt x="1951798" y="36501"/>
                </a:lnTo>
                <a:lnTo>
                  <a:pt x="1951540" y="36050"/>
                </a:lnTo>
                <a:lnTo>
                  <a:pt x="1951274" y="35608"/>
                </a:lnTo>
                <a:lnTo>
                  <a:pt x="1950998" y="35177"/>
                </a:lnTo>
                <a:lnTo>
                  <a:pt x="1950713" y="34755"/>
                </a:lnTo>
                <a:lnTo>
                  <a:pt x="1950419" y="34344"/>
                </a:lnTo>
                <a:lnTo>
                  <a:pt x="1950115" y="33942"/>
                </a:lnTo>
                <a:lnTo>
                  <a:pt x="1949802" y="33551"/>
                </a:lnTo>
                <a:lnTo>
                  <a:pt x="1949481" y="33169"/>
                </a:lnTo>
                <a:lnTo>
                  <a:pt x="1949149" y="32798"/>
                </a:lnTo>
                <a:lnTo>
                  <a:pt x="1948809" y="32436"/>
                </a:lnTo>
                <a:lnTo>
                  <a:pt x="1948459" y="32085"/>
                </a:lnTo>
                <a:lnTo>
                  <a:pt x="1948101" y="31744"/>
                </a:lnTo>
                <a:lnTo>
                  <a:pt x="1947733" y="31412"/>
                </a:lnTo>
                <a:lnTo>
                  <a:pt x="1947355" y="31091"/>
                </a:lnTo>
                <a:lnTo>
                  <a:pt x="1946969" y="30779"/>
                </a:lnTo>
                <a:lnTo>
                  <a:pt x="1946573" y="30478"/>
                </a:lnTo>
                <a:lnTo>
                  <a:pt x="1946168" y="30186"/>
                </a:lnTo>
                <a:lnTo>
                  <a:pt x="1945754" y="29905"/>
                </a:lnTo>
                <a:lnTo>
                  <a:pt x="1945331" y="29634"/>
                </a:lnTo>
                <a:lnTo>
                  <a:pt x="1944898" y="29372"/>
                </a:lnTo>
                <a:lnTo>
                  <a:pt x="1944457" y="29121"/>
                </a:lnTo>
                <a:lnTo>
                  <a:pt x="1944008" y="28881"/>
                </a:lnTo>
                <a:lnTo>
                  <a:pt x="1943550" y="28651"/>
                </a:lnTo>
                <a:lnTo>
                  <a:pt x="1943085" y="28432"/>
                </a:lnTo>
                <a:lnTo>
                  <a:pt x="1942611" y="28224"/>
                </a:lnTo>
                <a:lnTo>
                  <a:pt x="1942129" y="28026"/>
                </a:lnTo>
                <a:lnTo>
                  <a:pt x="1941640" y="27839"/>
                </a:lnTo>
                <a:lnTo>
                  <a:pt x="1941142" y="27663"/>
                </a:lnTo>
                <a:lnTo>
                  <a:pt x="1940636" y="27498"/>
                </a:lnTo>
                <a:lnTo>
                  <a:pt x="1940122" y="27343"/>
                </a:lnTo>
                <a:lnTo>
                  <a:pt x="1939599" y="27198"/>
                </a:lnTo>
                <a:lnTo>
                  <a:pt x="1939069" y="27065"/>
                </a:lnTo>
                <a:lnTo>
                  <a:pt x="1938531" y="26942"/>
                </a:lnTo>
                <a:lnTo>
                  <a:pt x="1937984" y="26830"/>
                </a:lnTo>
                <a:lnTo>
                  <a:pt x="1937430" y="26728"/>
                </a:lnTo>
                <a:lnTo>
                  <a:pt x="1936867" y="26638"/>
                </a:lnTo>
                <a:lnTo>
                  <a:pt x="1936296" y="26558"/>
                </a:lnTo>
                <a:lnTo>
                  <a:pt x="1935717" y="26488"/>
                </a:lnTo>
                <a:lnTo>
                  <a:pt x="1935130" y="26429"/>
                </a:lnTo>
                <a:lnTo>
                  <a:pt x="1934535" y="26381"/>
                </a:lnTo>
                <a:lnTo>
                  <a:pt x="1933932" y="26344"/>
                </a:lnTo>
                <a:lnTo>
                  <a:pt x="1933321" y="26317"/>
                </a:lnTo>
                <a:lnTo>
                  <a:pt x="1932702" y="26301"/>
                </a:lnTo>
                <a:lnTo>
                  <a:pt x="1932074" y="26296"/>
                </a:lnTo>
                <a:lnTo>
                  <a:pt x="1931579" y="26301"/>
                </a:lnTo>
                <a:lnTo>
                  <a:pt x="1931086" y="26315"/>
                </a:lnTo>
                <a:lnTo>
                  <a:pt x="1930596" y="26338"/>
                </a:lnTo>
                <a:lnTo>
                  <a:pt x="1930108" y="26372"/>
                </a:lnTo>
                <a:lnTo>
                  <a:pt x="1929622" y="26414"/>
                </a:lnTo>
                <a:lnTo>
                  <a:pt x="1929139" y="26467"/>
                </a:lnTo>
                <a:lnTo>
                  <a:pt x="1928659" y="26528"/>
                </a:lnTo>
                <a:lnTo>
                  <a:pt x="1928181" y="26599"/>
                </a:lnTo>
                <a:lnTo>
                  <a:pt x="1927705" y="26680"/>
                </a:lnTo>
                <a:lnTo>
                  <a:pt x="1927232" y="26770"/>
                </a:lnTo>
                <a:lnTo>
                  <a:pt x="1926762" y="26870"/>
                </a:lnTo>
                <a:lnTo>
                  <a:pt x="1926294" y="26979"/>
                </a:lnTo>
                <a:lnTo>
                  <a:pt x="1925828" y="27097"/>
                </a:lnTo>
                <a:lnTo>
                  <a:pt x="1925365" y="27226"/>
                </a:lnTo>
                <a:lnTo>
                  <a:pt x="1924904" y="27363"/>
                </a:lnTo>
                <a:lnTo>
                  <a:pt x="1924446" y="27510"/>
                </a:lnTo>
                <a:lnTo>
                  <a:pt x="1923990" y="27667"/>
                </a:lnTo>
                <a:lnTo>
                  <a:pt x="1923537" y="27833"/>
                </a:lnTo>
                <a:lnTo>
                  <a:pt x="1923086" y="28008"/>
                </a:lnTo>
                <a:lnTo>
                  <a:pt x="1922638" y="28193"/>
                </a:lnTo>
                <a:lnTo>
                  <a:pt x="1922192" y="28388"/>
                </a:lnTo>
                <a:lnTo>
                  <a:pt x="1921749" y="28592"/>
                </a:lnTo>
                <a:lnTo>
                  <a:pt x="1921308" y="28805"/>
                </a:lnTo>
                <a:lnTo>
                  <a:pt x="1920869" y="29028"/>
                </a:lnTo>
                <a:lnTo>
                  <a:pt x="1920433" y="29261"/>
                </a:lnTo>
                <a:lnTo>
                  <a:pt x="1920000" y="29503"/>
                </a:lnTo>
                <a:lnTo>
                  <a:pt x="1919569" y="29755"/>
                </a:lnTo>
                <a:lnTo>
                  <a:pt x="1919140" y="30017"/>
                </a:lnTo>
                <a:lnTo>
                  <a:pt x="1918714" y="30288"/>
                </a:lnTo>
                <a:lnTo>
                  <a:pt x="1918291" y="30569"/>
                </a:lnTo>
                <a:lnTo>
                  <a:pt x="1917870" y="30860"/>
                </a:lnTo>
                <a:lnTo>
                  <a:pt x="1917451" y="31161"/>
                </a:lnTo>
                <a:lnTo>
                  <a:pt x="1917035" y="31471"/>
                </a:lnTo>
                <a:lnTo>
                  <a:pt x="1916621" y="31791"/>
                </a:lnTo>
                <a:lnTo>
                  <a:pt x="1916210" y="32121"/>
                </a:lnTo>
                <a:lnTo>
                  <a:pt x="1915801" y="32460"/>
                </a:lnTo>
                <a:lnTo>
                  <a:pt x="1915395" y="32810"/>
                </a:lnTo>
                <a:lnTo>
                  <a:pt x="1914991" y="33169"/>
                </a:lnTo>
                <a:lnTo>
                  <a:pt x="1914590" y="33537"/>
                </a:lnTo>
                <a:lnTo>
                  <a:pt x="1914191" y="33915"/>
                </a:lnTo>
                <a:lnTo>
                  <a:pt x="1913795" y="34304"/>
                </a:lnTo>
                <a:lnTo>
                  <a:pt x="1913401" y="34701"/>
                </a:lnTo>
                <a:lnTo>
                  <a:pt x="1913009" y="35109"/>
                </a:lnTo>
                <a:lnTo>
                  <a:pt x="1912620" y="35526"/>
                </a:lnTo>
                <a:lnTo>
                  <a:pt x="1912234" y="35953"/>
                </a:lnTo>
                <a:lnTo>
                  <a:pt x="1911850" y="36390"/>
                </a:lnTo>
                <a:lnTo>
                  <a:pt x="1911468" y="36836"/>
                </a:lnTo>
                <a:lnTo>
                  <a:pt x="1911089" y="37292"/>
                </a:lnTo>
                <a:lnTo>
                  <a:pt x="1910827" y="36836"/>
                </a:lnTo>
                <a:lnTo>
                  <a:pt x="1910559" y="36390"/>
                </a:lnTo>
                <a:lnTo>
                  <a:pt x="1910285" y="35953"/>
                </a:lnTo>
                <a:lnTo>
                  <a:pt x="1910004" y="35526"/>
                </a:lnTo>
                <a:lnTo>
                  <a:pt x="1909718" y="35109"/>
                </a:lnTo>
                <a:lnTo>
                  <a:pt x="1909426" y="34701"/>
                </a:lnTo>
                <a:lnTo>
                  <a:pt x="1909127" y="34304"/>
                </a:lnTo>
                <a:lnTo>
                  <a:pt x="1908822" y="33915"/>
                </a:lnTo>
                <a:lnTo>
                  <a:pt x="1908512" y="33537"/>
                </a:lnTo>
                <a:lnTo>
                  <a:pt x="1908195" y="33169"/>
                </a:lnTo>
                <a:lnTo>
                  <a:pt x="1907872" y="32810"/>
                </a:lnTo>
                <a:lnTo>
                  <a:pt x="1907543" y="32460"/>
                </a:lnTo>
                <a:lnTo>
                  <a:pt x="1907208" y="32121"/>
                </a:lnTo>
                <a:lnTo>
                  <a:pt x="1906867" y="31791"/>
                </a:lnTo>
                <a:lnTo>
                  <a:pt x="1906520" y="31471"/>
                </a:lnTo>
                <a:lnTo>
                  <a:pt x="1906167" y="31161"/>
                </a:lnTo>
                <a:lnTo>
                  <a:pt x="1905808" y="30860"/>
                </a:lnTo>
                <a:lnTo>
                  <a:pt x="1905442" y="30569"/>
                </a:lnTo>
                <a:lnTo>
                  <a:pt x="1905071" y="30288"/>
                </a:lnTo>
                <a:lnTo>
                  <a:pt x="1904693" y="30017"/>
                </a:lnTo>
                <a:lnTo>
                  <a:pt x="1904310" y="29755"/>
                </a:lnTo>
                <a:lnTo>
                  <a:pt x="1903920" y="29503"/>
                </a:lnTo>
                <a:lnTo>
                  <a:pt x="1903525" y="29261"/>
                </a:lnTo>
                <a:lnTo>
                  <a:pt x="1903123" y="29028"/>
                </a:lnTo>
                <a:lnTo>
                  <a:pt x="1902715" y="28805"/>
                </a:lnTo>
                <a:lnTo>
                  <a:pt x="1902301" y="28592"/>
                </a:lnTo>
                <a:lnTo>
                  <a:pt x="1901881" y="28388"/>
                </a:lnTo>
                <a:lnTo>
                  <a:pt x="1901455" y="28193"/>
                </a:lnTo>
                <a:lnTo>
                  <a:pt x="1901023" y="28008"/>
                </a:lnTo>
                <a:lnTo>
                  <a:pt x="1900585" y="27833"/>
                </a:lnTo>
                <a:lnTo>
                  <a:pt x="1900140" y="27667"/>
                </a:lnTo>
                <a:lnTo>
                  <a:pt x="1899690" y="27510"/>
                </a:lnTo>
                <a:lnTo>
                  <a:pt x="1899234" y="27363"/>
                </a:lnTo>
                <a:lnTo>
                  <a:pt x="1898771" y="27226"/>
                </a:lnTo>
                <a:lnTo>
                  <a:pt x="1898303" y="27097"/>
                </a:lnTo>
                <a:lnTo>
                  <a:pt x="1897828" y="26979"/>
                </a:lnTo>
                <a:lnTo>
                  <a:pt x="1897347" y="26870"/>
                </a:lnTo>
                <a:lnTo>
                  <a:pt x="1896861" y="26770"/>
                </a:lnTo>
                <a:lnTo>
                  <a:pt x="1896368" y="26680"/>
                </a:lnTo>
                <a:lnTo>
                  <a:pt x="1895869" y="26599"/>
                </a:lnTo>
                <a:lnTo>
                  <a:pt x="1895364" y="26528"/>
                </a:lnTo>
                <a:lnTo>
                  <a:pt x="1894853" y="26467"/>
                </a:lnTo>
                <a:lnTo>
                  <a:pt x="1894336" y="26414"/>
                </a:lnTo>
                <a:lnTo>
                  <a:pt x="1893812" y="26372"/>
                </a:lnTo>
                <a:lnTo>
                  <a:pt x="1893283" y="26338"/>
                </a:lnTo>
                <a:lnTo>
                  <a:pt x="1892748" y="26315"/>
                </a:lnTo>
                <a:lnTo>
                  <a:pt x="1892206" y="26301"/>
                </a:lnTo>
                <a:lnTo>
                  <a:pt x="1891659" y="26296"/>
                </a:lnTo>
                <a:lnTo>
                  <a:pt x="1890629" y="26315"/>
                </a:lnTo>
                <a:lnTo>
                  <a:pt x="1889610" y="26372"/>
                </a:lnTo>
                <a:lnTo>
                  <a:pt x="1888604" y="26467"/>
                </a:lnTo>
                <a:lnTo>
                  <a:pt x="1887609" y="26600"/>
                </a:lnTo>
                <a:lnTo>
                  <a:pt x="1886626" y="26771"/>
                </a:lnTo>
                <a:lnTo>
                  <a:pt x="1885656" y="26980"/>
                </a:lnTo>
                <a:lnTo>
                  <a:pt x="1884697" y="27227"/>
                </a:lnTo>
                <a:lnTo>
                  <a:pt x="1883750" y="27512"/>
                </a:lnTo>
                <a:lnTo>
                  <a:pt x="1882815" y="27835"/>
                </a:lnTo>
                <a:lnTo>
                  <a:pt x="1881892" y="28196"/>
                </a:lnTo>
                <a:lnTo>
                  <a:pt x="1880981" y="28595"/>
                </a:lnTo>
                <a:lnTo>
                  <a:pt x="1880082" y="29032"/>
                </a:lnTo>
                <a:lnTo>
                  <a:pt x="1879194" y="29507"/>
                </a:lnTo>
                <a:lnTo>
                  <a:pt x="1878319" y="30020"/>
                </a:lnTo>
                <a:lnTo>
                  <a:pt x="1877455" y="30572"/>
                </a:lnTo>
                <a:lnTo>
                  <a:pt x="1876604" y="31161"/>
                </a:lnTo>
                <a:lnTo>
                  <a:pt x="1875764" y="31788"/>
                </a:lnTo>
                <a:lnTo>
                  <a:pt x="1874937" y="32453"/>
                </a:lnTo>
                <a:lnTo>
                  <a:pt x="1874121" y="33156"/>
                </a:lnTo>
                <a:lnTo>
                  <a:pt x="1873317" y="33897"/>
                </a:lnTo>
                <a:lnTo>
                  <a:pt x="1872525" y="34676"/>
                </a:lnTo>
                <a:lnTo>
                  <a:pt x="1871745" y="35493"/>
                </a:lnTo>
                <a:lnTo>
                  <a:pt x="1870977" y="36348"/>
                </a:lnTo>
                <a:lnTo>
                  <a:pt x="1870221" y="37242"/>
                </a:lnTo>
                <a:lnTo>
                  <a:pt x="1870221" y="27850"/>
                </a:lnTo>
                <a:lnTo>
                  <a:pt x="1853446" y="27850"/>
                </a:lnTo>
                <a:lnTo>
                  <a:pt x="1853446" y="96634"/>
                </a:lnTo>
                <a:lnTo>
                  <a:pt x="1871646" y="96634"/>
                </a:lnTo>
                <a:lnTo>
                  <a:pt x="1871646" y="63252"/>
                </a:lnTo>
                <a:lnTo>
                  <a:pt x="1871648" y="62437"/>
                </a:lnTo>
                <a:lnTo>
                  <a:pt x="1871656" y="61642"/>
                </a:lnTo>
                <a:close/>
                <a:moveTo>
                  <a:pt x="2470060" y="50728"/>
                </a:moveTo>
                <a:lnTo>
                  <a:pt x="2470041" y="50134"/>
                </a:lnTo>
                <a:lnTo>
                  <a:pt x="2470018" y="49554"/>
                </a:lnTo>
                <a:lnTo>
                  <a:pt x="2469992" y="48986"/>
                </a:lnTo>
                <a:lnTo>
                  <a:pt x="2469963" y="48431"/>
                </a:lnTo>
                <a:lnTo>
                  <a:pt x="2469929" y="47889"/>
                </a:lnTo>
                <a:lnTo>
                  <a:pt x="2469893" y="47360"/>
                </a:lnTo>
                <a:lnTo>
                  <a:pt x="2469853" y="46843"/>
                </a:lnTo>
                <a:lnTo>
                  <a:pt x="2469809" y="46340"/>
                </a:lnTo>
                <a:lnTo>
                  <a:pt x="2469762" y="45849"/>
                </a:lnTo>
                <a:lnTo>
                  <a:pt x="2469712" y="45371"/>
                </a:lnTo>
                <a:lnTo>
                  <a:pt x="2469658" y="44906"/>
                </a:lnTo>
                <a:lnTo>
                  <a:pt x="2469600" y="44453"/>
                </a:lnTo>
                <a:lnTo>
                  <a:pt x="2469539" y="44014"/>
                </a:lnTo>
                <a:lnTo>
                  <a:pt x="2469475" y="43587"/>
                </a:lnTo>
                <a:lnTo>
                  <a:pt x="2469407" y="43173"/>
                </a:lnTo>
                <a:lnTo>
                  <a:pt x="2469335" y="42772"/>
                </a:lnTo>
                <a:lnTo>
                  <a:pt x="2469260" y="42384"/>
                </a:lnTo>
                <a:lnTo>
                  <a:pt x="2469182" y="42008"/>
                </a:lnTo>
                <a:lnTo>
                  <a:pt x="2469100" y="41646"/>
                </a:lnTo>
                <a:lnTo>
                  <a:pt x="2469013" y="41291"/>
                </a:lnTo>
                <a:lnTo>
                  <a:pt x="2468922" y="40940"/>
                </a:lnTo>
                <a:lnTo>
                  <a:pt x="2468825" y="40591"/>
                </a:lnTo>
                <a:lnTo>
                  <a:pt x="2468722" y="40246"/>
                </a:lnTo>
                <a:lnTo>
                  <a:pt x="2468614" y="39904"/>
                </a:lnTo>
                <a:lnTo>
                  <a:pt x="2468501" y="39565"/>
                </a:lnTo>
                <a:lnTo>
                  <a:pt x="2468382" y="39229"/>
                </a:lnTo>
                <a:lnTo>
                  <a:pt x="2468258" y="38897"/>
                </a:lnTo>
                <a:lnTo>
                  <a:pt x="2468128" y="38567"/>
                </a:lnTo>
                <a:lnTo>
                  <a:pt x="2467993" y="38241"/>
                </a:lnTo>
                <a:lnTo>
                  <a:pt x="2467853" y="37918"/>
                </a:lnTo>
                <a:lnTo>
                  <a:pt x="2467707" y="37598"/>
                </a:lnTo>
                <a:lnTo>
                  <a:pt x="2467556" y="37281"/>
                </a:lnTo>
                <a:lnTo>
                  <a:pt x="2467400" y="36967"/>
                </a:lnTo>
                <a:lnTo>
                  <a:pt x="2467238" y="36657"/>
                </a:lnTo>
                <a:lnTo>
                  <a:pt x="2467070" y="36349"/>
                </a:lnTo>
                <a:lnTo>
                  <a:pt x="2466898" y="36045"/>
                </a:lnTo>
                <a:lnTo>
                  <a:pt x="2466720" y="35744"/>
                </a:lnTo>
                <a:lnTo>
                  <a:pt x="2466536" y="35446"/>
                </a:lnTo>
                <a:lnTo>
                  <a:pt x="2466347" y="35151"/>
                </a:lnTo>
                <a:lnTo>
                  <a:pt x="2466153" y="34859"/>
                </a:lnTo>
                <a:lnTo>
                  <a:pt x="2465953" y="34571"/>
                </a:lnTo>
                <a:lnTo>
                  <a:pt x="2465748" y="34285"/>
                </a:lnTo>
                <a:lnTo>
                  <a:pt x="2465538" y="34003"/>
                </a:lnTo>
                <a:lnTo>
                  <a:pt x="2465320" y="33725"/>
                </a:lnTo>
                <a:lnTo>
                  <a:pt x="2465094" y="33450"/>
                </a:lnTo>
                <a:lnTo>
                  <a:pt x="2464860" y="33180"/>
                </a:lnTo>
                <a:lnTo>
                  <a:pt x="2464617" y="32914"/>
                </a:lnTo>
                <a:lnTo>
                  <a:pt x="2464366" y="32652"/>
                </a:lnTo>
                <a:lnTo>
                  <a:pt x="2464107" y="32394"/>
                </a:lnTo>
                <a:lnTo>
                  <a:pt x="2463839" y="32140"/>
                </a:lnTo>
                <a:lnTo>
                  <a:pt x="2463562" y="31891"/>
                </a:lnTo>
                <a:lnTo>
                  <a:pt x="2463277" y="31646"/>
                </a:lnTo>
                <a:lnTo>
                  <a:pt x="2462984" y="31405"/>
                </a:lnTo>
                <a:lnTo>
                  <a:pt x="2462682" y="31168"/>
                </a:lnTo>
                <a:lnTo>
                  <a:pt x="2462372" y="30935"/>
                </a:lnTo>
                <a:lnTo>
                  <a:pt x="2462053" y="30706"/>
                </a:lnTo>
                <a:lnTo>
                  <a:pt x="2461726" y="30482"/>
                </a:lnTo>
                <a:lnTo>
                  <a:pt x="2461391" y="30261"/>
                </a:lnTo>
                <a:lnTo>
                  <a:pt x="2461047" y="30045"/>
                </a:lnTo>
                <a:lnTo>
                  <a:pt x="2460695" y="29833"/>
                </a:lnTo>
                <a:lnTo>
                  <a:pt x="2460334" y="29625"/>
                </a:lnTo>
                <a:lnTo>
                  <a:pt x="2459965" y="29422"/>
                </a:lnTo>
                <a:lnTo>
                  <a:pt x="2459587" y="29222"/>
                </a:lnTo>
                <a:lnTo>
                  <a:pt x="2459201" y="29027"/>
                </a:lnTo>
                <a:lnTo>
                  <a:pt x="2458806" y="28835"/>
                </a:lnTo>
                <a:lnTo>
                  <a:pt x="2458403" y="28648"/>
                </a:lnTo>
                <a:lnTo>
                  <a:pt x="2457992" y="28466"/>
                </a:lnTo>
                <a:lnTo>
                  <a:pt x="2457575" y="28288"/>
                </a:lnTo>
                <a:lnTo>
                  <a:pt x="2457154" y="28119"/>
                </a:lnTo>
                <a:lnTo>
                  <a:pt x="2456729" y="27957"/>
                </a:lnTo>
                <a:lnTo>
                  <a:pt x="2456301" y="27803"/>
                </a:lnTo>
                <a:lnTo>
                  <a:pt x="2455869" y="27656"/>
                </a:lnTo>
                <a:lnTo>
                  <a:pt x="2455434" y="27516"/>
                </a:lnTo>
                <a:lnTo>
                  <a:pt x="2454995" y="27384"/>
                </a:lnTo>
                <a:lnTo>
                  <a:pt x="2454552" y="27260"/>
                </a:lnTo>
                <a:lnTo>
                  <a:pt x="2454106" y="27143"/>
                </a:lnTo>
                <a:lnTo>
                  <a:pt x="2453656" y="27034"/>
                </a:lnTo>
                <a:lnTo>
                  <a:pt x="2453203" y="26932"/>
                </a:lnTo>
                <a:lnTo>
                  <a:pt x="2452746" y="26838"/>
                </a:lnTo>
                <a:lnTo>
                  <a:pt x="2452285" y="26752"/>
                </a:lnTo>
                <a:lnTo>
                  <a:pt x="2451821" y="26672"/>
                </a:lnTo>
                <a:lnTo>
                  <a:pt x="2451353" y="26601"/>
                </a:lnTo>
                <a:lnTo>
                  <a:pt x="2450882" y="26537"/>
                </a:lnTo>
                <a:lnTo>
                  <a:pt x="2450407" y="26480"/>
                </a:lnTo>
                <a:lnTo>
                  <a:pt x="2449928" y="26431"/>
                </a:lnTo>
                <a:lnTo>
                  <a:pt x="2449446" y="26390"/>
                </a:lnTo>
                <a:lnTo>
                  <a:pt x="2448961" y="26356"/>
                </a:lnTo>
                <a:lnTo>
                  <a:pt x="2448471" y="26330"/>
                </a:lnTo>
                <a:lnTo>
                  <a:pt x="2447978" y="26311"/>
                </a:lnTo>
                <a:lnTo>
                  <a:pt x="2447482" y="26300"/>
                </a:lnTo>
                <a:lnTo>
                  <a:pt x="2446982" y="26296"/>
                </a:lnTo>
                <a:lnTo>
                  <a:pt x="2445851" y="26316"/>
                </a:lnTo>
                <a:lnTo>
                  <a:pt x="2444736" y="26377"/>
                </a:lnTo>
                <a:lnTo>
                  <a:pt x="2443638" y="26478"/>
                </a:lnTo>
                <a:lnTo>
                  <a:pt x="2442556" y="26620"/>
                </a:lnTo>
                <a:lnTo>
                  <a:pt x="2441490" y="26802"/>
                </a:lnTo>
                <a:lnTo>
                  <a:pt x="2440440" y="27024"/>
                </a:lnTo>
                <a:lnTo>
                  <a:pt x="2439406" y="27288"/>
                </a:lnTo>
                <a:lnTo>
                  <a:pt x="2438389" y="27591"/>
                </a:lnTo>
                <a:lnTo>
                  <a:pt x="2437388" y="27935"/>
                </a:lnTo>
                <a:lnTo>
                  <a:pt x="2436403" y="28320"/>
                </a:lnTo>
                <a:lnTo>
                  <a:pt x="2435434" y="28745"/>
                </a:lnTo>
                <a:lnTo>
                  <a:pt x="2434481" y="29210"/>
                </a:lnTo>
                <a:lnTo>
                  <a:pt x="2433545" y="29716"/>
                </a:lnTo>
                <a:lnTo>
                  <a:pt x="2432625" y="30263"/>
                </a:lnTo>
                <a:lnTo>
                  <a:pt x="2431721" y="30850"/>
                </a:lnTo>
                <a:lnTo>
                  <a:pt x="2430833" y="31477"/>
                </a:lnTo>
                <a:lnTo>
                  <a:pt x="2429961" y="32145"/>
                </a:lnTo>
                <a:lnTo>
                  <a:pt x="2429106" y="32854"/>
                </a:lnTo>
                <a:lnTo>
                  <a:pt x="2428266" y="33602"/>
                </a:lnTo>
                <a:lnTo>
                  <a:pt x="2427443" y="34392"/>
                </a:lnTo>
                <a:lnTo>
                  <a:pt x="2426636" y="35222"/>
                </a:lnTo>
                <a:lnTo>
                  <a:pt x="2425846" y="36092"/>
                </a:lnTo>
                <a:lnTo>
                  <a:pt x="2425071" y="37003"/>
                </a:lnTo>
                <a:lnTo>
                  <a:pt x="2424313" y="37954"/>
                </a:lnTo>
                <a:lnTo>
                  <a:pt x="2424313" y="27850"/>
                </a:lnTo>
                <a:lnTo>
                  <a:pt x="2407408" y="27850"/>
                </a:lnTo>
                <a:lnTo>
                  <a:pt x="2407408" y="96634"/>
                </a:lnTo>
                <a:lnTo>
                  <a:pt x="2425608" y="96634"/>
                </a:lnTo>
                <a:lnTo>
                  <a:pt x="2425608" y="65517"/>
                </a:lnTo>
                <a:lnTo>
                  <a:pt x="2425611" y="64570"/>
                </a:lnTo>
                <a:lnTo>
                  <a:pt x="2425618" y="63648"/>
                </a:lnTo>
                <a:lnTo>
                  <a:pt x="2425630" y="62751"/>
                </a:lnTo>
                <a:lnTo>
                  <a:pt x="2425647" y="61879"/>
                </a:lnTo>
                <a:lnTo>
                  <a:pt x="2425669" y="61033"/>
                </a:lnTo>
                <a:lnTo>
                  <a:pt x="2425695" y="60212"/>
                </a:lnTo>
                <a:lnTo>
                  <a:pt x="2425727" y="59415"/>
                </a:lnTo>
                <a:lnTo>
                  <a:pt x="2425763" y="58644"/>
                </a:lnTo>
                <a:lnTo>
                  <a:pt x="2425804" y="57899"/>
                </a:lnTo>
                <a:lnTo>
                  <a:pt x="2425850" y="57178"/>
                </a:lnTo>
                <a:lnTo>
                  <a:pt x="2425901" y="56483"/>
                </a:lnTo>
                <a:lnTo>
                  <a:pt x="2425956" y="55812"/>
                </a:lnTo>
                <a:lnTo>
                  <a:pt x="2426017" y="55167"/>
                </a:lnTo>
                <a:lnTo>
                  <a:pt x="2426082" y="54547"/>
                </a:lnTo>
                <a:lnTo>
                  <a:pt x="2426152" y="53952"/>
                </a:lnTo>
                <a:lnTo>
                  <a:pt x="2426227" y="53383"/>
                </a:lnTo>
                <a:lnTo>
                  <a:pt x="2426307" y="52838"/>
                </a:lnTo>
                <a:lnTo>
                  <a:pt x="2426391" y="52319"/>
                </a:lnTo>
                <a:lnTo>
                  <a:pt x="2426481" y="51825"/>
                </a:lnTo>
                <a:lnTo>
                  <a:pt x="2426575" y="51356"/>
                </a:lnTo>
                <a:lnTo>
                  <a:pt x="2426674" y="50912"/>
                </a:lnTo>
                <a:lnTo>
                  <a:pt x="2426778" y="50493"/>
                </a:lnTo>
                <a:lnTo>
                  <a:pt x="2426887" y="50100"/>
                </a:lnTo>
                <a:lnTo>
                  <a:pt x="2427001" y="49732"/>
                </a:lnTo>
                <a:lnTo>
                  <a:pt x="2427121" y="49379"/>
                </a:lnTo>
                <a:lnTo>
                  <a:pt x="2427249" y="49032"/>
                </a:lnTo>
                <a:lnTo>
                  <a:pt x="2427386" y="48690"/>
                </a:lnTo>
                <a:lnTo>
                  <a:pt x="2427530" y="48355"/>
                </a:lnTo>
                <a:lnTo>
                  <a:pt x="2427683" y="48025"/>
                </a:lnTo>
                <a:lnTo>
                  <a:pt x="2427845" y="47702"/>
                </a:lnTo>
                <a:lnTo>
                  <a:pt x="2428014" y="47384"/>
                </a:lnTo>
                <a:lnTo>
                  <a:pt x="2428192" y="47072"/>
                </a:lnTo>
                <a:lnTo>
                  <a:pt x="2428377" y="46766"/>
                </a:lnTo>
                <a:lnTo>
                  <a:pt x="2428571" y="46465"/>
                </a:lnTo>
                <a:lnTo>
                  <a:pt x="2428774" y="46171"/>
                </a:lnTo>
                <a:lnTo>
                  <a:pt x="2428984" y="45882"/>
                </a:lnTo>
                <a:lnTo>
                  <a:pt x="2429203" y="45599"/>
                </a:lnTo>
                <a:lnTo>
                  <a:pt x="2429430" y="45322"/>
                </a:lnTo>
                <a:lnTo>
                  <a:pt x="2429665" y="45051"/>
                </a:lnTo>
                <a:lnTo>
                  <a:pt x="2429908" y="44786"/>
                </a:lnTo>
                <a:lnTo>
                  <a:pt x="2430159" y="44527"/>
                </a:lnTo>
                <a:lnTo>
                  <a:pt x="2430419" y="44273"/>
                </a:lnTo>
                <a:lnTo>
                  <a:pt x="2430687" y="44025"/>
                </a:lnTo>
                <a:lnTo>
                  <a:pt x="2430963" y="43783"/>
                </a:lnTo>
                <a:lnTo>
                  <a:pt x="2431247" y="43547"/>
                </a:lnTo>
                <a:lnTo>
                  <a:pt x="2431540" y="43317"/>
                </a:lnTo>
                <a:lnTo>
                  <a:pt x="2431841" y="43093"/>
                </a:lnTo>
                <a:lnTo>
                  <a:pt x="2432150" y="42874"/>
                </a:lnTo>
                <a:lnTo>
                  <a:pt x="2432464" y="42663"/>
                </a:lnTo>
                <a:lnTo>
                  <a:pt x="2432783" y="42461"/>
                </a:lnTo>
                <a:lnTo>
                  <a:pt x="2433104" y="42268"/>
                </a:lnTo>
                <a:lnTo>
                  <a:pt x="2433429" y="42083"/>
                </a:lnTo>
                <a:lnTo>
                  <a:pt x="2433757" y="41908"/>
                </a:lnTo>
                <a:lnTo>
                  <a:pt x="2434089" y="41742"/>
                </a:lnTo>
                <a:lnTo>
                  <a:pt x="2434424" y="41585"/>
                </a:lnTo>
                <a:lnTo>
                  <a:pt x="2434762" y="41436"/>
                </a:lnTo>
                <a:lnTo>
                  <a:pt x="2435104" y="41297"/>
                </a:lnTo>
                <a:lnTo>
                  <a:pt x="2435449" y="41167"/>
                </a:lnTo>
                <a:lnTo>
                  <a:pt x="2435797" y="41045"/>
                </a:lnTo>
                <a:lnTo>
                  <a:pt x="2436149" y="40933"/>
                </a:lnTo>
                <a:lnTo>
                  <a:pt x="2436504" y="40829"/>
                </a:lnTo>
                <a:lnTo>
                  <a:pt x="2436863" y="40735"/>
                </a:lnTo>
                <a:lnTo>
                  <a:pt x="2437225" y="40650"/>
                </a:lnTo>
                <a:lnTo>
                  <a:pt x="2437590" y="40573"/>
                </a:lnTo>
                <a:lnTo>
                  <a:pt x="2437959" y="40506"/>
                </a:lnTo>
                <a:lnTo>
                  <a:pt x="2438331" y="40447"/>
                </a:lnTo>
                <a:lnTo>
                  <a:pt x="2438706" y="40398"/>
                </a:lnTo>
                <a:lnTo>
                  <a:pt x="2439085" y="40358"/>
                </a:lnTo>
                <a:lnTo>
                  <a:pt x="2439467" y="40326"/>
                </a:lnTo>
                <a:lnTo>
                  <a:pt x="2439853" y="40304"/>
                </a:lnTo>
                <a:lnTo>
                  <a:pt x="2440242" y="40290"/>
                </a:lnTo>
                <a:lnTo>
                  <a:pt x="2440634" y="40286"/>
                </a:lnTo>
                <a:lnTo>
                  <a:pt x="2440940" y="40289"/>
                </a:lnTo>
                <a:lnTo>
                  <a:pt x="2441242" y="40298"/>
                </a:lnTo>
                <a:lnTo>
                  <a:pt x="2441541" y="40314"/>
                </a:lnTo>
                <a:lnTo>
                  <a:pt x="2441835" y="40336"/>
                </a:lnTo>
                <a:lnTo>
                  <a:pt x="2442126" y="40364"/>
                </a:lnTo>
                <a:lnTo>
                  <a:pt x="2442413" y="40399"/>
                </a:lnTo>
                <a:lnTo>
                  <a:pt x="2442697" y="40440"/>
                </a:lnTo>
                <a:lnTo>
                  <a:pt x="2442977" y="40487"/>
                </a:lnTo>
                <a:lnTo>
                  <a:pt x="2443253" y="40540"/>
                </a:lnTo>
                <a:lnTo>
                  <a:pt x="2443525" y="40600"/>
                </a:lnTo>
                <a:lnTo>
                  <a:pt x="2443794" y="40666"/>
                </a:lnTo>
                <a:lnTo>
                  <a:pt x="2444059" y="40739"/>
                </a:lnTo>
                <a:lnTo>
                  <a:pt x="2444320" y="40817"/>
                </a:lnTo>
                <a:lnTo>
                  <a:pt x="2444578" y="40902"/>
                </a:lnTo>
                <a:lnTo>
                  <a:pt x="2444832" y="40993"/>
                </a:lnTo>
                <a:lnTo>
                  <a:pt x="2445082" y="41091"/>
                </a:lnTo>
                <a:lnTo>
                  <a:pt x="2445328" y="41195"/>
                </a:lnTo>
                <a:lnTo>
                  <a:pt x="2445571" y="41305"/>
                </a:lnTo>
                <a:lnTo>
                  <a:pt x="2445810" y="41421"/>
                </a:lnTo>
                <a:lnTo>
                  <a:pt x="2446045" y="41544"/>
                </a:lnTo>
                <a:lnTo>
                  <a:pt x="2446277" y="41673"/>
                </a:lnTo>
                <a:lnTo>
                  <a:pt x="2446505" y="41808"/>
                </a:lnTo>
                <a:lnTo>
                  <a:pt x="2446729" y="41949"/>
                </a:lnTo>
                <a:lnTo>
                  <a:pt x="2446949" y="42097"/>
                </a:lnTo>
                <a:lnTo>
                  <a:pt x="2447165" y="42251"/>
                </a:lnTo>
                <a:lnTo>
                  <a:pt x="2447376" y="42409"/>
                </a:lnTo>
                <a:lnTo>
                  <a:pt x="2447582" y="42573"/>
                </a:lnTo>
                <a:lnTo>
                  <a:pt x="2447783" y="42741"/>
                </a:lnTo>
                <a:lnTo>
                  <a:pt x="2447979" y="42915"/>
                </a:lnTo>
                <a:lnTo>
                  <a:pt x="2448170" y="43094"/>
                </a:lnTo>
                <a:lnTo>
                  <a:pt x="2448355" y="43278"/>
                </a:lnTo>
                <a:lnTo>
                  <a:pt x="2448536" y="43467"/>
                </a:lnTo>
                <a:lnTo>
                  <a:pt x="2448712" y="43660"/>
                </a:lnTo>
                <a:lnTo>
                  <a:pt x="2448882" y="43859"/>
                </a:lnTo>
                <a:lnTo>
                  <a:pt x="2449048" y="44063"/>
                </a:lnTo>
                <a:lnTo>
                  <a:pt x="2449208" y="44272"/>
                </a:lnTo>
                <a:lnTo>
                  <a:pt x="2449363" y="44487"/>
                </a:lnTo>
                <a:lnTo>
                  <a:pt x="2449514" y="44706"/>
                </a:lnTo>
                <a:lnTo>
                  <a:pt x="2449659" y="44930"/>
                </a:lnTo>
                <a:lnTo>
                  <a:pt x="2449799" y="45159"/>
                </a:lnTo>
                <a:lnTo>
                  <a:pt x="2449934" y="45394"/>
                </a:lnTo>
                <a:lnTo>
                  <a:pt x="2450064" y="45633"/>
                </a:lnTo>
                <a:lnTo>
                  <a:pt x="2450189" y="45877"/>
                </a:lnTo>
                <a:lnTo>
                  <a:pt x="2450309" y="46127"/>
                </a:lnTo>
                <a:lnTo>
                  <a:pt x="2450424" y="46381"/>
                </a:lnTo>
                <a:lnTo>
                  <a:pt x="2450534" y="46641"/>
                </a:lnTo>
                <a:lnTo>
                  <a:pt x="2450638" y="46906"/>
                </a:lnTo>
                <a:lnTo>
                  <a:pt x="2450738" y="47175"/>
                </a:lnTo>
                <a:lnTo>
                  <a:pt x="2450833" y="47461"/>
                </a:lnTo>
                <a:lnTo>
                  <a:pt x="2450924" y="47774"/>
                </a:lnTo>
                <a:lnTo>
                  <a:pt x="2451011" y="48115"/>
                </a:lnTo>
                <a:lnTo>
                  <a:pt x="2451094" y="48483"/>
                </a:lnTo>
                <a:lnTo>
                  <a:pt x="2451173" y="48878"/>
                </a:lnTo>
                <a:lnTo>
                  <a:pt x="2451248" y="49300"/>
                </a:lnTo>
                <a:lnTo>
                  <a:pt x="2451319" y="49750"/>
                </a:lnTo>
                <a:lnTo>
                  <a:pt x="2451386" y="50227"/>
                </a:lnTo>
                <a:lnTo>
                  <a:pt x="2451449" y="50731"/>
                </a:lnTo>
                <a:lnTo>
                  <a:pt x="2451507" y="51262"/>
                </a:lnTo>
                <a:lnTo>
                  <a:pt x="2451562" y="51821"/>
                </a:lnTo>
                <a:lnTo>
                  <a:pt x="2451612" y="52407"/>
                </a:lnTo>
                <a:lnTo>
                  <a:pt x="2451659" y="53021"/>
                </a:lnTo>
                <a:lnTo>
                  <a:pt x="2451702" y="53662"/>
                </a:lnTo>
                <a:lnTo>
                  <a:pt x="2451740" y="54330"/>
                </a:lnTo>
                <a:lnTo>
                  <a:pt x="2451774" y="55025"/>
                </a:lnTo>
                <a:lnTo>
                  <a:pt x="2451805" y="55748"/>
                </a:lnTo>
                <a:lnTo>
                  <a:pt x="2451831" y="56497"/>
                </a:lnTo>
                <a:lnTo>
                  <a:pt x="2451853" y="57275"/>
                </a:lnTo>
                <a:lnTo>
                  <a:pt x="2451872" y="58079"/>
                </a:lnTo>
                <a:lnTo>
                  <a:pt x="2451886" y="58911"/>
                </a:lnTo>
                <a:lnTo>
                  <a:pt x="2451896" y="59770"/>
                </a:lnTo>
                <a:lnTo>
                  <a:pt x="2451902" y="60656"/>
                </a:lnTo>
                <a:lnTo>
                  <a:pt x="2451904" y="61570"/>
                </a:lnTo>
                <a:lnTo>
                  <a:pt x="2451904" y="96634"/>
                </a:lnTo>
                <a:lnTo>
                  <a:pt x="2470104" y="96634"/>
                </a:lnTo>
                <a:lnTo>
                  <a:pt x="2470104" y="53887"/>
                </a:lnTo>
                <a:lnTo>
                  <a:pt x="2470102" y="53230"/>
                </a:lnTo>
                <a:lnTo>
                  <a:pt x="2470097" y="52585"/>
                </a:lnTo>
                <a:lnTo>
                  <a:pt x="2470088" y="51953"/>
                </a:lnTo>
                <a:lnTo>
                  <a:pt x="2470076" y="51334"/>
                </a:lnTo>
                <a:lnTo>
                  <a:pt x="2470060" y="50728"/>
                </a:lnTo>
                <a:close/>
                <a:moveTo>
                  <a:pt x="1257556" y="46828"/>
                </a:moveTo>
                <a:lnTo>
                  <a:pt x="1257720" y="46486"/>
                </a:lnTo>
                <a:lnTo>
                  <a:pt x="1257887" y="46155"/>
                </a:lnTo>
                <a:lnTo>
                  <a:pt x="1258058" y="45833"/>
                </a:lnTo>
                <a:lnTo>
                  <a:pt x="1258233" y="45522"/>
                </a:lnTo>
                <a:lnTo>
                  <a:pt x="1258411" y="45221"/>
                </a:lnTo>
                <a:lnTo>
                  <a:pt x="1258592" y="44931"/>
                </a:lnTo>
                <a:lnTo>
                  <a:pt x="1258778" y="44650"/>
                </a:lnTo>
                <a:lnTo>
                  <a:pt x="1258967" y="44380"/>
                </a:lnTo>
                <a:lnTo>
                  <a:pt x="1259159" y="44120"/>
                </a:lnTo>
                <a:lnTo>
                  <a:pt x="1259355" y="43870"/>
                </a:lnTo>
                <a:lnTo>
                  <a:pt x="1259555" y="43631"/>
                </a:lnTo>
                <a:lnTo>
                  <a:pt x="1259758" y="43402"/>
                </a:lnTo>
                <a:lnTo>
                  <a:pt x="1259965" y="43183"/>
                </a:lnTo>
                <a:lnTo>
                  <a:pt x="1260176" y="42974"/>
                </a:lnTo>
                <a:lnTo>
                  <a:pt x="1260390" y="42775"/>
                </a:lnTo>
                <a:lnTo>
                  <a:pt x="1260607" y="42587"/>
                </a:lnTo>
                <a:lnTo>
                  <a:pt x="1260829" y="42409"/>
                </a:lnTo>
                <a:lnTo>
                  <a:pt x="1261054" y="42241"/>
                </a:lnTo>
                <a:lnTo>
                  <a:pt x="1261284" y="42081"/>
                </a:lnTo>
                <a:lnTo>
                  <a:pt x="1261522" y="41929"/>
                </a:lnTo>
                <a:lnTo>
                  <a:pt x="1261767" y="41783"/>
                </a:lnTo>
                <a:lnTo>
                  <a:pt x="1262020" y="41643"/>
                </a:lnTo>
                <a:lnTo>
                  <a:pt x="1262280" y="41511"/>
                </a:lnTo>
                <a:lnTo>
                  <a:pt x="1262547" y="41385"/>
                </a:lnTo>
                <a:lnTo>
                  <a:pt x="1262822" y="41267"/>
                </a:lnTo>
                <a:lnTo>
                  <a:pt x="1263104" y="41155"/>
                </a:lnTo>
                <a:lnTo>
                  <a:pt x="1263394" y="41049"/>
                </a:lnTo>
                <a:lnTo>
                  <a:pt x="1263691" y="40951"/>
                </a:lnTo>
                <a:lnTo>
                  <a:pt x="1263996" y="40859"/>
                </a:lnTo>
                <a:lnTo>
                  <a:pt x="1264308" y="40774"/>
                </a:lnTo>
                <a:lnTo>
                  <a:pt x="1264628" y="40696"/>
                </a:lnTo>
                <a:lnTo>
                  <a:pt x="1264954" y="40625"/>
                </a:lnTo>
                <a:lnTo>
                  <a:pt x="1265289" y="40561"/>
                </a:lnTo>
                <a:lnTo>
                  <a:pt x="1265630" y="40503"/>
                </a:lnTo>
                <a:lnTo>
                  <a:pt x="1265980" y="40452"/>
                </a:lnTo>
                <a:lnTo>
                  <a:pt x="1266336" y="40408"/>
                </a:lnTo>
                <a:lnTo>
                  <a:pt x="1266700" y="40371"/>
                </a:lnTo>
                <a:lnTo>
                  <a:pt x="1267072" y="40340"/>
                </a:lnTo>
                <a:lnTo>
                  <a:pt x="1267450" y="40316"/>
                </a:lnTo>
                <a:lnTo>
                  <a:pt x="1267837" y="40299"/>
                </a:lnTo>
                <a:lnTo>
                  <a:pt x="1268230" y="40289"/>
                </a:lnTo>
                <a:lnTo>
                  <a:pt x="1268631" y="40286"/>
                </a:lnTo>
                <a:lnTo>
                  <a:pt x="1269222" y="40290"/>
                </a:lnTo>
                <a:lnTo>
                  <a:pt x="1269798" y="40301"/>
                </a:lnTo>
                <a:lnTo>
                  <a:pt x="1270357" y="40321"/>
                </a:lnTo>
                <a:lnTo>
                  <a:pt x="1270900" y="40348"/>
                </a:lnTo>
                <a:lnTo>
                  <a:pt x="1271427" y="40384"/>
                </a:lnTo>
                <a:lnTo>
                  <a:pt x="1271939" y="40427"/>
                </a:lnTo>
                <a:lnTo>
                  <a:pt x="1272434" y="40478"/>
                </a:lnTo>
                <a:lnTo>
                  <a:pt x="1272913" y="40537"/>
                </a:lnTo>
                <a:lnTo>
                  <a:pt x="1273377" y="40604"/>
                </a:lnTo>
                <a:lnTo>
                  <a:pt x="1273824" y="40678"/>
                </a:lnTo>
                <a:lnTo>
                  <a:pt x="1274255" y="40761"/>
                </a:lnTo>
                <a:lnTo>
                  <a:pt x="1274671" y="40851"/>
                </a:lnTo>
                <a:lnTo>
                  <a:pt x="1275070" y="40949"/>
                </a:lnTo>
                <a:lnTo>
                  <a:pt x="1275454" y="41055"/>
                </a:lnTo>
                <a:lnTo>
                  <a:pt x="1275822" y="41169"/>
                </a:lnTo>
                <a:lnTo>
                  <a:pt x="1276173" y="41290"/>
                </a:lnTo>
                <a:lnTo>
                  <a:pt x="1276509" y="41420"/>
                </a:lnTo>
                <a:lnTo>
                  <a:pt x="1276829" y="41557"/>
                </a:lnTo>
                <a:lnTo>
                  <a:pt x="1277132" y="41703"/>
                </a:lnTo>
                <a:lnTo>
                  <a:pt x="1277420" y="41856"/>
                </a:lnTo>
                <a:lnTo>
                  <a:pt x="1277692" y="42017"/>
                </a:lnTo>
                <a:lnTo>
                  <a:pt x="1277948" y="42185"/>
                </a:lnTo>
                <a:lnTo>
                  <a:pt x="1278187" y="42362"/>
                </a:lnTo>
                <a:lnTo>
                  <a:pt x="1278411" y="42546"/>
                </a:lnTo>
                <a:lnTo>
                  <a:pt x="1278623" y="42740"/>
                </a:lnTo>
                <a:lnTo>
                  <a:pt x="1278825" y="42944"/>
                </a:lnTo>
                <a:lnTo>
                  <a:pt x="1279019" y="43159"/>
                </a:lnTo>
                <a:lnTo>
                  <a:pt x="1279203" y="43384"/>
                </a:lnTo>
                <a:lnTo>
                  <a:pt x="1279378" y="43620"/>
                </a:lnTo>
                <a:lnTo>
                  <a:pt x="1279545" y="43866"/>
                </a:lnTo>
                <a:lnTo>
                  <a:pt x="1279702" y="44123"/>
                </a:lnTo>
                <a:lnTo>
                  <a:pt x="1279851" y="44391"/>
                </a:lnTo>
                <a:lnTo>
                  <a:pt x="1279990" y="44669"/>
                </a:lnTo>
                <a:lnTo>
                  <a:pt x="1280120" y="44958"/>
                </a:lnTo>
                <a:lnTo>
                  <a:pt x="1280242" y="45257"/>
                </a:lnTo>
                <a:lnTo>
                  <a:pt x="1280354" y="45567"/>
                </a:lnTo>
                <a:lnTo>
                  <a:pt x="1280458" y="45887"/>
                </a:lnTo>
                <a:lnTo>
                  <a:pt x="1280552" y="46218"/>
                </a:lnTo>
                <a:lnTo>
                  <a:pt x="1280638" y="46560"/>
                </a:lnTo>
                <a:lnTo>
                  <a:pt x="1280714" y="46912"/>
                </a:lnTo>
                <a:lnTo>
                  <a:pt x="1280782" y="47275"/>
                </a:lnTo>
                <a:lnTo>
                  <a:pt x="1280840" y="47648"/>
                </a:lnTo>
                <a:lnTo>
                  <a:pt x="1280890" y="48032"/>
                </a:lnTo>
                <a:lnTo>
                  <a:pt x="1280930" y="48426"/>
                </a:lnTo>
                <a:lnTo>
                  <a:pt x="1280962" y="48832"/>
                </a:lnTo>
                <a:lnTo>
                  <a:pt x="1280984" y="49247"/>
                </a:lnTo>
                <a:lnTo>
                  <a:pt x="1280998" y="49673"/>
                </a:lnTo>
                <a:lnTo>
                  <a:pt x="1281002" y="50110"/>
                </a:lnTo>
                <a:lnTo>
                  <a:pt x="1281002" y="51944"/>
                </a:lnTo>
                <a:lnTo>
                  <a:pt x="1280578" y="52117"/>
                </a:lnTo>
                <a:lnTo>
                  <a:pt x="1280127" y="52290"/>
                </a:lnTo>
                <a:lnTo>
                  <a:pt x="1279649" y="52465"/>
                </a:lnTo>
                <a:lnTo>
                  <a:pt x="1279144" y="52641"/>
                </a:lnTo>
                <a:lnTo>
                  <a:pt x="1278611" y="52818"/>
                </a:lnTo>
                <a:lnTo>
                  <a:pt x="1278051" y="52996"/>
                </a:lnTo>
                <a:lnTo>
                  <a:pt x="1277464" y="53176"/>
                </a:lnTo>
                <a:lnTo>
                  <a:pt x="1276850" y="53356"/>
                </a:lnTo>
                <a:lnTo>
                  <a:pt x="1276208" y="53538"/>
                </a:lnTo>
                <a:lnTo>
                  <a:pt x="1275540" y="53720"/>
                </a:lnTo>
                <a:lnTo>
                  <a:pt x="1274844" y="53904"/>
                </a:lnTo>
                <a:lnTo>
                  <a:pt x="1274120" y="54089"/>
                </a:lnTo>
                <a:lnTo>
                  <a:pt x="1273370" y="54275"/>
                </a:lnTo>
                <a:lnTo>
                  <a:pt x="1272593" y="54462"/>
                </a:lnTo>
                <a:lnTo>
                  <a:pt x="1271788" y="54650"/>
                </a:lnTo>
                <a:lnTo>
                  <a:pt x="1270956" y="54840"/>
                </a:lnTo>
                <a:lnTo>
                  <a:pt x="1270097" y="55030"/>
                </a:lnTo>
                <a:lnTo>
                  <a:pt x="1269210" y="55222"/>
                </a:lnTo>
                <a:lnTo>
                  <a:pt x="1268297" y="55414"/>
                </a:lnTo>
                <a:lnTo>
                  <a:pt x="1267356" y="55608"/>
                </a:lnTo>
                <a:lnTo>
                  <a:pt x="1266388" y="55803"/>
                </a:lnTo>
                <a:lnTo>
                  <a:pt x="1265393" y="55999"/>
                </a:lnTo>
                <a:lnTo>
                  <a:pt x="1264370" y="56196"/>
                </a:lnTo>
                <a:lnTo>
                  <a:pt x="1263320" y="56395"/>
                </a:lnTo>
                <a:lnTo>
                  <a:pt x="1262540" y="56546"/>
                </a:lnTo>
                <a:lnTo>
                  <a:pt x="1261775" y="56700"/>
                </a:lnTo>
                <a:lnTo>
                  <a:pt x="1261026" y="56856"/>
                </a:lnTo>
                <a:lnTo>
                  <a:pt x="1260292" y="57014"/>
                </a:lnTo>
                <a:lnTo>
                  <a:pt x="1259573" y="57174"/>
                </a:lnTo>
                <a:lnTo>
                  <a:pt x="1258870" y="57336"/>
                </a:lnTo>
                <a:lnTo>
                  <a:pt x="1258182" y="57500"/>
                </a:lnTo>
                <a:lnTo>
                  <a:pt x="1257509" y="57666"/>
                </a:lnTo>
                <a:lnTo>
                  <a:pt x="1256852" y="57835"/>
                </a:lnTo>
                <a:lnTo>
                  <a:pt x="1256211" y="58006"/>
                </a:lnTo>
                <a:lnTo>
                  <a:pt x="1255584" y="58178"/>
                </a:lnTo>
                <a:lnTo>
                  <a:pt x="1254973" y="58353"/>
                </a:lnTo>
                <a:lnTo>
                  <a:pt x="1254378" y="58531"/>
                </a:lnTo>
                <a:lnTo>
                  <a:pt x="1253798" y="58710"/>
                </a:lnTo>
                <a:lnTo>
                  <a:pt x="1253233" y="58891"/>
                </a:lnTo>
                <a:lnTo>
                  <a:pt x="1252684" y="59074"/>
                </a:lnTo>
                <a:lnTo>
                  <a:pt x="1252150" y="59260"/>
                </a:lnTo>
                <a:lnTo>
                  <a:pt x="1251632" y="59448"/>
                </a:lnTo>
                <a:lnTo>
                  <a:pt x="1251129" y="59638"/>
                </a:lnTo>
                <a:lnTo>
                  <a:pt x="1250641" y="59830"/>
                </a:lnTo>
                <a:lnTo>
                  <a:pt x="1250169" y="60024"/>
                </a:lnTo>
                <a:lnTo>
                  <a:pt x="1249712" y="60220"/>
                </a:lnTo>
                <a:lnTo>
                  <a:pt x="1249271" y="60418"/>
                </a:lnTo>
                <a:lnTo>
                  <a:pt x="1248845" y="60619"/>
                </a:lnTo>
                <a:lnTo>
                  <a:pt x="1248430" y="60824"/>
                </a:lnTo>
                <a:lnTo>
                  <a:pt x="1248024" y="61037"/>
                </a:lnTo>
                <a:lnTo>
                  <a:pt x="1247625" y="61257"/>
                </a:lnTo>
                <a:lnTo>
                  <a:pt x="1247234" y="61484"/>
                </a:lnTo>
                <a:lnTo>
                  <a:pt x="1246850" y="61719"/>
                </a:lnTo>
                <a:lnTo>
                  <a:pt x="1246475" y="61961"/>
                </a:lnTo>
                <a:lnTo>
                  <a:pt x="1246107" y="62211"/>
                </a:lnTo>
                <a:lnTo>
                  <a:pt x="1245747" y="62468"/>
                </a:lnTo>
                <a:lnTo>
                  <a:pt x="1245394" y="62732"/>
                </a:lnTo>
                <a:lnTo>
                  <a:pt x="1245050" y="63004"/>
                </a:lnTo>
                <a:lnTo>
                  <a:pt x="1244713" y="63283"/>
                </a:lnTo>
                <a:lnTo>
                  <a:pt x="1244384" y="63570"/>
                </a:lnTo>
                <a:lnTo>
                  <a:pt x="1244063" y="63864"/>
                </a:lnTo>
                <a:lnTo>
                  <a:pt x="1243749" y="64165"/>
                </a:lnTo>
                <a:lnTo>
                  <a:pt x="1243443" y="64474"/>
                </a:lnTo>
                <a:lnTo>
                  <a:pt x="1243145" y="64790"/>
                </a:lnTo>
                <a:lnTo>
                  <a:pt x="1242855" y="65114"/>
                </a:lnTo>
                <a:lnTo>
                  <a:pt x="1242572" y="65445"/>
                </a:lnTo>
                <a:lnTo>
                  <a:pt x="1242298" y="65783"/>
                </a:lnTo>
                <a:lnTo>
                  <a:pt x="1242031" y="66129"/>
                </a:lnTo>
                <a:lnTo>
                  <a:pt x="1241771" y="66482"/>
                </a:lnTo>
                <a:lnTo>
                  <a:pt x="1241520" y="66842"/>
                </a:lnTo>
                <a:lnTo>
                  <a:pt x="1241276" y="67210"/>
                </a:lnTo>
                <a:lnTo>
                  <a:pt x="1241040" y="67585"/>
                </a:lnTo>
                <a:lnTo>
                  <a:pt x="1240813" y="67966"/>
                </a:lnTo>
                <a:lnTo>
                  <a:pt x="1240595" y="68352"/>
                </a:lnTo>
                <a:lnTo>
                  <a:pt x="1240387" y="68742"/>
                </a:lnTo>
                <a:lnTo>
                  <a:pt x="1240189" y="69136"/>
                </a:lnTo>
                <a:lnTo>
                  <a:pt x="1240001" y="69534"/>
                </a:lnTo>
                <a:lnTo>
                  <a:pt x="1239822" y="69937"/>
                </a:lnTo>
                <a:lnTo>
                  <a:pt x="1239653" y="70344"/>
                </a:lnTo>
                <a:lnTo>
                  <a:pt x="1239493" y="70756"/>
                </a:lnTo>
                <a:lnTo>
                  <a:pt x="1239343" y="71172"/>
                </a:lnTo>
                <a:lnTo>
                  <a:pt x="1239203" y="71592"/>
                </a:lnTo>
                <a:lnTo>
                  <a:pt x="1239072" y="72017"/>
                </a:lnTo>
                <a:lnTo>
                  <a:pt x="1238951" y="72446"/>
                </a:lnTo>
                <a:lnTo>
                  <a:pt x="1238840" y="72880"/>
                </a:lnTo>
                <a:lnTo>
                  <a:pt x="1238739" y="73317"/>
                </a:lnTo>
                <a:lnTo>
                  <a:pt x="1238647" y="73760"/>
                </a:lnTo>
                <a:lnTo>
                  <a:pt x="1238565" y="74206"/>
                </a:lnTo>
                <a:lnTo>
                  <a:pt x="1238492" y="74657"/>
                </a:lnTo>
                <a:lnTo>
                  <a:pt x="1238429" y="75112"/>
                </a:lnTo>
                <a:lnTo>
                  <a:pt x="1238376" y="75572"/>
                </a:lnTo>
                <a:lnTo>
                  <a:pt x="1238333" y="76036"/>
                </a:lnTo>
                <a:lnTo>
                  <a:pt x="1238299" y="76505"/>
                </a:lnTo>
                <a:lnTo>
                  <a:pt x="1238275" y="76977"/>
                </a:lnTo>
                <a:lnTo>
                  <a:pt x="1238260" y="77455"/>
                </a:lnTo>
                <a:lnTo>
                  <a:pt x="1238255" y="77936"/>
                </a:lnTo>
                <a:lnTo>
                  <a:pt x="1238266" y="78662"/>
                </a:lnTo>
                <a:lnTo>
                  <a:pt x="1238298" y="79377"/>
                </a:lnTo>
                <a:lnTo>
                  <a:pt x="1238351" y="80082"/>
                </a:lnTo>
                <a:lnTo>
                  <a:pt x="1238425" y="80776"/>
                </a:lnTo>
                <a:lnTo>
                  <a:pt x="1238521" y="81460"/>
                </a:lnTo>
                <a:lnTo>
                  <a:pt x="1238638" y="82133"/>
                </a:lnTo>
                <a:lnTo>
                  <a:pt x="1238776" y="82795"/>
                </a:lnTo>
                <a:lnTo>
                  <a:pt x="1238935" y="83447"/>
                </a:lnTo>
                <a:lnTo>
                  <a:pt x="1239116" y="84089"/>
                </a:lnTo>
                <a:lnTo>
                  <a:pt x="1239318" y="84720"/>
                </a:lnTo>
                <a:lnTo>
                  <a:pt x="1239541" y="85340"/>
                </a:lnTo>
                <a:lnTo>
                  <a:pt x="1239785" y="85950"/>
                </a:lnTo>
                <a:lnTo>
                  <a:pt x="1240051" y="86550"/>
                </a:lnTo>
                <a:lnTo>
                  <a:pt x="1240338" y="87138"/>
                </a:lnTo>
                <a:lnTo>
                  <a:pt x="1240646" y="87717"/>
                </a:lnTo>
                <a:lnTo>
                  <a:pt x="1240975" y="88285"/>
                </a:lnTo>
                <a:lnTo>
                  <a:pt x="1241326" y="88842"/>
                </a:lnTo>
                <a:lnTo>
                  <a:pt x="1241698" y="89389"/>
                </a:lnTo>
                <a:lnTo>
                  <a:pt x="1242091" y="89925"/>
                </a:lnTo>
                <a:lnTo>
                  <a:pt x="1242506" y="90451"/>
                </a:lnTo>
                <a:lnTo>
                  <a:pt x="1242941" y="90966"/>
                </a:lnTo>
                <a:lnTo>
                  <a:pt x="1243398" y="91470"/>
                </a:lnTo>
                <a:lnTo>
                  <a:pt x="1243876" y="91965"/>
                </a:lnTo>
                <a:lnTo>
                  <a:pt x="1244376" y="92448"/>
                </a:lnTo>
                <a:lnTo>
                  <a:pt x="1244894" y="92917"/>
                </a:lnTo>
                <a:lnTo>
                  <a:pt x="1245427" y="93365"/>
                </a:lnTo>
                <a:lnTo>
                  <a:pt x="1245976" y="93794"/>
                </a:lnTo>
                <a:lnTo>
                  <a:pt x="1246541" y="94202"/>
                </a:lnTo>
                <a:lnTo>
                  <a:pt x="1247121" y="94591"/>
                </a:lnTo>
                <a:lnTo>
                  <a:pt x="1247717" y="94959"/>
                </a:lnTo>
                <a:lnTo>
                  <a:pt x="1248329" y="95308"/>
                </a:lnTo>
                <a:lnTo>
                  <a:pt x="1248956" y="95637"/>
                </a:lnTo>
                <a:lnTo>
                  <a:pt x="1249599" y="95946"/>
                </a:lnTo>
                <a:lnTo>
                  <a:pt x="1250258" y="96235"/>
                </a:lnTo>
                <a:lnTo>
                  <a:pt x="1250932" y="96504"/>
                </a:lnTo>
                <a:lnTo>
                  <a:pt x="1251622" y="96753"/>
                </a:lnTo>
                <a:lnTo>
                  <a:pt x="1252327" y="96982"/>
                </a:lnTo>
                <a:lnTo>
                  <a:pt x="1253048" y="97192"/>
                </a:lnTo>
                <a:lnTo>
                  <a:pt x="1253785" y="97381"/>
                </a:lnTo>
                <a:lnTo>
                  <a:pt x="1254537" y="97550"/>
                </a:lnTo>
                <a:lnTo>
                  <a:pt x="1255305" y="97700"/>
                </a:lnTo>
                <a:lnTo>
                  <a:pt x="1256089" y="97830"/>
                </a:lnTo>
                <a:lnTo>
                  <a:pt x="1256888" y="97939"/>
                </a:lnTo>
                <a:lnTo>
                  <a:pt x="1257703" y="98029"/>
                </a:lnTo>
                <a:lnTo>
                  <a:pt x="1258533" y="98099"/>
                </a:lnTo>
                <a:lnTo>
                  <a:pt x="1259379" y="98148"/>
                </a:lnTo>
                <a:lnTo>
                  <a:pt x="1260241" y="98178"/>
                </a:lnTo>
                <a:lnTo>
                  <a:pt x="1261118" y="98188"/>
                </a:lnTo>
                <a:lnTo>
                  <a:pt x="1261619" y="98184"/>
                </a:lnTo>
                <a:lnTo>
                  <a:pt x="1262117" y="98173"/>
                </a:lnTo>
                <a:lnTo>
                  <a:pt x="1262613" y="98153"/>
                </a:lnTo>
                <a:lnTo>
                  <a:pt x="1263106" y="98125"/>
                </a:lnTo>
                <a:lnTo>
                  <a:pt x="1263597" y="98090"/>
                </a:lnTo>
                <a:lnTo>
                  <a:pt x="1264085" y="98047"/>
                </a:lnTo>
                <a:lnTo>
                  <a:pt x="1264571" y="97995"/>
                </a:lnTo>
                <a:lnTo>
                  <a:pt x="1265055" y="97936"/>
                </a:lnTo>
                <a:lnTo>
                  <a:pt x="1265536" y="97870"/>
                </a:lnTo>
                <a:lnTo>
                  <a:pt x="1266014" y="97795"/>
                </a:lnTo>
                <a:lnTo>
                  <a:pt x="1266490" y="97712"/>
                </a:lnTo>
                <a:lnTo>
                  <a:pt x="1266964" y="97622"/>
                </a:lnTo>
                <a:lnTo>
                  <a:pt x="1267435" y="97523"/>
                </a:lnTo>
                <a:lnTo>
                  <a:pt x="1267903" y="97417"/>
                </a:lnTo>
                <a:lnTo>
                  <a:pt x="1268369" y="97303"/>
                </a:lnTo>
                <a:lnTo>
                  <a:pt x="1268833" y="97181"/>
                </a:lnTo>
                <a:lnTo>
                  <a:pt x="1269294" y="97051"/>
                </a:lnTo>
                <a:lnTo>
                  <a:pt x="1269753" y="96913"/>
                </a:lnTo>
                <a:lnTo>
                  <a:pt x="1270209" y="96768"/>
                </a:lnTo>
                <a:lnTo>
                  <a:pt x="1270663" y="96614"/>
                </a:lnTo>
                <a:lnTo>
                  <a:pt x="1271114" y="96453"/>
                </a:lnTo>
                <a:lnTo>
                  <a:pt x="1271563" y="96283"/>
                </a:lnTo>
                <a:lnTo>
                  <a:pt x="1272009" y="96106"/>
                </a:lnTo>
                <a:lnTo>
                  <a:pt x="1272453" y="95921"/>
                </a:lnTo>
                <a:lnTo>
                  <a:pt x="1272894" y="95729"/>
                </a:lnTo>
                <a:lnTo>
                  <a:pt x="1273333" y="95528"/>
                </a:lnTo>
                <a:lnTo>
                  <a:pt x="1273770" y="95319"/>
                </a:lnTo>
                <a:lnTo>
                  <a:pt x="1274205" y="95103"/>
                </a:lnTo>
                <a:lnTo>
                  <a:pt x="1274637" y="94878"/>
                </a:lnTo>
                <a:lnTo>
                  <a:pt x="1275068" y="94646"/>
                </a:lnTo>
                <a:lnTo>
                  <a:pt x="1275496" y="94406"/>
                </a:lnTo>
                <a:lnTo>
                  <a:pt x="1275921" y="94158"/>
                </a:lnTo>
                <a:lnTo>
                  <a:pt x="1276345" y="93902"/>
                </a:lnTo>
                <a:lnTo>
                  <a:pt x="1276766" y="93639"/>
                </a:lnTo>
                <a:lnTo>
                  <a:pt x="1277185" y="93367"/>
                </a:lnTo>
                <a:lnTo>
                  <a:pt x="1277602" y="93088"/>
                </a:lnTo>
                <a:lnTo>
                  <a:pt x="1278016" y="92801"/>
                </a:lnTo>
                <a:lnTo>
                  <a:pt x="1278428" y="92505"/>
                </a:lnTo>
                <a:lnTo>
                  <a:pt x="1278838" y="92202"/>
                </a:lnTo>
                <a:lnTo>
                  <a:pt x="1279246" y="91891"/>
                </a:lnTo>
                <a:lnTo>
                  <a:pt x="1279652" y="91573"/>
                </a:lnTo>
                <a:lnTo>
                  <a:pt x="1280055" y="91246"/>
                </a:lnTo>
                <a:lnTo>
                  <a:pt x="1280456" y="90911"/>
                </a:lnTo>
                <a:lnTo>
                  <a:pt x="1280855" y="90569"/>
                </a:lnTo>
                <a:lnTo>
                  <a:pt x="1281251" y="90219"/>
                </a:lnTo>
                <a:lnTo>
                  <a:pt x="1281645" y="89861"/>
                </a:lnTo>
                <a:lnTo>
                  <a:pt x="1282037" y="89495"/>
                </a:lnTo>
                <a:lnTo>
                  <a:pt x="1282427" y="89121"/>
                </a:lnTo>
                <a:lnTo>
                  <a:pt x="1282444" y="89166"/>
                </a:lnTo>
                <a:lnTo>
                  <a:pt x="1282461" y="89215"/>
                </a:lnTo>
                <a:lnTo>
                  <a:pt x="1282480" y="89268"/>
                </a:lnTo>
                <a:lnTo>
                  <a:pt x="1282499" y="89324"/>
                </a:lnTo>
                <a:lnTo>
                  <a:pt x="1282519" y="89384"/>
                </a:lnTo>
                <a:lnTo>
                  <a:pt x="1282540" y="89449"/>
                </a:lnTo>
                <a:lnTo>
                  <a:pt x="1282562" y="89517"/>
                </a:lnTo>
                <a:lnTo>
                  <a:pt x="1282585" y="89589"/>
                </a:lnTo>
                <a:lnTo>
                  <a:pt x="1282609" y="89664"/>
                </a:lnTo>
                <a:lnTo>
                  <a:pt x="1282634" y="89744"/>
                </a:lnTo>
                <a:lnTo>
                  <a:pt x="1282659" y="89827"/>
                </a:lnTo>
                <a:lnTo>
                  <a:pt x="1282686" y="89914"/>
                </a:lnTo>
                <a:lnTo>
                  <a:pt x="1282713" y="90005"/>
                </a:lnTo>
                <a:lnTo>
                  <a:pt x="1282742" y="90100"/>
                </a:lnTo>
                <a:lnTo>
                  <a:pt x="1282771" y="90199"/>
                </a:lnTo>
                <a:lnTo>
                  <a:pt x="1282801" y="90301"/>
                </a:lnTo>
                <a:lnTo>
                  <a:pt x="1282832" y="90407"/>
                </a:lnTo>
                <a:lnTo>
                  <a:pt x="1282864" y="90517"/>
                </a:lnTo>
                <a:lnTo>
                  <a:pt x="1282897" y="90631"/>
                </a:lnTo>
                <a:lnTo>
                  <a:pt x="1282931" y="90749"/>
                </a:lnTo>
                <a:lnTo>
                  <a:pt x="1282965" y="90871"/>
                </a:lnTo>
                <a:lnTo>
                  <a:pt x="1283001" y="90996"/>
                </a:lnTo>
                <a:lnTo>
                  <a:pt x="1283037" y="91125"/>
                </a:lnTo>
                <a:lnTo>
                  <a:pt x="1283075" y="91258"/>
                </a:lnTo>
                <a:lnTo>
                  <a:pt x="1283160" y="91552"/>
                </a:lnTo>
                <a:lnTo>
                  <a:pt x="1283245" y="91840"/>
                </a:lnTo>
                <a:lnTo>
                  <a:pt x="1283329" y="92121"/>
                </a:lnTo>
                <a:lnTo>
                  <a:pt x="1283411" y="92397"/>
                </a:lnTo>
                <a:lnTo>
                  <a:pt x="1283492" y="92666"/>
                </a:lnTo>
                <a:lnTo>
                  <a:pt x="1283573" y="92930"/>
                </a:lnTo>
                <a:lnTo>
                  <a:pt x="1283652" y="93187"/>
                </a:lnTo>
                <a:lnTo>
                  <a:pt x="1283730" y="93439"/>
                </a:lnTo>
                <a:lnTo>
                  <a:pt x="1283806" y="93684"/>
                </a:lnTo>
                <a:lnTo>
                  <a:pt x="1283882" y="93923"/>
                </a:lnTo>
                <a:lnTo>
                  <a:pt x="1283957" y="94156"/>
                </a:lnTo>
                <a:lnTo>
                  <a:pt x="1284030" y="94383"/>
                </a:lnTo>
                <a:lnTo>
                  <a:pt x="1284102" y="94604"/>
                </a:lnTo>
                <a:lnTo>
                  <a:pt x="1284173" y="94819"/>
                </a:lnTo>
                <a:lnTo>
                  <a:pt x="1284243" y="95028"/>
                </a:lnTo>
                <a:lnTo>
                  <a:pt x="1284312" y="95231"/>
                </a:lnTo>
                <a:lnTo>
                  <a:pt x="1284380" y="95427"/>
                </a:lnTo>
                <a:lnTo>
                  <a:pt x="1284447" y="95618"/>
                </a:lnTo>
                <a:lnTo>
                  <a:pt x="1284512" y="95802"/>
                </a:lnTo>
                <a:lnTo>
                  <a:pt x="1284577" y="95981"/>
                </a:lnTo>
                <a:lnTo>
                  <a:pt x="1284640" y="96153"/>
                </a:lnTo>
                <a:lnTo>
                  <a:pt x="1284702" y="96319"/>
                </a:lnTo>
                <a:lnTo>
                  <a:pt x="1284763" y="96480"/>
                </a:lnTo>
                <a:lnTo>
                  <a:pt x="1284823" y="96634"/>
                </a:lnTo>
                <a:lnTo>
                  <a:pt x="1302829" y="96634"/>
                </a:lnTo>
                <a:lnTo>
                  <a:pt x="1302632" y="96225"/>
                </a:lnTo>
                <a:lnTo>
                  <a:pt x="1302440" y="95818"/>
                </a:lnTo>
                <a:lnTo>
                  <a:pt x="1302254" y="95413"/>
                </a:lnTo>
                <a:lnTo>
                  <a:pt x="1302072" y="95010"/>
                </a:lnTo>
                <a:lnTo>
                  <a:pt x="1301896" y="94610"/>
                </a:lnTo>
                <a:lnTo>
                  <a:pt x="1301726" y="94211"/>
                </a:lnTo>
                <a:lnTo>
                  <a:pt x="1301560" y="93815"/>
                </a:lnTo>
                <a:lnTo>
                  <a:pt x="1301400" y="93421"/>
                </a:lnTo>
                <a:lnTo>
                  <a:pt x="1301246" y="93029"/>
                </a:lnTo>
                <a:lnTo>
                  <a:pt x="1301096" y="92639"/>
                </a:lnTo>
                <a:lnTo>
                  <a:pt x="1300952" y="92251"/>
                </a:lnTo>
                <a:lnTo>
                  <a:pt x="1300813" y="91865"/>
                </a:lnTo>
                <a:lnTo>
                  <a:pt x="1300679" y="91482"/>
                </a:lnTo>
                <a:lnTo>
                  <a:pt x="1300551" y="91100"/>
                </a:lnTo>
                <a:lnTo>
                  <a:pt x="1300428" y="90721"/>
                </a:lnTo>
                <a:lnTo>
                  <a:pt x="1300310" y="90344"/>
                </a:lnTo>
                <a:lnTo>
                  <a:pt x="1300198" y="89969"/>
                </a:lnTo>
                <a:lnTo>
                  <a:pt x="1300090" y="89596"/>
                </a:lnTo>
                <a:lnTo>
                  <a:pt x="1299988" y="89226"/>
                </a:lnTo>
                <a:lnTo>
                  <a:pt x="1299892" y="88857"/>
                </a:lnTo>
                <a:lnTo>
                  <a:pt x="1299800" y="88491"/>
                </a:lnTo>
                <a:lnTo>
                  <a:pt x="1299714" y="88127"/>
                </a:lnTo>
                <a:lnTo>
                  <a:pt x="1299634" y="87764"/>
                </a:lnTo>
                <a:lnTo>
                  <a:pt x="1299558" y="87404"/>
                </a:lnTo>
                <a:lnTo>
                  <a:pt x="1299487" y="87037"/>
                </a:lnTo>
                <a:lnTo>
                  <a:pt x="1299418" y="86654"/>
                </a:lnTo>
                <a:lnTo>
                  <a:pt x="1299353" y="86253"/>
                </a:lnTo>
                <a:lnTo>
                  <a:pt x="1299291" y="85836"/>
                </a:lnTo>
                <a:lnTo>
                  <a:pt x="1299232" y="85403"/>
                </a:lnTo>
                <a:lnTo>
                  <a:pt x="1299176" y="84953"/>
                </a:lnTo>
                <a:lnTo>
                  <a:pt x="1299122" y="84487"/>
                </a:lnTo>
                <a:lnTo>
                  <a:pt x="1299072" y="84004"/>
                </a:lnTo>
                <a:lnTo>
                  <a:pt x="1299025" y="83505"/>
                </a:lnTo>
                <a:lnTo>
                  <a:pt x="1298981" y="82989"/>
                </a:lnTo>
                <a:lnTo>
                  <a:pt x="1298940" y="82456"/>
                </a:lnTo>
                <a:lnTo>
                  <a:pt x="1298902" y="81907"/>
                </a:lnTo>
                <a:lnTo>
                  <a:pt x="1298867" y="81342"/>
                </a:lnTo>
                <a:lnTo>
                  <a:pt x="1298836" y="80760"/>
                </a:lnTo>
                <a:lnTo>
                  <a:pt x="1298807" y="80161"/>
                </a:lnTo>
                <a:lnTo>
                  <a:pt x="1298781" y="79546"/>
                </a:lnTo>
                <a:lnTo>
                  <a:pt x="1298758" y="78914"/>
                </a:lnTo>
                <a:lnTo>
                  <a:pt x="1298738" y="78266"/>
                </a:lnTo>
                <a:lnTo>
                  <a:pt x="1298722" y="77601"/>
                </a:lnTo>
                <a:lnTo>
                  <a:pt x="1298708" y="76920"/>
                </a:lnTo>
                <a:lnTo>
                  <a:pt x="1298697" y="76222"/>
                </a:lnTo>
                <a:lnTo>
                  <a:pt x="1298690" y="75508"/>
                </a:lnTo>
                <a:lnTo>
                  <a:pt x="1298685" y="74777"/>
                </a:lnTo>
                <a:lnTo>
                  <a:pt x="1298684" y="74030"/>
                </a:lnTo>
                <a:lnTo>
                  <a:pt x="1298878" y="52786"/>
                </a:lnTo>
                <a:lnTo>
                  <a:pt x="1298874" y="51811"/>
                </a:lnTo>
                <a:lnTo>
                  <a:pt x="1298861" y="50862"/>
                </a:lnTo>
                <a:lnTo>
                  <a:pt x="1298840" y="49939"/>
                </a:lnTo>
                <a:lnTo>
                  <a:pt x="1298811" y="49041"/>
                </a:lnTo>
                <a:lnTo>
                  <a:pt x="1298773" y="48169"/>
                </a:lnTo>
                <a:lnTo>
                  <a:pt x="1298726" y="47323"/>
                </a:lnTo>
                <a:lnTo>
                  <a:pt x="1298671" y="46503"/>
                </a:lnTo>
                <a:lnTo>
                  <a:pt x="1298608" y="45708"/>
                </a:lnTo>
                <a:lnTo>
                  <a:pt x="1298536" y="44939"/>
                </a:lnTo>
                <a:lnTo>
                  <a:pt x="1298456" y="44196"/>
                </a:lnTo>
                <a:lnTo>
                  <a:pt x="1298368" y="43479"/>
                </a:lnTo>
                <a:lnTo>
                  <a:pt x="1298271" y="42787"/>
                </a:lnTo>
                <a:lnTo>
                  <a:pt x="1298165" y="42122"/>
                </a:lnTo>
                <a:lnTo>
                  <a:pt x="1298052" y="41481"/>
                </a:lnTo>
                <a:lnTo>
                  <a:pt x="1297929" y="40867"/>
                </a:lnTo>
                <a:lnTo>
                  <a:pt x="1297799" y="40278"/>
                </a:lnTo>
                <a:lnTo>
                  <a:pt x="1297659" y="39716"/>
                </a:lnTo>
                <a:lnTo>
                  <a:pt x="1297512" y="39179"/>
                </a:lnTo>
                <a:lnTo>
                  <a:pt x="1297356" y="38667"/>
                </a:lnTo>
                <a:lnTo>
                  <a:pt x="1297191" y="38182"/>
                </a:lnTo>
                <a:lnTo>
                  <a:pt x="1297018" y="37722"/>
                </a:lnTo>
                <a:lnTo>
                  <a:pt x="1296837" y="37288"/>
                </a:lnTo>
                <a:lnTo>
                  <a:pt x="1296647" y="36879"/>
                </a:lnTo>
                <a:lnTo>
                  <a:pt x="1296449" y="36497"/>
                </a:lnTo>
                <a:lnTo>
                  <a:pt x="1296241" y="36130"/>
                </a:lnTo>
                <a:lnTo>
                  <a:pt x="1296020" y="35768"/>
                </a:lnTo>
                <a:lnTo>
                  <a:pt x="1295787" y="35412"/>
                </a:lnTo>
                <a:lnTo>
                  <a:pt x="1295542" y="35061"/>
                </a:lnTo>
                <a:lnTo>
                  <a:pt x="1295284" y="34716"/>
                </a:lnTo>
                <a:lnTo>
                  <a:pt x="1295014" y="34376"/>
                </a:lnTo>
                <a:lnTo>
                  <a:pt x="1294732" y="34041"/>
                </a:lnTo>
                <a:lnTo>
                  <a:pt x="1294438" y="33712"/>
                </a:lnTo>
                <a:lnTo>
                  <a:pt x="1294131" y="33388"/>
                </a:lnTo>
                <a:lnTo>
                  <a:pt x="1293812" y="33069"/>
                </a:lnTo>
                <a:lnTo>
                  <a:pt x="1293481" y="32756"/>
                </a:lnTo>
                <a:lnTo>
                  <a:pt x="1293138" y="32449"/>
                </a:lnTo>
                <a:lnTo>
                  <a:pt x="1292782" y="32147"/>
                </a:lnTo>
                <a:lnTo>
                  <a:pt x="1292414" y="31850"/>
                </a:lnTo>
                <a:lnTo>
                  <a:pt x="1292034" y="31558"/>
                </a:lnTo>
                <a:lnTo>
                  <a:pt x="1291642" y="31272"/>
                </a:lnTo>
                <a:lnTo>
                  <a:pt x="1291237" y="30991"/>
                </a:lnTo>
                <a:lnTo>
                  <a:pt x="1290820" y="30716"/>
                </a:lnTo>
                <a:lnTo>
                  <a:pt x="1290391" y="30446"/>
                </a:lnTo>
                <a:lnTo>
                  <a:pt x="1289950" y="30182"/>
                </a:lnTo>
                <a:lnTo>
                  <a:pt x="1289496" y="29923"/>
                </a:lnTo>
                <a:lnTo>
                  <a:pt x="1289030" y="29669"/>
                </a:lnTo>
                <a:lnTo>
                  <a:pt x="1288552" y="29421"/>
                </a:lnTo>
                <a:lnTo>
                  <a:pt x="1288062" y="29178"/>
                </a:lnTo>
                <a:lnTo>
                  <a:pt x="1287554" y="28943"/>
                </a:lnTo>
                <a:lnTo>
                  <a:pt x="1287025" y="28718"/>
                </a:lnTo>
                <a:lnTo>
                  <a:pt x="1286475" y="28502"/>
                </a:lnTo>
                <a:lnTo>
                  <a:pt x="1285903" y="28297"/>
                </a:lnTo>
                <a:lnTo>
                  <a:pt x="1285309" y="28102"/>
                </a:lnTo>
                <a:lnTo>
                  <a:pt x="1284694" y="27917"/>
                </a:lnTo>
                <a:lnTo>
                  <a:pt x="1284057" y="27742"/>
                </a:lnTo>
                <a:lnTo>
                  <a:pt x="1283398" y="27577"/>
                </a:lnTo>
                <a:lnTo>
                  <a:pt x="1282718" y="27422"/>
                </a:lnTo>
                <a:lnTo>
                  <a:pt x="1282017" y="27277"/>
                </a:lnTo>
                <a:lnTo>
                  <a:pt x="1281294" y="27141"/>
                </a:lnTo>
                <a:lnTo>
                  <a:pt x="1280549" y="27016"/>
                </a:lnTo>
                <a:lnTo>
                  <a:pt x="1279782" y="26901"/>
                </a:lnTo>
                <a:lnTo>
                  <a:pt x="1278994" y="26796"/>
                </a:lnTo>
                <a:lnTo>
                  <a:pt x="1278185" y="26701"/>
                </a:lnTo>
                <a:lnTo>
                  <a:pt x="1277353" y="26616"/>
                </a:lnTo>
                <a:lnTo>
                  <a:pt x="1276501" y="26541"/>
                </a:lnTo>
                <a:lnTo>
                  <a:pt x="1275626" y="26476"/>
                </a:lnTo>
                <a:lnTo>
                  <a:pt x="1274730" y="26421"/>
                </a:lnTo>
                <a:lnTo>
                  <a:pt x="1273813" y="26376"/>
                </a:lnTo>
                <a:lnTo>
                  <a:pt x="1272874" y="26341"/>
                </a:lnTo>
                <a:lnTo>
                  <a:pt x="1271913" y="26316"/>
                </a:lnTo>
                <a:lnTo>
                  <a:pt x="1270931" y="26301"/>
                </a:lnTo>
                <a:lnTo>
                  <a:pt x="1269927" y="26296"/>
                </a:lnTo>
                <a:lnTo>
                  <a:pt x="1268821" y="26304"/>
                </a:lnTo>
                <a:lnTo>
                  <a:pt x="1267738" y="26330"/>
                </a:lnTo>
                <a:lnTo>
                  <a:pt x="1266678" y="26372"/>
                </a:lnTo>
                <a:lnTo>
                  <a:pt x="1265641" y="26431"/>
                </a:lnTo>
                <a:lnTo>
                  <a:pt x="1264627" y="26507"/>
                </a:lnTo>
                <a:lnTo>
                  <a:pt x="1263636" y="26599"/>
                </a:lnTo>
                <a:lnTo>
                  <a:pt x="1262668" y="26709"/>
                </a:lnTo>
                <a:lnTo>
                  <a:pt x="1261723" y="26836"/>
                </a:lnTo>
                <a:lnTo>
                  <a:pt x="1260801" y="26979"/>
                </a:lnTo>
                <a:lnTo>
                  <a:pt x="1259901" y="27139"/>
                </a:lnTo>
                <a:lnTo>
                  <a:pt x="1259025" y="27316"/>
                </a:lnTo>
                <a:lnTo>
                  <a:pt x="1258171" y="27510"/>
                </a:lnTo>
                <a:lnTo>
                  <a:pt x="1257341" y="27721"/>
                </a:lnTo>
                <a:lnTo>
                  <a:pt x="1256533" y="27949"/>
                </a:lnTo>
                <a:lnTo>
                  <a:pt x="1255749" y="28193"/>
                </a:lnTo>
                <a:lnTo>
                  <a:pt x="1254987" y="28455"/>
                </a:lnTo>
                <a:lnTo>
                  <a:pt x="1254248" y="28733"/>
                </a:lnTo>
                <a:lnTo>
                  <a:pt x="1253532" y="29028"/>
                </a:lnTo>
                <a:lnTo>
                  <a:pt x="1252839" y="29340"/>
                </a:lnTo>
                <a:lnTo>
                  <a:pt x="1252169" y="29669"/>
                </a:lnTo>
                <a:lnTo>
                  <a:pt x="1251522" y="30015"/>
                </a:lnTo>
                <a:lnTo>
                  <a:pt x="1250898" y="30378"/>
                </a:lnTo>
                <a:lnTo>
                  <a:pt x="1250297" y="30757"/>
                </a:lnTo>
                <a:lnTo>
                  <a:pt x="1249719" y="31153"/>
                </a:lnTo>
                <a:lnTo>
                  <a:pt x="1249159" y="31567"/>
                </a:lnTo>
                <a:lnTo>
                  <a:pt x="1248614" y="31999"/>
                </a:lnTo>
                <a:lnTo>
                  <a:pt x="1248082" y="32449"/>
                </a:lnTo>
                <a:lnTo>
                  <a:pt x="1247564" y="32918"/>
                </a:lnTo>
                <a:lnTo>
                  <a:pt x="1247060" y="33404"/>
                </a:lnTo>
                <a:lnTo>
                  <a:pt x="1246570" y="33909"/>
                </a:lnTo>
                <a:lnTo>
                  <a:pt x="1246094" y="34432"/>
                </a:lnTo>
                <a:lnTo>
                  <a:pt x="1245632" y="34974"/>
                </a:lnTo>
                <a:lnTo>
                  <a:pt x="1245183" y="35533"/>
                </a:lnTo>
                <a:lnTo>
                  <a:pt x="1244749" y="36111"/>
                </a:lnTo>
                <a:lnTo>
                  <a:pt x="1244329" y="36707"/>
                </a:lnTo>
                <a:lnTo>
                  <a:pt x="1243922" y="37322"/>
                </a:lnTo>
                <a:lnTo>
                  <a:pt x="1243530" y="37954"/>
                </a:lnTo>
                <a:lnTo>
                  <a:pt x="1243151" y="38605"/>
                </a:lnTo>
                <a:lnTo>
                  <a:pt x="1242787" y="39274"/>
                </a:lnTo>
                <a:lnTo>
                  <a:pt x="1242436" y="39961"/>
                </a:lnTo>
                <a:lnTo>
                  <a:pt x="1242100" y="40666"/>
                </a:lnTo>
                <a:lnTo>
                  <a:pt x="1241777" y="41390"/>
                </a:lnTo>
                <a:lnTo>
                  <a:pt x="1241468" y="42132"/>
                </a:lnTo>
                <a:lnTo>
                  <a:pt x="1241173" y="42892"/>
                </a:lnTo>
                <a:lnTo>
                  <a:pt x="1240892" y="43670"/>
                </a:lnTo>
                <a:lnTo>
                  <a:pt x="1240626" y="44467"/>
                </a:lnTo>
                <a:lnTo>
                  <a:pt x="1240373" y="45282"/>
                </a:lnTo>
                <a:lnTo>
                  <a:pt x="1240133" y="46115"/>
                </a:lnTo>
                <a:lnTo>
                  <a:pt x="1256649" y="49094"/>
                </a:lnTo>
                <a:lnTo>
                  <a:pt x="1256791" y="48691"/>
                </a:lnTo>
                <a:lnTo>
                  <a:pt x="1256937" y="48298"/>
                </a:lnTo>
                <a:lnTo>
                  <a:pt x="1257086" y="47915"/>
                </a:lnTo>
                <a:lnTo>
                  <a:pt x="1257239" y="47543"/>
                </a:lnTo>
                <a:lnTo>
                  <a:pt x="1257396" y="47180"/>
                </a:lnTo>
                <a:lnTo>
                  <a:pt x="1257556" y="46828"/>
                </a:lnTo>
                <a:close/>
                <a:moveTo>
                  <a:pt x="1280971" y="69958"/>
                </a:moveTo>
                <a:lnTo>
                  <a:pt x="1280958" y="70417"/>
                </a:lnTo>
                <a:lnTo>
                  <a:pt x="1280941" y="70862"/>
                </a:lnTo>
                <a:lnTo>
                  <a:pt x="1280923" y="71292"/>
                </a:lnTo>
                <a:lnTo>
                  <a:pt x="1280902" y="71708"/>
                </a:lnTo>
                <a:lnTo>
                  <a:pt x="1280878" y="72109"/>
                </a:lnTo>
                <a:lnTo>
                  <a:pt x="1280852" y="72496"/>
                </a:lnTo>
                <a:lnTo>
                  <a:pt x="1280824" y="72869"/>
                </a:lnTo>
                <a:lnTo>
                  <a:pt x="1280793" y="73227"/>
                </a:lnTo>
                <a:lnTo>
                  <a:pt x="1280760" y="73570"/>
                </a:lnTo>
                <a:lnTo>
                  <a:pt x="1280724" y="73899"/>
                </a:lnTo>
                <a:lnTo>
                  <a:pt x="1280685" y="74214"/>
                </a:lnTo>
                <a:lnTo>
                  <a:pt x="1280645" y="74514"/>
                </a:lnTo>
                <a:lnTo>
                  <a:pt x="1280601" y="74800"/>
                </a:lnTo>
                <a:lnTo>
                  <a:pt x="1280556" y="75071"/>
                </a:lnTo>
                <a:lnTo>
                  <a:pt x="1280507" y="75328"/>
                </a:lnTo>
                <a:lnTo>
                  <a:pt x="1280457" y="75571"/>
                </a:lnTo>
                <a:lnTo>
                  <a:pt x="1280403" y="75799"/>
                </a:lnTo>
                <a:lnTo>
                  <a:pt x="1280348" y="76013"/>
                </a:lnTo>
                <a:lnTo>
                  <a:pt x="1280290" y="76212"/>
                </a:lnTo>
                <a:lnTo>
                  <a:pt x="1280199" y="76503"/>
                </a:lnTo>
                <a:lnTo>
                  <a:pt x="1280101" y="76791"/>
                </a:lnTo>
                <a:lnTo>
                  <a:pt x="1279995" y="77075"/>
                </a:lnTo>
                <a:lnTo>
                  <a:pt x="1279881" y="77355"/>
                </a:lnTo>
                <a:lnTo>
                  <a:pt x="1279759" y="77632"/>
                </a:lnTo>
                <a:lnTo>
                  <a:pt x="1279630" y="77904"/>
                </a:lnTo>
                <a:lnTo>
                  <a:pt x="1279492" y="78173"/>
                </a:lnTo>
                <a:lnTo>
                  <a:pt x="1279347" y="78438"/>
                </a:lnTo>
                <a:lnTo>
                  <a:pt x="1279194" y="78700"/>
                </a:lnTo>
                <a:lnTo>
                  <a:pt x="1279032" y="78957"/>
                </a:lnTo>
                <a:lnTo>
                  <a:pt x="1278863" y="79211"/>
                </a:lnTo>
                <a:lnTo>
                  <a:pt x="1278687" y="79461"/>
                </a:lnTo>
                <a:lnTo>
                  <a:pt x="1278502" y="79707"/>
                </a:lnTo>
                <a:lnTo>
                  <a:pt x="1278309" y="79949"/>
                </a:lnTo>
                <a:lnTo>
                  <a:pt x="1278109" y="80188"/>
                </a:lnTo>
                <a:lnTo>
                  <a:pt x="1277900" y="80423"/>
                </a:lnTo>
                <a:lnTo>
                  <a:pt x="1277684" y="80653"/>
                </a:lnTo>
                <a:lnTo>
                  <a:pt x="1277460" y="80881"/>
                </a:lnTo>
                <a:lnTo>
                  <a:pt x="1277228" y="81104"/>
                </a:lnTo>
                <a:lnTo>
                  <a:pt x="1276988" y="81324"/>
                </a:lnTo>
                <a:lnTo>
                  <a:pt x="1276741" y="81540"/>
                </a:lnTo>
                <a:lnTo>
                  <a:pt x="1276485" y="81752"/>
                </a:lnTo>
                <a:lnTo>
                  <a:pt x="1276221" y="81960"/>
                </a:lnTo>
                <a:lnTo>
                  <a:pt x="1275950" y="82164"/>
                </a:lnTo>
                <a:lnTo>
                  <a:pt x="1275577" y="82425"/>
                </a:lnTo>
                <a:lnTo>
                  <a:pt x="1275202" y="82675"/>
                </a:lnTo>
                <a:lnTo>
                  <a:pt x="1274826" y="82914"/>
                </a:lnTo>
                <a:lnTo>
                  <a:pt x="1274448" y="83142"/>
                </a:lnTo>
                <a:lnTo>
                  <a:pt x="1274068" y="83359"/>
                </a:lnTo>
                <a:lnTo>
                  <a:pt x="1273687" y="83564"/>
                </a:lnTo>
                <a:lnTo>
                  <a:pt x="1273305" y="83759"/>
                </a:lnTo>
                <a:lnTo>
                  <a:pt x="1272920" y="83942"/>
                </a:lnTo>
                <a:lnTo>
                  <a:pt x="1272535" y="84114"/>
                </a:lnTo>
                <a:lnTo>
                  <a:pt x="1272147" y="84275"/>
                </a:lnTo>
                <a:lnTo>
                  <a:pt x="1271758" y="84425"/>
                </a:lnTo>
                <a:lnTo>
                  <a:pt x="1271368" y="84564"/>
                </a:lnTo>
                <a:lnTo>
                  <a:pt x="1270976" y="84692"/>
                </a:lnTo>
                <a:lnTo>
                  <a:pt x="1270582" y="84809"/>
                </a:lnTo>
                <a:lnTo>
                  <a:pt x="1270187" y="84914"/>
                </a:lnTo>
                <a:lnTo>
                  <a:pt x="1269790" y="85009"/>
                </a:lnTo>
                <a:lnTo>
                  <a:pt x="1269392" y="85092"/>
                </a:lnTo>
                <a:lnTo>
                  <a:pt x="1268992" y="85164"/>
                </a:lnTo>
                <a:lnTo>
                  <a:pt x="1268590" y="85225"/>
                </a:lnTo>
                <a:lnTo>
                  <a:pt x="1268187" y="85275"/>
                </a:lnTo>
                <a:lnTo>
                  <a:pt x="1267782" y="85314"/>
                </a:lnTo>
                <a:lnTo>
                  <a:pt x="1267376" y="85342"/>
                </a:lnTo>
                <a:lnTo>
                  <a:pt x="1266968" y="85359"/>
                </a:lnTo>
                <a:lnTo>
                  <a:pt x="1266559" y="85364"/>
                </a:lnTo>
                <a:lnTo>
                  <a:pt x="1266194" y="85359"/>
                </a:lnTo>
                <a:lnTo>
                  <a:pt x="1265836" y="85345"/>
                </a:lnTo>
                <a:lnTo>
                  <a:pt x="1265482" y="85321"/>
                </a:lnTo>
                <a:lnTo>
                  <a:pt x="1265134" y="85288"/>
                </a:lnTo>
                <a:lnTo>
                  <a:pt x="1264791" y="85245"/>
                </a:lnTo>
                <a:lnTo>
                  <a:pt x="1264454" y="85192"/>
                </a:lnTo>
                <a:lnTo>
                  <a:pt x="1264122" y="85130"/>
                </a:lnTo>
                <a:lnTo>
                  <a:pt x="1263795" y="85059"/>
                </a:lnTo>
                <a:lnTo>
                  <a:pt x="1263474" y="84977"/>
                </a:lnTo>
                <a:lnTo>
                  <a:pt x="1263158" y="84887"/>
                </a:lnTo>
                <a:lnTo>
                  <a:pt x="1262848" y="84786"/>
                </a:lnTo>
                <a:lnTo>
                  <a:pt x="1262543" y="84677"/>
                </a:lnTo>
                <a:lnTo>
                  <a:pt x="1262244" y="84557"/>
                </a:lnTo>
                <a:lnTo>
                  <a:pt x="1261949" y="84428"/>
                </a:lnTo>
                <a:lnTo>
                  <a:pt x="1261661" y="84290"/>
                </a:lnTo>
                <a:lnTo>
                  <a:pt x="1261377" y="84142"/>
                </a:lnTo>
                <a:lnTo>
                  <a:pt x="1261099" y="83984"/>
                </a:lnTo>
                <a:lnTo>
                  <a:pt x="1260827" y="83817"/>
                </a:lnTo>
                <a:lnTo>
                  <a:pt x="1260560" y="83640"/>
                </a:lnTo>
                <a:lnTo>
                  <a:pt x="1260298" y="83454"/>
                </a:lnTo>
                <a:lnTo>
                  <a:pt x="1260042" y="83258"/>
                </a:lnTo>
                <a:lnTo>
                  <a:pt x="1259791" y="83053"/>
                </a:lnTo>
                <a:lnTo>
                  <a:pt x="1259545" y="82838"/>
                </a:lnTo>
                <a:lnTo>
                  <a:pt x="1259305" y="82614"/>
                </a:lnTo>
                <a:lnTo>
                  <a:pt x="1259072" y="82382"/>
                </a:lnTo>
                <a:lnTo>
                  <a:pt x="1258850" y="82148"/>
                </a:lnTo>
                <a:lnTo>
                  <a:pt x="1258637" y="81909"/>
                </a:lnTo>
                <a:lnTo>
                  <a:pt x="1258434" y="81668"/>
                </a:lnTo>
                <a:lnTo>
                  <a:pt x="1258241" y="81422"/>
                </a:lnTo>
                <a:lnTo>
                  <a:pt x="1258058" y="81173"/>
                </a:lnTo>
                <a:lnTo>
                  <a:pt x="1257885" y="80921"/>
                </a:lnTo>
                <a:lnTo>
                  <a:pt x="1257722" y="80665"/>
                </a:lnTo>
                <a:lnTo>
                  <a:pt x="1257568" y="80405"/>
                </a:lnTo>
                <a:lnTo>
                  <a:pt x="1257425" y="80142"/>
                </a:lnTo>
                <a:lnTo>
                  <a:pt x="1257291" y="79875"/>
                </a:lnTo>
                <a:lnTo>
                  <a:pt x="1257167" y="79605"/>
                </a:lnTo>
                <a:lnTo>
                  <a:pt x="1257054" y="79331"/>
                </a:lnTo>
                <a:lnTo>
                  <a:pt x="1256950" y="79054"/>
                </a:lnTo>
                <a:lnTo>
                  <a:pt x="1256856" y="78773"/>
                </a:lnTo>
                <a:lnTo>
                  <a:pt x="1256772" y="78488"/>
                </a:lnTo>
                <a:lnTo>
                  <a:pt x="1256697" y="78200"/>
                </a:lnTo>
                <a:lnTo>
                  <a:pt x="1256633" y="77909"/>
                </a:lnTo>
                <a:lnTo>
                  <a:pt x="1256579" y="77613"/>
                </a:lnTo>
                <a:lnTo>
                  <a:pt x="1256534" y="77315"/>
                </a:lnTo>
                <a:lnTo>
                  <a:pt x="1256500" y="77012"/>
                </a:lnTo>
                <a:lnTo>
                  <a:pt x="1256475" y="76707"/>
                </a:lnTo>
                <a:lnTo>
                  <a:pt x="1256460" y="76397"/>
                </a:lnTo>
                <a:lnTo>
                  <a:pt x="1256455" y="76084"/>
                </a:lnTo>
                <a:lnTo>
                  <a:pt x="1256461" y="75767"/>
                </a:lnTo>
                <a:lnTo>
                  <a:pt x="1256480" y="75454"/>
                </a:lnTo>
                <a:lnTo>
                  <a:pt x="1256511" y="75145"/>
                </a:lnTo>
                <a:lnTo>
                  <a:pt x="1256554" y="74842"/>
                </a:lnTo>
                <a:lnTo>
                  <a:pt x="1256610" y="74543"/>
                </a:lnTo>
                <a:lnTo>
                  <a:pt x="1256678" y="74248"/>
                </a:lnTo>
                <a:lnTo>
                  <a:pt x="1256758" y="73959"/>
                </a:lnTo>
                <a:lnTo>
                  <a:pt x="1256851" y="73674"/>
                </a:lnTo>
                <a:lnTo>
                  <a:pt x="1256956" y="73394"/>
                </a:lnTo>
                <a:lnTo>
                  <a:pt x="1257073" y="73118"/>
                </a:lnTo>
                <a:lnTo>
                  <a:pt x="1257203" y="72847"/>
                </a:lnTo>
                <a:lnTo>
                  <a:pt x="1257346" y="72581"/>
                </a:lnTo>
                <a:lnTo>
                  <a:pt x="1257500" y="72319"/>
                </a:lnTo>
                <a:lnTo>
                  <a:pt x="1257667" y="72062"/>
                </a:lnTo>
                <a:lnTo>
                  <a:pt x="1257846" y="71810"/>
                </a:lnTo>
                <a:lnTo>
                  <a:pt x="1258038" y="71562"/>
                </a:lnTo>
                <a:lnTo>
                  <a:pt x="1258242" y="71319"/>
                </a:lnTo>
                <a:lnTo>
                  <a:pt x="1258459" y="71081"/>
                </a:lnTo>
                <a:lnTo>
                  <a:pt x="1258688" y="70847"/>
                </a:lnTo>
                <a:lnTo>
                  <a:pt x="1258929" y="70618"/>
                </a:lnTo>
                <a:lnTo>
                  <a:pt x="1259182" y="70394"/>
                </a:lnTo>
                <a:lnTo>
                  <a:pt x="1259448" y="70174"/>
                </a:lnTo>
                <a:lnTo>
                  <a:pt x="1259727" y="69959"/>
                </a:lnTo>
                <a:lnTo>
                  <a:pt x="1260017" y="69749"/>
                </a:lnTo>
                <a:lnTo>
                  <a:pt x="1260221" y="69621"/>
                </a:lnTo>
                <a:lnTo>
                  <a:pt x="1260442" y="69493"/>
                </a:lnTo>
                <a:lnTo>
                  <a:pt x="1260682" y="69364"/>
                </a:lnTo>
                <a:lnTo>
                  <a:pt x="1260940" y="69235"/>
                </a:lnTo>
                <a:lnTo>
                  <a:pt x="1261216" y="69106"/>
                </a:lnTo>
                <a:lnTo>
                  <a:pt x="1261511" y="68977"/>
                </a:lnTo>
                <a:lnTo>
                  <a:pt x="1261824" y="68848"/>
                </a:lnTo>
                <a:lnTo>
                  <a:pt x="1262155" y="68718"/>
                </a:lnTo>
                <a:lnTo>
                  <a:pt x="1262504" y="68588"/>
                </a:lnTo>
                <a:lnTo>
                  <a:pt x="1262871" y="68458"/>
                </a:lnTo>
                <a:lnTo>
                  <a:pt x="1263257" y="68328"/>
                </a:lnTo>
                <a:lnTo>
                  <a:pt x="1263660" y="68197"/>
                </a:lnTo>
                <a:lnTo>
                  <a:pt x="1264082" y="68066"/>
                </a:lnTo>
                <a:lnTo>
                  <a:pt x="1264523" y="67935"/>
                </a:lnTo>
                <a:lnTo>
                  <a:pt x="1264981" y="67804"/>
                </a:lnTo>
                <a:lnTo>
                  <a:pt x="1265458" y="67673"/>
                </a:lnTo>
                <a:lnTo>
                  <a:pt x="1265953" y="67541"/>
                </a:lnTo>
                <a:lnTo>
                  <a:pt x="1266466" y="67409"/>
                </a:lnTo>
                <a:lnTo>
                  <a:pt x="1266997" y="67277"/>
                </a:lnTo>
                <a:lnTo>
                  <a:pt x="1267547" y="67145"/>
                </a:lnTo>
                <a:lnTo>
                  <a:pt x="1268114" y="67013"/>
                </a:lnTo>
                <a:lnTo>
                  <a:pt x="1268700" y="66880"/>
                </a:lnTo>
                <a:lnTo>
                  <a:pt x="1269304" y="66747"/>
                </a:lnTo>
                <a:lnTo>
                  <a:pt x="1269927" y="66614"/>
                </a:lnTo>
                <a:lnTo>
                  <a:pt x="1270551" y="66481"/>
                </a:lnTo>
                <a:lnTo>
                  <a:pt x="1271161" y="66350"/>
                </a:lnTo>
                <a:lnTo>
                  <a:pt x="1271757" y="66221"/>
                </a:lnTo>
                <a:lnTo>
                  <a:pt x="1272339" y="66093"/>
                </a:lnTo>
                <a:lnTo>
                  <a:pt x="1272907" y="65966"/>
                </a:lnTo>
                <a:lnTo>
                  <a:pt x="1273461" y="65841"/>
                </a:lnTo>
                <a:lnTo>
                  <a:pt x="1274000" y="65718"/>
                </a:lnTo>
                <a:lnTo>
                  <a:pt x="1274525" y="65596"/>
                </a:lnTo>
                <a:lnTo>
                  <a:pt x="1275036" y="65476"/>
                </a:lnTo>
                <a:lnTo>
                  <a:pt x="1275533" y="65358"/>
                </a:lnTo>
                <a:lnTo>
                  <a:pt x="1276016" y="65241"/>
                </a:lnTo>
                <a:lnTo>
                  <a:pt x="1276484" y="65125"/>
                </a:lnTo>
                <a:lnTo>
                  <a:pt x="1276939" y="65011"/>
                </a:lnTo>
                <a:lnTo>
                  <a:pt x="1277379" y="64899"/>
                </a:lnTo>
                <a:lnTo>
                  <a:pt x="1277805" y="64788"/>
                </a:lnTo>
                <a:lnTo>
                  <a:pt x="1278217" y="64679"/>
                </a:lnTo>
                <a:lnTo>
                  <a:pt x="1278615" y="64571"/>
                </a:lnTo>
                <a:lnTo>
                  <a:pt x="1278998" y="64465"/>
                </a:lnTo>
                <a:lnTo>
                  <a:pt x="1279368" y="64361"/>
                </a:lnTo>
                <a:lnTo>
                  <a:pt x="1279723" y="64258"/>
                </a:lnTo>
                <a:lnTo>
                  <a:pt x="1280064" y="64156"/>
                </a:lnTo>
                <a:lnTo>
                  <a:pt x="1280391" y="64056"/>
                </a:lnTo>
                <a:lnTo>
                  <a:pt x="1280704" y="63958"/>
                </a:lnTo>
                <a:lnTo>
                  <a:pt x="1281002" y="63861"/>
                </a:lnTo>
                <a:lnTo>
                  <a:pt x="1281002" y="67446"/>
                </a:lnTo>
                <a:lnTo>
                  <a:pt x="1281001" y="67977"/>
                </a:lnTo>
                <a:lnTo>
                  <a:pt x="1280997" y="68494"/>
                </a:lnTo>
                <a:lnTo>
                  <a:pt x="1280991" y="68996"/>
                </a:lnTo>
                <a:lnTo>
                  <a:pt x="1280982" y="69484"/>
                </a:lnTo>
                <a:lnTo>
                  <a:pt x="1280971" y="69958"/>
                </a:lnTo>
                <a:close/>
                <a:moveTo>
                  <a:pt x="1356953" y="66053"/>
                </a:moveTo>
                <a:lnTo>
                  <a:pt x="1357039" y="66972"/>
                </a:lnTo>
                <a:lnTo>
                  <a:pt x="1357140" y="67879"/>
                </a:lnTo>
                <a:lnTo>
                  <a:pt x="1357256" y="68773"/>
                </a:lnTo>
                <a:lnTo>
                  <a:pt x="1357388" y="69654"/>
                </a:lnTo>
                <a:lnTo>
                  <a:pt x="1357535" y="70524"/>
                </a:lnTo>
                <a:lnTo>
                  <a:pt x="1357698" y="71380"/>
                </a:lnTo>
                <a:lnTo>
                  <a:pt x="1357877" y="72224"/>
                </a:lnTo>
                <a:lnTo>
                  <a:pt x="1358071" y="73056"/>
                </a:lnTo>
                <a:lnTo>
                  <a:pt x="1358280" y="73875"/>
                </a:lnTo>
                <a:lnTo>
                  <a:pt x="1358505" y="74682"/>
                </a:lnTo>
                <a:lnTo>
                  <a:pt x="1358746" y="75476"/>
                </a:lnTo>
                <a:lnTo>
                  <a:pt x="1359002" y="76258"/>
                </a:lnTo>
                <a:lnTo>
                  <a:pt x="1359273" y="77027"/>
                </a:lnTo>
                <a:lnTo>
                  <a:pt x="1359560" y="77784"/>
                </a:lnTo>
                <a:lnTo>
                  <a:pt x="1359863" y="78528"/>
                </a:lnTo>
                <a:lnTo>
                  <a:pt x="1360181" y="79260"/>
                </a:lnTo>
                <a:lnTo>
                  <a:pt x="1360515" y="79980"/>
                </a:lnTo>
                <a:lnTo>
                  <a:pt x="1360864" y="80687"/>
                </a:lnTo>
                <a:lnTo>
                  <a:pt x="1361228" y="81381"/>
                </a:lnTo>
                <a:lnTo>
                  <a:pt x="1361608" y="82062"/>
                </a:lnTo>
                <a:lnTo>
                  <a:pt x="1362002" y="82730"/>
                </a:lnTo>
                <a:lnTo>
                  <a:pt x="1362410" y="83383"/>
                </a:lnTo>
                <a:lnTo>
                  <a:pt x="1362832" y="84023"/>
                </a:lnTo>
                <a:lnTo>
                  <a:pt x="1363269" y="84649"/>
                </a:lnTo>
                <a:lnTo>
                  <a:pt x="1363720" y="85261"/>
                </a:lnTo>
                <a:lnTo>
                  <a:pt x="1364185" y="85859"/>
                </a:lnTo>
                <a:lnTo>
                  <a:pt x="1364665" y="86444"/>
                </a:lnTo>
                <a:lnTo>
                  <a:pt x="1365158" y="87014"/>
                </a:lnTo>
                <a:lnTo>
                  <a:pt x="1365667" y="87571"/>
                </a:lnTo>
                <a:lnTo>
                  <a:pt x="1366189" y="88114"/>
                </a:lnTo>
                <a:lnTo>
                  <a:pt x="1366726" y="88643"/>
                </a:lnTo>
                <a:lnTo>
                  <a:pt x="1367276" y="89158"/>
                </a:lnTo>
                <a:lnTo>
                  <a:pt x="1367842" y="89660"/>
                </a:lnTo>
                <a:lnTo>
                  <a:pt x="1368421" y="90147"/>
                </a:lnTo>
                <a:lnTo>
                  <a:pt x="1369015" y="90621"/>
                </a:lnTo>
                <a:lnTo>
                  <a:pt x="1369623" y="91081"/>
                </a:lnTo>
                <a:lnTo>
                  <a:pt x="1370245" y="91527"/>
                </a:lnTo>
                <a:lnTo>
                  <a:pt x="1370882" y="91960"/>
                </a:lnTo>
                <a:lnTo>
                  <a:pt x="1371533" y="92378"/>
                </a:lnTo>
                <a:lnTo>
                  <a:pt x="1372198" y="92783"/>
                </a:lnTo>
                <a:lnTo>
                  <a:pt x="1372877" y="93173"/>
                </a:lnTo>
                <a:lnTo>
                  <a:pt x="1373571" y="93550"/>
                </a:lnTo>
                <a:lnTo>
                  <a:pt x="1374279" y="93914"/>
                </a:lnTo>
                <a:lnTo>
                  <a:pt x="1374996" y="94262"/>
                </a:lnTo>
                <a:lnTo>
                  <a:pt x="1375716" y="94596"/>
                </a:lnTo>
                <a:lnTo>
                  <a:pt x="1376438" y="94915"/>
                </a:lnTo>
                <a:lnTo>
                  <a:pt x="1377164" y="95220"/>
                </a:lnTo>
                <a:lnTo>
                  <a:pt x="1377893" y="95509"/>
                </a:lnTo>
                <a:lnTo>
                  <a:pt x="1378625" y="95784"/>
                </a:lnTo>
                <a:lnTo>
                  <a:pt x="1379360" y="96044"/>
                </a:lnTo>
                <a:lnTo>
                  <a:pt x="1380097" y="96288"/>
                </a:lnTo>
                <a:lnTo>
                  <a:pt x="1380838" y="96518"/>
                </a:lnTo>
                <a:lnTo>
                  <a:pt x="1381582" y="96734"/>
                </a:lnTo>
                <a:lnTo>
                  <a:pt x="1382329" y="96934"/>
                </a:lnTo>
                <a:lnTo>
                  <a:pt x="1383079" y="97120"/>
                </a:lnTo>
                <a:lnTo>
                  <a:pt x="1383833" y="97290"/>
                </a:lnTo>
                <a:lnTo>
                  <a:pt x="1384589" y="97446"/>
                </a:lnTo>
                <a:lnTo>
                  <a:pt x="1385348" y="97587"/>
                </a:lnTo>
                <a:lnTo>
                  <a:pt x="1386110" y="97713"/>
                </a:lnTo>
                <a:lnTo>
                  <a:pt x="1386875" y="97825"/>
                </a:lnTo>
                <a:lnTo>
                  <a:pt x="1387644" y="97921"/>
                </a:lnTo>
                <a:lnTo>
                  <a:pt x="1388415" y="98003"/>
                </a:lnTo>
                <a:lnTo>
                  <a:pt x="1389189" y="98070"/>
                </a:lnTo>
                <a:lnTo>
                  <a:pt x="1389967" y="98121"/>
                </a:lnTo>
                <a:lnTo>
                  <a:pt x="1390747" y="98159"/>
                </a:lnTo>
                <a:lnTo>
                  <a:pt x="1391531" y="98181"/>
                </a:lnTo>
                <a:lnTo>
                  <a:pt x="1392317" y="98188"/>
                </a:lnTo>
                <a:lnTo>
                  <a:pt x="1393582" y="98170"/>
                </a:lnTo>
                <a:lnTo>
                  <a:pt x="1394828" y="98117"/>
                </a:lnTo>
                <a:lnTo>
                  <a:pt x="1396057" y="98028"/>
                </a:lnTo>
                <a:lnTo>
                  <a:pt x="1397267" y="97903"/>
                </a:lnTo>
                <a:lnTo>
                  <a:pt x="1398460" y="97743"/>
                </a:lnTo>
                <a:lnTo>
                  <a:pt x="1399634" y="97547"/>
                </a:lnTo>
                <a:lnTo>
                  <a:pt x="1400790" y="97315"/>
                </a:lnTo>
                <a:lnTo>
                  <a:pt x="1401928" y="97048"/>
                </a:lnTo>
                <a:lnTo>
                  <a:pt x="1403048" y="96745"/>
                </a:lnTo>
                <a:lnTo>
                  <a:pt x="1404150" y="96406"/>
                </a:lnTo>
                <a:lnTo>
                  <a:pt x="1405233" y="96032"/>
                </a:lnTo>
                <a:lnTo>
                  <a:pt x="1406299" y="95622"/>
                </a:lnTo>
                <a:lnTo>
                  <a:pt x="1407346" y="95176"/>
                </a:lnTo>
                <a:lnTo>
                  <a:pt x="1408376" y="94695"/>
                </a:lnTo>
                <a:lnTo>
                  <a:pt x="1409387" y="94178"/>
                </a:lnTo>
                <a:lnTo>
                  <a:pt x="1410380" y="93626"/>
                </a:lnTo>
                <a:lnTo>
                  <a:pt x="1411355" y="93038"/>
                </a:lnTo>
                <a:lnTo>
                  <a:pt x="1412312" y="92414"/>
                </a:lnTo>
                <a:lnTo>
                  <a:pt x="1413251" y="91754"/>
                </a:lnTo>
                <a:lnTo>
                  <a:pt x="1414172" y="91059"/>
                </a:lnTo>
                <a:lnTo>
                  <a:pt x="1415074" y="90329"/>
                </a:lnTo>
                <a:lnTo>
                  <a:pt x="1415959" y="89562"/>
                </a:lnTo>
                <a:lnTo>
                  <a:pt x="1416825" y="88760"/>
                </a:lnTo>
                <a:lnTo>
                  <a:pt x="1417674" y="87923"/>
                </a:lnTo>
                <a:lnTo>
                  <a:pt x="1418496" y="87058"/>
                </a:lnTo>
                <a:lnTo>
                  <a:pt x="1419282" y="86174"/>
                </a:lnTo>
                <a:lnTo>
                  <a:pt x="1420034" y="85273"/>
                </a:lnTo>
                <a:lnTo>
                  <a:pt x="1420751" y="84352"/>
                </a:lnTo>
                <a:lnTo>
                  <a:pt x="1421433" y="83413"/>
                </a:lnTo>
                <a:lnTo>
                  <a:pt x="1422080" y="82456"/>
                </a:lnTo>
                <a:lnTo>
                  <a:pt x="1422692" y="81480"/>
                </a:lnTo>
                <a:lnTo>
                  <a:pt x="1423269" y="80485"/>
                </a:lnTo>
                <a:lnTo>
                  <a:pt x="1423811" y="79472"/>
                </a:lnTo>
                <a:lnTo>
                  <a:pt x="1424318" y="78440"/>
                </a:lnTo>
                <a:lnTo>
                  <a:pt x="1424790" y="77390"/>
                </a:lnTo>
                <a:lnTo>
                  <a:pt x="1425227" y="76321"/>
                </a:lnTo>
                <a:lnTo>
                  <a:pt x="1425629" y="75234"/>
                </a:lnTo>
                <a:lnTo>
                  <a:pt x="1425997" y="74128"/>
                </a:lnTo>
                <a:lnTo>
                  <a:pt x="1426329" y="73003"/>
                </a:lnTo>
                <a:lnTo>
                  <a:pt x="1426626" y="71860"/>
                </a:lnTo>
                <a:lnTo>
                  <a:pt x="1426888" y="70698"/>
                </a:lnTo>
                <a:lnTo>
                  <a:pt x="1427116" y="69518"/>
                </a:lnTo>
                <a:lnTo>
                  <a:pt x="1427308" y="68320"/>
                </a:lnTo>
                <a:lnTo>
                  <a:pt x="1427465" y="67102"/>
                </a:lnTo>
                <a:lnTo>
                  <a:pt x="1427588" y="65867"/>
                </a:lnTo>
                <a:lnTo>
                  <a:pt x="1427675" y="64612"/>
                </a:lnTo>
                <a:lnTo>
                  <a:pt x="1427728" y="63339"/>
                </a:lnTo>
                <a:lnTo>
                  <a:pt x="1427745" y="62048"/>
                </a:lnTo>
                <a:lnTo>
                  <a:pt x="1427728" y="60767"/>
                </a:lnTo>
                <a:lnTo>
                  <a:pt x="1427676" y="59505"/>
                </a:lnTo>
                <a:lnTo>
                  <a:pt x="1427589" y="58261"/>
                </a:lnTo>
                <a:lnTo>
                  <a:pt x="1427468" y="57036"/>
                </a:lnTo>
                <a:lnTo>
                  <a:pt x="1427312" y="55830"/>
                </a:lnTo>
                <a:lnTo>
                  <a:pt x="1427122" y="54642"/>
                </a:lnTo>
                <a:lnTo>
                  <a:pt x="1426897" y="53473"/>
                </a:lnTo>
                <a:lnTo>
                  <a:pt x="1426637" y="52322"/>
                </a:lnTo>
                <a:lnTo>
                  <a:pt x="1426342" y="51189"/>
                </a:lnTo>
                <a:lnTo>
                  <a:pt x="1426013" y="50076"/>
                </a:lnTo>
                <a:lnTo>
                  <a:pt x="1425650" y="48981"/>
                </a:lnTo>
                <a:lnTo>
                  <a:pt x="1425252" y="47904"/>
                </a:lnTo>
                <a:lnTo>
                  <a:pt x="1424819" y="46846"/>
                </a:lnTo>
                <a:lnTo>
                  <a:pt x="1424351" y="45806"/>
                </a:lnTo>
                <a:lnTo>
                  <a:pt x="1423849" y="44786"/>
                </a:lnTo>
                <a:lnTo>
                  <a:pt x="1423312" y="43783"/>
                </a:lnTo>
                <a:lnTo>
                  <a:pt x="1422741" y="42799"/>
                </a:lnTo>
                <a:lnTo>
                  <a:pt x="1422135" y="41834"/>
                </a:lnTo>
                <a:lnTo>
                  <a:pt x="1421494" y="40887"/>
                </a:lnTo>
                <a:lnTo>
                  <a:pt x="1420819" y="39959"/>
                </a:lnTo>
                <a:lnTo>
                  <a:pt x="1420109" y="39050"/>
                </a:lnTo>
                <a:lnTo>
                  <a:pt x="1419364" y="38158"/>
                </a:lnTo>
                <a:lnTo>
                  <a:pt x="1418585" y="37286"/>
                </a:lnTo>
                <a:lnTo>
                  <a:pt x="1417771" y="36432"/>
                </a:lnTo>
                <a:lnTo>
                  <a:pt x="1416930" y="35605"/>
                </a:lnTo>
                <a:lnTo>
                  <a:pt x="1416069" y="34813"/>
                </a:lnTo>
                <a:lnTo>
                  <a:pt x="1415189" y="34056"/>
                </a:lnTo>
                <a:lnTo>
                  <a:pt x="1414290" y="33335"/>
                </a:lnTo>
                <a:lnTo>
                  <a:pt x="1413370" y="32649"/>
                </a:lnTo>
                <a:lnTo>
                  <a:pt x="1412432" y="31997"/>
                </a:lnTo>
                <a:lnTo>
                  <a:pt x="1411473" y="31381"/>
                </a:lnTo>
                <a:lnTo>
                  <a:pt x="1410495" y="30801"/>
                </a:lnTo>
                <a:lnTo>
                  <a:pt x="1409498" y="30255"/>
                </a:lnTo>
                <a:lnTo>
                  <a:pt x="1408481" y="29745"/>
                </a:lnTo>
                <a:lnTo>
                  <a:pt x="1407444" y="29270"/>
                </a:lnTo>
                <a:lnTo>
                  <a:pt x="1406388" y="28830"/>
                </a:lnTo>
                <a:lnTo>
                  <a:pt x="1405312" y="28425"/>
                </a:lnTo>
                <a:lnTo>
                  <a:pt x="1404217" y="28056"/>
                </a:lnTo>
                <a:lnTo>
                  <a:pt x="1403102" y="27721"/>
                </a:lnTo>
                <a:lnTo>
                  <a:pt x="1401967" y="27422"/>
                </a:lnTo>
                <a:lnTo>
                  <a:pt x="1400813" y="27158"/>
                </a:lnTo>
                <a:lnTo>
                  <a:pt x="1399640" y="26929"/>
                </a:lnTo>
                <a:lnTo>
                  <a:pt x="1398447" y="26736"/>
                </a:lnTo>
                <a:lnTo>
                  <a:pt x="1397234" y="26577"/>
                </a:lnTo>
                <a:lnTo>
                  <a:pt x="1396002" y="26454"/>
                </a:lnTo>
                <a:lnTo>
                  <a:pt x="1394750" y="26366"/>
                </a:lnTo>
                <a:lnTo>
                  <a:pt x="1393478" y="26313"/>
                </a:lnTo>
                <a:lnTo>
                  <a:pt x="1392187" y="26296"/>
                </a:lnTo>
                <a:lnTo>
                  <a:pt x="1391349" y="26304"/>
                </a:lnTo>
                <a:lnTo>
                  <a:pt x="1390517" y="26327"/>
                </a:lnTo>
                <a:lnTo>
                  <a:pt x="1389691" y="26366"/>
                </a:lnTo>
                <a:lnTo>
                  <a:pt x="1388873" y="26420"/>
                </a:lnTo>
                <a:lnTo>
                  <a:pt x="1388060" y="26490"/>
                </a:lnTo>
                <a:lnTo>
                  <a:pt x="1387255" y="26575"/>
                </a:lnTo>
                <a:lnTo>
                  <a:pt x="1386456" y="26676"/>
                </a:lnTo>
                <a:lnTo>
                  <a:pt x="1385664" y="26792"/>
                </a:lnTo>
                <a:lnTo>
                  <a:pt x="1384878" y="26924"/>
                </a:lnTo>
                <a:lnTo>
                  <a:pt x="1384099" y="27072"/>
                </a:lnTo>
                <a:lnTo>
                  <a:pt x="1383327" y="27235"/>
                </a:lnTo>
                <a:lnTo>
                  <a:pt x="1382561" y="27413"/>
                </a:lnTo>
                <a:lnTo>
                  <a:pt x="1381802" y="27607"/>
                </a:lnTo>
                <a:lnTo>
                  <a:pt x="1381050" y="27817"/>
                </a:lnTo>
                <a:lnTo>
                  <a:pt x="1380304" y="28042"/>
                </a:lnTo>
                <a:lnTo>
                  <a:pt x="1379565" y="28282"/>
                </a:lnTo>
                <a:lnTo>
                  <a:pt x="1378832" y="28538"/>
                </a:lnTo>
                <a:lnTo>
                  <a:pt x="1378107" y="28810"/>
                </a:lnTo>
                <a:lnTo>
                  <a:pt x="1377387" y="29097"/>
                </a:lnTo>
                <a:lnTo>
                  <a:pt x="1376675" y="29399"/>
                </a:lnTo>
                <a:lnTo>
                  <a:pt x="1375969" y="29717"/>
                </a:lnTo>
                <a:lnTo>
                  <a:pt x="1375269" y="30051"/>
                </a:lnTo>
                <a:lnTo>
                  <a:pt x="1374577" y="30400"/>
                </a:lnTo>
                <a:lnTo>
                  <a:pt x="1373891" y="30765"/>
                </a:lnTo>
                <a:lnTo>
                  <a:pt x="1373214" y="31144"/>
                </a:lnTo>
                <a:lnTo>
                  <a:pt x="1372551" y="31538"/>
                </a:lnTo>
                <a:lnTo>
                  <a:pt x="1371900" y="31945"/>
                </a:lnTo>
                <a:lnTo>
                  <a:pt x="1371263" y="32366"/>
                </a:lnTo>
                <a:lnTo>
                  <a:pt x="1370638" y="32801"/>
                </a:lnTo>
                <a:lnTo>
                  <a:pt x="1370027" y="33250"/>
                </a:lnTo>
                <a:lnTo>
                  <a:pt x="1369428" y="33713"/>
                </a:lnTo>
                <a:lnTo>
                  <a:pt x="1368842" y="34190"/>
                </a:lnTo>
                <a:lnTo>
                  <a:pt x="1368269" y="34681"/>
                </a:lnTo>
                <a:lnTo>
                  <a:pt x="1367709" y="35186"/>
                </a:lnTo>
                <a:lnTo>
                  <a:pt x="1367162" y="35705"/>
                </a:lnTo>
                <a:lnTo>
                  <a:pt x="1366628" y="36238"/>
                </a:lnTo>
                <a:lnTo>
                  <a:pt x="1366107" y="36784"/>
                </a:lnTo>
                <a:lnTo>
                  <a:pt x="1365599" y="37345"/>
                </a:lnTo>
                <a:lnTo>
                  <a:pt x="1365104" y="37920"/>
                </a:lnTo>
                <a:lnTo>
                  <a:pt x="1364622" y="38508"/>
                </a:lnTo>
                <a:lnTo>
                  <a:pt x="1364152" y="39111"/>
                </a:lnTo>
                <a:lnTo>
                  <a:pt x="1363696" y="39727"/>
                </a:lnTo>
                <a:lnTo>
                  <a:pt x="1363252" y="40357"/>
                </a:lnTo>
                <a:lnTo>
                  <a:pt x="1362822" y="41002"/>
                </a:lnTo>
                <a:lnTo>
                  <a:pt x="1362404" y="41660"/>
                </a:lnTo>
                <a:lnTo>
                  <a:pt x="1361999" y="42332"/>
                </a:lnTo>
                <a:lnTo>
                  <a:pt x="1361607" y="43018"/>
                </a:lnTo>
                <a:lnTo>
                  <a:pt x="1361228" y="43718"/>
                </a:lnTo>
                <a:lnTo>
                  <a:pt x="1360864" y="44426"/>
                </a:lnTo>
                <a:lnTo>
                  <a:pt x="1360515" y="45137"/>
                </a:lnTo>
                <a:lnTo>
                  <a:pt x="1360181" y="45849"/>
                </a:lnTo>
                <a:lnTo>
                  <a:pt x="1359863" y="46563"/>
                </a:lnTo>
                <a:lnTo>
                  <a:pt x="1359560" y="47279"/>
                </a:lnTo>
                <a:lnTo>
                  <a:pt x="1359273" y="47997"/>
                </a:lnTo>
                <a:lnTo>
                  <a:pt x="1359002" y="48717"/>
                </a:lnTo>
                <a:lnTo>
                  <a:pt x="1358746" y="49440"/>
                </a:lnTo>
                <a:lnTo>
                  <a:pt x="1358505" y="50164"/>
                </a:lnTo>
                <a:lnTo>
                  <a:pt x="1358280" y="50890"/>
                </a:lnTo>
                <a:lnTo>
                  <a:pt x="1358071" y="51618"/>
                </a:lnTo>
                <a:lnTo>
                  <a:pt x="1357877" y="52349"/>
                </a:lnTo>
                <a:lnTo>
                  <a:pt x="1357698" y="53081"/>
                </a:lnTo>
                <a:lnTo>
                  <a:pt x="1357535" y="53815"/>
                </a:lnTo>
                <a:lnTo>
                  <a:pt x="1357388" y="54552"/>
                </a:lnTo>
                <a:lnTo>
                  <a:pt x="1357256" y="55290"/>
                </a:lnTo>
                <a:lnTo>
                  <a:pt x="1357140" y="56031"/>
                </a:lnTo>
                <a:lnTo>
                  <a:pt x="1357039" y="56773"/>
                </a:lnTo>
                <a:lnTo>
                  <a:pt x="1356953" y="57518"/>
                </a:lnTo>
                <a:lnTo>
                  <a:pt x="1356884" y="58264"/>
                </a:lnTo>
                <a:lnTo>
                  <a:pt x="1356829" y="59013"/>
                </a:lnTo>
                <a:lnTo>
                  <a:pt x="1356790" y="59763"/>
                </a:lnTo>
                <a:lnTo>
                  <a:pt x="1356767" y="60516"/>
                </a:lnTo>
                <a:lnTo>
                  <a:pt x="1356759" y="61271"/>
                </a:lnTo>
                <a:lnTo>
                  <a:pt x="1356767" y="62252"/>
                </a:lnTo>
                <a:lnTo>
                  <a:pt x="1356790" y="63221"/>
                </a:lnTo>
                <a:lnTo>
                  <a:pt x="1356829" y="64177"/>
                </a:lnTo>
                <a:lnTo>
                  <a:pt x="1356884" y="65122"/>
                </a:lnTo>
                <a:lnTo>
                  <a:pt x="1356953" y="66053"/>
                </a:lnTo>
                <a:close/>
                <a:moveTo>
                  <a:pt x="1375623" y="58199"/>
                </a:moveTo>
                <a:lnTo>
                  <a:pt x="1375716" y="57440"/>
                </a:lnTo>
                <a:lnTo>
                  <a:pt x="1375826" y="56698"/>
                </a:lnTo>
                <a:lnTo>
                  <a:pt x="1375952" y="55972"/>
                </a:lnTo>
                <a:lnTo>
                  <a:pt x="1376096" y="55263"/>
                </a:lnTo>
                <a:lnTo>
                  <a:pt x="1376256" y="54571"/>
                </a:lnTo>
                <a:lnTo>
                  <a:pt x="1376433" y="53895"/>
                </a:lnTo>
                <a:lnTo>
                  <a:pt x="1376627" y="53235"/>
                </a:lnTo>
                <a:lnTo>
                  <a:pt x="1376838" y="52592"/>
                </a:lnTo>
                <a:lnTo>
                  <a:pt x="1377066" y="51966"/>
                </a:lnTo>
                <a:lnTo>
                  <a:pt x="1377310" y="51357"/>
                </a:lnTo>
                <a:lnTo>
                  <a:pt x="1377572" y="50764"/>
                </a:lnTo>
                <a:lnTo>
                  <a:pt x="1377850" y="50187"/>
                </a:lnTo>
                <a:lnTo>
                  <a:pt x="1378145" y="49627"/>
                </a:lnTo>
                <a:lnTo>
                  <a:pt x="1378457" y="49084"/>
                </a:lnTo>
                <a:lnTo>
                  <a:pt x="1378786" y="48558"/>
                </a:lnTo>
                <a:lnTo>
                  <a:pt x="1379132" y="48047"/>
                </a:lnTo>
                <a:lnTo>
                  <a:pt x="1379494" y="47554"/>
                </a:lnTo>
                <a:lnTo>
                  <a:pt x="1379874" y="47077"/>
                </a:lnTo>
                <a:lnTo>
                  <a:pt x="1380270" y="46617"/>
                </a:lnTo>
                <a:lnTo>
                  <a:pt x="1380679" y="46174"/>
                </a:lnTo>
                <a:lnTo>
                  <a:pt x="1381096" y="45750"/>
                </a:lnTo>
                <a:lnTo>
                  <a:pt x="1381520" y="45345"/>
                </a:lnTo>
                <a:lnTo>
                  <a:pt x="1381952" y="44959"/>
                </a:lnTo>
                <a:lnTo>
                  <a:pt x="1382393" y="44592"/>
                </a:lnTo>
                <a:lnTo>
                  <a:pt x="1382841" y="44244"/>
                </a:lnTo>
                <a:lnTo>
                  <a:pt x="1383297" y="43914"/>
                </a:lnTo>
                <a:lnTo>
                  <a:pt x="1383760" y="43603"/>
                </a:lnTo>
                <a:lnTo>
                  <a:pt x="1384232" y="43311"/>
                </a:lnTo>
                <a:lnTo>
                  <a:pt x="1384712" y="43038"/>
                </a:lnTo>
                <a:lnTo>
                  <a:pt x="1385199" y="42784"/>
                </a:lnTo>
                <a:lnTo>
                  <a:pt x="1385694" y="42549"/>
                </a:lnTo>
                <a:lnTo>
                  <a:pt x="1386198" y="42332"/>
                </a:lnTo>
                <a:lnTo>
                  <a:pt x="1386709" y="42134"/>
                </a:lnTo>
                <a:lnTo>
                  <a:pt x="1387228" y="41955"/>
                </a:lnTo>
                <a:lnTo>
                  <a:pt x="1387754" y="41795"/>
                </a:lnTo>
                <a:lnTo>
                  <a:pt x="1388289" y="41654"/>
                </a:lnTo>
                <a:lnTo>
                  <a:pt x="1388832" y="41531"/>
                </a:lnTo>
                <a:lnTo>
                  <a:pt x="1389382" y="41428"/>
                </a:lnTo>
                <a:lnTo>
                  <a:pt x="1389940" y="41343"/>
                </a:lnTo>
                <a:lnTo>
                  <a:pt x="1390507" y="41277"/>
                </a:lnTo>
                <a:lnTo>
                  <a:pt x="1391081" y="41230"/>
                </a:lnTo>
                <a:lnTo>
                  <a:pt x="1391662" y="41202"/>
                </a:lnTo>
                <a:lnTo>
                  <a:pt x="1392252" y="41192"/>
                </a:lnTo>
                <a:lnTo>
                  <a:pt x="1392842" y="41202"/>
                </a:lnTo>
                <a:lnTo>
                  <a:pt x="1393424" y="41230"/>
                </a:lnTo>
                <a:lnTo>
                  <a:pt x="1393997" y="41277"/>
                </a:lnTo>
                <a:lnTo>
                  <a:pt x="1394563" y="41343"/>
                </a:lnTo>
                <a:lnTo>
                  <a:pt x="1395121" y="41428"/>
                </a:lnTo>
                <a:lnTo>
                  <a:pt x="1395671" y="41531"/>
                </a:lnTo>
                <a:lnTo>
                  <a:pt x="1396213" y="41654"/>
                </a:lnTo>
                <a:lnTo>
                  <a:pt x="1396746" y="41795"/>
                </a:lnTo>
                <a:lnTo>
                  <a:pt x="1397272" y="41955"/>
                </a:lnTo>
                <a:lnTo>
                  <a:pt x="1397790" y="42134"/>
                </a:lnTo>
                <a:lnTo>
                  <a:pt x="1398300" y="42332"/>
                </a:lnTo>
                <a:lnTo>
                  <a:pt x="1398802" y="42549"/>
                </a:lnTo>
                <a:lnTo>
                  <a:pt x="1399296" y="42784"/>
                </a:lnTo>
                <a:lnTo>
                  <a:pt x="1399782" y="43038"/>
                </a:lnTo>
                <a:lnTo>
                  <a:pt x="1400260" y="43311"/>
                </a:lnTo>
                <a:lnTo>
                  <a:pt x="1400730" y="43603"/>
                </a:lnTo>
                <a:lnTo>
                  <a:pt x="1401192" y="43914"/>
                </a:lnTo>
                <a:lnTo>
                  <a:pt x="1401646" y="44244"/>
                </a:lnTo>
                <a:lnTo>
                  <a:pt x="1402092" y="44592"/>
                </a:lnTo>
                <a:lnTo>
                  <a:pt x="1402530" y="44959"/>
                </a:lnTo>
                <a:lnTo>
                  <a:pt x="1402960" y="45345"/>
                </a:lnTo>
                <a:lnTo>
                  <a:pt x="1403382" y="45750"/>
                </a:lnTo>
                <a:lnTo>
                  <a:pt x="1403796" y="46174"/>
                </a:lnTo>
                <a:lnTo>
                  <a:pt x="1404202" y="46617"/>
                </a:lnTo>
                <a:lnTo>
                  <a:pt x="1404596" y="47077"/>
                </a:lnTo>
                <a:lnTo>
                  <a:pt x="1404973" y="47553"/>
                </a:lnTo>
                <a:lnTo>
                  <a:pt x="1405333" y="48045"/>
                </a:lnTo>
                <a:lnTo>
                  <a:pt x="1405676" y="48554"/>
                </a:lnTo>
                <a:lnTo>
                  <a:pt x="1406003" y="49079"/>
                </a:lnTo>
                <a:lnTo>
                  <a:pt x="1406313" y="49619"/>
                </a:lnTo>
                <a:lnTo>
                  <a:pt x="1406606" y="50176"/>
                </a:lnTo>
                <a:lnTo>
                  <a:pt x="1406883" y="50749"/>
                </a:lnTo>
                <a:lnTo>
                  <a:pt x="1407142" y="51339"/>
                </a:lnTo>
                <a:lnTo>
                  <a:pt x="1407385" y="51944"/>
                </a:lnTo>
                <a:lnTo>
                  <a:pt x="1407611" y="52565"/>
                </a:lnTo>
                <a:lnTo>
                  <a:pt x="1407821" y="53203"/>
                </a:lnTo>
                <a:lnTo>
                  <a:pt x="1408014" y="53857"/>
                </a:lnTo>
                <a:lnTo>
                  <a:pt x="1408189" y="54526"/>
                </a:lnTo>
                <a:lnTo>
                  <a:pt x="1408349" y="55212"/>
                </a:lnTo>
                <a:lnTo>
                  <a:pt x="1408491" y="55915"/>
                </a:lnTo>
                <a:lnTo>
                  <a:pt x="1408617" y="56633"/>
                </a:lnTo>
                <a:lnTo>
                  <a:pt x="1408726" y="57367"/>
                </a:lnTo>
                <a:lnTo>
                  <a:pt x="1408818" y="58118"/>
                </a:lnTo>
                <a:lnTo>
                  <a:pt x="1408893" y="58884"/>
                </a:lnTo>
                <a:lnTo>
                  <a:pt x="1408952" y="59667"/>
                </a:lnTo>
                <a:lnTo>
                  <a:pt x="1408994" y="60466"/>
                </a:lnTo>
                <a:lnTo>
                  <a:pt x="1409019" y="61281"/>
                </a:lnTo>
                <a:lnTo>
                  <a:pt x="1409027" y="62113"/>
                </a:lnTo>
                <a:lnTo>
                  <a:pt x="1409019" y="62965"/>
                </a:lnTo>
                <a:lnTo>
                  <a:pt x="1408994" y="63800"/>
                </a:lnTo>
                <a:lnTo>
                  <a:pt x="1408952" y="64618"/>
                </a:lnTo>
                <a:lnTo>
                  <a:pt x="1408893" y="65420"/>
                </a:lnTo>
                <a:lnTo>
                  <a:pt x="1408818" y="66204"/>
                </a:lnTo>
                <a:lnTo>
                  <a:pt x="1408726" y="66971"/>
                </a:lnTo>
                <a:lnTo>
                  <a:pt x="1408617" y="67721"/>
                </a:lnTo>
                <a:lnTo>
                  <a:pt x="1408491" y="68454"/>
                </a:lnTo>
                <a:lnTo>
                  <a:pt x="1408349" y="69170"/>
                </a:lnTo>
                <a:lnTo>
                  <a:pt x="1408189" y="69869"/>
                </a:lnTo>
                <a:lnTo>
                  <a:pt x="1408014" y="70551"/>
                </a:lnTo>
                <a:lnTo>
                  <a:pt x="1407821" y="71216"/>
                </a:lnTo>
                <a:lnTo>
                  <a:pt x="1407611" y="71864"/>
                </a:lnTo>
                <a:lnTo>
                  <a:pt x="1407385" y="72495"/>
                </a:lnTo>
                <a:lnTo>
                  <a:pt x="1407142" y="73109"/>
                </a:lnTo>
                <a:lnTo>
                  <a:pt x="1406883" y="73706"/>
                </a:lnTo>
                <a:lnTo>
                  <a:pt x="1406606" y="74286"/>
                </a:lnTo>
                <a:lnTo>
                  <a:pt x="1406313" y="74849"/>
                </a:lnTo>
                <a:lnTo>
                  <a:pt x="1406003" y="75394"/>
                </a:lnTo>
                <a:lnTo>
                  <a:pt x="1405676" y="75923"/>
                </a:lnTo>
                <a:lnTo>
                  <a:pt x="1405333" y="76435"/>
                </a:lnTo>
                <a:lnTo>
                  <a:pt x="1404973" y="76929"/>
                </a:lnTo>
                <a:lnTo>
                  <a:pt x="1404596" y="77407"/>
                </a:lnTo>
                <a:lnTo>
                  <a:pt x="1404202" y="77867"/>
                </a:lnTo>
                <a:lnTo>
                  <a:pt x="1403796" y="78310"/>
                </a:lnTo>
                <a:lnTo>
                  <a:pt x="1403382" y="78734"/>
                </a:lnTo>
                <a:lnTo>
                  <a:pt x="1402960" y="79139"/>
                </a:lnTo>
                <a:lnTo>
                  <a:pt x="1402530" y="79525"/>
                </a:lnTo>
                <a:lnTo>
                  <a:pt x="1402092" y="79892"/>
                </a:lnTo>
                <a:lnTo>
                  <a:pt x="1401646" y="80240"/>
                </a:lnTo>
                <a:lnTo>
                  <a:pt x="1401192" y="80570"/>
                </a:lnTo>
                <a:lnTo>
                  <a:pt x="1400730" y="80881"/>
                </a:lnTo>
                <a:lnTo>
                  <a:pt x="1400260" y="81173"/>
                </a:lnTo>
                <a:lnTo>
                  <a:pt x="1399782" y="81446"/>
                </a:lnTo>
                <a:lnTo>
                  <a:pt x="1399296" y="81700"/>
                </a:lnTo>
                <a:lnTo>
                  <a:pt x="1398802" y="81936"/>
                </a:lnTo>
                <a:lnTo>
                  <a:pt x="1398300" y="82152"/>
                </a:lnTo>
                <a:lnTo>
                  <a:pt x="1397790" y="82350"/>
                </a:lnTo>
                <a:lnTo>
                  <a:pt x="1397272" y="82529"/>
                </a:lnTo>
                <a:lnTo>
                  <a:pt x="1396746" y="82689"/>
                </a:lnTo>
                <a:lnTo>
                  <a:pt x="1396213" y="82830"/>
                </a:lnTo>
                <a:lnTo>
                  <a:pt x="1395671" y="82953"/>
                </a:lnTo>
                <a:lnTo>
                  <a:pt x="1395121" y="83056"/>
                </a:lnTo>
                <a:lnTo>
                  <a:pt x="1394563" y="83141"/>
                </a:lnTo>
                <a:lnTo>
                  <a:pt x="1393997" y="83207"/>
                </a:lnTo>
                <a:lnTo>
                  <a:pt x="1393424" y="83254"/>
                </a:lnTo>
                <a:lnTo>
                  <a:pt x="1392842" y="83282"/>
                </a:lnTo>
                <a:lnTo>
                  <a:pt x="1392252" y="83292"/>
                </a:lnTo>
                <a:lnTo>
                  <a:pt x="1391662" y="83282"/>
                </a:lnTo>
                <a:lnTo>
                  <a:pt x="1391081" y="83254"/>
                </a:lnTo>
                <a:lnTo>
                  <a:pt x="1390507" y="83207"/>
                </a:lnTo>
                <a:lnTo>
                  <a:pt x="1389940" y="83141"/>
                </a:lnTo>
                <a:lnTo>
                  <a:pt x="1389382" y="83056"/>
                </a:lnTo>
                <a:lnTo>
                  <a:pt x="1388832" y="82953"/>
                </a:lnTo>
                <a:lnTo>
                  <a:pt x="1388289" y="82830"/>
                </a:lnTo>
                <a:lnTo>
                  <a:pt x="1387754" y="82689"/>
                </a:lnTo>
                <a:lnTo>
                  <a:pt x="1387228" y="82529"/>
                </a:lnTo>
                <a:lnTo>
                  <a:pt x="1386709" y="82350"/>
                </a:lnTo>
                <a:lnTo>
                  <a:pt x="1386198" y="82152"/>
                </a:lnTo>
                <a:lnTo>
                  <a:pt x="1385694" y="81936"/>
                </a:lnTo>
                <a:lnTo>
                  <a:pt x="1385199" y="81700"/>
                </a:lnTo>
                <a:lnTo>
                  <a:pt x="1384712" y="81446"/>
                </a:lnTo>
                <a:lnTo>
                  <a:pt x="1384232" y="81173"/>
                </a:lnTo>
                <a:lnTo>
                  <a:pt x="1383760" y="80881"/>
                </a:lnTo>
                <a:lnTo>
                  <a:pt x="1383297" y="80570"/>
                </a:lnTo>
                <a:lnTo>
                  <a:pt x="1382841" y="80240"/>
                </a:lnTo>
                <a:lnTo>
                  <a:pt x="1382393" y="79892"/>
                </a:lnTo>
                <a:lnTo>
                  <a:pt x="1381952" y="79525"/>
                </a:lnTo>
                <a:lnTo>
                  <a:pt x="1381520" y="79139"/>
                </a:lnTo>
                <a:lnTo>
                  <a:pt x="1381096" y="78734"/>
                </a:lnTo>
                <a:lnTo>
                  <a:pt x="1380679" y="78310"/>
                </a:lnTo>
                <a:lnTo>
                  <a:pt x="1380270" y="77867"/>
                </a:lnTo>
                <a:lnTo>
                  <a:pt x="1379874" y="77407"/>
                </a:lnTo>
                <a:lnTo>
                  <a:pt x="1379494" y="76930"/>
                </a:lnTo>
                <a:lnTo>
                  <a:pt x="1379132" y="76437"/>
                </a:lnTo>
                <a:lnTo>
                  <a:pt x="1378786" y="75927"/>
                </a:lnTo>
                <a:lnTo>
                  <a:pt x="1378457" y="75400"/>
                </a:lnTo>
                <a:lnTo>
                  <a:pt x="1378145" y="74857"/>
                </a:lnTo>
                <a:lnTo>
                  <a:pt x="1377850" y="74297"/>
                </a:lnTo>
                <a:lnTo>
                  <a:pt x="1377572" y="73720"/>
                </a:lnTo>
                <a:lnTo>
                  <a:pt x="1377310" y="73127"/>
                </a:lnTo>
                <a:lnTo>
                  <a:pt x="1377066" y="72518"/>
                </a:lnTo>
                <a:lnTo>
                  <a:pt x="1376838" y="71892"/>
                </a:lnTo>
                <a:lnTo>
                  <a:pt x="1376627" y="71249"/>
                </a:lnTo>
                <a:lnTo>
                  <a:pt x="1376433" y="70589"/>
                </a:lnTo>
                <a:lnTo>
                  <a:pt x="1376256" y="69914"/>
                </a:lnTo>
                <a:lnTo>
                  <a:pt x="1376096" y="69221"/>
                </a:lnTo>
                <a:lnTo>
                  <a:pt x="1375952" y="68512"/>
                </a:lnTo>
                <a:lnTo>
                  <a:pt x="1375826" y="67786"/>
                </a:lnTo>
                <a:lnTo>
                  <a:pt x="1375716" y="67044"/>
                </a:lnTo>
                <a:lnTo>
                  <a:pt x="1375623" y="66285"/>
                </a:lnTo>
                <a:lnTo>
                  <a:pt x="1375548" y="65510"/>
                </a:lnTo>
                <a:lnTo>
                  <a:pt x="1375488" y="64718"/>
                </a:lnTo>
                <a:lnTo>
                  <a:pt x="1375446" y="63909"/>
                </a:lnTo>
                <a:lnTo>
                  <a:pt x="1375421" y="63084"/>
                </a:lnTo>
                <a:lnTo>
                  <a:pt x="1375413" y="62242"/>
                </a:lnTo>
                <a:lnTo>
                  <a:pt x="1375421" y="61400"/>
                </a:lnTo>
                <a:lnTo>
                  <a:pt x="1375446" y="60575"/>
                </a:lnTo>
                <a:lnTo>
                  <a:pt x="1375488" y="59766"/>
                </a:lnTo>
                <a:lnTo>
                  <a:pt x="1375548" y="58974"/>
                </a:lnTo>
                <a:lnTo>
                  <a:pt x="1375623" y="58199"/>
                </a:lnTo>
                <a:close/>
                <a:moveTo>
                  <a:pt x="1665409" y="76778"/>
                </a:moveTo>
                <a:lnTo>
                  <a:pt x="1665257" y="77155"/>
                </a:lnTo>
                <a:lnTo>
                  <a:pt x="1665101" y="77522"/>
                </a:lnTo>
                <a:lnTo>
                  <a:pt x="1664940" y="77880"/>
                </a:lnTo>
                <a:lnTo>
                  <a:pt x="1664773" y="78228"/>
                </a:lnTo>
                <a:lnTo>
                  <a:pt x="1664602" y="78565"/>
                </a:lnTo>
                <a:lnTo>
                  <a:pt x="1664426" y="78893"/>
                </a:lnTo>
                <a:lnTo>
                  <a:pt x="1664245" y="79211"/>
                </a:lnTo>
                <a:lnTo>
                  <a:pt x="1664059" y="79519"/>
                </a:lnTo>
                <a:lnTo>
                  <a:pt x="1663868" y="79818"/>
                </a:lnTo>
                <a:lnTo>
                  <a:pt x="1663672" y="80106"/>
                </a:lnTo>
                <a:lnTo>
                  <a:pt x="1663472" y="80384"/>
                </a:lnTo>
                <a:lnTo>
                  <a:pt x="1663266" y="80653"/>
                </a:lnTo>
                <a:lnTo>
                  <a:pt x="1663055" y="80911"/>
                </a:lnTo>
                <a:lnTo>
                  <a:pt x="1662839" y="81160"/>
                </a:lnTo>
                <a:lnTo>
                  <a:pt x="1662619" y="81399"/>
                </a:lnTo>
                <a:lnTo>
                  <a:pt x="1662393" y="81628"/>
                </a:lnTo>
                <a:lnTo>
                  <a:pt x="1662163" y="81847"/>
                </a:lnTo>
                <a:lnTo>
                  <a:pt x="1661927" y="82056"/>
                </a:lnTo>
                <a:lnTo>
                  <a:pt x="1661687" y="82255"/>
                </a:lnTo>
                <a:lnTo>
                  <a:pt x="1661442" y="82446"/>
                </a:lnTo>
                <a:lnTo>
                  <a:pt x="1661192" y="82628"/>
                </a:lnTo>
                <a:lnTo>
                  <a:pt x="1660937" y="82802"/>
                </a:lnTo>
                <a:lnTo>
                  <a:pt x="1660678" y="82968"/>
                </a:lnTo>
                <a:lnTo>
                  <a:pt x="1660413" y="83126"/>
                </a:lnTo>
                <a:lnTo>
                  <a:pt x="1660145" y="83275"/>
                </a:lnTo>
                <a:lnTo>
                  <a:pt x="1659871" y="83417"/>
                </a:lnTo>
                <a:lnTo>
                  <a:pt x="1659593" y="83551"/>
                </a:lnTo>
                <a:lnTo>
                  <a:pt x="1659310" y="83676"/>
                </a:lnTo>
                <a:lnTo>
                  <a:pt x="1659022" y="83794"/>
                </a:lnTo>
                <a:lnTo>
                  <a:pt x="1658729" y="83903"/>
                </a:lnTo>
                <a:lnTo>
                  <a:pt x="1658432" y="84004"/>
                </a:lnTo>
                <a:lnTo>
                  <a:pt x="1658130" y="84097"/>
                </a:lnTo>
                <a:lnTo>
                  <a:pt x="1657824" y="84182"/>
                </a:lnTo>
                <a:lnTo>
                  <a:pt x="1657512" y="84259"/>
                </a:lnTo>
                <a:lnTo>
                  <a:pt x="1657196" y="84328"/>
                </a:lnTo>
                <a:lnTo>
                  <a:pt x="1656875" y="84389"/>
                </a:lnTo>
                <a:lnTo>
                  <a:pt x="1656550" y="84441"/>
                </a:lnTo>
                <a:lnTo>
                  <a:pt x="1656220" y="84486"/>
                </a:lnTo>
                <a:lnTo>
                  <a:pt x="1655885" y="84522"/>
                </a:lnTo>
                <a:lnTo>
                  <a:pt x="1655545" y="84551"/>
                </a:lnTo>
                <a:lnTo>
                  <a:pt x="1655201" y="84571"/>
                </a:lnTo>
                <a:lnTo>
                  <a:pt x="1654851" y="84583"/>
                </a:lnTo>
                <a:lnTo>
                  <a:pt x="1654498" y="84587"/>
                </a:lnTo>
                <a:lnTo>
                  <a:pt x="1653978" y="84579"/>
                </a:lnTo>
                <a:lnTo>
                  <a:pt x="1653465" y="84556"/>
                </a:lnTo>
                <a:lnTo>
                  <a:pt x="1652959" y="84517"/>
                </a:lnTo>
                <a:lnTo>
                  <a:pt x="1652461" y="84462"/>
                </a:lnTo>
                <a:lnTo>
                  <a:pt x="1651970" y="84392"/>
                </a:lnTo>
                <a:lnTo>
                  <a:pt x="1651486" y="84306"/>
                </a:lnTo>
                <a:lnTo>
                  <a:pt x="1651009" y="84204"/>
                </a:lnTo>
                <a:lnTo>
                  <a:pt x="1650540" y="84087"/>
                </a:lnTo>
                <a:lnTo>
                  <a:pt x="1650077" y="83954"/>
                </a:lnTo>
                <a:lnTo>
                  <a:pt x="1649622" y="83806"/>
                </a:lnTo>
                <a:lnTo>
                  <a:pt x="1649174" y="83641"/>
                </a:lnTo>
                <a:lnTo>
                  <a:pt x="1648733" y="83462"/>
                </a:lnTo>
                <a:lnTo>
                  <a:pt x="1648300" y="83266"/>
                </a:lnTo>
                <a:lnTo>
                  <a:pt x="1647873" y="83055"/>
                </a:lnTo>
                <a:lnTo>
                  <a:pt x="1647454" y="82829"/>
                </a:lnTo>
                <a:lnTo>
                  <a:pt x="1647042" y="82586"/>
                </a:lnTo>
                <a:lnTo>
                  <a:pt x="1646637" y="82328"/>
                </a:lnTo>
                <a:lnTo>
                  <a:pt x="1646240" y="82055"/>
                </a:lnTo>
                <a:lnTo>
                  <a:pt x="1645849" y="81766"/>
                </a:lnTo>
                <a:lnTo>
                  <a:pt x="1645466" y="81461"/>
                </a:lnTo>
                <a:lnTo>
                  <a:pt x="1645090" y="81141"/>
                </a:lnTo>
                <a:lnTo>
                  <a:pt x="1644721" y="80805"/>
                </a:lnTo>
                <a:lnTo>
                  <a:pt x="1644360" y="80453"/>
                </a:lnTo>
                <a:lnTo>
                  <a:pt x="1644005" y="80086"/>
                </a:lnTo>
                <a:lnTo>
                  <a:pt x="1643661" y="79704"/>
                </a:lnTo>
                <a:lnTo>
                  <a:pt x="1643331" y="79310"/>
                </a:lnTo>
                <a:lnTo>
                  <a:pt x="1643015" y="78904"/>
                </a:lnTo>
                <a:lnTo>
                  <a:pt x="1642713" y="78485"/>
                </a:lnTo>
                <a:lnTo>
                  <a:pt x="1642425" y="78054"/>
                </a:lnTo>
                <a:lnTo>
                  <a:pt x="1642151" y="77610"/>
                </a:lnTo>
                <a:lnTo>
                  <a:pt x="1641891" y="77154"/>
                </a:lnTo>
                <a:lnTo>
                  <a:pt x="1641645" y="76685"/>
                </a:lnTo>
                <a:lnTo>
                  <a:pt x="1641412" y="76204"/>
                </a:lnTo>
                <a:lnTo>
                  <a:pt x="1641194" y="75710"/>
                </a:lnTo>
                <a:lnTo>
                  <a:pt x="1640990" y="75204"/>
                </a:lnTo>
                <a:lnTo>
                  <a:pt x="1640799" y="74686"/>
                </a:lnTo>
                <a:lnTo>
                  <a:pt x="1640623" y="74154"/>
                </a:lnTo>
                <a:lnTo>
                  <a:pt x="1640460" y="73611"/>
                </a:lnTo>
                <a:lnTo>
                  <a:pt x="1640311" y="73055"/>
                </a:lnTo>
                <a:lnTo>
                  <a:pt x="1640177" y="72486"/>
                </a:lnTo>
                <a:lnTo>
                  <a:pt x="1640056" y="71905"/>
                </a:lnTo>
                <a:lnTo>
                  <a:pt x="1639949" y="71312"/>
                </a:lnTo>
                <a:lnTo>
                  <a:pt x="1639856" y="70706"/>
                </a:lnTo>
                <a:lnTo>
                  <a:pt x="1639777" y="70087"/>
                </a:lnTo>
                <a:lnTo>
                  <a:pt x="1639712" y="69456"/>
                </a:lnTo>
                <a:lnTo>
                  <a:pt x="1639661" y="68813"/>
                </a:lnTo>
                <a:lnTo>
                  <a:pt x="1639624" y="68157"/>
                </a:lnTo>
                <a:lnTo>
                  <a:pt x="1639601" y="67488"/>
                </a:lnTo>
                <a:lnTo>
                  <a:pt x="1685198" y="67488"/>
                </a:lnTo>
                <a:lnTo>
                  <a:pt x="1685214" y="65764"/>
                </a:lnTo>
                <a:lnTo>
                  <a:pt x="1685198" y="64076"/>
                </a:lnTo>
                <a:lnTo>
                  <a:pt x="1685150" y="62427"/>
                </a:lnTo>
                <a:lnTo>
                  <a:pt x="1685070" y="60814"/>
                </a:lnTo>
                <a:lnTo>
                  <a:pt x="1684958" y="59240"/>
                </a:lnTo>
                <a:lnTo>
                  <a:pt x="1684813" y="57702"/>
                </a:lnTo>
                <a:lnTo>
                  <a:pt x="1684636" y="56202"/>
                </a:lnTo>
                <a:lnTo>
                  <a:pt x="1684428" y="54740"/>
                </a:lnTo>
                <a:lnTo>
                  <a:pt x="1684187" y="53315"/>
                </a:lnTo>
                <a:lnTo>
                  <a:pt x="1683914" y="51927"/>
                </a:lnTo>
                <a:lnTo>
                  <a:pt x="1683608" y="50577"/>
                </a:lnTo>
                <a:lnTo>
                  <a:pt x="1683271" y="49264"/>
                </a:lnTo>
                <a:lnTo>
                  <a:pt x="1682901" y="47989"/>
                </a:lnTo>
                <a:lnTo>
                  <a:pt x="1682499" y="46751"/>
                </a:lnTo>
                <a:lnTo>
                  <a:pt x="1682065" y="45551"/>
                </a:lnTo>
                <a:lnTo>
                  <a:pt x="1681599" y="44388"/>
                </a:lnTo>
                <a:lnTo>
                  <a:pt x="1681101" y="43262"/>
                </a:lnTo>
                <a:lnTo>
                  <a:pt x="1680571" y="42174"/>
                </a:lnTo>
                <a:lnTo>
                  <a:pt x="1680008" y="41123"/>
                </a:lnTo>
                <a:lnTo>
                  <a:pt x="1679413" y="40110"/>
                </a:lnTo>
                <a:lnTo>
                  <a:pt x="1678787" y="39135"/>
                </a:lnTo>
                <a:lnTo>
                  <a:pt x="1678128" y="38196"/>
                </a:lnTo>
                <a:lnTo>
                  <a:pt x="1677436" y="37295"/>
                </a:lnTo>
                <a:lnTo>
                  <a:pt x="1676713" y="36432"/>
                </a:lnTo>
                <a:lnTo>
                  <a:pt x="1675962" y="35605"/>
                </a:lnTo>
                <a:lnTo>
                  <a:pt x="1675189" y="34813"/>
                </a:lnTo>
                <a:lnTo>
                  <a:pt x="1674394" y="34056"/>
                </a:lnTo>
                <a:lnTo>
                  <a:pt x="1673575" y="33335"/>
                </a:lnTo>
                <a:lnTo>
                  <a:pt x="1672735" y="32649"/>
                </a:lnTo>
                <a:lnTo>
                  <a:pt x="1671872" y="31997"/>
                </a:lnTo>
                <a:lnTo>
                  <a:pt x="1670986" y="31381"/>
                </a:lnTo>
                <a:lnTo>
                  <a:pt x="1670078" y="30801"/>
                </a:lnTo>
                <a:lnTo>
                  <a:pt x="1669147" y="30255"/>
                </a:lnTo>
                <a:lnTo>
                  <a:pt x="1668194" y="29745"/>
                </a:lnTo>
                <a:lnTo>
                  <a:pt x="1667219" y="29270"/>
                </a:lnTo>
                <a:lnTo>
                  <a:pt x="1666221" y="28830"/>
                </a:lnTo>
                <a:lnTo>
                  <a:pt x="1665200" y="28425"/>
                </a:lnTo>
                <a:lnTo>
                  <a:pt x="1664157" y="28056"/>
                </a:lnTo>
                <a:lnTo>
                  <a:pt x="1663092" y="27721"/>
                </a:lnTo>
                <a:lnTo>
                  <a:pt x="1662003" y="27422"/>
                </a:lnTo>
                <a:lnTo>
                  <a:pt x="1660893" y="27158"/>
                </a:lnTo>
                <a:lnTo>
                  <a:pt x="1659760" y="26929"/>
                </a:lnTo>
                <a:lnTo>
                  <a:pt x="1658605" y="26736"/>
                </a:lnTo>
                <a:lnTo>
                  <a:pt x="1657427" y="26577"/>
                </a:lnTo>
                <a:lnTo>
                  <a:pt x="1656226" y="26454"/>
                </a:lnTo>
                <a:lnTo>
                  <a:pt x="1655003" y="26366"/>
                </a:lnTo>
                <a:lnTo>
                  <a:pt x="1653758" y="26313"/>
                </a:lnTo>
                <a:lnTo>
                  <a:pt x="1652490" y="26296"/>
                </a:lnTo>
                <a:lnTo>
                  <a:pt x="1651359" y="26313"/>
                </a:lnTo>
                <a:lnTo>
                  <a:pt x="1650245" y="26363"/>
                </a:lnTo>
                <a:lnTo>
                  <a:pt x="1649147" y="26447"/>
                </a:lnTo>
                <a:lnTo>
                  <a:pt x="1648066" y="26565"/>
                </a:lnTo>
                <a:lnTo>
                  <a:pt x="1647001" y="26716"/>
                </a:lnTo>
                <a:lnTo>
                  <a:pt x="1645952" y="26901"/>
                </a:lnTo>
                <a:lnTo>
                  <a:pt x="1644920" y="27120"/>
                </a:lnTo>
                <a:lnTo>
                  <a:pt x="1643904" y="27372"/>
                </a:lnTo>
                <a:lnTo>
                  <a:pt x="1642905" y="27657"/>
                </a:lnTo>
                <a:lnTo>
                  <a:pt x="1641922" y="27977"/>
                </a:lnTo>
                <a:lnTo>
                  <a:pt x="1640956" y="28330"/>
                </a:lnTo>
                <a:lnTo>
                  <a:pt x="1640006" y="28717"/>
                </a:lnTo>
                <a:lnTo>
                  <a:pt x="1639072" y="29137"/>
                </a:lnTo>
                <a:lnTo>
                  <a:pt x="1638155" y="29591"/>
                </a:lnTo>
                <a:lnTo>
                  <a:pt x="1637254" y="30078"/>
                </a:lnTo>
                <a:lnTo>
                  <a:pt x="1636370" y="30599"/>
                </a:lnTo>
                <a:lnTo>
                  <a:pt x="1635502" y="31154"/>
                </a:lnTo>
                <a:lnTo>
                  <a:pt x="1634650" y="31742"/>
                </a:lnTo>
                <a:lnTo>
                  <a:pt x="1633815" y="32364"/>
                </a:lnTo>
                <a:lnTo>
                  <a:pt x="1632996" y="33020"/>
                </a:lnTo>
                <a:lnTo>
                  <a:pt x="1632194" y="33709"/>
                </a:lnTo>
                <a:lnTo>
                  <a:pt x="1631408" y="34432"/>
                </a:lnTo>
                <a:lnTo>
                  <a:pt x="1630639" y="35189"/>
                </a:lnTo>
                <a:lnTo>
                  <a:pt x="1629886" y="35979"/>
                </a:lnTo>
                <a:lnTo>
                  <a:pt x="1629156" y="36798"/>
                </a:lnTo>
                <a:lnTo>
                  <a:pt x="1628458" y="37644"/>
                </a:lnTo>
                <a:lnTo>
                  <a:pt x="1627791" y="38515"/>
                </a:lnTo>
                <a:lnTo>
                  <a:pt x="1627155" y="39412"/>
                </a:lnTo>
                <a:lnTo>
                  <a:pt x="1626550" y="40335"/>
                </a:lnTo>
                <a:lnTo>
                  <a:pt x="1625975" y="41284"/>
                </a:lnTo>
                <a:lnTo>
                  <a:pt x="1625432" y="42258"/>
                </a:lnTo>
                <a:lnTo>
                  <a:pt x="1624920" y="43258"/>
                </a:lnTo>
                <a:lnTo>
                  <a:pt x="1624439" y="44284"/>
                </a:lnTo>
                <a:lnTo>
                  <a:pt x="1623989" y="45335"/>
                </a:lnTo>
                <a:lnTo>
                  <a:pt x="1623570" y="46412"/>
                </a:lnTo>
                <a:lnTo>
                  <a:pt x="1623182" y="47515"/>
                </a:lnTo>
                <a:lnTo>
                  <a:pt x="1622825" y="48644"/>
                </a:lnTo>
                <a:lnTo>
                  <a:pt x="1622500" y="49799"/>
                </a:lnTo>
                <a:lnTo>
                  <a:pt x="1622205" y="50979"/>
                </a:lnTo>
                <a:lnTo>
                  <a:pt x="1621941" y="52185"/>
                </a:lnTo>
                <a:lnTo>
                  <a:pt x="1621708" y="53417"/>
                </a:lnTo>
                <a:lnTo>
                  <a:pt x="1621506" y="54674"/>
                </a:lnTo>
                <a:lnTo>
                  <a:pt x="1621336" y="55958"/>
                </a:lnTo>
                <a:lnTo>
                  <a:pt x="1621196" y="57267"/>
                </a:lnTo>
                <a:lnTo>
                  <a:pt x="1621087" y="58601"/>
                </a:lnTo>
                <a:lnTo>
                  <a:pt x="1621010" y="59962"/>
                </a:lnTo>
                <a:lnTo>
                  <a:pt x="1620963" y="61348"/>
                </a:lnTo>
                <a:lnTo>
                  <a:pt x="1620948" y="62760"/>
                </a:lnTo>
                <a:lnTo>
                  <a:pt x="1620960" y="63944"/>
                </a:lnTo>
                <a:lnTo>
                  <a:pt x="1620995" y="65112"/>
                </a:lnTo>
                <a:lnTo>
                  <a:pt x="1621054" y="66262"/>
                </a:lnTo>
                <a:lnTo>
                  <a:pt x="1621137" y="67395"/>
                </a:lnTo>
                <a:lnTo>
                  <a:pt x="1621243" y="68511"/>
                </a:lnTo>
                <a:lnTo>
                  <a:pt x="1621373" y="69609"/>
                </a:lnTo>
                <a:lnTo>
                  <a:pt x="1621526" y="70691"/>
                </a:lnTo>
                <a:lnTo>
                  <a:pt x="1621703" y="71756"/>
                </a:lnTo>
                <a:lnTo>
                  <a:pt x="1621904" y="72803"/>
                </a:lnTo>
                <a:lnTo>
                  <a:pt x="1622128" y="73834"/>
                </a:lnTo>
                <a:lnTo>
                  <a:pt x="1622376" y="74847"/>
                </a:lnTo>
                <a:lnTo>
                  <a:pt x="1622648" y="75843"/>
                </a:lnTo>
                <a:lnTo>
                  <a:pt x="1622943" y="76822"/>
                </a:lnTo>
                <a:lnTo>
                  <a:pt x="1623262" y="77785"/>
                </a:lnTo>
                <a:lnTo>
                  <a:pt x="1623604" y="78730"/>
                </a:lnTo>
                <a:lnTo>
                  <a:pt x="1623970" y="79657"/>
                </a:lnTo>
                <a:lnTo>
                  <a:pt x="1624360" y="80568"/>
                </a:lnTo>
                <a:lnTo>
                  <a:pt x="1624773" y="81462"/>
                </a:lnTo>
                <a:lnTo>
                  <a:pt x="1625210" y="82339"/>
                </a:lnTo>
                <a:lnTo>
                  <a:pt x="1625670" y="83198"/>
                </a:lnTo>
                <a:lnTo>
                  <a:pt x="1626155" y="84041"/>
                </a:lnTo>
                <a:lnTo>
                  <a:pt x="1626662" y="84866"/>
                </a:lnTo>
                <a:lnTo>
                  <a:pt x="1627194" y="85674"/>
                </a:lnTo>
                <a:lnTo>
                  <a:pt x="1627748" y="86465"/>
                </a:lnTo>
                <a:lnTo>
                  <a:pt x="1628482" y="87422"/>
                </a:lnTo>
                <a:lnTo>
                  <a:pt x="1629249" y="88338"/>
                </a:lnTo>
                <a:lnTo>
                  <a:pt x="1630048" y="89213"/>
                </a:lnTo>
                <a:lnTo>
                  <a:pt x="1630879" y="90047"/>
                </a:lnTo>
                <a:lnTo>
                  <a:pt x="1631742" y="90841"/>
                </a:lnTo>
                <a:lnTo>
                  <a:pt x="1632638" y="91594"/>
                </a:lnTo>
                <a:lnTo>
                  <a:pt x="1633567" y="92306"/>
                </a:lnTo>
                <a:lnTo>
                  <a:pt x="1634527" y="92978"/>
                </a:lnTo>
                <a:lnTo>
                  <a:pt x="1635521" y="93609"/>
                </a:lnTo>
                <a:lnTo>
                  <a:pt x="1636546" y="94199"/>
                </a:lnTo>
                <a:lnTo>
                  <a:pt x="1637604" y="94749"/>
                </a:lnTo>
                <a:lnTo>
                  <a:pt x="1638694" y="95258"/>
                </a:lnTo>
                <a:lnTo>
                  <a:pt x="1639817" y="95726"/>
                </a:lnTo>
                <a:lnTo>
                  <a:pt x="1640972" y="96153"/>
                </a:lnTo>
                <a:lnTo>
                  <a:pt x="1642159" y="96540"/>
                </a:lnTo>
                <a:lnTo>
                  <a:pt x="1643379" y="96886"/>
                </a:lnTo>
                <a:lnTo>
                  <a:pt x="1644631" y="97191"/>
                </a:lnTo>
                <a:lnTo>
                  <a:pt x="1645916" y="97456"/>
                </a:lnTo>
                <a:lnTo>
                  <a:pt x="1647233" y="97679"/>
                </a:lnTo>
                <a:lnTo>
                  <a:pt x="1648582" y="97863"/>
                </a:lnTo>
                <a:lnTo>
                  <a:pt x="1649964" y="98005"/>
                </a:lnTo>
                <a:lnTo>
                  <a:pt x="1651378" y="98107"/>
                </a:lnTo>
                <a:lnTo>
                  <a:pt x="1652824" y="98168"/>
                </a:lnTo>
                <a:lnTo>
                  <a:pt x="1654303" y="98188"/>
                </a:lnTo>
                <a:lnTo>
                  <a:pt x="1655241" y="98179"/>
                </a:lnTo>
                <a:lnTo>
                  <a:pt x="1656166" y="98152"/>
                </a:lnTo>
                <a:lnTo>
                  <a:pt x="1657078" y="98107"/>
                </a:lnTo>
                <a:lnTo>
                  <a:pt x="1657976" y="98044"/>
                </a:lnTo>
                <a:lnTo>
                  <a:pt x="1658862" y="97963"/>
                </a:lnTo>
                <a:lnTo>
                  <a:pt x="1659734" y="97863"/>
                </a:lnTo>
                <a:lnTo>
                  <a:pt x="1660593" y="97746"/>
                </a:lnTo>
                <a:lnTo>
                  <a:pt x="1661439" y="97611"/>
                </a:lnTo>
                <a:lnTo>
                  <a:pt x="1662271" y="97457"/>
                </a:lnTo>
                <a:lnTo>
                  <a:pt x="1663091" y="97286"/>
                </a:lnTo>
                <a:lnTo>
                  <a:pt x="1663897" y="97096"/>
                </a:lnTo>
                <a:lnTo>
                  <a:pt x="1664690" y="96889"/>
                </a:lnTo>
                <a:lnTo>
                  <a:pt x="1665471" y="96663"/>
                </a:lnTo>
                <a:lnTo>
                  <a:pt x="1666237" y="96420"/>
                </a:lnTo>
                <a:lnTo>
                  <a:pt x="1666991" y="96158"/>
                </a:lnTo>
                <a:lnTo>
                  <a:pt x="1667732" y="95878"/>
                </a:lnTo>
                <a:lnTo>
                  <a:pt x="1668459" y="95580"/>
                </a:lnTo>
                <a:lnTo>
                  <a:pt x="1669174" y="95265"/>
                </a:lnTo>
                <a:lnTo>
                  <a:pt x="1669875" y="94931"/>
                </a:lnTo>
                <a:lnTo>
                  <a:pt x="1670563" y="94579"/>
                </a:lnTo>
                <a:lnTo>
                  <a:pt x="1671238" y="94209"/>
                </a:lnTo>
                <a:lnTo>
                  <a:pt x="1671899" y="93821"/>
                </a:lnTo>
                <a:lnTo>
                  <a:pt x="1672548" y="93415"/>
                </a:lnTo>
                <a:lnTo>
                  <a:pt x="1673183" y="92991"/>
                </a:lnTo>
                <a:lnTo>
                  <a:pt x="1673805" y="92549"/>
                </a:lnTo>
                <a:lnTo>
                  <a:pt x="1674413" y="92091"/>
                </a:lnTo>
                <a:lnTo>
                  <a:pt x="1675006" y="91617"/>
                </a:lnTo>
                <a:lnTo>
                  <a:pt x="1675586" y="91126"/>
                </a:lnTo>
                <a:lnTo>
                  <a:pt x="1676151" y="90619"/>
                </a:lnTo>
                <a:lnTo>
                  <a:pt x="1676703" y="90095"/>
                </a:lnTo>
                <a:lnTo>
                  <a:pt x="1677240" y="89555"/>
                </a:lnTo>
                <a:lnTo>
                  <a:pt x="1677764" y="88998"/>
                </a:lnTo>
                <a:lnTo>
                  <a:pt x="1678273" y="88425"/>
                </a:lnTo>
                <a:lnTo>
                  <a:pt x="1678768" y="87836"/>
                </a:lnTo>
                <a:lnTo>
                  <a:pt x="1679249" y="87230"/>
                </a:lnTo>
                <a:lnTo>
                  <a:pt x="1679717" y="86607"/>
                </a:lnTo>
                <a:lnTo>
                  <a:pt x="1680170" y="85968"/>
                </a:lnTo>
                <a:lnTo>
                  <a:pt x="1680609" y="85312"/>
                </a:lnTo>
                <a:lnTo>
                  <a:pt x="1681034" y="84640"/>
                </a:lnTo>
                <a:lnTo>
                  <a:pt x="1681445" y="83952"/>
                </a:lnTo>
                <a:lnTo>
                  <a:pt x="1681842" y="83247"/>
                </a:lnTo>
                <a:lnTo>
                  <a:pt x="1682224" y="82526"/>
                </a:lnTo>
                <a:lnTo>
                  <a:pt x="1682593" y="81788"/>
                </a:lnTo>
                <a:lnTo>
                  <a:pt x="1682948" y="81033"/>
                </a:lnTo>
                <a:lnTo>
                  <a:pt x="1683289" y="80262"/>
                </a:lnTo>
                <a:lnTo>
                  <a:pt x="1683615" y="79475"/>
                </a:lnTo>
                <a:lnTo>
                  <a:pt x="1683928" y="78671"/>
                </a:lnTo>
                <a:lnTo>
                  <a:pt x="1684226" y="77851"/>
                </a:lnTo>
                <a:lnTo>
                  <a:pt x="1666091" y="74742"/>
                </a:lnTo>
                <a:lnTo>
                  <a:pt x="1665964" y="75169"/>
                </a:lnTo>
                <a:lnTo>
                  <a:pt x="1665833" y="75586"/>
                </a:lnTo>
                <a:lnTo>
                  <a:pt x="1665696" y="75993"/>
                </a:lnTo>
                <a:lnTo>
                  <a:pt x="1665555" y="76390"/>
                </a:lnTo>
                <a:lnTo>
                  <a:pt x="1665409" y="76778"/>
                </a:lnTo>
                <a:close/>
                <a:moveTo>
                  <a:pt x="1640013" y="53961"/>
                </a:moveTo>
                <a:lnTo>
                  <a:pt x="1640069" y="53392"/>
                </a:lnTo>
                <a:lnTo>
                  <a:pt x="1640139" y="52833"/>
                </a:lnTo>
                <a:lnTo>
                  <a:pt x="1640223" y="52284"/>
                </a:lnTo>
                <a:lnTo>
                  <a:pt x="1640321" y="51747"/>
                </a:lnTo>
                <a:lnTo>
                  <a:pt x="1640432" y="51220"/>
                </a:lnTo>
                <a:lnTo>
                  <a:pt x="1640557" y="50704"/>
                </a:lnTo>
                <a:lnTo>
                  <a:pt x="1640695" y="50198"/>
                </a:lnTo>
                <a:lnTo>
                  <a:pt x="1640848" y="49704"/>
                </a:lnTo>
                <a:lnTo>
                  <a:pt x="1641014" y="49220"/>
                </a:lnTo>
                <a:lnTo>
                  <a:pt x="1641194" y="48747"/>
                </a:lnTo>
                <a:lnTo>
                  <a:pt x="1641387" y="48285"/>
                </a:lnTo>
                <a:lnTo>
                  <a:pt x="1641594" y="47833"/>
                </a:lnTo>
                <a:lnTo>
                  <a:pt x="1641815" y="47392"/>
                </a:lnTo>
                <a:lnTo>
                  <a:pt x="1642050" y="46962"/>
                </a:lnTo>
                <a:lnTo>
                  <a:pt x="1642298" y="46543"/>
                </a:lnTo>
                <a:lnTo>
                  <a:pt x="1642561" y="46134"/>
                </a:lnTo>
                <a:lnTo>
                  <a:pt x="1642836" y="45736"/>
                </a:lnTo>
                <a:lnTo>
                  <a:pt x="1643126" y="45349"/>
                </a:lnTo>
                <a:lnTo>
                  <a:pt x="1643429" y="44973"/>
                </a:lnTo>
                <a:lnTo>
                  <a:pt x="1643746" y="44607"/>
                </a:lnTo>
                <a:lnTo>
                  <a:pt x="1644074" y="44254"/>
                </a:lnTo>
                <a:lnTo>
                  <a:pt x="1644408" y="43917"/>
                </a:lnTo>
                <a:lnTo>
                  <a:pt x="1644750" y="43594"/>
                </a:lnTo>
                <a:lnTo>
                  <a:pt x="1645099" y="43287"/>
                </a:lnTo>
                <a:lnTo>
                  <a:pt x="1645455" y="42994"/>
                </a:lnTo>
                <a:lnTo>
                  <a:pt x="1645819" y="42716"/>
                </a:lnTo>
                <a:lnTo>
                  <a:pt x="1646189" y="42454"/>
                </a:lnTo>
                <a:lnTo>
                  <a:pt x="1646567" y="42206"/>
                </a:lnTo>
                <a:lnTo>
                  <a:pt x="1646952" y="41974"/>
                </a:lnTo>
                <a:lnTo>
                  <a:pt x="1647344" y="41756"/>
                </a:lnTo>
                <a:lnTo>
                  <a:pt x="1647744" y="41554"/>
                </a:lnTo>
                <a:lnTo>
                  <a:pt x="1648150" y="41366"/>
                </a:lnTo>
                <a:lnTo>
                  <a:pt x="1648564" y="41193"/>
                </a:lnTo>
                <a:lnTo>
                  <a:pt x="1648985" y="41036"/>
                </a:lnTo>
                <a:lnTo>
                  <a:pt x="1649413" y="40893"/>
                </a:lnTo>
                <a:lnTo>
                  <a:pt x="1649849" y="40766"/>
                </a:lnTo>
                <a:lnTo>
                  <a:pt x="1650291" y="40653"/>
                </a:lnTo>
                <a:lnTo>
                  <a:pt x="1650741" y="40556"/>
                </a:lnTo>
                <a:lnTo>
                  <a:pt x="1651198" y="40473"/>
                </a:lnTo>
                <a:lnTo>
                  <a:pt x="1651662" y="40406"/>
                </a:lnTo>
                <a:lnTo>
                  <a:pt x="1652134" y="40353"/>
                </a:lnTo>
                <a:lnTo>
                  <a:pt x="1652612" y="40316"/>
                </a:lnTo>
                <a:lnTo>
                  <a:pt x="1653098" y="40293"/>
                </a:lnTo>
                <a:lnTo>
                  <a:pt x="1653591" y="40286"/>
                </a:lnTo>
                <a:lnTo>
                  <a:pt x="1654052" y="40293"/>
                </a:lnTo>
                <a:lnTo>
                  <a:pt x="1654508" y="40314"/>
                </a:lnTo>
                <a:lnTo>
                  <a:pt x="1654957" y="40350"/>
                </a:lnTo>
                <a:lnTo>
                  <a:pt x="1655401" y="40399"/>
                </a:lnTo>
                <a:lnTo>
                  <a:pt x="1655839" y="40463"/>
                </a:lnTo>
                <a:lnTo>
                  <a:pt x="1656271" y="40542"/>
                </a:lnTo>
                <a:lnTo>
                  <a:pt x="1656697" y="40634"/>
                </a:lnTo>
                <a:lnTo>
                  <a:pt x="1657117" y="40741"/>
                </a:lnTo>
                <a:lnTo>
                  <a:pt x="1657532" y="40862"/>
                </a:lnTo>
                <a:lnTo>
                  <a:pt x="1657940" y="40997"/>
                </a:lnTo>
                <a:lnTo>
                  <a:pt x="1658343" y="41146"/>
                </a:lnTo>
                <a:lnTo>
                  <a:pt x="1658740" y="41310"/>
                </a:lnTo>
                <a:lnTo>
                  <a:pt x="1659131" y="41488"/>
                </a:lnTo>
                <a:lnTo>
                  <a:pt x="1659516" y="41680"/>
                </a:lnTo>
                <a:lnTo>
                  <a:pt x="1659896" y="41886"/>
                </a:lnTo>
                <a:lnTo>
                  <a:pt x="1660269" y="42106"/>
                </a:lnTo>
                <a:lnTo>
                  <a:pt x="1660637" y="42341"/>
                </a:lnTo>
                <a:lnTo>
                  <a:pt x="1660999" y="42590"/>
                </a:lnTo>
                <a:lnTo>
                  <a:pt x="1661355" y="42853"/>
                </a:lnTo>
                <a:lnTo>
                  <a:pt x="1661705" y="43131"/>
                </a:lnTo>
                <a:lnTo>
                  <a:pt x="1662049" y="43422"/>
                </a:lnTo>
                <a:lnTo>
                  <a:pt x="1662388" y="43728"/>
                </a:lnTo>
                <a:lnTo>
                  <a:pt x="1662720" y="44048"/>
                </a:lnTo>
                <a:lnTo>
                  <a:pt x="1663047" y="44382"/>
                </a:lnTo>
                <a:lnTo>
                  <a:pt x="1663364" y="44730"/>
                </a:lnTo>
                <a:lnTo>
                  <a:pt x="1663669" y="45091"/>
                </a:lnTo>
                <a:lnTo>
                  <a:pt x="1663961" y="45465"/>
                </a:lnTo>
                <a:lnTo>
                  <a:pt x="1664240" y="45853"/>
                </a:lnTo>
                <a:lnTo>
                  <a:pt x="1664506" y="46253"/>
                </a:lnTo>
                <a:lnTo>
                  <a:pt x="1664759" y="46666"/>
                </a:lnTo>
                <a:lnTo>
                  <a:pt x="1665000" y="47093"/>
                </a:lnTo>
                <a:lnTo>
                  <a:pt x="1665228" y="47533"/>
                </a:lnTo>
                <a:lnTo>
                  <a:pt x="1665442" y="47985"/>
                </a:lnTo>
                <a:lnTo>
                  <a:pt x="1665644" y="48451"/>
                </a:lnTo>
                <a:lnTo>
                  <a:pt x="1665834" y="48930"/>
                </a:lnTo>
                <a:lnTo>
                  <a:pt x="1666010" y="49422"/>
                </a:lnTo>
                <a:lnTo>
                  <a:pt x="1666174" y="49927"/>
                </a:lnTo>
                <a:lnTo>
                  <a:pt x="1666325" y="50445"/>
                </a:lnTo>
                <a:lnTo>
                  <a:pt x="1666462" y="50977"/>
                </a:lnTo>
                <a:lnTo>
                  <a:pt x="1666588" y="51521"/>
                </a:lnTo>
                <a:lnTo>
                  <a:pt x="1666700" y="52079"/>
                </a:lnTo>
                <a:lnTo>
                  <a:pt x="1666799" y="52649"/>
                </a:lnTo>
                <a:lnTo>
                  <a:pt x="1666886" y="53233"/>
                </a:lnTo>
                <a:lnTo>
                  <a:pt x="1666960" y="53830"/>
                </a:lnTo>
                <a:lnTo>
                  <a:pt x="1667021" y="54440"/>
                </a:lnTo>
                <a:lnTo>
                  <a:pt x="1667069" y="55063"/>
                </a:lnTo>
                <a:lnTo>
                  <a:pt x="1667105" y="55699"/>
                </a:lnTo>
                <a:lnTo>
                  <a:pt x="1667127" y="56348"/>
                </a:lnTo>
                <a:lnTo>
                  <a:pt x="1639925" y="56348"/>
                </a:lnTo>
                <a:lnTo>
                  <a:pt x="1639926" y="55735"/>
                </a:lnTo>
                <a:lnTo>
                  <a:pt x="1639941" y="55133"/>
                </a:lnTo>
                <a:lnTo>
                  <a:pt x="1639970" y="54542"/>
                </a:lnTo>
                <a:lnTo>
                  <a:pt x="1640013" y="53961"/>
                </a:lnTo>
                <a:close/>
                <a:moveTo>
                  <a:pt x="1758454" y="43819"/>
                </a:moveTo>
                <a:lnTo>
                  <a:pt x="1758105" y="43004"/>
                </a:lnTo>
                <a:lnTo>
                  <a:pt x="1757740" y="42209"/>
                </a:lnTo>
                <a:lnTo>
                  <a:pt x="1757362" y="41434"/>
                </a:lnTo>
                <a:lnTo>
                  <a:pt x="1756969" y="40678"/>
                </a:lnTo>
                <a:lnTo>
                  <a:pt x="1756561" y="39942"/>
                </a:lnTo>
                <a:lnTo>
                  <a:pt x="1756139" y="39226"/>
                </a:lnTo>
                <a:lnTo>
                  <a:pt x="1755702" y="38529"/>
                </a:lnTo>
                <a:lnTo>
                  <a:pt x="1755251" y="37852"/>
                </a:lnTo>
                <a:lnTo>
                  <a:pt x="1754785" y="37195"/>
                </a:lnTo>
                <a:lnTo>
                  <a:pt x="1754305" y="36557"/>
                </a:lnTo>
                <a:lnTo>
                  <a:pt x="1753810" y="35939"/>
                </a:lnTo>
                <a:lnTo>
                  <a:pt x="1753301" y="35341"/>
                </a:lnTo>
                <a:lnTo>
                  <a:pt x="1752777" y="34762"/>
                </a:lnTo>
                <a:lnTo>
                  <a:pt x="1752239" y="34203"/>
                </a:lnTo>
                <a:lnTo>
                  <a:pt x="1751686" y="33664"/>
                </a:lnTo>
                <a:lnTo>
                  <a:pt x="1751119" y="33145"/>
                </a:lnTo>
                <a:lnTo>
                  <a:pt x="1750538" y="32645"/>
                </a:lnTo>
                <a:lnTo>
                  <a:pt x="1749941" y="32164"/>
                </a:lnTo>
                <a:lnTo>
                  <a:pt x="1749331" y="31704"/>
                </a:lnTo>
                <a:lnTo>
                  <a:pt x="1748704" y="31263"/>
                </a:lnTo>
                <a:lnTo>
                  <a:pt x="1748059" y="30840"/>
                </a:lnTo>
                <a:lnTo>
                  <a:pt x="1747396" y="30436"/>
                </a:lnTo>
                <a:lnTo>
                  <a:pt x="1746716" y="30051"/>
                </a:lnTo>
                <a:lnTo>
                  <a:pt x="1746017" y="29685"/>
                </a:lnTo>
                <a:lnTo>
                  <a:pt x="1745301" y="29338"/>
                </a:lnTo>
                <a:lnTo>
                  <a:pt x="1744567" y="29009"/>
                </a:lnTo>
                <a:lnTo>
                  <a:pt x="1743814" y="28699"/>
                </a:lnTo>
                <a:lnTo>
                  <a:pt x="1743044" y="28408"/>
                </a:lnTo>
                <a:lnTo>
                  <a:pt x="1742257" y="28136"/>
                </a:lnTo>
                <a:lnTo>
                  <a:pt x="1741451" y="27883"/>
                </a:lnTo>
                <a:lnTo>
                  <a:pt x="1740627" y="27648"/>
                </a:lnTo>
                <a:lnTo>
                  <a:pt x="1739786" y="27432"/>
                </a:lnTo>
                <a:lnTo>
                  <a:pt x="1738926" y="27235"/>
                </a:lnTo>
                <a:lnTo>
                  <a:pt x="1738049" y="27056"/>
                </a:lnTo>
                <a:lnTo>
                  <a:pt x="1737154" y="26897"/>
                </a:lnTo>
                <a:lnTo>
                  <a:pt x="1736241" y="26756"/>
                </a:lnTo>
                <a:lnTo>
                  <a:pt x="1735310" y="26634"/>
                </a:lnTo>
                <a:lnTo>
                  <a:pt x="1734362" y="26531"/>
                </a:lnTo>
                <a:lnTo>
                  <a:pt x="1733395" y="26446"/>
                </a:lnTo>
                <a:lnTo>
                  <a:pt x="1732410" y="26380"/>
                </a:lnTo>
                <a:lnTo>
                  <a:pt x="1731408" y="26333"/>
                </a:lnTo>
                <a:lnTo>
                  <a:pt x="1730388" y="26305"/>
                </a:lnTo>
                <a:lnTo>
                  <a:pt x="1729350" y="26296"/>
                </a:lnTo>
                <a:lnTo>
                  <a:pt x="1728081" y="26312"/>
                </a:lnTo>
                <a:lnTo>
                  <a:pt x="1726835" y="26362"/>
                </a:lnTo>
                <a:lnTo>
                  <a:pt x="1725611" y="26444"/>
                </a:lnTo>
                <a:lnTo>
                  <a:pt x="1724409" y="26559"/>
                </a:lnTo>
                <a:lnTo>
                  <a:pt x="1723229" y="26708"/>
                </a:lnTo>
                <a:lnTo>
                  <a:pt x="1722071" y="26889"/>
                </a:lnTo>
                <a:lnTo>
                  <a:pt x="1720935" y="27103"/>
                </a:lnTo>
                <a:lnTo>
                  <a:pt x="1719822" y="27350"/>
                </a:lnTo>
                <a:lnTo>
                  <a:pt x="1718730" y="27630"/>
                </a:lnTo>
                <a:lnTo>
                  <a:pt x="1717660" y="27943"/>
                </a:lnTo>
                <a:lnTo>
                  <a:pt x="1716612" y="28289"/>
                </a:lnTo>
                <a:lnTo>
                  <a:pt x="1715586" y="28668"/>
                </a:lnTo>
                <a:lnTo>
                  <a:pt x="1714583" y="29080"/>
                </a:lnTo>
                <a:lnTo>
                  <a:pt x="1713601" y="29525"/>
                </a:lnTo>
                <a:lnTo>
                  <a:pt x="1712641" y="30002"/>
                </a:lnTo>
                <a:lnTo>
                  <a:pt x="1711704" y="30513"/>
                </a:lnTo>
                <a:lnTo>
                  <a:pt x="1710788" y="31057"/>
                </a:lnTo>
                <a:lnTo>
                  <a:pt x="1709895" y="31633"/>
                </a:lnTo>
                <a:lnTo>
                  <a:pt x="1709023" y="32243"/>
                </a:lnTo>
                <a:lnTo>
                  <a:pt x="1708174" y="32885"/>
                </a:lnTo>
                <a:lnTo>
                  <a:pt x="1707347" y="33560"/>
                </a:lnTo>
                <a:lnTo>
                  <a:pt x="1706541" y="34269"/>
                </a:lnTo>
                <a:lnTo>
                  <a:pt x="1705758" y="35010"/>
                </a:lnTo>
                <a:lnTo>
                  <a:pt x="1704997" y="35784"/>
                </a:lnTo>
                <a:lnTo>
                  <a:pt x="1704262" y="36588"/>
                </a:lnTo>
                <a:lnTo>
                  <a:pt x="1703559" y="37418"/>
                </a:lnTo>
                <a:lnTo>
                  <a:pt x="1702887" y="38274"/>
                </a:lnTo>
                <a:lnTo>
                  <a:pt x="1702246" y="39157"/>
                </a:lnTo>
                <a:lnTo>
                  <a:pt x="1701636" y="40065"/>
                </a:lnTo>
                <a:lnTo>
                  <a:pt x="1701058" y="41000"/>
                </a:lnTo>
                <a:lnTo>
                  <a:pt x="1700511" y="41961"/>
                </a:lnTo>
                <a:lnTo>
                  <a:pt x="1699995" y="42948"/>
                </a:lnTo>
                <a:lnTo>
                  <a:pt x="1699511" y="43962"/>
                </a:lnTo>
                <a:lnTo>
                  <a:pt x="1699058" y="45001"/>
                </a:lnTo>
                <a:lnTo>
                  <a:pt x="1698636" y="46067"/>
                </a:lnTo>
                <a:lnTo>
                  <a:pt x="1698245" y="47159"/>
                </a:lnTo>
                <a:lnTo>
                  <a:pt x="1697885" y="48277"/>
                </a:lnTo>
                <a:lnTo>
                  <a:pt x="1697557" y="49422"/>
                </a:lnTo>
                <a:lnTo>
                  <a:pt x="1697260" y="50592"/>
                </a:lnTo>
                <a:lnTo>
                  <a:pt x="1696994" y="51789"/>
                </a:lnTo>
                <a:lnTo>
                  <a:pt x="1696760" y="53012"/>
                </a:lnTo>
                <a:lnTo>
                  <a:pt x="1696557" y="54261"/>
                </a:lnTo>
                <a:lnTo>
                  <a:pt x="1696385" y="55537"/>
                </a:lnTo>
                <a:lnTo>
                  <a:pt x="1696244" y="56838"/>
                </a:lnTo>
                <a:lnTo>
                  <a:pt x="1696135" y="58166"/>
                </a:lnTo>
                <a:lnTo>
                  <a:pt x="1696057" y="59520"/>
                </a:lnTo>
                <a:lnTo>
                  <a:pt x="1696010" y="60900"/>
                </a:lnTo>
                <a:lnTo>
                  <a:pt x="1695994" y="62307"/>
                </a:lnTo>
                <a:lnTo>
                  <a:pt x="1696010" y="63697"/>
                </a:lnTo>
                <a:lnTo>
                  <a:pt x="1696056" y="65063"/>
                </a:lnTo>
                <a:lnTo>
                  <a:pt x="1696134" y="66402"/>
                </a:lnTo>
                <a:lnTo>
                  <a:pt x="1696243" y="67717"/>
                </a:lnTo>
                <a:lnTo>
                  <a:pt x="1696383" y="69006"/>
                </a:lnTo>
                <a:lnTo>
                  <a:pt x="1696555" y="70269"/>
                </a:lnTo>
                <a:lnTo>
                  <a:pt x="1696757" y="71507"/>
                </a:lnTo>
                <a:lnTo>
                  <a:pt x="1696991" y="72720"/>
                </a:lnTo>
                <a:lnTo>
                  <a:pt x="1697256" y="73907"/>
                </a:lnTo>
                <a:lnTo>
                  <a:pt x="1697551" y="75069"/>
                </a:lnTo>
                <a:lnTo>
                  <a:pt x="1697878" y="76206"/>
                </a:lnTo>
                <a:lnTo>
                  <a:pt x="1698237" y="77317"/>
                </a:lnTo>
                <a:lnTo>
                  <a:pt x="1698626" y="78402"/>
                </a:lnTo>
                <a:lnTo>
                  <a:pt x="1699046" y="79463"/>
                </a:lnTo>
                <a:lnTo>
                  <a:pt x="1699498" y="80498"/>
                </a:lnTo>
                <a:lnTo>
                  <a:pt x="1699981" y="81507"/>
                </a:lnTo>
                <a:lnTo>
                  <a:pt x="1700495" y="82491"/>
                </a:lnTo>
                <a:lnTo>
                  <a:pt x="1701040" y="83450"/>
                </a:lnTo>
                <a:lnTo>
                  <a:pt x="1701616" y="84383"/>
                </a:lnTo>
                <a:lnTo>
                  <a:pt x="1702223" y="85290"/>
                </a:lnTo>
                <a:lnTo>
                  <a:pt x="1702862" y="86173"/>
                </a:lnTo>
                <a:lnTo>
                  <a:pt x="1703532" y="87030"/>
                </a:lnTo>
                <a:lnTo>
                  <a:pt x="1704232" y="87861"/>
                </a:lnTo>
                <a:lnTo>
                  <a:pt x="1704964" y="88667"/>
                </a:lnTo>
                <a:lnTo>
                  <a:pt x="1705723" y="89444"/>
                </a:lnTo>
                <a:lnTo>
                  <a:pt x="1706502" y="90188"/>
                </a:lnTo>
                <a:lnTo>
                  <a:pt x="1707303" y="90899"/>
                </a:lnTo>
                <a:lnTo>
                  <a:pt x="1708125" y="91577"/>
                </a:lnTo>
                <a:lnTo>
                  <a:pt x="1708968" y="92221"/>
                </a:lnTo>
                <a:lnTo>
                  <a:pt x="1709832" y="92833"/>
                </a:lnTo>
                <a:lnTo>
                  <a:pt x="1710718" y="93411"/>
                </a:lnTo>
                <a:lnTo>
                  <a:pt x="1711625" y="93957"/>
                </a:lnTo>
                <a:lnTo>
                  <a:pt x="1712553" y="94469"/>
                </a:lnTo>
                <a:lnTo>
                  <a:pt x="1713502" y="94949"/>
                </a:lnTo>
                <a:lnTo>
                  <a:pt x="1714473" y="95395"/>
                </a:lnTo>
                <a:lnTo>
                  <a:pt x="1715465" y="95808"/>
                </a:lnTo>
                <a:lnTo>
                  <a:pt x="1716478" y="96188"/>
                </a:lnTo>
                <a:lnTo>
                  <a:pt x="1717513" y="96535"/>
                </a:lnTo>
                <a:lnTo>
                  <a:pt x="1718568" y="96849"/>
                </a:lnTo>
                <a:lnTo>
                  <a:pt x="1719645" y="97130"/>
                </a:lnTo>
                <a:lnTo>
                  <a:pt x="1720743" y="97378"/>
                </a:lnTo>
                <a:lnTo>
                  <a:pt x="1721863" y="97593"/>
                </a:lnTo>
                <a:lnTo>
                  <a:pt x="1723004" y="97775"/>
                </a:lnTo>
                <a:lnTo>
                  <a:pt x="1724165" y="97924"/>
                </a:lnTo>
                <a:lnTo>
                  <a:pt x="1725349" y="98040"/>
                </a:lnTo>
                <a:lnTo>
                  <a:pt x="1726553" y="98122"/>
                </a:lnTo>
                <a:lnTo>
                  <a:pt x="1727779" y="98172"/>
                </a:lnTo>
                <a:lnTo>
                  <a:pt x="1729026" y="98188"/>
                </a:lnTo>
                <a:lnTo>
                  <a:pt x="1730123" y="98177"/>
                </a:lnTo>
                <a:lnTo>
                  <a:pt x="1731201" y="98145"/>
                </a:lnTo>
                <a:lnTo>
                  <a:pt x="1732261" y="98090"/>
                </a:lnTo>
                <a:lnTo>
                  <a:pt x="1733302" y="98014"/>
                </a:lnTo>
                <a:lnTo>
                  <a:pt x="1734325" y="97916"/>
                </a:lnTo>
                <a:lnTo>
                  <a:pt x="1735328" y="97796"/>
                </a:lnTo>
                <a:lnTo>
                  <a:pt x="1736314" y="97654"/>
                </a:lnTo>
                <a:lnTo>
                  <a:pt x="1737280" y="97490"/>
                </a:lnTo>
                <a:lnTo>
                  <a:pt x="1738228" y="97305"/>
                </a:lnTo>
                <a:lnTo>
                  <a:pt x="1739157" y="97098"/>
                </a:lnTo>
                <a:lnTo>
                  <a:pt x="1740067" y="96869"/>
                </a:lnTo>
                <a:lnTo>
                  <a:pt x="1740959" y="96618"/>
                </a:lnTo>
                <a:lnTo>
                  <a:pt x="1741832" y="96345"/>
                </a:lnTo>
                <a:lnTo>
                  <a:pt x="1742687" y="96050"/>
                </a:lnTo>
                <a:lnTo>
                  <a:pt x="1743523" y="95734"/>
                </a:lnTo>
                <a:lnTo>
                  <a:pt x="1744340" y="95396"/>
                </a:lnTo>
                <a:lnTo>
                  <a:pt x="1745138" y="95036"/>
                </a:lnTo>
                <a:lnTo>
                  <a:pt x="1745918" y="94654"/>
                </a:lnTo>
                <a:lnTo>
                  <a:pt x="1746679" y="94251"/>
                </a:lnTo>
                <a:lnTo>
                  <a:pt x="1747422" y="93825"/>
                </a:lnTo>
                <a:lnTo>
                  <a:pt x="1748145" y="93378"/>
                </a:lnTo>
                <a:lnTo>
                  <a:pt x="1748851" y="92909"/>
                </a:lnTo>
                <a:lnTo>
                  <a:pt x="1749537" y="92418"/>
                </a:lnTo>
                <a:lnTo>
                  <a:pt x="1750205" y="91906"/>
                </a:lnTo>
                <a:lnTo>
                  <a:pt x="1750854" y="91372"/>
                </a:lnTo>
                <a:lnTo>
                  <a:pt x="1751486" y="90817"/>
                </a:lnTo>
                <a:lnTo>
                  <a:pt x="1752100" y="90241"/>
                </a:lnTo>
                <a:lnTo>
                  <a:pt x="1752697" y="89644"/>
                </a:lnTo>
                <a:lnTo>
                  <a:pt x="1753275" y="89027"/>
                </a:lnTo>
                <a:lnTo>
                  <a:pt x="1753836" y="88388"/>
                </a:lnTo>
                <a:lnTo>
                  <a:pt x="1754379" y="87729"/>
                </a:lnTo>
                <a:lnTo>
                  <a:pt x="1754904" y="87048"/>
                </a:lnTo>
                <a:lnTo>
                  <a:pt x="1755412" y="86347"/>
                </a:lnTo>
                <a:lnTo>
                  <a:pt x="1755901" y="85625"/>
                </a:lnTo>
                <a:lnTo>
                  <a:pt x="1756373" y="84881"/>
                </a:lnTo>
                <a:lnTo>
                  <a:pt x="1756827" y="84117"/>
                </a:lnTo>
                <a:lnTo>
                  <a:pt x="1757264" y="83332"/>
                </a:lnTo>
                <a:lnTo>
                  <a:pt x="1757682" y="82527"/>
                </a:lnTo>
                <a:lnTo>
                  <a:pt x="1758083" y="81700"/>
                </a:lnTo>
                <a:lnTo>
                  <a:pt x="1758466" y="80852"/>
                </a:lnTo>
                <a:lnTo>
                  <a:pt x="1758832" y="79983"/>
                </a:lnTo>
                <a:lnTo>
                  <a:pt x="1759179" y="79094"/>
                </a:lnTo>
                <a:lnTo>
                  <a:pt x="1759509" y="78183"/>
                </a:lnTo>
                <a:lnTo>
                  <a:pt x="1759821" y="77252"/>
                </a:lnTo>
                <a:lnTo>
                  <a:pt x="1760115" y="76300"/>
                </a:lnTo>
                <a:lnTo>
                  <a:pt x="1760392" y="75327"/>
                </a:lnTo>
                <a:lnTo>
                  <a:pt x="1760651" y="74332"/>
                </a:lnTo>
                <a:lnTo>
                  <a:pt x="1760892" y="73317"/>
                </a:lnTo>
                <a:lnTo>
                  <a:pt x="1743016" y="70209"/>
                </a:lnTo>
                <a:lnTo>
                  <a:pt x="1742899" y="70800"/>
                </a:lnTo>
                <a:lnTo>
                  <a:pt x="1742775" y="71377"/>
                </a:lnTo>
                <a:lnTo>
                  <a:pt x="1742645" y="71940"/>
                </a:lnTo>
                <a:lnTo>
                  <a:pt x="1742508" y="72487"/>
                </a:lnTo>
                <a:lnTo>
                  <a:pt x="1742365" y="73020"/>
                </a:lnTo>
                <a:lnTo>
                  <a:pt x="1742214" y="73538"/>
                </a:lnTo>
                <a:lnTo>
                  <a:pt x="1742057" y="74041"/>
                </a:lnTo>
                <a:lnTo>
                  <a:pt x="1741893" y="74530"/>
                </a:lnTo>
                <a:lnTo>
                  <a:pt x="1741722" y="75004"/>
                </a:lnTo>
                <a:lnTo>
                  <a:pt x="1741545" y="75463"/>
                </a:lnTo>
                <a:lnTo>
                  <a:pt x="1741361" y="75907"/>
                </a:lnTo>
                <a:lnTo>
                  <a:pt x="1741170" y="76337"/>
                </a:lnTo>
                <a:lnTo>
                  <a:pt x="1740972" y="76752"/>
                </a:lnTo>
                <a:lnTo>
                  <a:pt x="1740768" y="77152"/>
                </a:lnTo>
                <a:lnTo>
                  <a:pt x="1740556" y="77538"/>
                </a:lnTo>
                <a:lnTo>
                  <a:pt x="1740339" y="77909"/>
                </a:lnTo>
                <a:lnTo>
                  <a:pt x="1740114" y="78265"/>
                </a:lnTo>
                <a:lnTo>
                  <a:pt x="1739882" y="78606"/>
                </a:lnTo>
                <a:lnTo>
                  <a:pt x="1739644" y="78933"/>
                </a:lnTo>
                <a:lnTo>
                  <a:pt x="1739399" y="79245"/>
                </a:lnTo>
                <a:lnTo>
                  <a:pt x="1739148" y="79542"/>
                </a:lnTo>
                <a:lnTo>
                  <a:pt x="1738889" y="79824"/>
                </a:lnTo>
                <a:lnTo>
                  <a:pt x="1738624" y="80092"/>
                </a:lnTo>
                <a:lnTo>
                  <a:pt x="1738352" y="80345"/>
                </a:lnTo>
                <a:lnTo>
                  <a:pt x="1738074" y="80585"/>
                </a:lnTo>
                <a:lnTo>
                  <a:pt x="1737789" y="80815"/>
                </a:lnTo>
                <a:lnTo>
                  <a:pt x="1737497" y="81035"/>
                </a:lnTo>
                <a:lnTo>
                  <a:pt x="1737199" y="81245"/>
                </a:lnTo>
                <a:lnTo>
                  <a:pt x="1736895" y="81445"/>
                </a:lnTo>
                <a:lnTo>
                  <a:pt x="1736583" y="81634"/>
                </a:lnTo>
                <a:lnTo>
                  <a:pt x="1736266" y="81813"/>
                </a:lnTo>
                <a:lnTo>
                  <a:pt x="1735942" y="81982"/>
                </a:lnTo>
                <a:lnTo>
                  <a:pt x="1735611" y="82140"/>
                </a:lnTo>
                <a:lnTo>
                  <a:pt x="1735274" y="82289"/>
                </a:lnTo>
                <a:lnTo>
                  <a:pt x="1734930" y="82427"/>
                </a:lnTo>
                <a:lnTo>
                  <a:pt x="1734580" y="82555"/>
                </a:lnTo>
                <a:lnTo>
                  <a:pt x="1734223" y="82673"/>
                </a:lnTo>
                <a:lnTo>
                  <a:pt x="1733860" y="82780"/>
                </a:lnTo>
                <a:lnTo>
                  <a:pt x="1733490" y="82877"/>
                </a:lnTo>
                <a:lnTo>
                  <a:pt x="1733113" y="82964"/>
                </a:lnTo>
                <a:lnTo>
                  <a:pt x="1732730" y="83041"/>
                </a:lnTo>
                <a:lnTo>
                  <a:pt x="1732341" y="83107"/>
                </a:lnTo>
                <a:lnTo>
                  <a:pt x="1731945" y="83164"/>
                </a:lnTo>
                <a:lnTo>
                  <a:pt x="1731543" y="83210"/>
                </a:lnTo>
                <a:lnTo>
                  <a:pt x="1731134" y="83246"/>
                </a:lnTo>
                <a:lnTo>
                  <a:pt x="1730718" y="83271"/>
                </a:lnTo>
                <a:lnTo>
                  <a:pt x="1730296" y="83287"/>
                </a:lnTo>
                <a:lnTo>
                  <a:pt x="1729868" y="83292"/>
                </a:lnTo>
                <a:lnTo>
                  <a:pt x="1729295" y="83283"/>
                </a:lnTo>
                <a:lnTo>
                  <a:pt x="1728732" y="83257"/>
                </a:lnTo>
                <a:lnTo>
                  <a:pt x="1728179" y="83213"/>
                </a:lnTo>
                <a:lnTo>
                  <a:pt x="1727636" y="83152"/>
                </a:lnTo>
                <a:lnTo>
                  <a:pt x="1727102" y="83073"/>
                </a:lnTo>
                <a:lnTo>
                  <a:pt x="1726579" y="82977"/>
                </a:lnTo>
                <a:lnTo>
                  <a:pt x="1726065" y="82863"/>
                </a:lnTo>
                <a:lnTo>
                  <a:pt x="1725561" y="82732"/>
                </a:lnTo>
                <a:lnTo>
                  <a:pt x="1725066" y="82583"/>
                </a:lnTo>
                <a:lnTo>
                  <a:pt x="1724582" y="82417"/>
                </a:lnTo>
                <a:lnTo>
                  <a:pt x="1724107" y="82234"/>
                </a:lnTo>
                <a:lnTo>
                  <a:pt x="1723642" y="82033"/>
                </a:lnTo>
                <a:lnTo>
                  <a:pt x="1723187" y="81814"/>
                </a:lnTo>
                <a:lnTo>
                  <a:pt x="1722741" y="81578"/>
                </a:lnTo>
                <a:lnTo>
                  <a:pt x="1722306" y="81325"/>
                </a:lnTo>
                <a:lnTo>
                  <a:pt x="1721880" y="81054"/>
                </a:lnTo>
                <a:lnTo>
                  <a:pt x="1721464" y="80765"/>
                </a:lnTo>
                <a:lnTo>
                  <a:pt x="1721057" y="80459"/>
                </a:lnTo>
                <a:lnTo>
                  <a:pt x="1720661" y="80136"/>
                </a:lnTo>
                <a:lnTo>
                  <a:pt x="1720274" y="79795"/>
                </a:lnTo>
                <a:lnTo>
                  <a:pt x="1719897" y="79436"/>
                </a:lnTo>
                <a:lnTo>
                  <a:pt x="1719530" y="79060"/>
                </a:lnTo>
                <a:lnTo>
                  <a:pt x="1719172" y="78667"/>
                </a:lnTo>
                <a:lnTo>
                  <a:pt x="1718825" y="78256"/>
                </a:lnTo>
                <a:lnTo>
                  <a:pt x="1718489" y="77824"/>
                </a:lnTo>
                <a:lnTo>
                  <a:pt x="1718168" y="77367"/>
                </a:lnTo>
                <a:lnTo>
                  <a:pt x="1717861" y="76885"/>
                </a:lnTo>
                <a:lnTo>
                  <a:pt x="1717568" y="76378"/>
                </a:lnTo>
                <a:lnTo>
                  <a:pt x="1717290" y="75846"/>
                </a:lnTo>
                <a:lnTo>
                  <a:pt x="1717025" y="75289"/>
                </a:lnTo>
                <a:lnTo>
                  <a:pt x="1716776" y="74708"/>
                </a:lnTo>
                <a:lnTo>
                  <a:pt x="1716540" y="74101"/>
                </a:lnTo>
                <a:lnTo>
                  <a:pt x="1716319" y="73470"/>
                </a:lnTo>
                <a:lnTo>
                  <a:pt x="1716112" y="72814"/>
                </a:lnTo>
                <a:lnTo>
                  <a:pt x="1715919" y="72132"/>
                </a:lnTo>
                <a:lnTo>
                  <a:pt x="1715740" y="71426"/>
                </a:lnTo>
                <a:lnTo>
                  <a:pt x="1715576" y="70696"/>
                </a:lnTo>
                <a:lnTo>
                  <a:pt x="1715426" y="69940"/>
                </a:lnTo>
                <a:lnTo>
                  <a:pt x="1715290" y="69159"/>
                </a:lnTo>
                <a:lnTo>
                  <a:pt x="1715169" y="68354"/>
                </a:lnTo>
                <a:lnTo>
                  <a:pt x="1715062" y="67523"/>
                </a:lnTo>
                <a:lnTo>
                  <a:pt x="1714969" y="66668"/>
                </a:lnTo>
                <a:lnTo>
                  <a:pt x="1714891" y="65788"/>
                </a:lnTo>
                <a:lnTo>
                  <a:pt x="1714826" y="64883"/>
                </a:lnTo>
                <a:lnTo>
                  <a:pt x="1714776" y="63953"/>
                </a:lnTo>
                <a:lnTo>
                  <a:pt x="1714741" y="62998"/>
                </a:lnTo>
                <a:lnTo>
                  <a:pt x="1714719" y="62018"/>
                </a:lnTo>
                <a:lnTo>
                  <a:pt x="1714712" y="61013"/>
                </a:lnTo>
                <a:lnTo>
                  <a:pt x="1714719" y="60110"/>
                </a:lnTo>
                <a:lnTo>
                  <a:pt x="1714740" y="59228"/>
                </a:lnTo>
                <a:lnTo>
                  <a:pt x="1714775" y="58368"/>
                </a:lnTo>
                <a:lnTo>
                  <a:pt x="1714824" y="57530"/>
                </a:lnTo>
                <a:lnTo>
                  <a:pt x="1714888" y="56713"/>
                </a:lnTo>
                <a:lnTo>
                  <a:pt x="1714965" y="55919"/>
                </a:lnTo>
                <a:lnTo>
                  <a:pt x="1715056" y="55146"/>
                </a:lnTo>
                <a:lnTo>
                  <a:pt x="1715162" y="54395"/>
                </a:lnTo>
                <a:lnTo>
                  <a:pt x="1715281" y="53667"/>
                </a:lnTo>
                <a:lnTo>
                  <a:pt x="1715415" y="52959"/>
                </a:lnTo>
                <a:lnTo>
                  <a:pt x="1715562" y="52274"/>
                </a:lnTo>
                <a:lnTo>
                  <a:pt x="1715724" y="51611"/>
                </a:lnTo>
                <a:lnTo>
                  <a:pt x="1715900" y="50970"/>
                </a:lnTo>
                <a:lnTo>
                  <a:pt x="1716089" y="50350"/>
                </a:lnTo>
                <a:lnTo>
                  <a:pt x="1716293" y="49752"/>
                </a:lnTo>
                <a:lnTo>
                  <a:pt x="1716511" y="49176"/>
                </a:lnTo>
                <a:lnTo>
                  <a:pt x="1716743" y="48622"/>
                </a:lnTo>
                <a:lnTo>
                  <a:pt x="1716989" y="48090"/>
                </a:lnTo>
                <a:lnTo>
                  <a:pt x="1717249" y="47580"/>
                </a:lnTo>
                <a:lnTo>
                  <a:pt x="1717523" y="47091"/>
                </a:lnTo>
                <a:lnTo>
                  <a:pt x="1717811" y="46625"/>
                </a:lnTo>
                <a:lnTo>
                  <a:pt x="1718113" y="46180"/>
                </a:lnTo>
                <a:lnTo>
                  <a:pt x="1718430" y="45757"/>
                </a:lnTo>
                <a:lnTo>
                  <a:pt x="1718760" y="45356"/>
                </a:lnTo>
                <a:lnTo>
                  <a:pt x="1719102" y="44974"/>
                </a:lnTo>
                <a:lnTo>
                  <a:pt x="1719454" y="44608"/>
                </a:lnTo>
                <a:lnTo>
                  <a:pt x="1719815" y="44259"/>
                </a:lnTo>
                <a:lnTo>
                  <a:pt x="1720186" y="43925"/>
                </a:lnTo>
                <a:lnTo>
                  <a:pt x="1720566" y="43608"/>
                </a:lnTo>
                <a:lnTo>
                  <a:pt x="1720956" y="43308"/>
                </a:lnTo>
                <a:lnTo>
                  <a:pt x="1721356" y="43023"/>
                </a:lnTo>
                <a:lnTo>
                  <a:pt x="1721765" y="42755"/>
                </a:lnTo>
                <a:lnTo>
                  <a:pt x="1722183" y="42503"/>
                </a:lnTo>
                <a:lnTo>
                  <a:pt x="1722611" y="42267"/>
                </a:lnTo>
                <a:lnTo>
                  <a:pt x="1723049" y="42048"/>
                </a:lnTo>
                <a:lnTo>
                  <a:pt x="1723496" y="41845"/>
                </a:lnTo>
                <a:lnTo>
                  <a:pt x="1723953" y="41658"/>
                </a:lnTo>
                <a:lnTo>
                  <a:pt x="1724419" y="41487"/>
                </a:lnTo>
                <a:lnTo>
                  <a:pt x="1724895" y="41333"/>
                </a:lnTo>
                <a:lnTo>
                  <a:pt x="1725381" y="41194"/>
                </a:lnTo>
                <a:lnTo>
                  <a:pt x="1725876" y="41073"/>
                </a:lnTo>
                <a:lnTo>
                  <a:pt x="1726380" y="40967"/>
                </a:lnTo>
                <a:lnTo>
                  <a:pt x="1726895" y="40877"/>
                </a:lnTo>
                <a:lnTo>
                  <a:pt x="1727418" y="40804"/>
                </a:lnTo>
                <a:lnTo>
                  <a:pt x="1727952" y="40747"/>
                </a:lnTo>
                <a:lnTo>
                  <a:pt x="1728494" y="40707"/>
                </a:lnTo>
                <a:lnTo>
                  <a:pt x="1729047" y="40682"/>
                </a:lnTo>
                <a:lnTo>
                  <a:pt x="1729609" y="40674"/>
                </a:lnTo>
                <a:lnTo>
                  <a:pt x="1730032" y="40679"/>
                </a:lnTo>
                <a:lnTo>
                  <a:pt x="1730448" y="40693"/>
                </a:lnTo>
                <a:lnTo>
                  <a:pt x="1730858" y="40717"/>
                </a:lnTo>
                <a:lnTo>
                  <a:pt x="1731261" y="40749"/>
                </a:lnTo>
                <a:lnTo>
                  <a:pt x="1731658" y="40792"/>
                </a:lnTo>
                <a:lnTo>
                  <a:pt x="1732048" y="40843"/>
                </a:lnTo>
                <a:lnTo>
                  <a:pt x="1732431" y="40904"/>
                </a:lnTo>
                <a:lnTo>
                  <a:pt x="1732807" y="40975"/>
                </a:lnTo>
                <a:lnTo>
                  <a:pt x="1733177" y="41055"/>
                </a:lnTo>
                <a:lnTo>
                  <a:pt x="1733541" y="41144"/>
                </a:lnTo>
                <a:lnTo>
                  <a:pt x="1733898" y="41242"/>
                </a:lnTo>
                <a:lnTo>
                  <a:pt x="1734248" y="41350"/>
                </a:lnTo>
                <a:lnTo>
                  <a:pt x="1734591" y="41468"/>
                </a:lnTo>
                <a:lnTo>
                  <a:pt x="1734928" y="41594"/>
                </a:lnTo>
                <a:lnTo>
                  <a:pt x="1735258" y="41731"/>
                </a:lnTo>
                <a:lnTo>
                  <a:pt x="1735582" y="41876"/>
                </a:lnTo>
                <a:lnTo>
                  <a:pt x="1735899" y="42031"/>
                </a:lnTo>
                <a:lnTo>
                  <a:pt x="1736209" y="42195"/>
                </a:lnTo>
                <a:lnTo>
                  <a:pt x="1736513" y="42369"/>
                </a:lnTo>
                <a:lnTo>
                  <a:pt x="1736810" y="42552"/>
                </a:lnTo>
                <a:lnTo>
                  <a:pt x="1737100" y="42745"/>
                </a:lnTo>
                <a:lnTo>
                  <a:pt x="1737384" y="42946"/>
                </a:lnTo>
                <a:lnTo>
                  <a:pt x="1737661" y="43158"/>
                </a:lnTo>
                <a:lnTo>
                  <a:pt x="1737931" y="43378"/>
                </a:lnTo>
                <a:lnTo>
                  <a:pt x="1738195" y="43608"/>
                </a:lnTo>
                <a:lnTo>
                  <a:pt x="1738450" y="43847"/>
                </a:lnTo>
                <a:lnTo>
                  <a:pt x="1738697" y="44096"/>
                </a:lnTo>
                <a:lnTo>
                  <a:pt x="1738936" y="44353"/>
                </a:lnTo>
                <a:lnTo>
                  <a:pt x="1739167" y="44620"/>
                </a:lnTo>
                <a:lnTo>
                  <a:pt x="1739391" y="44895"/>
                </a:lnTo>
                <a:lnTo>
                  <a:pt x="1739606" y="45180"/>
                </a:lnTo>
                <a:lnTo>
                  <a:pt x="1739813" y="45474"/>
                </a:lnTo>
                <a:lnTo>
                  <a:pt x="1740013" y="45778"/>
                </a:lnTo>
                <a:lnTo>
                  <a:pt x="1740204" y="46090"/>
                </a:lnTo>
                <a:lnTo>
                  <a:pt x="1740387" y="46412"/>
                </a:lnTo>
                <a:lnTo>
                  <a:pt x="1740563" y="46742"/>
                </a:lnTo>
                <a:lnTo>
                  <a:pt x="1740730" y="47082"/>
                </a:lnTo>
                <a:lnTo>
                  <a:pt x="1740889" y="47431"/>
                </a:lnTo>
                <a:lnTo>
                  <a:pt x="1741041" y="47789"/>
                </a:lnTo>
                <a:lnTo>
                  <a:pt x="1741184" y="48157"/>
                </a:lnTo>
                <a:lnTo>
                  <a:pt x="1741320" y="48533"/>
                </a:lnTo>
                <a:lnTo>
                  <a:pt x="1741447" y="48919"/>
                </a:lnTo>
                <a:lnTo>
                  <a:pt x="1741567" y="49314"/>
                </a:lnTo>
                <a:lnTo>
                  <a:pt x="1741678" y="49718"/>
                </a:lnTo>
                <a:lnTo>
                  <a:pt x="1741782" y="50131"/>
                </a:lnTo>
                <a:lnTo>
                  <a:pt x="1741877" y="50554"/>
                </a:lnTo>
                <a:lnTo>
                  <a:pt x="1741965" y="50985"/>
                </a:lnTo>
                <a:lnTo>
                  <a:pt x="1742044" y="51426"/>
                </a:lnTo>
                <a:lnTo>
                  <a:pt x="1759985" y="48187"/>
                </a:lnTo>
                <a:lnTo>
                  <a:pt x="1759708" y="47274"/>
                </a:lnTo>
                <a:lnTo>
                  <a:pt x="1759416" y="46381"/>
                </a:lnTo>
                <a:lnTo>
                  <a:pt x="1759110" y="45507"/>
                </a:lnTo>
                <a:lnTo>
                  <a:pt x="1758789" y="44653"/>
                </a:lnTo>
                <a:lnTo>
                  <a:pt x="1758454" y="43819"/>
                </a:lnTo>
                <a:close/>
                <a:moveTo>
                  <a:pt x="1769829" y="66972"/>
                </a:moveTo>
                <a:lnTo>
                  <a:pt x="1769930" y="67879"/>
                </a:lnTo>
                <a:lnTo>
                  <a:pt x="1770047" y="68773"/>
                </a:lnTo>
                <a:lnTo>
                  <a:pt x="1770179" y="69654"/>
                </a:lnTo>
                <a:lnTo>
                  <a:pt x="1770326" y="70524"/>
                </a:lnTo>
                <a:lnTo>
                  <a:pt x="1770489" y="71380"/>
                </a:lnTo>
                <a:lnTo>
                  <a:pt x="1770667" y="72224"/>
                </a:lnTo>
                <a:lnTo>
                  <a:pt x="1770861" y="73056"/>
                </a:lnTo>
                <a:lnTo>
                  <a:pt x="1771071" y="73875"/>
                </a:lnTo>
                <a:lnTo>
                  <a:pt x="1771296" y="74682"/>
                </a:lnTo>
                <a:lnTo>
                  <a:pt x="1771536" y="75476"/>
                </a:lnTo>
                <a:lnTo>
                  <a:pt x="1771792" y="76258"/>
                </a:lnTo>
                <a:lnTo>
                  <a:pt x="1772064" y="77027"/>
                </a:lnTo>
                <a:lnTo>
                  <a:pt x="1772351" y="77784"/>
                </a:lnTo>
                <a:lnTo>
                  <a:pt x="1772654" y="78528"/>
                </a:lnTo>
                <a:lnTo>
                  <a:pt x="1772972" y="79260"/>
                </a:lnTo>
                <a:lnTo>
                  <a:pt x="1773305" y="79980"/>
                </a:lnTo>
                <a:lnTo>
                  <a:pt x="1773654" y="80687"/>
                </a:lnTo>
                <a:lnTo>
                  <a:pt x="1774019" y="81381"/>
                </a:lnTo>
                <a:lnTo>
                  <a:pt x="1774399" y="82062"/>
                </a:lnTo>
                <a:lnTo>
                  <a:pt x="1774793" y="82730"/>
                </a:lnTo>
                <a:lnTo>
                  <a:pt x="1775201" y="83383"/>
                </a:lnTo>
                <a:lnTo>
                  <a:pt x="1775623" y="84023"/>
                </a:lnTo>
                <a:lnTo>
                  <a:pt x="1776060" y="84649"/>
                </a:lnTo>
                <a:lnTo>
                  <a:pt x="1776511" y="85261"/>
                </a:lnTo>
                <a:lnTo>
                  <a:pt x="1776976" y="85859"/>
                </a:lnTo>
                <a:lnTo>
                  <a:pt x="1777455" y="86444"/>
                </a:lnTo>
                <a:lnTo>
                  <a:pt x="1777949" y="87014"/>
                </a:lnTo>
                <a:lnTo>
                  <a:pt x="1778457" y="87571"/>
                </a:lnTo>
                <a:lnTo>
                  <a:pt x="1778980" y="88114"/>
                </a:lnTo>
                <a:lnTo>
                  <a:pt x="1779516" y="88643"/>
                </a:lnTo>
                <a:lnTo>
                  <a:pt x="1780067" y="89158"/>
                </a:lnTo>
                <a:lnTo>
                  <a:pt x="1780632" y="89660"/>
                </a:lnTo>
                <a:lnTo>
                  <a:pt x="1781212" y="90147"/>
                </a:lnTo>
                <a:lnTo>
                  <a:pt x="1781806" y="90621"/>
                </a:lnTo>
                <a:lnTo>
                  <a:pt x="1782414" y="91081"/>
                </a:lnTo>
                <a:lnTo>
                  <a:pt x="1783036" y="91527"/>
                </a:lnTo>
                <a:lnTo>
                  <a:pt x="1783673" y="91960"/>
                </a:lnTo>
                <a:lnTo>
                  <a:pt x="1784324" y="92378"/>
                </a:lnTo>
                <a:lnTo>
                  <a:pt x="1784989" y="92783"/>
                </a:lnTo>
                <a:lnTo>
                  <a:pt x="1785668" y="93173"/>
                </a:lnTo>
                <a:lnTo>
                  <a:pt x="1786362" y="93550"/>
                </a:lnTo>
                <a:lnTo>
                  <a:pt x="1787070" y="93914"/>
                </a:lnTo>
                <a:lnTo>
                  <a:pt x="1787787" y="94262"/>
                </a:lnTo>
                <a:lnTo>
                  <a:pt x="1788506" y="94596"/>
                </a:lnTo>
                <a:lnTo>
                  <a:pt x="1789229" y="94915"/>
                </a:lnTo>
                <a:lnTo>
                  <a:pt x="1789955" y="95220"/>
                </a:lnTo>
                <a:lnTo>
                  <a:pt x="1790684" y="95509"/>
                </a:lnTo>
                <a:lnTo>
                  <a:pt x="1791415" y="95784"/>
                </a:lnTo>
                <a:lnTo>
                  <a:pt x="1792150" y="96044"/>
                </a:lnTo>
                <a:lnTo>
                  <a:pt x="1792888" y="96288"/>
                </a:lnTo>
                <a:lnTo>
                  <a:pt x="1793629" y="96518"/>
                </a:lnTo>
                <a:lnTo>
                  <a:pt x="1794373" y="96734"/>
                </a:lnTo>
                <a:lnTo>
                  <a:pt x="1795120" y="96934"/>
                </a:lnTo>
                <a:lnTo>
                  <a:pt x="1795870" y="97120"/>
                </a:lnTo>
                <a:lnTo>
                  <a:pt x="1796623" y="97290"/>
                </a:lnTo>
                <a:lnTo>
                  <a:pt x="1797379" y="97446"/>
                </a:lnTo>
                <a:lnTo>
                  <a:pt x="1798139" y="97587"/>
                </a:lnTo>
                <a:lnTo>
                  <a:pt x="1798901" y="97713"/>
                </a:lnTo>
                <a:lnTo>
                  <a:pt x="1799666" y="97825"/>
                </a:lnTo>
                <a:lnTo>
                  <a:pt x="1800434" y="97921"/>
                </a:lnTo>
                <a:lnTo>
                  <a:pt x="1801206" y="98003"/>
                </a:lnTo>
                <a:lnTo>
                  <a:pt x="1801980" y="98070"/>
                </a:lnTo>
                <a:lnTo>
                  <a:pt x="1802757" y="98121"/>
                </a:lnTo>
                <a:lnTo>
                  <a:pt x="1803538" y="98159"/>
                </a:lnTo>
                <a:lnTo>
                  <a:pt x="1804321" y="98181"/>
                </a:lnTo>
                <a:lnTo>
                  <a:pt x="1805108" y="98188"/>
                </a:lnTo>
                <a:lnTo>
                  <a:pt x="1806372" y="98170"/>
                </a:lnTo>
                <a:lnTo>
                  <a:pt x="1807619" y="98117"/>
                </a:lnTo>
                <a:lnTo>
                  <a:pt x="1808848" y="98028"/>
                </a:lnTo>
                <a:lnTo>
                  <a:pt x="1810058" y="97903"/>
                </a:lnTo>
                <a:lnTo>
                  <a:pt x="1811250" y="97743"/>
                </a:lnTo>
                <a:lnTo>
                  <a:pt x="1812425" y="97547"/>
                </a:lnTo>
                <a:lnTo>
                  <a:pt x="1813581" y="97315"/>
                </a:lnTo>
                <a:lnTo>
                  <a:pt x="1814719" y="97048"/>
                </a:lnTo>
                <a:lnTo>
                  <a:pt x="1815839" y="96745"/>
                </a:lnTo>
                <a:lnTo>
                  <a:pt x="1816940" y="96406"/>
                </a:lnTo>
                <a:lnTo>
                  <a:pt x="1818024" y="96032"/>
                </a:lnTo>
                <a:lnTo>
                  <a:pt x="1819090" y="95622"/>
                </a:lnTo>
                <a:lnTo>
                  <a:pt x="1820137" y="95176"/>
                </a:lnTo>
                <a:lnTo>
                  <a:pt x="1821166" y="94695"/>
                </a:lnTo>
                <a:lnTo>
                  <a:pt x="1822178" y="94178"/>
                </a:lnTo>
                <a:lnTo>
                  <a:pt x="1823171" y="93626"/>
                </a:lnTo>
                <a:lnTo>
                  <a:pt x="1824146" y="93038"/>
                </a:lnTo>
                <a:lnTo>
                  <a:pt x="1825103" y="92414"/>
                </a:lnTo>
                <a:lnTo>
                  <a:pt x="1826042" y="91754"/>
                </a:lnTo>
                <a:lnTo>
                  <a:pt x="1826962" y="91059"/>
                </a:lnTo>
                <a:lnTo>
                  <a:pt x="1827865" y="90329"/>
                </a:lnTo>
                <a:lnTo>
                  <a:pt x="1828750" y="89562"/>
                </a:lnTo>
                <a:lnTo>
                  <a:pt x="1829616" y="88760"/>
                </a:lnTo>
                <a:lnTo>
                  <a:pt x="1830464" y="87923"/>
                </a:lnTo>
                <a:lnTo>
                  <a:pt x="1831286" y="87058"/>
                </a:lnTo>
                <a:lnTo>
                  <a:pt x="1832073" y="86174"/>
                </a:lnTo>
                <a:lnTo>
                  <a:pt x="1832825" y="85273"/>
                </a:lnTo>
                <a:lnTo>
                  <a:pt x="1833542" y="84352"/>
                </a:lnTo>
                <a:lnTo>
                  <a:pt x="1834224" y="83413"/>
                </a:lnTo>
                <a:lnTo>
                  <a:pt x="1834871" y="82456"/>
                </a:lnTo>
                <a:lnTo>
                  <a:pt x="1835483" y="81480"/>
                </a:lnTo>
                <a:lnTo>
                  <a:pt x="1836060" y="80485"/>
                </a:lnTo>
                <a:lnTo>
                  <a:pt x="1836602" y="79472"/>
                </a:lnTo>
                <a:lnTo>
                  <a:pt x="1837109" y="78440"/>
                </a:lnTo>
                <a:lnTo>
                  <a:pt x="1837581" y="77390"/>
                </a:lnTo>
                <a:lnTo>
                  <a:pt x="1838018" y="76321"/>
                </a:lnTo>
                <a:lnTo>
                  <a:pt x="1838420" y="75234"/>
                </a:lnTo>
                <a:lnTo>
                  <a:pt x="1838787" y="74128"/>
                </a:lnTo>
                <a:lnTo>
                  <a:pt x="1839120" y="73003"/>
                </a:lnTo>
                <a:lnTo>
                  <a:pt x="1839417" y="71860"/>
                </a:lnTo>
                <a:lnTo>
                  <a:pt x="1839679" y="70698"/>
                </a:lnTo>
                <a:lnTo>
                  <a:pt x="1839906" y="69518"/>
                </a:lnTo>
                <a:lnTo>
                  <a:pt x="1840099" y="68320"/>
                </a:lnTo>
                <a:lnTo>
                  <a:pt x="1840256" y="67102"/>
                </a:lnTo>
                <a:lnTo>
                  <a:pt x="1840378" y="65867"/>
                </a:lnTo>
                <a:lnTo>
                  <a:pt x="1840466" y="64612"/>
                </a:lnTo>
                <a:lnTo>
                  <a:pt x="1840518" y="63339"/>
                </a:lnTo>
                <a:lnTo>
                  <a:pt x="1840536" y="62048"/>
                </a:lnTo>
                <a:lnTo>
                  <a:pt x="1840519" y="60767"/>
                </a:lnTo>
                <a:lnTo>
                  <a:pt x="1840467" y="59505"/>
                </a:lnTo>
                <a:lnTo>
                  <a:pt x="1840380" y="58261"/>
                </a:lnTo>
                <a:lnTo>
                  <a:pt x="1840259" y="57036"/>
                </a:lnTo>
                <a:lnTo>
                  <a:pt x="1840103" y="55830"/>
                </a:lnTo>
                <a:lnTo>
                  <a:pt x="1839912" y="54642"/>
                </a:lnTo>
                <a:lnTo>
                  <a:pt x="1839687" y="53473"/>
                </a:lnTo>
                <a:lnTo>
                  <a:pt x="1839428" y="52322"/>
                </a:lnTo>
                <a:lnTo>
                  <a:pt x="1839133" y="51189"/>
                </a:lnTo>
                <a:lnTo>
                  <a:pt x="1838804" y="50076"/>
                </a:lnTo>
                <a:lnTo>
                  <a:pt x="1838441" y="48981"/>
                </a:lnTo>
                <a:lnTo>
                  <a:pt x="1838042" y="47904"/>
                </a:lnTo>
                <a:lnTo>
                  <a:pt x="1837609" y="46846"/>
                </a:lnTo>
                <a:lnTo>
                  <a:pt x="1837142" y="45806"/>
                </a:lnTo>
                <a:lnTo>
                  <a:pt x="1836640" y="44786"/>
                </a:lnTo>
                <a:lnTo>
                  <a:pt x="1836103" y="43783"/>
                </a:lnTo>
                <a:lnTo>
                  <a:pt x="1835531" y="42799"/>
                </a:lnTo>
                <a:lnTo>
                  <a:pt x="1834925" y="41834"/>
                </a:lnTo>
                <a:lnTo>
                  <a:pt x="1834285" y="40887"/>
                </a:lnTo>
                <a:lnTo>
                  <a:pt x="1833609" y="39959"/>
                </a:lnTo>
                <a:lnTo>
                  <a:pt x="1832899" y="39050"/>
                </a:lnTo>
                <a:lnTo>
                  <a:pt x="1832155" y="38158"/>
                </a:lnTo>
                <a:lnTo>
                  <a:pt x="1831375" y="37286"/>
                </a:lnTo>
                <a:lnTo>
                  <a:pt x="1830562" y="36432"/>
                </a:lnTo>
                <a:lnTo>
                  <a:pt x="1829721" y="35605"/>
                </a:lnTo>
                <a:lnTo>
                  <a:pt x="1828860" y="34813"/>
                </a:lnTo>
                <a:lnTo>
                  <a:pt x="1827980" y="34056"/>
                </a:lnTo>
                <a:lnTo>
                  <a:pt x="1827080" y="33335"/>
                </a:lnTo>
                <a:lnTo>
                  <a:pt x="1826161" y="32649"/>
                </a:lnTo>
                <a:lnTo>
                  <a:pt x="1825222" y="31997"/>
                </a:lnTo>
                <a:lnTo>
                  <a:pt x="1824264" y="31381"/>
                </a:lnTo>
                <a:lnTo>
                  <a:pt x="1823286" y="30801"/>
                </a:lnTo>
                <a:lnTo>
                  <a:pt x="1822288" y="30255"/>
                </a:lnTo>
                <a:lnTo>
                  <a:pt x="1821271" y="29745"/>
                </a:lnTo>
                <a:lnTo>
                  <a:pt x="1820235" y="29270"/>
                </a:lnTo>
                <a:lnTo>
                  <a:pt x="1819179" y="28830"/>
                </a:lnTo>
                <a:lnTo>
                  <a:pt x="1818103" y="28425"/>
                </a:lnTo>
                <a:lnTo>
                  <a:pt x="1817008" y="28056"/>
                </a:lnTo>
                <a:lnTo>
                  <a:pt x="1815893" y="27721"/>
                </a:lnTo>
                <a:lnTo>
                  <a:pt x="1814758" y="27422"/>
                </a:lnTo>
                <a:lnTo>
                  <a:pt x="1813604" y="27158"/>
                </a:lnTo>
                <a:lnTo>
                  <a:pt x="1812431" y="26929"/>
                </a:lnTo>
                <a:lnTo>
                  <a:pt x="1811237" y="26736"/>
                </a:lnTo>
                <a:lnTo>
                  <a:pt x="1810025" y="26577"/>
                </a:lnTo>
                <a:lnTo>
                  <a:pt x="1808792" y="26454"/>
                </a:lnTo>
                <a:lnTo>
                  <a:pt x="1807541" y="26366"/>
                </a:lnTo>
                <a:lnTo>
                  <a:pt x="1806269" y="26313"/>
                </a:lnTo>
                <a:lnTo>
                  <a:pt x="1804978" y="26296"/>
                </a:lnTo>
                <a:lnTo>
                  <a:pt x="1804140" y="26304"/>
                </a:lnTo>
                <a:lnTo>
                  <a:pt x="1803308" y="26327"/>
                </a:lnTo>
                <a:lnTo>
                  <a:pt x="1802482" y="26366"/>
                </a:lnTo>
                <a:lnTo>
                  <a:pt x="1801663" y="26420"/>
                </a:lnTo>
                <a:lnTo>
                  <a:pt x="1800851" y="26490"/>
                </a:lnTo>
                <a:lnTo>
                  <a:pt x="1800046" y="26575"/>
                </a:lnTo>
                <a:lnTo>
                  <a:pt x="1799247" y="26676"/>
                </a:lnTo>
                <a:lnTo>
                  <a:pt x="1798455" y="26792"/>
                </a:lnTo>
                <a:lnTo>
                  <a:pt x="1797669" y="26924"/>
                </a:lnTo>
                <a:lnTo>
                  <a:pt x="1796890" y="27072"/>
                </a:lnTo>
                <a:lnTo>
                  <a:pt x="1796118" y="27235"/>
                </a:lnTo>
                <a:lnTo>
                  <a:pt x="1795352" y="27413"/>
                </a:lnTo>
                <a:lnTo>
                  <a:pt x="1794593" y="27607"/>
                </a:lnTo>
                <a:lnTo>
                  <a:pt x="1793841" y="27817"/>
                </a:lnTo>
                <a:lnTo>
                  <a:pt x="1793095" y="28042"/>
                </a:lnTo>
                <a:lnTo>
                  <a:pt x="1792356" y="28282"/>
                </a:lnTo>
                <a:lnTo>
                  <a:pt x="1791623" y="28538"/>
                </a:lnTo>
                <a:lnTo>
                  <a:pt x="1790897" y="28810"/>
                </a:lnTo>
                <a:lnTo>
                  <a:pt x="1790178" y="29097"/>
                </a:lnTo>
                <a:lnTo>
                  <a:pt x="1789465" y="29399"/>
                </a:lnTo>
                <a:lnTo>
                  <a:pt x="1788759" y="29717"/>
                </a:lnTo>
                <a:lnTo>
                  <a:pt x="1788060" y="30051"/>
                </a:lnTo>
                <a:lnTo>
                  <a:pt x="1787367" y="30400"/>
                </a:lnTo>
                <a:lnTo>
                  <a:pt x="1786681" y="30765"/>
                </a:lnTo>
                <a:lnTo>
                  <a:pt x="1786005" y="31144"/>
                </a:lnTo>
                <a:lnTo>
                  <a:pt x="1785342" y="31538"/>
                </a:lnTo>
                <a:lnTo>
                  <a:pt x="1784691" y="31945"/>
                </a:lnTo>
                <a:lnTo>
                  <a:pt x="1784054" y="32366"/>
                </a:lnTo>
                <a:lnTo>
                  <a:pt x="1783429" y="32801"/>
                </a:lnTo>
                <a:lnTo>
                  <a:pt x="1782817" y="33250"/>
                </a:lnTo>
                <a:lnTo>
                  <a:pt x="1782219" y="33713"/>
                </a:lnTo>
                <a:lnTo>
                  <a:pt x="1781633" y="34190"/>
                </a:lnTo>
                <a:lnTo>
                  <a:pt x="1781060" y="34681"/>
                </a:lnTo>
                <a:lnTo>
                  <a:pt x="1780500" y="35186"/>
                </a:lnTo>
                <a:lnTo>
                  <a:pt x="1779953" y="35705"/>
                </a:lnTo>
                <a:lnTo>
                  <a:pt x="1779419" y="36238"/>
                </a:lnTo>
                <a:lnTo>
                  <a:pt x="1778898" y="36784"/>
                </a:lnTo>
                <a:lnTo>
                  <a:pt x="1778390" y="37345"/>
                </a:lnTo>
                <a:lnTo>
                  <a:pt x="1777895" y="37920"/>
                </a:lnTo>
                <a:lnTo>
                  <a:pt x="1777412" y="38508"/>
                </a:lnTo>
                <a:lnTo>
                  <a:pt x="1776943" y="39111"/>
                </a:lnTo>
                <a:lnTo>
                  <a:pt x="1776486" y="39727"/>
                </a:lnTo>
                <a:lnTo>
                  <a:pt x="1776043" y="40357"/>
                </a:lnTo>
                <a:lnTo>
                  <a:pt x="1775612" y="41002"/>
                </a:lnTo>
                <a:lnTo>
                  <a:pt x="1775195" y="41660"/>
                </a:lnTo>
                <a:lnTo>
                  <a:pt x="1774790" y="42332"/>
                </a:lnTo>
                <a:lnTo>
                  <a:pt x="1774398" y="43018"/>
                </a:lnTo>
                <a:lnTo>
                  <a:pt x="1774019" y="43718"/>
                </a:lnTo>
                <a:lnTo>
                  <a:pt x="1773654" y="44426"/>
                </a:lnTo>
                <a:lnTo>
                  <a:pt x="1773305" y="45137"/>
                </a:lnTo>
                <a:lnTo>
                  <a:pt x="1772972" y="45849"/>
                </a:lnTo>
                <a:lnTo>
                  <a:pt x="1772654" y="46563"/>
                </a:lnTo>
                <a:lnTo>
                  <a:pt x="1772351" y="47279"/>
                </a:lnTo>
                <a:lnTo>
                  <a:pt x="1772064" y="47997"/>
                </a:lnTo>
                <a:lnTo>
                  <a:pt x="1771792" y="48717"/>
                </a:lnTo>
                <a:lnTo>
                  <a:pt x="1771536" y="49440"/>
                </a:lnTo>
                <a:lnTo>
                  <a:pt x="1771296" y="50164"/>
                </a:lnTo>
                <a:lnTo>
                  <a:pt x="1771071" y="50890"/>
                </a:lnTo>
                <a:lnTo>
                  <a:pt x="1770861" y="51618"/>
                </a:lnTo>
                <a:lnTo>
                  <a:pt x="1770667" y="52349"/>
                </a:lnTo>
                <a:lnTo>
                  <a:pt x="1770489" y="53081"/>
                </a:lnTo>
                <a:lnTo>
                  <a:pt x="1770326" y="53815"/>
                </a:lnTo>
                <a:lnTo>
                  <a:pt x="1770179" y="54552"/>
                </a:lnTo>
                <a:lnTo>
                  <a:pt x="1770047" y="55290"/>
                </a:lnTo>
                <a:lnTo>
                  <a:pt x="1769930" y="56031"/>
                </a:lnTo>
                <a:lnTo>
                  <a:pt x="1769829" y="56773"/>
                </a:lnTo>
                <a:lnTo>
                  <a:pt x="1769744" y="57518"/>
                </a:lnTo>
                <a:lnTo>
                  <a:pt x="1769674" y="58264"/>
                </a:lnTo>
                <a:lnTo>
                  <a:pt x="1769620" y="59013"/>
                </a:lnTo>
                <a:lnTo>
                  <a:pt x="1769581" y="59763"/>
                </a:lnTo>
                <a:lnTo>
                  <a:pt x="1769558" y="60516"/>
                </a:lnTo>
                <a:lnTo>
                  <a:pt x="1769550" y="61271"/>
                </a:lnTo>
                <a:lnTo>
                  <a:pt x="1769558" y="62252"/>
                </a:lnTo>
                <a:lnTo>
                  <a:pt x="1769581" y="63221"/>
                </a:lnTo>
                <a:lnTo>
                  <a:pt x="1769620" y="64177"/>
                </a:lnTo>
                <a:lnTo>
                  <a:pt x="1769674" y="65122"/>
                </a:lnTo>
                <a:lnTo>
                  <a:pt x="1769744" y="66053"/>
                </a:lnTo>
                <a:lnTo>
                  <a:pt x="1769829" y="66972"/>
                </a:lnTo>
                <a:close/>
                <a:moveTo>
                  <a:pt x="1788507" y="57440"/>
                </a:moveTo>
                <a:lnTo>
                  <a:pt x="1788617" y="56698"/>
                </a:lnTo>
                <a:lnTo>
                  <a:pt x="1788743" y="55972"/>
                </a:lnTo>
                <a:lnTo>
                  <a:pt x="1788886" y="55263"/>
                </a:lnTo>
                <a:lnTo>
                  <a:pt x="1789047" y="54571"/>
                </a:lnTo>
                <a:lnTo>
                  <a:pt x="1789224" y="53895"/>
                </a:lnTo>
                <a:lnTo>
                  <a:pt x="1789418" y="53235"/>
                </a:lnTo>
                <a:lnTo>
                  <a:pt x="1789629" y="52592"/>
                </a:lnTo>
                <a:lnTo>
                  <a:pt x="1789856" y="51966"/>
                </a:lnTo>
                <a:lnTo>
                  <a:pt x="1790101" y="51357"/>
                </a:lnTo>
                <a:lnTo>
                  <a:pt x="1790362" y="50764"/>
                </a:lnTo>
                <a:lnTo>
                  <a:pt x="1790641" y="50187"/>
                </a:lnTo>
                <a:lnTo>
                  <a:pt x="1790936" y="49627"/>
                </a:lnTo>
                <a:lnTo>
                  <a:pt x="1791248" y="49084"/>
                </a:lnTo>
                <a:lnTo>
                  <a:pt x="1791577" y="48558"/>
                </a:lnTo>
                <a:lnTo>
                  <a:pt x="1791922" y="48047"/>
                </a:lnTo>
                <a:lnTo>
                  <a:pt x="1792285" y="47554"/>
                </a:lnTo>
                <a:lnTo>
                  <a:pt x="1792665" y="47077"/>
                </a:lnTo>
                <a:lnTo>
                  <a:pt x="1793061" y="46617"/>
                </a:lnTo>
                <a:lnTo>
                  <a:pt x="1793470" y="46174"/>
                </a:lnTo>
                <a:lnTo>
                  <a:pt x="1793886" y="45750"/>
                </a:lnTo>
                <a:lnTo>
                  <a:pt x="1794311" y="45345"/>
                </a:lnTo>
                <a:lnTo>
                  <a:pt x="1794743" y="44959"/>
                </a:lnTo>
                <a:lnTo>
                  <a:pt x="1795183" y="44592"/>
                </a:lnTo>
                <a:lnTo>
                  <a:pt x="1795631" y="44244"/>
                </a:lnTo>
                <a:lnTo>
                  <a:pt x="1796087" y="43914"/>
                </a:lnTo>
                <a:lnTo>
                  <a:pt x="1796551" y="43603"/>
                </a:lnTo>
                <a:lnTo>
                  <a:pt x="1797023" y="43311"/>
                </a:lnTo>
                <a:lnTo>
                  <a:pt x="1797502" y="43038"/>
                </a:lnTo>
                <a:lnTo>
                  <a:pt x="1797990" y="42784"/>
                </a:lnTo>
                <a:lnTo>
                  <a:pt x="1798485" y="42549"/>
                </a:lnTo>
                <a:lnTo>
                  <a:pt x="1798988" y="42332"/>
                </a:lnTo>
                <a:lnTo>
                  <a:pt x="1799499" y="42134"/>
                </a:lnTo>
                <a:lnTo>
                  <a:pt x="1800018" y="41955"/>
                </a:lnTo>
                <a:lnTo>
                  <a:pt x="1800545" y="41795"/>
                </a:lnTo>
                <a:lnTo>
                  <a:pt x="1801080" y="41654"/>
                </a:lnTo>
                <a:lnTo>
                  <a:pt x="1801622" y="41531"/>
                </a:lnTo>
                <a:lnTo>
                  <a:pt x="1802173" y="41428"/>
                </a:lnTo>
                <a:lnTo>
                  <a:pt x="1802731" y="41343"/>
                </a:lnTo>
                <a:lnTo>
                  <a:pt x="1803297" y="41277"/>
                </a:lnTo>
                <a:lnTo>
                  <a:pt x="1803871" y="41230"/>
                </a:lnTo>
                <a:lnTo>
                  <a:pt x="1804453" y="41202"/>
                </a:lnTo>
                <a:lnTo>
                  <a:pt x="1805043" y="41192"/>
                </a:lnTo>
                <a:lnTo>
                  <a:pt x="1805633" y="41202"/>
                </a:lnTo>
                <a:lnTo>
                  <a:pt x="1806214" y="41230"/>
                </a:lnTo>
                <a:lnTo>
                  <a:pt x="1806788" y="41277"/>
                </a:lnTo>
                <a:lnTo>
                  <a:pt x="1807354" y="41343"/>
                </a:lnTo>
                <a:lnTo>
                  <a:pt x="1807912" y="41428"/>
                </a:lnTo>
                <a:lnTo>
                  <a:pt x="1808462" y="41531"/>
                </a:lnTo>
                <a:lnTo>
                  <a:pt x="1809003" y="41654"/>
                </a:lnTo>
                <a:lnTo>
                  <a:pt x="1809537" y="41795"/>
                </a:lnTo>
                <a:lnTo>
                  <a:pt x="1810063" y="41955"/>
                </a:lnTo>
                <a:lnTo>
                  <a:pt x="1810581" y="42134"/>
                </a:lnTo>
                <a:lnTo>
                  <a:pt x="1811091" y="42332"/>
                </a:lnTo>
                <a:lnTo>
                  <a:pt x="1811593" y="42549"/>
                </a:lnTo>
                <a:lnTo>
                  <a:pt x="1812087" y="42784"/>
                </a:lnTo>
                <a:lnTo>
                  <a:pt x="1812572" y="43038"/>
                </a:lnTo>
                <a:lnTo>
                  <a:pt x="1813050" y="43311"/>
                </a:lnTo>
                <a:lnTo>
                  <a:pt x="1813520" y="43603"/>
                </a:lnTo>
                <a:lnTo>
                  <a:pt x="1813982" y="43914"/>
                </a:lnTo>
                <a:lnTo>
                  <a:pt x="1814436" y="44244"/>
                </a:lnTo>
                <a:lnTo>
                  <a:pt x="1814882" y="44592"/>
                </a:lnTo>
                <a:lnTo>
                  <a:pt x="1815320" y="44959"/>
                </a:lnTo>
                <a:lnTo>
                  <a:pt x="1815750" y="45345"/>
                </a:lnTo>
                <a:lnTo>
                  <a:pt x="1816173" y="45750"/>
                </a:lnTo>
                <a:lnTo>
                  <a:pt x="1816587" y="46174"/>
                </a:lnTo>
                <a:lnTo>
                  <a:pt x="1816993" y="46617"/>
                </a:lnTo>
                <a:lnTo>
                  <a:pt x="1817386" y="47077"/>
                </a:lnTo>
                <a:lnTo>
                  <a:pt x="1817763" y="47553"/>
                </a:lnTo>
                <a:lnTo>
                  <a:pt x="1818124" y="48045"/>
                </a:lnTo>
                <a:lnTo>
                  <a:pt x="1818467" y="48554"/>
                </a:lnTo>
                <a:lnTo>
                  <a:pt x="1818794" y="49079"/>
                </a:lnTo>
                <a:lnTo>
                  <a:pt x="1819104" y="49619"/>
                </a:lnTo>
                <a:lnTo>
                  <a:pt x="1819397" y="50176"/>
                </a:lnTo>
                <a:lnTo>
                  <a:pt x="1819673" y="50749"/>
                </a:lnTo>
                <a:lnTo>
                  <a:pt x="1819933" y="51339"/>
                </a:lnTo>
                <a:lnTo>
                  <a:pt x="1820176" y="51944"/>
                </a:lnTo>
                <a:lnTo>
                  <a:pt x="1820402" y="52565"/>
                </a:lnTo>
                <a:lnTo>
                  <a:pt x="1820612" y="53203"/>
                </a:lnTo>
                <a:lnTo>
                  <a:pt x="1820804" y="53857"/>
                </a:lnTo>
                <a:lnTo>
                  <a:pt x="1820980" y="54526"/>
                </a:lnTo>
                <a:lnTo>
                  <a:pt x="1821139" y="55212"/>
                </a:lnTo>
                <a:lnTo>
                  <a:pt x="1821282" y="55915"/>
                </a:lnTo>
                <a:lnTo>
                  <a:pt x="1821407" y="56633"/>
                </a:lnTo>
                <a:lnTo>
                  <a:pt x="1821516" y="57367"/>
                </a:lnTo>
                <a:lnTo>
                  <a:pt x="1821608" y="58118"/>
                </a:lnTo>
                <a:lnTo>
                  <a:pt x="1821684" y="58884"/>
                </a:lnTo>
                <a:lnTo>
                  <a:pt x="1821743" y="59667"/>
                </a:lnTo>
                <a:lnTo>
                  <a:pt x="1821784" y="60466"/>
                </a:lnTo>
                <a:lnTo>
                  <a:pt x="1821810" y="61281"/>
                </a:lnTo>
                <a:lnTo>
                  <a:pt x="1821818" y="62113"/>
                </a:lnTo>
                <a:lnTo>
                  <a:pt x="1821810" y="62965"/>
                </a:lnTo>
                <a:lnTo>
                  <a:pt x="1821784" y="63800"/>
                </a:lnTo>
                <a:lnTo>
                  <a:pt x="1821743" y="64618"/>
                </a:lnTo>
                <a:lnTo>
                  <a:pt x="1821684" y="65420"/>
                </a:lnTo>
                <a:lnTo>
                  <a:pt x="1821608" y="66204"/>
                </a:lnTo>
                <a:lnTo>
                  <a:pt x="1821516" y="66971"/>
                </a:lnTo>
                <a:lnTo>
                  <a:pt x="1821407" y="67721"/>
                </a:lnTo>
                <a:lnTo>
                  <a:pt x="1821282" y="68454"/>
                </a:lnTo>
                <a:lnTo>
                  <a:pt x="1821139" y="69170"/>
                </a:lnTo>
                <a:lnTo>
                  <a:pt x="1820980" y="69869"/>
                </a:lnTo>
                <a:lnTo>
                  <a:pt x="1820804" y="70551"/>
                </a:lnTo>
                <a:lnTo>
                  <a:pt x="1820612" y="71216"/>
                </a:lnTo>
                <a:lnTo>
                  <a:pt x="1820402" y="71864"/>
                </a:lnTo>
                <a:lnTo>
                  <a:pt x="1820176" y="72495"/>
                </a:lnTo>
                <a:lnTo>
                  <a:pt x="1819933" y="73109"/>
                </a:lnTo>
                <a:lnTo>
                  <a:pt x="1819673" y="73706"/>
                </a:lnTo>
                <a:lnTo>
                  <a:pt x="1819397" y="74286"/>
                </a:lnTo>
                <a:lnTo>
                  <a:pt x="1819104" y="74849"/>
                </a:lnTo>
                <a:lnTo>
                  <a:pt x="1818794" y="75394"/>
                </a:lnTo>
                <a:lnTo>
                  <a:pt x="1818467" y="75923"/>
                </a:lnTo>
                <a:lnTo>
                  <a:pt x="1818124" y="76435"/>
                </a:lnTo>
                <a:lnTo>
                  <a:pt x="1817763" y="76929"/>
                </a:lnTo>
                <a:lnTo>
                  <a:pt x="1817386" y="77407"/>
                </a:lnTo>
                <a:lnTo>
                  <a:pt x="1816993" y="77867"/>
                </a:lnTo>
                <a:lnTo>
                  <a:pt x="1816587" y="78310"/>
                </a:lnTo>
                <a:lnTo>
                  <a:pt x="1816173" y="78734"/>
                </a:lnTo>
                <a:lnTo>
                  <a:pt x="1815750" y="79139"/>
                </a:lnTo>
                <a:lnTo>
                  <a:pt x="1815320" y="79525"/>
                </a:lnTo>
                <a:lnTo>
                  <a:pt x="1814882" y="79892"/>
                </a:lnTo>
                <a:lnTo>
                  <a:pt x="1814436" y="80240"/>
                </a:lnTo>
                <a:lnTo>
                  <a:pt x="1813982" y="80570"/>
                </a:lnTo>
                <a:lnTo>
                  <a:pt x="1813520" y="80881"/>
                </a:lnTo>
                <a:lnTo>
                  <a:pt x="1813050" y="81173"/>
                </a:lnTo>
                <a:lnTo>
                  <a:pt x="1812572" y="81446"/>
                </a:lnTo>
                <a:lnTo>
                  <a:pt x="1812087" y="81700"/>
                </a:lnTo>
                <a:lnTo>
                  <a:pt x="1811593" y="81936"/>
                </a:lnTo>
                <a:lnTo>
                  <a:pt x="1811091" y="82152"/>
                </a:lnTo>
                <a:lnTo>
                  <a:pt x="1810581" y="82350"/>
                </a:lnTo>
                <a:lnTo>
                  <a:pt x="1810063" y="82529"/>
                </a:lnTo>
                <a:lnTo>
                  <a:pt x="1809537" y="82689"/>
                </a:lnTo>
                <a:lnTo>
                  <a:pt x="1809003" y="82830"/>
                </a:lnTo>
                <a:lnTo>
                  <a:pt x="1808462" y="82953"/>
                </a:lnTo>
                <a:lnTo>
                  <a:pt x="1807912" y="83056"/>
                </a:lnTo>
                <a:lnTo>
                  <a:pt x="1807354" y="83141"/>
                </a:lnTo>
                <a:lnTo>
                  <a:pt x="1806788" y="83207"/>
                </a:lnTo>
                <a:lnTo>
                  <a:pt x="1806214" y="83254"/>
                </a:lnTo>
                <a:lnTo>
                  <a:pt x="1805633" y="83282"/>
                </a:lnTo>
                <a:lnTo>
                  <a:pt x="1805043" y="83292"/>
                </a:lnTo>
                <a:lnTo>
                  <a:pt x="1804453" y="83282"/>
                </a:lnTo>
                <a:lnTo>
                  <a:pt x="1803871" y="83254"/>
                </a:lnTo>
                <a:lnTo>
                  <a:pt x="1803297" y="83207"/>
                </a:lnTo>
                <a:lnTo>
                  <a:pt x="1802731" y="83141"/>
                </a:lnTo>
                <a:lnTo>
                  <a:pt x="1802173" y="83056"/>
                </a:lnTo>
                <a:lnTo>
                  <a:pt x="1801622" y="82953"/>
                </a:lnTo>
                <a:lnTo>
                  <a:pt x="1801080" y="82830"/>
                </a:lnTo>
                <a:lnTo>
                  <a:pt x="1800545" y="82689"/>
                </a:lnTo>
                <a:lnTo>
                  <a:pt x="1800018" y="82529"/>
                </a:lnTo>
                <a:lnTo>
                  <a:pt x="1799499" y="82350"/>
                </a:lnTo>
                <a:lnTo>
                  <a:pt x="1798988" y="82152"/>
                </a:lnTo>
                <a:lnTo>
                  <a:pt x="1798485" y="81936"/>
                </a:lnTo>
                <a:lnTo>
                  <a:pt x="1797990" y="81700"/>
                </a:lnTo>
                <a:lnTo>
                  <a:pt x="1797502" y="81446"/>
                </a:lnTo>
                <a:lnTo>
                  <a:pt x="1797023" y="81173"/>
                </a:lnTo>
                <a:lnTo>
                  <a:pt x="1796551" y="80881"/>
                </a:lnTo>
                <a:lnTo>
                  <a:pt x="1796087" y="80570"/>
                </a:lnTo>
                <a:lnTo>
                  <a:pt x="1795631" y="80240"/>
                </a:lnTo>
                <a:lnTo>
                  <a:pt x="1795183" y="79892"/>
                </a:lnTo>
                <a:lnTo>
                  <a:pt x="1794743" y="79525"/>
                </a:lnTo>
                <a:lnTo>
                  <a:pt x="1794311" y="79139"/>
                </a:lnTo>
                <a:lnTo>
                  <a:pt x="1793886" y="78734"/>
                </a:lnTo>
                <a:lnTo>
                  <a:pt x="1793470" y="78310"/>
                </a:lnTo>
                <a:lnTo>
                  <a:pt x="1793061" y="77867"/>
                </a:lnTo>
                <a:lnTo>
                  <a:pt x="1792665" y="77407"/>
                </a:lnTo>
                <a:lnTo>
                  <a:pt x="1792285" y="76930"/>
                </a:lnTo>
                <a:lnTo>
                  <a:pt x="1791922" y="76437"/>
                </a:lnTo>
                <a:lnTo>
                  <a:pt x="1791577" y="75927"/>
                </a:lnTo>
                <a:lnTo>
                  <a:pt x="1791248" y="75400"/>
                </a:lnTo>
                <a:lnTo>
                  <a:pt x="1790936" y="74857"/>
                </a:lnTo>
                <a:lnTo>
                  <a:pt x="1790641" y="74297"/>
                </a:lnTo>
                <a:lnTo>
                  <a:pt x="1790362" y="73720"/>
                </a:lnTo>
                <a:lnTo>
                  <a:pt x="1790101" y="73127"/>
                </a:lnTo>
                <a:lnTo>
                  <a:pt x="1789856" y="72518"/>
                </a:lnTo>
                <a:lnTo>
                  <a:pt x="1789629" y="71892"/>
                </a:lnTo>
                <a:lnTo>
                  <a:pt x="1789418" y="71249"/>
                </a:lnTo>
                <a:lnTo>
                  <a:pt x="1789224" y="70589"/>
                </a:lnTo>
                <a:lnTo>
                  <a:pt x="1789047" y="69914"/>
                </a:lnTo>
                <a:lnTo>
                  <a:pt x="1788886" y="69221"/>
                </a:lnTo>
                <a:lnTo>
                  <a:pt x="1788743" y="68512"/>
                </a:lnTo>
                <a:lnTo>
                  <a:pt x="1788617" y="67786"/>
                </a:lnTo>
                <a:lnTo>
                  <a:pt x="1788507" y="67044"/>
                </a:lnTo>
                <a:lnTo>
                  <a:pt x="1788414" y="66285"/>
                </a:lnTo>
                <a:lnTo>
                  <a:pt x="1788338" y="65510"/>
                </a:lnTo>
                <a:lnTo>
                  <a:pt x="1788279" y="64718"/>
                </a:lnTo>
                <a:lnTo>
                  <a:pt x="1788237" y="63909"/>
                </a:lnTo>
                <a:lnTo>
                  <a:pt x="1788212" y="63084"/>
                </a:lnTo>
                <a:lnTo>
                  <a:pt x="1788203" y="62242"/>
                </a:lnTo>
                <a:lnTo>
                  <a:pt x="1788212" y="61400"/>
                </a:lnTo>
                <a:lnTo>
                  <a:pt x="1788237" y="60575"/>
                </a:lnTo>
                <a:lnTo>
                  <a:pt x="1788279" y="59766"/>
                </a:lnTo>
                <a:lnTo>
                  <a:pt x="1788338" y="58974"/>
                </a:lnTo>
                <a:lnTo>
                  <a:pt x="1788414" y="58199"/>
                </a:lnTo>
                <a:lnTo>
                  <a:pt x="1788507" y="57440"/>
                </a:lnTo>
                <a:close/>
                <a:moveTo>
                  <a:pt x="2049843" y="66972"/>
                </a:moveTo>
                <a:lnTo>
                  <a:pt x="2049944" y="67879"/>
                </a:lnTo>
                <a:lnTo>
                  <a:pt x="2050060" y="68773"/>
                </a:lnTo>
                <a:lnTo>
                  <a:pt x="2050192" y="69654"/>
                </a:lnTo>
                <a:lnTo>
                  <a:pt x="2050339" y="70524"/>
                </a:lnTo>
                <a:lnTo>
                  <a:pt x="2050502" y="71380"/>
                </a:lnTo>
                <a:lnTo>
                  <a:pt x="2050681" y="72224"/>
                </a:lnTo>
                <a:lnTo>
                  <a:pt x="2050875" y="73056"/>
                </a:lnTo>
                <a:lnTo>
                  <a:pt x="2051084" y="73875"/>
                </a:lnTo>
                <a:lnTo>
                  <a:pt x="2051309" y="74682"/>
                </a:lnTo>
                <a:lnTo>
                  <a:pt x="2051550" y="75476"/>
                </a:lnTo>
                <a:lnTo>
                  <a:pt x="2051806" y="76258"/>
                </a:lnTo>
                <a:lnTo>
                  <a:pt x="2052077" y="77027"/>
                </a:lnTo>
                <a:lnTo>
                  <a:pt x="2052364" y="77784"/>
                </a:lnTo>
                <a:lnTo>
                  <a:pt x="2052667" y="78528"/>
                </a:lnTo>
                <a:lnTo>
                  <a:pt x="2052985" y="79260"/>
                </a:lnTo>
                <a:lnTo>
                  <a:pt x="2053319" y="79980"/>
                </a:lnTo>
                <a:lnTo>
                  <a:pt x="2053668" y="80687"/>
                </a:lnTo>
                <a:lnTo>
                  <a:pt x="2054032" y="81381"/>
                </a:lnTo>
                <a:lnTo>
                  <a:pt x="2054412" y="82062"/>
                </a:lnTo>
                <a:lnTo>
                  <a:pt x="2054806" y="82730"/>
                </a:lnTo>
                <a:lnTo>
                  <a:pt x="2055214" y="83383"/>
                </a:lnTo>
                <a:lnTo>
                  <a:pt x="2055636" y="84023"/>
                </a:lnTo>
                <a:lnTo>
                  <a:pt x="2056073" y="84649"/>
                </a:lnTo>
                <a:lnTo>
                  <a:pt x="2056524" y="85261"/>
                </a:lnTo>
                <a:lnTo>
                  <a:pt x="2056989" y="85859"/>
                </a:lnTo>
                <a:lnTo>
                  <a:pt x="2057469" y="86444"/>
                </a:lnTo>
                <a:lnTo>
                  <a:pt x="2057963" y="87014"/>
                </a:lnTo>
                <a:lnTo>
                  <a:pt x="2058471" y="87571"/>
                </a:lnTo>
                <a:lnTo>
                  <a:pt x="2058993" y="88114"/>
                </a:lnTo>
                <a:lnTo>
                  <a:pt x="2059530" y="88643"/>
                </a:lnTo>
                <a:lnTo>
                  <a:pt x="2060081" y="89158"/>
                </a:lnTo>
                <a:lnTo>
                  <a:pt x="2060646" y="89660"/>
                </a:lnTo>
                <a:lnTo>
                  <a:pt x="2061225" y="90147"/>
                </a:lnTo>
                <a:lnTo>
                  <a:pt x="2061819" y="90621"/>
                </a:lnTo>
                <a:lnTo>
                  <a:pt x="2062427" y="91081"/>
                </a:lnTo>
                <a:lnTo>
                  <a:pt x="2063049" y="91527"/>
                </a:lnTo>
                <a:lnTo>
                  <a:pt x="2063686" y="91960"/>
                </a:lnTo>
                <a:lnTo>
                  <a:pt x="2064337" y="92378"/>
                </a:lnTo>
                <a:lnTo>
                  <a:pt x="2065002" y="92783"/>
                </a:lnTo>
                <a:lnTo>
                  <a:pt x="2065681" y="93173"/>
                </a:lnTo>
                <a:lnTo>
                  <a:pt x="2066375" y="93550"/>
                </a:lnTo>
                <a:lnTo>
                  <a:pt x="2067083" y="93914"/>
                </a:lnTo>
                <a:lnTo>
                  <a:pt x="2067800" y="94262"/>
                </a:lnTo>
                <a:lnTo>
                  <a:pt x="2068520" y="94596"/>
                </a:lnTo>
                <a:lnTo>
                  <a:pt x="2069242" y="94915"/>
                </a:lnTo>
                <a:lnTo>
                  <a:pt x="2069968" y="95220"/>
                </a:lnTo>
                <a:lnTo>
                  <a:pt x="2070697" y="95509"/>
                </a:lnTo>
                <a:lnTo>
                  <a:pt x="2071429" y="95784"/>
                </a:lnTo>
                <a:lnTo>
                  <a:pt x="2072164" y="96044"/>
                </a:lnTo>
                <a:lnTo>
                  <a:pt x="2072901" y="96288"/>
                </a:lnTo>
                <a:lnTo>
                  <a:pt x="2073642" y="96518"/>
                </a:lnTo>
                <a:lnTo>
                  <a:pt x="2074386" y="96734"/>
                </a:lnTo>
                <a:lnTo>
                  <a:pt x="2075133" y="96934"/>
                </a:lnTo>
                <a:lnTo>
                  <a:pt x="2075884" y="97120"/>
                </a:lnTo>
                <a:lnTo>
                  <a:pt x="2076637" y="97290"/>
                </a:lnTo>
                <a:lnTo>
                  <a:pt x="2077393" y="97446"/>
                </a:lnTo>
                <a:lnTo>
                  <a:pt x="2078152" y="97587"/>
                </a:lnTo>
                <a:lnTo>
                  <a:pt x="2078914" y="97713"/>
                </a:lnTo>
                <a:lnTo>
                  <a:pt x="2079679" y="97825"/>
                </a:lnTo>
                <a:lnTo>
                  <a:pt x="2080448" y="97921"/>
                </a:lnTo>
                <a:lnTo>
                  <a:pt x="2081219" y="98003"/>
                </a:lnTo>
                <a:lnTo>
                  <a:pt x="2081993" y="98070"/>
                </a:lnTo>
                <a:lnTo>
                  <a:pt x="2082771" y="98121"/>
                </a:lnTo>
                <a:lnTo>
                  <a:pt x="2083551" y="98159"/>
                </a:lnTo>
                <a:lnTo>
                  <a:pt x="2084335" y="98181"/>
                </a:lnTo>
                <a:lnTo>
                  <a:pt x="2085121" y="98188"/>
                </a:lnTo>
                <a:lnTo>
                  <a:pt x="2086386" y="98170"/>
                </a:lnTo>
                <a:lnTo>
                  <a:pt x="2087632" y="98117"/>
                </a:lnTo>
                <a:lnTo>
                  <a:pt x="2088861" y="98028"/>
                </a:lnTo>
                <a:lnTo>
                  <a:pt x="2090071" y="97903"/>
                </a:lnTo>
                <a:lnTo>
                  <a:pt x="2091264" y="97743"/>
                </a:lnTo>
                <a:lnTo>
                  <a:pt x="2092438" y="97547"/>
                </a:lnTo>
                <a:lnTo>
                  <a:pt x="2093594" y="97315"/>
                </a:lnTo>
                <a:lnTo>
                  <a:pt x="2094732" y="97048"/>
                </a:lnTo>
                <a:lnTo>
                  <a:pt x="2095852" y="96745"/>
                </a:lnTo>
                <a:lnTo>
                  <a:pt x="2096954" y="96406"/>
                </a:lnTo>
                <a:lnTo>
                  <a:pt x="2098037" y="96032"/>
                </a:lnTo>
                <a:lnTo>
                  <a:pt x="2099103" y="95622"/>
                </a:lnTo>
                <a:lnTo>
                  <a:pt x="2100150" y="95176"/>
                </a:lnTo>
                <a:lnTo>
                  <a:pt x="2101180" y="94695"/>
                </a:lnTo>
                <a:lnTo>
                  <a:pt x="2102191" y="94178"/>
                </a:lnTo>
                <a:lnTo>
                  <a:pt x="2103184" y="93626"/>
                </a:lnTo>
                <a:lnTo>
                  <a:pt x="2104159" y="93038"/>
                </a:lnTo>
                <a:lnTo>
                  <a:pt x="2105116" y="92414"/>
                </a:lnTo>
                <a:lnTo>
                  <a:pt x="2106055" y="91754"/>
                </a:lnTo>
                <a:lnTo>
                  <a:pt x="2106976" y="91059"/>
                </a:lnTo>
                <a:lnTo>
                  <a:pt x="2107878" y="90329"/>
                </a:lnTo>
                <a:lnTo>
                  <a:pt x="2108763" y="89562"/>
                </a:lnTo>
                <a:lnTo>
                  <a:pt x="2109629" y="88760"/>
                </a:lnTo>
                <a:lnTo>
                  <a:pt x="2110478" y="87923"/>
                </a:lnTo>
                <a:lnTo>
                  <a:pt x="2111300" y="87058"/>
                </a:lnTo>
                <a:lnTo>
                  <a:pt x="2112086" y="86174"/>
                </a:lnTo>
                <a:lnTo>
                  <a:pt x="2112838" y="85273"/>
                </a:lnTo>
                <a:lnTo>
                  <a:pt x="2113555" y="84352"/>
                </a:lnTo>
                <a:lnTo>
                  <a:pt x="2114237" y="83413"/>
                </a:lnTo>
                <a:lnTo>
                  <a:pt x="2114884" y="82456"/>
                </a:lnTo>
                <a:lnTo>
                  <a:pt x="2115496" y="81480"/>
                </a:lnTo>
                <a:lnTo>
                  <a:pt x="2116073" y="80485"/>
                </a:lnTo>
                <a:lnTo>
                  <a:pt x="2116615" y="79472"/>
                </a:lnTo>
                <a:lnTo>
                  <a:pt x="2117122" y="78440"/>
                </a:lnTo>
                <a:lnTo>
                  <a:pt x="2117594" y="77390"/>
                </a:lnTo>
                <a:lnTo>
                  <a:pt x="2118031" y="76321"/>
                </a:lnTo>
                <a:lnTo>
                  <a:pt x="2118433" y="75234"/>
                </a:lnTo>
                <a:lnTo>
                  <a:pt x="2118801" y="74128"/>
                </a:lnTo>
                <a:lnTo>
                  <a:pt x="2119133" y="73003"/>
                </a:lnTo>
                <a:lnTo>
                  <a:pt x="2119430" y="71860"/>
                </a:lnTo>
                <a:lnTo>
                  <a:pt x="2119692" y="70698"/>
                </a:lnTo>
                <a:lnTo>
                  <a:pt x="2119920" y="69518"/>
                </a:lnTo>
                <a:lnTo>
                  <a:pt x="2120112" y="68320"/>
                </a:lnTo>
                <a:lnTo>
                  <a:pt x="2120269" y="67102"/>
                </a:lnTo>
                <a:lnTo>
                  <a:pt x="2120392" y="65867"/>
                </a:lnTo>
                <a:lnTo>
                  <a:pt x="2120479" y="64612"/>
                </a:lnTo>
                <a:lnTo>
                  <a:pt x="2120532" y="63339"/>
                </a:lnTo>
                <a:lnTo>
                  <a:pt x="2120549" y="62048"/>
                </a:lnTo>
                <a:lnTo>
                  <a:pt x="2120532" y="60767"/>
                </a:lnTo>
                <a:lnTo>
                  <a:pt x="2120480" y="59505"/>
                </a:lnTo>
                <a:lnTo>
                  <a:pt x="2120393" y="58261"/>
                </a:lnTo>
                <a:lnTo>
                  <a:pt x="2120272" y="57036"/>
                </a:lnTo>
                <a:lnTo>
                  <a:pt x="2120116" y="55830"/>
                </a:lnTo>
                <a:lnTo>
                  <a:pt x="2119926" y="54642"/>
                </a:lnTo>
                <a:lnTo>
                  <a:pt x="2119701" y="53473"/>
                </a:lnTo>
                <a:lnTo>
                  <a:pt x="2119441" y="52322"/>
                </a:lnTo>
                <a:lnTo>
                  <a:pt x="2119147" y="51189"/>
                </a:lnTo>
                <a:lnTo>
                  <a:pt x="2118817" y="50076"/>
                </a:lnTo>
                <a:lnTo>
                  <a:pt x="2118454" y="48981"/>
                </a:lnTo>
                <a:lnTo>
                  <a:pt x="2118056" y="47904"/>
                </a:lnTo>
                <a:lnTo>
                  <a:pt x="2117623" y="46846"/>
                </a:lnTo>
                <a:lnTo>
                  <a:pt x="2117155" y="45806"/>
                </a:lnTo>
                <a:lnTo>
                  <a:pt x="2116653" y="44786"/>
                </a:lnTo>
                <a:lnTo>
                  <a:pt x="2116116" y="43783"/>
                </a:lnTo>
                <a:lnTo>
                  <a:pt x="2115545" y="42799"/>
                </a:lnTo>
                <a:lnTo>
                  <a:pt x="2114939" y="41834"/>
                </a:lnTo>
                <a:lnTo>
                  <a:pt x="2114298" y="40887"/>
                </a:lnTo>
                <a:lnTo>
                  <a:pt x="2113623" y="39959"/>
                </a:lnTo>
                <a:lnTo>
                  <a:pt x="2112913" y="39050"/>
                </a:lnTo>
                <a:lnTo>
                  <a:pt x="2112168" y="38158"/>
                </a:lnTo>
                <a:lnTo>
                  <a:pt x="2111389" y="37286"/>
                </a:lnTo>
                <a:lnTo>
                  <a:pt x="2110575" y="36432"/>
                </a:lnTo>
                <a:lnTo>
                  <a:pt x="2109734" y="35605"/>
                </a:lnTo>
                <a:lnTo>
                  <a:pt x="2108873" y="34813"/>
                </a:lnTo>
                <a:lnTo>
                  <a:pt x="2107993" y="34056"/>
                </a:lnTo>
                <a:lnTo>
                  <a:pt x="2107094" y="33335"/>
                </a:lnTo>
                <a:lnTo>
                  <a:pt x="2106174" y="32649"/>
                </a:lnTo>
                <a:lnTo>
                  <a:pt x="2105236" y="31997"/>
                </a:lnTo>
                <a:lnTo>
                  <a:pt x="2104277" y="31381"/>
                </a:lnTo>
                <a:lnTo>
                  <a:pt x="2103299" y="30801"/>
                </a:lnTo>
                <a:lnTo>
                  <a:pt x="2102302" y="30255"/>
                </a:lnTo>
                <a:lnTo>
                  <a:pt x="2101285" y="29745"/>
                </a:lnTo>
                <a:lnTo>
                  <a:pt x="2100248" y="29270"/>
                </a:lnTo>
                <a:lnTo>
                  <a:pt x="2099192" y="28830"/>
                </a:lnTo>
                <a:lnTo>
                  <a:pt x="2098116" y="28425"/>
                </a:lnTo>
                <a:lnTo>
                  <a:pt x="2097021" y="28056"/>
                </a:lnTo>
                <a:lnTo>
                  <a:pt x="2095906" y="27721"/>
                </a:lnTo>
                <a:lnTo>
                  <a:pt x="2094771" y="27422"/>
                </a:lnTo>
                <a:lnTo>
                  <a:pt x="2093617" y="27158"/>
                </a:lnTo>
                <a:lnTo>
                  <a:pt x="2092444" y="26929"/>
                </a:lnTo>
                <a:lnTo>
                  <a:pt x="2091251" y="26736"/>
                </a:lnTo>
                <a:lnTo>
                  <a:pt x="2090038" y="26577"/>
                </a:lnTo>
                <a:lnTo>
                  <a:pt x="2088806" y="26454"/>
                </a:lnTo>
                <a:lnTo>
                  <a:pt x="2087554" y="26366"/>
                </a:lnTo>
                <a:lnTo>
                  <a:pt x="2086282" y="26313"/>
                </a:lnTo>
                <a:lnTo>
                  <a:pt x="2084992" y="26296"/>
                </a:lnTo>
                <a:lnTo>
                  <a:pt x="2084153" y="26304"/>
                </a:lnTo>
                <a:lnTo>
                  <a:pt x="2083321" y="26327"/>
                </a:lnTo>
                <a:lnTo>
                  <a:pt x="2082495" y="26366"/>
                </a:lnTo>
                <a:lnTo>
                  <a:pt x="2081677" y="26420"/>
                </a:lnTo>
                <a:lnTo>
                  <a:pt x="2080865" y="26490"/>
                </a:lnTo>
                <a:lnTo>
                  <a:pt x="2080059" y="26575"/>
                </a:lnTo>
                <a:lnTo>
                  <a:pt x="2079260" y="26676"/>
                </a:lnTo>
                <a:lnTo>
                  <a:pt x="2078468" y="26792"/>
                </a:lnTo>
                <a:lnTo>
                  <a:pt x="2077682" y="26924"/>
                </a:lnTo>
                <a:lnTo>
                  <a:pt x="2076903" y="27072"/>
                </a:lnTo>
                <a:lnTo>
                  <a:pt x="2076131" y="27235"/>
                </a:lnTo>
                <a:lnTo>
                  <a:pt x="2075365" y="27413"/>
                </a:lnTo>
                <a:lnTo>
                  <a:pt x="2074606" y="27607"/>
                </a:lnTo>
                <a:lnTo>
                  <a:pt x="2073854" y="27817"/>
                </a:lnTo>
                <a:lnTo>
                  <a:pt x="2073108" y="28042"/>
                </a:lnTo>
                <a:lnTo>
                  <a:pt x="2072369" y="28282"/>
                </a:lnTo>
                <a:lnTo>
                  <a:pt x="2071636" y="28538"/>
                </a:lnTo>
                <a:lnTo>
                  <a:pt x="2070911" y="28810"/>
                </a:lnTo>
                <a:lnTo>
                  <a:pt x="2070191" y="29097"/>
                </a:lnTo>
                <a:lnTo>
                  <a:pt x="2069479" y="29399"/>
                </a:lnTo>
                <a:lnTo>
                  <a:pt x="2068773" y="29717"/>
                </a:lnTo>
                <a:lnTo>
                  <a:pt x="2068073" y="30051"/>
                </a:lnTo>
                <a:lnTo>
                  <a:pt x="2067381" y="30400"/>
                </a:lnTo>
                <a:lnTo>
                  <a:pt x="2066695" y="30765"/>
                </a:lnTo>
                <a:lnTo>
                  <a:pt x="2066018" y="31144"/>
                </a:lnTo>
                <a:lnTo>
                  <a:pt x="2065355" y="31538"/>
                </a:lnTo>
                <a:lnTo>
                  <a:pt x="2064704" y="31945"/>
                </a:lnTo>
                <a:lnTo>
                  <a:pt x="2064067" y="32366"/>
                </a:lnTo>
                <a:lnTo>
                  <a:pt x="2063442" y="32801"/>
                </a:lnTo>
                <a:lnTo>
                  <a:pt x="2062831" y="33250"/>
                </a:lnTo>
                <a:lnTo>
                  <a:pt x="2062232" y="33713"/>
                </a:lnTo>
                <a:lnTo>
                  <a:pt x="2061646" y="34190"/>
                </a:lnTo>
                <a:lnTo>
                  <a:pt x="2061073" y="34681"/>
                </a:lnTo>
                <a:lnTo>
                  <a:pt x="2060513" y="35186"/>
                </a:lnTo>
                <a:lnTo>
                  <a:pt x="2059966" y="35705"/>
                </a:lnTo>
                <a:lnTo>
                  <a:pt x="2059432" y="36238"/>
                </a:lnTo>
                <a:lnTo>
                  <a:pt x="2058911" y="36784"/>
                </a:lnTo>
                <a:lnTo>
                  <a:pt x="2058403" y="37345"/>
                </a:lnTo>
                <a:lnTo>
                  <a:pt x="2057908" y="37920"/>
                </a:lnTo>
                <a:lnTo>
                  <a:pt x="2057426" y="38508"/>
                </a:lnTo>
                <a:lnTo>
                  <a:pt x="2056956" y="39111"/>
                </a:lnTo>
                <a:lnTo>
                  <a:pt x="2056500" y="39727"/>
                </a:lnTo>
                <a:lnTo>
                  <a:pt x="2056056" y="40357"/>
                </a:lnTo>
                <a:lnTo>
                  <a:pt x="2055626" y="41002"/>
                </a:lnTo>
                <a:lnTo>
                  <a:pt x="2055208" y="41660"/>
                </a:lnTo>
                <a:lnTo>
                  <a:pt x="2054803" y="42332"/>
                </a:lnTo>
                <a:lnTo>
                  <a:pt x="2054411" y="43018"/>
                </a:lnTo>
                <a:lnTo>
                  <a:pt x="2054032" y="43718"/>
                </a:lnTo>
                <a:lnTo>
                  <a:pt x="2053668" y="44426"/>
                </a:lnTo>
                <a:lnTo>
                  <a:pt x="2053319" y="45137"/>
                </a:lnTo>
                <a:lnTo>
                  <a:pt x="2052985" y="45849"/>
                </a:lnTo>
                <a:lnTo>
                  <a:pt x="2052667" y="46563"/>
                </a:lnTo>
                <a:lnTo>
                  <a:pt x="2052364" y="47279"/>
                </a:lnTo>
                <a:lnTo>
                  <a:pt x="2052077" y="47997"/>
                </a:lnTo>
                <a:lnTo>
                  <a:pt x="2051806" y="48717"/>
                </a:lnTo>
                <a:lnTo>
                  <a:pt x="2051550" y="49440"/>
                </a:lnTo>
                <a:lnTo>
                  <a:pt x="2051309" y="50164"/>
                </a:lnTo>
                <a:lnTo>
                  <a:pt x="2051084" y="50890"/>
                </a:lnTo>
                <a:lnTo>
                  <a:pt x="2050875" y="51618"/>
                </a:lnTo>
                <a:lnTo>
                  <a:pt x="2050681" y="52349"/>
                </a:lnTo>
                <a:lnTo>
                  <a:pt x="2050502" y="53081"/>
                </a:lnTo>
                <a:lnTo>
                  <a:pt x="2050339" y="53815"/>
                </a:lnTo>
                <a:lnTo>
                  <a:pt x="2050192" y="54552"/>
                </a:lnTo>
                <a:lnTo>
                  <a:pt x="2050060" y="55290"/>
                </a:lnTo>
                <a:lnTo>
                  <a:pt x="2049944" y="56031"/>
                </a:lnTo>
                <a:lnTo>
                  <a:pt x="2049843" y="56773"/>
                </a:lnTo>
                <a:lnTo>
                  <a:pt x="2049757" y="57518"/>
                </a:lnTo>
                <a:lnTo>
                  <a:pt x="2049688" y="58264"/>
                </a:lnTo>
                <a:lnTo>
                  <a:pt x="2049633" y="59013"/>
                </a:lnTo>
                <a:lnTo>
                  <a:pt x="2049594" y="59763"/>
                </a:lnTo>
                <a:lnTo>
                  <a:pt x="2049571" y="60516"/>
                </a:lnTo>
                <a:lnTo>
                  <a:pt x="2049563" y="61271"/>
                </a:lnTo>
                <a:lnTo>
                  <a:pt x="2049571" y="62252"/>
                </a:lnTo>
                <a:lnTo>
                  <a:pt x="2049594" y="63221"/>
                </a:lnTo>
                <a:lnTo>
                  <a:pt x="2049633" y="64177"/>
                </a:lnTo>
                <a:lnTo>
                  <a:pt x="2049688" y="65122"/>
                </a:lnTo>
                <a:lnTo>
                  <a:pt x="2049757" y="66053"/>
                </a:lnTo>
                <a:lnTo>
                  <a:pt x="2049843" y="66972"/>
                </a:lnTo>
                <a:close/>
                <a:moveTo>
                  <a:pt x="2068520" y="57440"/>
                </a:moveTo>
                <a:lnTo>
                  <a:pt x="2068630" y="56698"/>
                </a:lnTo>
                <a:lnTo>
                  <a:pt x="2068756" y="55972"/>
                </a:lnTo>
                <a:lnTo>
                  <a:pt x="2068900" y="55263"/>
                </a:lnTo>
                <a:lnTo>
                  <a:pt x="2069060" y="54571"/>
                </a:lnTo>
                <a:lnTo>
                  <a:pt x="2069237" y="53895"/>
                </a:lnTo>
                <a:lnTo>
                  <a:pt x="2069431" y="53235"/>
                </a:lnTo>
                <a:lnTo>
                  <a:pt x="2069642" y="52592"/>
                </a:lnTo>
                <a:lnTo>
                  <a:pt x="2069870" y="51966"/>
                </a:lnTo>
                <a:lnTo>
                  <a:pt x="2070114" y="51357"/>
                </a:lnTo>
                <a:lnTo>
                  <a:pt x="2070376" y="50764"/>
                </a:lnTo>
                <a:lnTo>
                  <a:pt x="2070654" y="50187"/>
                </a:lnTo>
                <a:lnTo>
                  <a:pt x="2070949" y="49627"/>
                </a:lnTo>
                <a:lnTo>
                  <a:pt x="2071261" y="49084"/>
                </a:lnTo>
                <a:lnTo>
                  <a:pt x="2071590" y="48558"/>
                </a:lnTo>
                <a:lnTo>
                  <a:pt x="2071936" y="48047"/>
                </a:lnTo>
                <a:lnTo>
                  <a:pt x="2072298" y="47554"/>
                </a:lnTo>
                <a:lnTo>
                  <a:pt x="2072678" y="47077"/>
                </a:lnTo>
                <a:lnTo>
                  <a:pt x="2073074" y="46617"/>
                </a:lnTo>
                <a:lnTo>
                  <a:pt x="2073483" y="46174"/>
                </a:lnTo>
                <a:lnTo>
                  <a:pt x="2073900" y="45750"/>
                </a:lnTo>
                <a:lnTo>
                  <a:pt x="2074324" y="45345"/>
                </a:lnTo>
                <a:lnTo>
                  <a:pt x="2074756" y="44959"/>
                </a:lnTo>
                <a:lnTo>
                  <a:pt x="2075197" y="44592"/>
                </a:lnTo>
                <a:lnTo>
                  <a:pt x="2075645" y="44244"/>
                </a:lnTo>
                <a:lnTo>
                  <a:pt x="2076101" y="43914"/>
                </a:lnTo>
                <a:lnTo>
                  <a:pt x="2076564" y="43603"/>
                </a:lnTo>
                <a:lnTo>
                  <a:pt x="2077036" y="43311"/>
                </a:lnTo>
                <a:lnTo>
                  <a:pt x="2077516" y="43038"/>
                </a:lnTo>
                <a:lnTo>
                  <a:pt x="2078003" y="42784"/>
                </a:lnTo>
                <a:lnTo>
                  <a:pt x="2078499" y="42549"/>
                </a:lnTo>
                <a:lnTo>
                  <a:pt x="2079002" y="42332"/>
                </a:lnTo>
                <a:lnTo>
                  <a:pt x="2079513" y="42134"/>
                </a:lnTo>
                <a:lnTo>
                  <a:pt x="2080032" y="41955"/>
                </a:lnTo>
                <a:lnTo>
                  <a:pt x="2080559" y="41795"/>
                </a:lnTo>
                <a:lnTo>
                  <a:pt x="2081093" y="41654"/>
                </a:lnTo>
                <a:lnTo>
                  <a:pt x="2081636" y="41531"/>
                </a:lnTo>
                <a:lnTo>
                  <a:pt x="2082186" y="41428"/>
                </a:lnTo>
                <a:lnTo>
                  <a:pt x="2082744" y="41343"/>
                </a:lnTo>
                <a:lnTo>
                  <a:pt x="2083311" y="41277"/>
                </a:lnTo>
                <a:lnTo>
                  <a:pt x="2083885" y="41230"/>
                </a:lnTo>
                <a:lnTo>
                  <a:pt x="2084467" y="41202"/>
                </a:lnTo>
                <a:lnTo>
                  <a:pt x="2085056" y="41192"/>
                </a:lnTo>
                <a:lnTo>
                  <a:pt x="2085646" y="41202"/>
                </a:lnTo>
                <a:lnTo>
                  <a:pt x="2086228" y="41230"/>
                </a:lnTo>
                <a:lnTo>
                  <a:pt x="2086801" y="41277"/>
                </a:lnTo>
                <a:lnTo>
                  <a:pt x="2087367" y="41343"/>
                </a:lnTo>
                <a:lnTo>
                  <a:pt x="2087925" y="41428"/>
                </a:lnTo>
                <a:lnTo>
                  <a:pt x="2088475" y="41531"/>
                </a:lnTo>
                <a:lnTo>
                  <a:pt x="2089017" y="41654"/>
                </a:lnTo>
                <a:lnTo>
                  <a:pt x="2089550" y="41795"/>
                </a:lnTo>
                <a:lnTo>
                  <a:pt x="2090076" y="41955"/>
                </a:lnTo>
                <a:lnTo>
                  <a:pt x="2090594" y="42134"/>
                </a:lnTo>
                <a:lnTo>
                  <a:pt x="2091104" y="42332"/>
                </a:lnTo>
                <a:lnTo>
                  <a:pt x="2091606" y="42549"/>
                </a:lnTo>
                <a:lnTo>
                  <a:pt x="2092100" y="42784"/>
                </a:lnTo>
                <a:lnTo>
                  <a:pt x="2092586" y="43038"/>
                </a:lnTo>
                <a:lnTo>
                  <a:pt x="2093064" y="43311"/>
                </a:lnTo>
                <a:lnTo>
                  <a:pt x="2093534" y="43603"/>
                </a:lnTo>
                <a:lnTo>
                  <a:pt x="2093996" y="43914"/>
                </a:lnTo>
                <a:lnTo>
                  <a:pt x="2094450" y="44244"/>
                </a:lnTo>
                <a:lnTo>
                  <a:pt x="2094896" y="44592"/>
                </a:lnTo>
                <a:lnTo>
                  <a:pt x="2095334" y="44959"/>
                </a:lnTo>
                <a:lnTo>
                  <a:pt x="2095764" y="45345"/>
                </a:lnTo>
                <a:lnTo>
                  <a:pt x="2096186" y="45750"/>
                </a:lnTo>
                <a:lnTo>
                  <a:pt x="2096600" y="46174"/>
                </a:lnTo>
                <a:lnTo>
                  <a:pt x="2097006" y="46617"/>
                </a:lnTo>
                <a:lnTo>
                  <a:pt x="2097400" y="47077"/>
                </a:lnTo>
                <a:lnTo>
                  <a:pt x="2097777" y="47553"/>
                </a:lnTo>
                <a:lnTo>
                  <a:pt x="2098137" y="48045"/>
                </a:lnTo>
                <a:lnTo>
                  <a:pt x="2098480" y="48554"/>
                </a:lnTo>
                <a:lnTo>
                  <a:pt x="2098807" y="49079"/>
                </a:lnTo>
                <a:lnTo>
                  <a:pt x="2099117" y="49619"/>
                </a:lnTo>
                <a:lnTo>
                  <a:pt x="2099410" y="50176"/>
                </a:lnTo>
                <a:lnTo>
                  <a:pt x="2099687" y="50749"/>
                </a:lnTo>
                <a:lnTo>
                  <a:pt x="2099946" y="51339"/>
                </a:lnTo>
                <a:lnTo>
                  <a:pt x="2100189" y="51944"/>
                </a:lnTo>
                <a:lnTo>
                  <a:pt x="2100415" y="52565"/>
                </a:lnTo>
                <a:lnTo>
                  <a:pt x="2100625" y="53203"/>
                </a:lnTo>
                <a:lnTo>
                  <a:pt x="2100818" y="53857"/>
                </a:lnTo>
                <a:lnTo>
                  <a:pt x="2100993" y="54526"/>
                </a:lnTo>
                <a:lnTo>
                  <a:pt x="2101153" y="55212"/>
                </a:lnTo>
                <a:lnTo>
                  <a:pt x="2101295" y="55915"/>
                </a:lnTo>
                <a:lnTo>
                  <a:pt x="2101421" y="56633"/>
                </a:lnTo>
                <a:lnTo>
                  <a:pt x="2101530" y="57367"/>
                </a:lnTo>
                <a:lnTo>
                  <a:pt x="2101622" y="58118"/>
                </a:lnTo>
                <a:lnTo>
                  <a:pt x="2101697" y="58884"/>
                </a:lnTo>
                <a:lnTo>
                  <a:pt x="2101756" y="59667"/>
                </a:lnTo>
                <a:lnTo>
                  <a:pt x="2101798" y="60466"/>
                </a:lnTo>
                <a:lnTo>
                  <a:pt x="2101823" y="61281"/>
                </a:lnTo>
                <a:lnTo>
                  <a:pt x="2101831" y="62113"/>
                </a:lnTo>
                <a:lnTo>
                  <a:pt x="2101823" y="62965"/>
                </a:lnTo>
                <a:lnTo>
                  <a:pt x="2101798" y="63800"/>
                </a:lnTo>
                <a:lnTo>
                  <a:pt x="2101756" y="64618"/>
                </a:lnTo>
                <a:lnTo>
                  <a:pt x="2101697" y="65420"/>
                </a:lnTo>
                <a:lnTo>
                  <a:pt x="2101622" y="66204"/>
                </a:lnTo>
                <a:lnTo>
                  <a:pt x="2101530" y="66971"/>
                </a:lnTo>
                <a:lnTo>
                  <a:pt x="2101421" y="67721"/>
                </a:lnTo>
                <a:lnTo>
                  <a:pt x="2101295" y="68454"/>
                </a:lnTo>
                <a:lnTo>
                  <a:pt x="2101153" y="69170"/>
                </a:lnTo>
                <a:lnTo>
                  <a:pt x="2100993" y="69869"/>
                </a:lnTo>
                <a:lnTo>
                  <a:pt x="2100818" y="70551"/>
                </a:lnTo>
                <a:lnTo>
                  <a:pt x="2100625" y="71216"/>
                </a:lnTo>
                <a:lnTo>
                  <a:pt x="2100415" y="71864"/>
                </a:lnTo>
                <a:lnTo>
                  <a:pt x="2100189" y="72495"/>
                </a:lnTo>
                <a:lnTo>
                  <a:pt x="2099946" y="73109"/>
                </a:lnTo>
                <a:lnTo>
                  <a:pt x="2099687" y="73706"/>
                </a:lnTo>
                <a:lnTo>
                  <a:pt x="2099410" y="74286"/>
                </a:lnTo>
                <a:lnTo>
                  <a:pt x="2099117" y="74849"/>
                </a:lnTo>
                <a:lnTo>
                  <a:pt x="2098807" y="75394"/>
                </a:lnTo>
                <a:lnTo>
                  <a:pt x="2098480" y="75923"/>
                </a:lnTo>
                <a:lnTo>
                  <a:pt x="2098137" y="76435"/>
                </a:lnTo>
                <a:lnTo>
                  <a:pt x="2097777" y="76929"/>
                </a:lnTo>
                <a:lnTo>
                  <a:pt x="2097400" y="77407"/>
                </a:lnTo>
                <a:lnTo>
                  <a:pt x="2097006" y="77867"/>
                </a:lnTo>
                <a:lnTo>
                  <a:pt x="2096600" y="78310"/>
                </a:lnTo>
                <a:lnTo>
                  <a:pt x="2096186" y="78734"/>
                </a:lnTo>
                <a:lnTo>
                  <a:pt x="2095764" y="79139"/>
                </a:lnTo>
                <a:lnTo>
                  <a:pt x="2095334" y="79525"/>
                </a:lnTo>
                <a:lnTo>
                  <a:pt x="2094896" y="79892"/>
                </a:lnTo>
                <a:lnTo>
                  <a:pt x="2094450" y="80240"/>
                </a:lnTo>
                <a:lnTo>
                  <a:pt x="2093996" y="80570"/>
                </a:lnTo>
                <a:lnTo>
                  <a:pt x="2093534" y="80881"/>
                </a:lnTo>
                <a:lnTo>
                  <a:pt x="2093064" y="81173"/>
                </a:lnTo>
                <a:lnTo>
                  <a:pt x="2092586" y="81446"/>
                </a:lnTo>
                <a:lnTo>
                  <a:pt x="2092100" y="81700"/>
                </a:lnTo>
                <a:lnTo>
                  <a:pt x="2091606" y="81936"/>
                </a:lnTo>
                <a:lnTo>
                  <a:pt x="2091104" y="82152"/>
                </a:lnTo>
                <a:lnTo>
                  <a:pt x="2090594" y="82350"/>
                </a:lnTo>
                <a:lnTo>
                  <a:pt x="2090076" y="82529"/>
                </a:lnTo>
                <a:lnTo>
                  <a:pt x="2089550" y="82689"/>
                </a:lnTo>
                <a:lnTo>
                  <a:pt x="2089017" y="82830"/>
                </a:lnTo>
                <a:lnTo>
                  <a:pt x="2088475" y="82953"/>
                </a:lnTo>
                <a:lnTo>
                  <a:pt x="2087925" y="83056"/>
                </a:lnTo>
                <a:lnTo>
                  <a:pt x="2087367" y="83141"/>
                </a:lnTo>
                <a:lnTo>
                  <a:pt x="2086801" y="83207"/>
                </a:lnTo>
                <a:lnTo>
                  <a:pt x="2086228" y="83254"/>
                </a:lnTo>
                <a:lnTo>
                  <a:pt x="2085646" y="83282"/>
                </a:lnTo>
                <a:lnTo>
                  <a:pt x="2085056" y="83292"/>
                </a:lnTo>
                <a:lnTo>
                  <a:pt x="2084467" y="83282"/>
                </a:lnTo>
                <a:lnTo>
                  <a:pt x="2083885" y="83254"/>
                </a:lnTo>
                <a:lnTo>
                  <a:pt x="2083311" y="83207"/>
                </a:lnTo>
                <a:lnTo>
                  <a:pt x="2082744" y="83141"/>
                </a:lnTo>
                <a:lnTo>
                  <a:pt x="2082186" y="83056"/>
                </a:lnTo>
                <a:lnTo>
                  <a:pt x="2081636" y="82953"/>
                </a:lnTo>
                <a:lnTo>
                  <a:pt x="2081093" y="82830"/>
                </a:lnTo>
                <a:lnTo>
                  <a:pt x="2080559" y="82689"/>
                </a:lnTo>
                <a:lnTo>
                  <a:pt x="2080032" y="82529"/>
                </a:lnTo>
                <a:lnTo>
                  <a:pt x="2079513" y="82350"/>
                </a:lnTo>
                <a:lnTo>
                  <a:pt x="2079002" y="82152"/>
                </a:lnTo>
                <a:lnTo>
                  <a:pt x="2078499" y="81936"/>
                </a:lnTo>
                <a:lnTo>
                  <a:pt x="2078003" y="81700"/>
                </a:lnTo>
                <a:lnTo>
                  <a:pt x="2077516" y="81446"/>
                </a:lnTo>
                <a:lnTo>
                  <a:pt x="2077036" y="81173"/>
                </a:lnTo>
                <a:lnTo>
                  <a:pt x="2076564" y="80881"/>
                </a:lnTo>
                <a:lnTo>
                  <a:pt x="2076101" y="80570"/>
                </a:lnTo>
                <a:lnTo>
                  <a:pt x="2075645" y="80240"/>
                </a:lnTo>
                <a:lnTo>
                  <a:pt x="2075197" y="79892"/>
                </a:lnTo>
                <a:lnTo>
                  <a:pt x="2074756" y="79525"/>
                </a:lnTo>
                <a:lnTo>
                  <a:pt x="2074324" y="79139"/>
                </a:lnTo>
                <a:lnTo>
                  <a:pt x="2073900" y="78734"/>
                </a:lnTo>
                <a:lnTo>
                  <a:pt x="2073483" y="78310"/>
                </a:lnTo>
                <a:lnTo>
                  <a:pt x="2073074" y="77867"/>
                </a:lnTo>
                <a:lnTo>
                  <a:pt x="2072678" y="77407"/>
                </a:lnTo>
                <a:lnTo>
                  <a:pt x="2072298" y="76930"/>
                </a:lnTo>
                <a:lnTo>
                  <a:pt x="2071936" y="76437"/>
                </a:lnTo>
                <a:lnTo>
                  <a:pt x="2071590" y="75927"/>
                </a:lnTo>
                <a:lnTo>
                  <a:pt x="2071261" y="75400"/>
                </a:lnTo>
                <a:lnTo>
                  <a:pt x="2070949" y="74857"/>
                </a:lnTo>
                <a:lnTo>
                  <a:pt x="2070654" y="74297"/>
                </a:lnTo>
                <a:lnTo>
                  <a:pt x="2070376" y="73720"/>
                </a:lnTo>
                <a:lnTo>
                  <a:pt x="2070114" y="73127"/>
                </a:lnTo>
                <a:lnTo>
                  <a:pt x="2069870" y="72518"/>
                </a:lnTo>
                <a:lnTo>
                  <a:pt x="2069642" y="71892"/>
                </a:lnTo>
                <a:lnTo>
                  <a:pt x="2069431" y="71249"/>
                </a:lnTo>
                <a:lnTo>
                  <a:pt x="2069237" y="70589"/>
                </a:lnTo>
                <a:lnTo>
                  <a:pt x="2069060" y="69914"/>
                </a:lnTo>
                <a:lnTo>
                  <a:pt x="2068900" y="69221"/>
                </a:lnTo>
                <a:lnTo>
                  <a:pt x="2068756" y="68512"/>
                </a:lnTo>
                <a:lnTo>
                  <a:pt x="2068630" y="67786"/>
                </a:lnTo>
                <a:lnTo>
                  <a:pt x="2068520" y="67044"/>
                </a:lnTo>
                <a:lnTo>
                  <a:pt x="2068427" y="66285"/>
                </a:lnTo>
                <a:lnTo>
                  <a:pt x="2068352" y="65510"/>
                </a:lnTo>
                <a:lnTo>
                  <a:pt x="2068292" y="64718"/>
                </a:lnTo>
                <a:lnTo>
                  <a:pt x="2068250" y="63909"/>
                </a:lnTo>
                <a:lnTo>
                  <a:pt x="2068225" y="63084"/>
                </a:lnTo>
                <a:lnTo>
                  <a:pt x="2068217" y="62242"/>
                </a:lnTo>
                <a:lnTo>
                  <a:pt x="2068225" y="61400"/>
                </a:lnTo>
                <a:lnTo>
                  <a:pt x="2068250" y="60575"/>
                </a:lnTo>
                <a:lnTo>
                  <a:pt x="2068292" y="59766"/>
                </a:lnTo>
                <a:lnTo>
                  <a:pt x="2068352" y="58974"/>
                </a:lnTo>
                <a:lnTo>
                  <a:pt x="2068427" y="58199"/>
                </a:lnTo>
                <a:lnTo>
                  <a:pt x="2068520" y="57440"/>
                </a:lnTo>
                <a:close/>
                <a:moveTo>
                  <a:pt x="2129706" y="80960"/>
                </a:moveTo>
                <a:lnTo>
                  <a:pt x="2130025" y="81695"/>
                </a:lnTo>
                <a:lnTo>
                  <a:pt x="2130363" y="82415"/>
                </a:lnTo>
                <a:lnTo>
                  <a:pt x="2130721" y="83122"/>
                </a:lnTo>
                <a:lnTo>
                  <a:pt x="2131099" y="83814"/>
                </a:lnTo>
                <a:lnTo>
                  <a:pt x="2131496" y="84493"/>
                </a:lnTo>
                <a:lnTo>
                  <a:pt x="2131913" y="85157"/>
                </a:lnTo>
                <a:lnTo>
                  <a:pt x="2132350" y="85807"/>
                </a:lnTo>
                <a:lnTo>
                  <a:pt x="2132807" y="86443"/>
                </a:lnTo>
                <a:lnTo>
                  <a:pt x="2133283" y="87065"/>
                </a:lnTo>
                <a:lnTo>
                  <a:pt x="2133779" y="87673"/>
                </a:lnTo>
                <a:lnTo>
                  <a:pt x="2134294" y="88266"/>
                </a:lnTo>
                <a:lnTo>
                  <a:pt x="2134829" y="88846"/>
                </a:lnTo>
                <a:lnTo>
                  <a:pt x="2135384" y="89411"/>
                </a:lnTo>
                <a:lnTo>
                  <a:pt x="2135959" y="89962"/>
                </a:lnTo>
                <a:lnTo>
                  <a:pt x="2136553" y="90500"/>
                </a:lnTo>
                <a:lnTo>
                  <a:pt x="2137167" y="91023"/>
                </a:lnTo>
                <a:lnTo>
                  <a:pt x="2137800" y="91531"/>
                </a:lnTo>
                <a:lnTo>
                  <a:pt x="2138454" y="92026"/>
                </a:lnTo>
                <a:lnTo>
                  <a:pt x="2139127" y="92507"/>
                </a:lnTo>
                <a:lnTo>
                  <a:pt x="2139819" y="92970"/>
                </a:lnTo>
                <a:lnTo>
                  <a:pt x="2140533" y="93414"/>
                </a:lnTo>
                <a:lnTo>
                  <a:pt x="2141266" y="93838"/>
                </a:lnTo>
                <a:lnTo>
                  <a:pt x="2142020" y="94243"/>
                </a:lnTo>
                <a:lnTo>
                  <a:pt x="2142795" y="94628"/>
                </a:lnTo>
                <a:lnTo>
                  <a:pt x="2143589" y="94993"/>
                </a:lnTo>
                <a:lnTo>
                  <a:pt x="2144405" y="95338"/>
                </a:lnTo>
                <a:lnTo>
                  <a:pt x="2145240" y="95663"/>
                </a:lnTo>
                <a:lnTo>
                  <a:pt x="2146096" y="95969"/>
                </a:lnTo>
                <a:lnTo>
                  <a:pt x="2146972" y="96255"/>
                </a:lnTo>
                <a:lnTo>
                  <a:pt x="2147868" y="96521"/>
                </a:lnTo>
                <a:lnTo>
                  <a:pt x="2148785" y="96768"/>
                </a:lnTo>
                <a:lnTo>
                  <a:pt x="2149722" y="96995"/>
                </a:lnTo>
                <a:lnTo>
                  <a:pt x="2150680" y="97202"/>
                </a:lnTo>
                <a:lnTo>
                  <a:pt x="2151658" y="97389"/>
                </a:lnTo>
                <a:lnTo>
                  <a:pt x="2152656" y="97557"/>
                </a:lnTo>
                <a:lnTo>
                  <a:pt x="2153674" y="97705"/>
                </a:lnTo>
                <a:lnTo>
                  <a:pt x="2154713" y="97833"/>
                </a:lnTo>
                <a:lnTo>
                  <a:pt x="2155773" y="97942"/>
                </a:lnTo>
                <a:lnTo>
                  <a:pt x="2156852" y="98030"/>
                </a:lnTo>
                <a:lnTo>
                  <a:pt x="2157952" y="98100"/>
                </a:lnTo>
                <a:lnTo>
                  <a:pt x="2159073" y="98149"/>
                </a:lnTo>
                <a:lnTo>
                  <a:pt x="2160213" y="98178"/>
                </a:lnTo>
                <a:lnTo>
                  <a:pt x="2161374" y="98188"/>
                </a:lnTo>
                <a:lnTo>
                  <a:pt x="2162651" y="98176"/>
                </a:lnTo>
                <a:lnTo>
                  <a:pt x="2163902" y="98141"/>
                </a:lnTo>
                <a:lnTo>
                  <a:pt x="2165126" y="98082"/>
                </a:lnTo>
                <a:lnTo>
                  <a:pt x="2166324" y="97999"/>
                </a:lnTo>
                <a:lnTo>
                  <a:pt x="2167495" y="97893"/>
                </a:lnTo>
                <a:lnTo>
                  <a:pt x="2168641" y="97763"/>
                </a:lnTo>
                <a:lnTo>
                  <a:pt x="2169759" y="97609"/>
                </a:lnTo>
                <a:lnTo>
                  <a:pt x="2170852" y="97432"/>
                </a:lnTo>
                <a:lnTo>
                  <a:pt x="2171918" y="97231"/>
                </a:lnTo>
                <a:lnTo>
                  <a:pt x="2172958" y="97007"/>
                </a:lnTo>
                <a:lnTo>
                  <a:pt x="2173972" y="96759"/>
                </a:lnTo>
                <a:lnTo>
                  <a:pt x="2174959" y="96487"/>
                </a:lnTo>
                <a:lnTo>
                  <a:pt x="2175920" y="96192"/>
                </a:lnTo>
                <a:lnTo>
                  <a:pt x="2176855" y="95873"/>
                </a:lnTo>
                <a:lnTo>
                  <a:pt x="2177764" y="95530"/>
                </a:lnTo>
                <a:lnTo>
                  <a:pt x="2178646" y="95164"/>
                </a:lnTo>
                <a:lnTo>
                  <a:pt x="2179502" y="94774"/>
                </a:lnTo>
                <a:lnTo>
                  <a:pt x="2180331" y="94361"/>
                </a:lnTo>
                <a:lnTo>
                  <a:pt x="2181134" y="93924"/>
                </a:lnTo>
                <a:lnTo>
                  <a:pt x="2181911" y="93463"/>
                </a:lnTo>
                <a:lnTo>
                  <a:pt x="2182662" y="92978"/>
                </a:lnTo>
                <a:lnTo>
                  <a:pt x="2183386" y="92470"/>
                </a:lnTo>
                <a:lnTo>
                  <a:pt x="2184084" y="91939"/>
                </a:lnTo>
                <a:lnTo>
                  <a:pt x="2184756" y="91384"/>
                </a:lnTo>
                <a:lnTo>
                  <a:pt x="2185400" y="90812"/>
                </a:lnTo>
                <a:lnTo>
                  <a:pt x="2186018" y="90231"/>
                </a:lnTo>
                <a:lnTo>
                  <a:pt x="2186608" y="89641"/>
                </a:lnTo>
                <a:lnTo>
                  <a:pt x="2187170" y="89042"/>
                </a:lnTo>
                <a:lnTo>
                  <a:pt x="2187705" y="88433"/>
                </a:lnTo>
                <a:lnTo>
                  <a:pt x="2188213" y="87815"/>
                </a:lnTo>
                <a:lnTo>
                  <a:pt x="2188693" y="87188"/>
                </a:lnTo>
                <a:lnTo>
                  <a:pt x="2189145" y="86552"/>
                </a:lnTo>
                <a:lnTo>
                  <a:pt x="2189571" y="85906"/>
                </a:lnTo>
                <a:lnTo>
                  <a:pt x="2189969" y="85252"/>
                </a:lnTo>
                <a:lnTo>
                  <a:pt x="2190339" y="84588"/>
                </a:lnTo>
                <a:lnTo>
                  <a:pt x="2190682" y="83915"/>
                </a:lnTo>
                <a:lnTo>
                  <a:pt x="2190997" y="83232"/>
                </a:lnTo>
                <a:lnTo>
                  <a:pt x="2191285" y="82540"/>
                </a:lnTo>
                <a:lnTo>
                  <a:pt x="2191546" y="81840"/>
                </a:lnTo>
                <a:lnTo>
                  <a:pt x="2191779" y="81130"/>
                </a:lnTo>
                <a:lnTo>
                  <a:pt x="2191985" y="80410"/>
                </a:lnTo>
                <a:lnTo>
                  <a:pt x="2192163" y="79682"/>
                </a:lnTo>
                <a:lnTo>
                  <a:pt x="2192314" y="78944"/>
                </a:lnTo>
                <a:lnTo>
                  <a:pt x="2192438" y="78197"/>
                </a:lnTo>
                <a:lnTo>
                  <a:pt x="2192534" y="77441"/>
                </a:lnTo>
                <a:lnTo>
                  <a:pt x="2192602" y="76675"/>
                </a:lnTo>
                <a:lnTo>
                  <a:pt x="2192644" y="75901"/>
                </a:lnTo>
                <a:lnTo>
                  <a:pt x="2192657" y="75117"/>
                </a:lnTo>
                <a:lnTo>
                  <a:pt x="2192647" y="74400"/>
                </a:lnTo>
                <a:lnTo>
                  <a:pt x="2192618" y="73696"/>
                </a:lnTo>
                <a:lnTo>
                  <a:pt x="2192568" y="73006"/>
                </a:lnTo>
                <a:lnTo>
                  <a:pt x="2192499" y="72329"/>
                </a:lnTo>
                <a:lnTo>
                  <a:pt x="2192410" y="71665"/>
                </a:lnTo>
                <a:lnTo>
                  <a:pt x="2192301" y="71014"/>
                </a:lnTo>
                <a:lnTo>
                  <a:pt x="2192172" y="70377"/>
                </a:lnTo>
                <a:lnTo>
                  <a:pt x="2192024" y="69753"/>
                </a:lnTo>
                <a:lnTo>
                  <a:pt x="2191856" y="69142"/>
                </a:lnTo>
                <a:lnTo>
                  <a:pt x="2191668" y="68544"/>
                </a:lnTo>
                <a:lnTo>
                  <a:pt x="2191460" y="67960"/>
                </a:lnTo>
                <a:lnTo>
                  <a:pt x="2191232" y="67389"/>
                </a:lnTo>
                <a:lnTo>
                  <a:pt x="2190985" y="66831"/>
                </a:lnTo>
                <a:lnTo>
                  <a:pt x="2190718" y="66287"/>
                </a:lnTo>
                <a:lnTo>
                  <a:pt x="2190431" y="65756"/>
                </a:lnTo>
                <a:lnTo>
                  <a:pt x="2190124" y="65238"/>
                </a:lnTo>
                <a:lnTo>
                  <a:pt x="2189798" y="64733"/>
                </a:lnTo>
                <a:lnTo>
                  <a:pt x="2189451" y="64242"/>
                </a:lnTo>
                <a:lnTo>
                  <a:pt x="2189085" y="63764"/>
                </a:lnTo>
                <a:lnTo>
                  <a:pt x="2188699" y="63299"/>
                </a:lnTo>
                <a:lnTo>
                  <a:pt x="2188294" y="62847"/>
                </a:lnTo>
                <a:lnTo>
                  <a:pt x="2187868" y="62409"/>
                </a:lnTo>
                <a:lnTo>
                  <a:pt x="2187423" y="61984"/>
                </a:lnTo>
                <a:lnTo>
                  <a:pt x="2186958" y="61572"/>
                </a:lnTo>
                <a:lnTo>
                  <a:pt x="2186462" y="61175"/>
                </a:lnTo>
                <a:lnTo>
                  <a:pt x="2185936" y="60783"/>
                </a:lnTo>
                <a:lnTo>
                  <a:pt x="2185379" y="60397"/>
                </a:lnTo>
                <a:lnTo>
                  <a:pt x="2184792" y="60015"/>
                </a:lnTo>
                <a:lnTo>
                  <a:pt x="2184175" y="59639"/>
                </a:lnTo>
                <a:lnTo>
                  <a:pt x="2183527" y="59268"/>
                </a:lnTo>
                <a:lnTo>
                  <a:pt x="2182849" y="58902"/>
                </a:lnTo>
                <a:lnTo>
                  <a:pt x="2182140" y="58542"/>
                </a:lnTo>
                <a:lnTo>
                  <a:pt x="2181400" y="58186"/>
                </a:lnTo>
                <a:lnTo>
                  <a:pt x="2180630" y="57836"/>
                </a:lnTo>
                <a:lnTo>
                  <a:pt x="2179830" y="57491"/>
                </a:lnTo>
                <a:lnTo>
                  <a:pt x="2178999" y="57151"/>
                </a:lnTo>
                <a:lnTo>
                  <a:pt x="2178138" y="56817"/>
                </a:lnTo>
                <a:lnTo>
                  <a:pt x="2177246" y="56487"/>
                </a:lnTo>
                <a:lnTo>
                  <a:pt x="2176324" y="56163"/>
                </a:lnTo>
                <a:lnTo>
                  <a:pt x="2175371" y="55844"/>
                </a:lnTo>
                <a:lnTo>
                  <a:pt x="2174388" y="55530"/>
                </a:lnTo>
                <a:lnTo>
                  <a:pt x="2173375" y="55221"/>
                </a:lnTo>
                <a:lnTo>
                  <a:pt x="2172331" y="54918"/>
                </a:lnTo>
                <a:lnTo>
                  <a:pt x="2171256" y="54619"/>
                </a:lnTo>
                <a:lnTo>
                  <a:pt x="2170151" y="54326"/>
                </a:lnTo>
                <a:lnTo>
                  <a:pt x="2169015" y="54038"/>
                </a:lnTo>
                <a:lnTo>
                  <a:pt x="2167849" y="53756"/>
                </a:lnTo>
                <a:lnTo>
                  <a:pt x="2166653" y="53478"/>
                </a:lnTo>
                <a:lnTo>
                  <a:pt x="2165462" y="53206"/>
                </a:lnTo>
                <a:lnTo>
                  <a:pt x="2164313" y="52939"/>
                </a:lnTo>
                <a:lnTo>
                  <a:pt x="2163207" y="52677"/>
                </a:lnTo>
                <a:lnTo>
                  <a:pt x="2162142" y="52420"/>
                </a:lnTo>
                <a:lnTo>
                  <a:pt x="2161119" y="52168"/>
                </a:lnTo>
                <a:lnTo>
                  <a:pt x="2160138" y="51922"/>
                </a:lnTo>
                <a:lnTo>
                  <a:pt x="2159199" y="51680"/>
                </a:lnTo>
                <a:lnTo>
                  <a:pt x="2158301" y="51444"/>
                </a:lnTo>
                <a:lnTo>
                  <a:pt x="2157446" y="51213"/>
                </a:lnTo>
                <a:lnTo>
                  <a:pt x="2156633" y="50987"/>
                </a:lnTo>
                <a:lnTo>
                  <a:pt x="2155862" y="50766"/>
                </a:lnTo>
                <a:lnTo>
                  <a:pt x="2155132" y="50551"/>
                </a:lnTo>
                <a:lnTo>
                  <a:pt x="2154445" y="50341"/>
                </a:lnTo>
                <a:lnTo>
                  <a:pt x="2153799" y="50135"/>
                </a:lnTo>
                <a:lnTo>
                  <a:pt x="2153196" y="49935"/>
                </a:lnTo>
                <a:lnTo>
                  <a:pt x="2152634" y="49740"/>
                </a:lnTo>
                <a:lnTo>
                  <a:pt x="2152115" y="49551"/>
                </a:lnTo>
                <a:lnTo>
                  <a:pt x="2151637" y="49366"/>
                </a:lnTo>
                <a:lnTo>
                  <a:pt x="2151201" y="49187"/>
                </a:lnTo>
                <a:lnTo>
                  <a:pt x="2150807" y="49013"/>
                </a:lnTo>
                <a:lnTo>
                  <a:pt x="2150455" y="48844"/>
                </a:lnTo>
                <a:lnTo>
                  <a:pt x="2150145" y="48680"/>
                </a:lnTo>
                <a:lnTo>
                  <a:pt x="2149877" y="48521"/>
                </a:lnTo>
                <a:lnTo>
                  <a:pt x="2149651" y="48368"/>
                </a:lnTo>
                <a:lnTo>
                  <a:pt x="2149503" y="48253"/>
                </a:lnTo>
                <a:lnTo>
                  <a:pt x="2149362" y="48137"/>
                </a:lnTo>
                <a:lnTo>
                  <a:pt x="2149226" y="48019"/>
                </a:lnTo>
                <a:lnTo>
                  <a:pt x="2149097" y="47899"/>
                </a:lnTo>
                <a:lnTo>
                  <a:pt x="2148974" y="47776"/>
                </a:lnTo>
                <a:lnTo>
                  <a:pt x="2148858" y="47652"/>
                </a:lnTo>
                <a:lnTo>
                  <a:pt x="2148748" y="47526"/>
                </a:lnTo>
                <a:lnTo>
                  <a:pt x="2148644" y="47398"/>
                </a:lnTo>
                <a:lnTo>
                  <a:pt x="2148546" y="47267"/>
                </a:lnTo>
                <a:lnTo>
                  <a:pt x="2148455" y="47135"/>
                </a:lnTo>
                <a:lnTo>
                  <a:pt x="2148370" y="47001"/>
                </a:lnTo>
                <a:lnTo>
                  <a:pt x="2148291" y="46864"/>
                </a:lnTo>
                <a:lnTo>
                  <a:pt x="2148219" y="46726"/>
                </a:lnTo>
                <a:lnTo>
                  <a:pt x="2148153" y="46585"/>
                </a:lnTo>
                <a:lnTo>
                  <a:pt x="2148093" y="46443"/>
                </a:lnTo>
                <a:lnTo>
                  <a:pt x="2148039" y="46299"/>
                </a:lnTo>
                <a:lnTo>
                  <a:pt x="2147992" y="46152"/>
                </a:lnTo>
                <a:lnTo>
                  <a:pt x="2147951" y="46004"/>
                </a:lnTo>
                <a:lnTo>
                  <a:pt x="2147917" y="45853"/>
                </a:lnTo>
                <a:lnTo>
                  <a:pt x="2147888" y="45701"/>
                </a:lnTo>
                <a:lnTo>
                  <a:pt x="2147866" y="45546"/>
                </a:lnTo>
                <a:lnTo>
                  <a:pt x="2147850" y="45390"/>
                </a:lnTo>
                <a:lnTo>
                  <a:pt x="2147841" y="45231"/>
                </a:lnTo>
                <a:lnTo>
                  <a:pt x="2147838" y="45070"/>
                </a:lnTo>
                <a:lnTo>
                  <a:pt x="2147841" y="44883"/>
                </a:lnTo>
                <a:lnTo>
                  <a:pt x="2147852" y="44699"/>
                </a:lnTo>
                <a:lnTo>
                  <a:pt x="2147870" y="44517"/>
                </a:lnTo>
                <a:lnTo>
                  <a:pt x="2147895" y="44339"/>
                </a:lnTo>
                <a:lnTo>
                  <a:pt x="2147928" y="44163"/>
                </a:lnTo>
                <a:lnTo>
                  <a:pt x="2147967" y="43991"/>
                </a:lnTo>
                <a:lnTo>
                  <a:pt x="2148014" y="43821"/>
                </a:lnTo>
                <a:lnTo>
                  <a:pt x="2148068" y="43654"/>
                </a:lnTo>
                <a:lnTo>
                  <a:pt x="2148129" y="43490"/>
                </a:lnTo>
                <a:lnTo>
                  <a:pt x="2148198" y="43330"/>
                </a:lnTo>
                <a:lnTo>
                  <a:pt x="2148273" y="43172"/>
                </a:lnTo>
                <a:lnTo>
                  <a:pt x="2148356" y="43017"/>
                </a:lnTo>
                <a:lnTo>
                  <a:pt x="2148446" y="42864"/>
                </a:lnTo>
                <a:lnTo>
                  <a:pt x="2148543" y="42715"/>
                </a:lnTo>
                <a:lnTo>
                  <a:pt x="2148647" y="42569"/>
                </a:lnTo>
                <a:lnTo>
                  <a:pt x="2148759" y="42426"/>
                </a:lnTo>
                <a:lnTo>
                  <a:pt x="2148878" y="42285"/>
                </a:lnTo>
                <a:lnTo>
                  <a:pt x="2149004" y="42148"/>
                </a:lnTo>
                <a:lnTo>
                  <a:pt x="2149137" y="42013"/>
                </a:lnTo>
                <a:lnTo>
                  <a:pt x="2149277" y="41882"/>
                </a:lnTo>
                <a:lnTo>
                  <a:pt x="2149425" y="41753"/>
                </a:lnTo>
                <a:lnTo>
                  <a:pt x="2149579" y="41627"/>
                </a:lnTo>
                <a:lnTo>
                  <a:pt x="2149741" y="41505"/>
                </a:lnTo>
                <a:lnTo>
                  <a:pt x="2149910" y="41385"/>
                </a:lnTo>
                <a:lnTo>
                  <a:pt x="2150177" y="41221"/>
                </a:lnTo>
                <a:lnTo>
                  <a:pt x="2150457" y="41064"/>
                </a:lnTo>
                <a:lnTo>
                  <a:pt x="2150751" y="40915"/>
                </a:lnTo>
                <a:lnTo>
                  <a:pt x="2151060" y="40772"/>
                </a:lnTo>
                <a:lnTo>
                  <a:pt x="2151383" y="40636"/>
                </a:lnTo>
                <a:lnTo>
                  <a:pt x="2151720" y="40507"/>
                </a:lnTo>
                <a:lnTo>
                  <a:pt x="2152071" y="40385"/>
                </a:lnTo>
                <a:lnTo>
                  <a:pt x="2152436" y="40270"/>
                </a:lnTo>
                <a:lnTo>
                  <a:pt x="2152816" y="40162"/>
                </a:lnTo>
                <a:lnTo>
                  <a:pt x="2153210" y="40061"/>
                </a:lnTo>
                <a:lnTo>
                  <a:pt x="2153617" y="39967"/>
                </a:lnTo>
                <a:lnTo>
                  <a:pt x="2154039" y="39880"/>
                </a:lnTo>
                <a:lnTo>
                  <a:pt x="2154476" y="39800"/>
                </a:lnTo>
                <a:lnTo>
                  <a:pt x="2154926" y="39727"/>
                </a:lnTo>
                <a:lnTo>
                  <a:pt x="2155390" y="39661"/>
                </a:lnTo>
                <a:lnTo>
                  <a:pt x="2155869" y="39602"/>
                </a:lnTo>
                <a:lnTo>
                  <a:pt x="2156362" y="39550"/>
                </a:lnTo>
                <a:lnTo>
                  <a:pt x="2156869" y="39504"/>
                </a:lnTo>
                <a:lnTo>
                  <a:pt x="2157390" y="39466"/>
                </a:lnTo>
                <a:lnTo>
                  <a:pt x="2157925" y="39435"/>
                </a:lnTo>
                <a:lnTo>
                  <a:pt x="2158475" y="39410"/>
                </a:lnTo>
                <a:lnTo>
                  <a:pt x="2159039" y="39393"/>
                </a:lnTo>
                <a:lnTo>
                  <a:pt x="2159616" y="39382"/>
                </a:lnTo>
                <a:lnTo>
                  <a:pt x="2160209" y="39379"/>
                </a:lnTo>
                <a:lnTo>
                  <a:pt x="2160679" y="39383"/>
                </a:lnTo>
                <a:lnTo>
                  <a:pt x="2161140" y="39394"/>
                </a:lnTo>
                <a:lnTo>
                  <a:pt x="2161592" y="39412"/>
                </a:lnTo>
                <a:lnTo>
                  <a:pt x="2162036" y="39438"/>
                </a:lnTo>
                <a:lnTo>
                  <a:pt x="2162469" y="39472"/>
                </a:lnTo>
                <a:lnTo>
                  <a:pt x="2162894" y="39513"/>
                </a:lnTo>
                <a:lnTo>
                  <a:pt x="2163310" y="39561"/>
                </a:lnTo>
                <a:lnTo>
                  <a:pt x="2163717" y="39616"/>
                </a:lnTo>
                <a:lnTo>
                  <a:pt x="2164114" y="39680"/>
                </a:lnTo>
                <a:lnTo>
                  <a:pt x="2164503" y="39750"/>
                </a:lnTo>
                <a:lnTo>
                  <a:pt x="2164882" y="39828"/>
                </a:lnTo>
                <a:lnTo>
                  <a:pt x="2165252" y="39913"/>
                </a:lnTo>
                <a:lnTo>
                  <a:pt x="2165613" y="40006"/>
                </a:lnTo>
                <a:lnTo>
                  <a:pt x="2165965" y="40106"/>
                </a:lnTo>
                <a:lnTo>
                  <a:pt x="2166308" y="40214"/>
                </a:lnTo>
                <a:lnTo>
                  <a:pt x="2166642" y="40329"/>
                </a:lnTo>
                <a:lnTo>
                  <a:pt x="2166967" y="40451"/>
                </a:lnTo>
                <a:lnTo>
                  <a:pt x="2167282" y="40581"/>
                </a:lnTo>
                <a:lnTo>
                  <a:pt x="2167589" y="40718"/>
                </a:lnTo>
                <a:lnTo>
                  <a:pt x="2167886" y="40863"/>
                </a:lnTo>
                <a:lnTo>
                  <a:pt x="2168174" y="41015"/>
                </a:lnTo>
                <a:lnTo>
                  <a:pt x="2168454" y="41175"/>
                </a:lnTo>
                <a:lnTo>
                  <a:pt x="2168724" y="41342"/>
                </a:lnTo>
                <a:lnTo>
                  <a:pt x="2168985" y="41516"/>
                </a:lnTo>
                <a:lnTo>
                  <a:pt x="2169238" y="41698"/>
                </a:lnTo>
                <a:lnTo>
                  <a:pt x="2169484" y="41886"/>
                </a:lnTo>
                <a:lnTo>
                  <a:pt x="2169723" y="42080"/>
                </a:lnTo>
                <a:lnTo>
                  <a:pt x="2169955" y="42281"/>
                </a:lnTo>
                <a:lnTo>
                  <a:pt x="2170181" y="42488"/>
                </a:lnTo>
                <a:lnTo>
                  <a:pt x="2170399" y="42702"/>
                </a:lnTo>
                <a:lnTo>
                  <a:pt x="2170611" y="42923"/>
                </a:lnTo>
                <a:lnTo>
                  <a:pt x="2170816" y="43150"/>
                </a:lnTo>
                <a:lnTo>
                  <a:pt x="2171014" y="43383"/>
                </a:lnTo>
                <a:lnTo>
                  <a:pt x="2171205" y="43623"/>
                </a:lnTo>
                <a:lnTo>
                  <a:pt x="2171390" y="43870"/>
                </a:lnTo>
                <a:lnTo>
                  <a:pt x="2171567" y="44123"/>
                </a:lnTo>
                <a:lnTo>
                  <a:pt x="2171738" y="44383"/>
                </a:lnTo>
                <a:lnTo>
                  <a:pt x="2171902" y="44649"/>
                </a:lnTo>
                <a:lnTo>
                  <a:pt x="2172059" y="44922"/>
                </a:lnTo>
                <a:lnTo>
                  <a:pt x="2172209" y="45201"/>
                </a:lnTo>
                <a:lnTo>
                  <a:pt x="2172352" y="45487"/>
                </a:lnTo>
                <a:lnTo>
                  <a:pt x="2172488" y="45779"/>
                </a:lnTo>
                <a:lnTo>
                  <a:pt x="2172618" y="46078"/>
                </a:lnTo>
                <a:lnTo>
                  <a:pt x="2172740" y="46383"/>
                </a:lnTo>
                <a:lnTo>
                  <a:pt x="2172856" y="46695"/>
                </a:lnTo>
                <a:lnTo>
                  <a:pt x="2172965" y="47013"/>
                </a:lnTo>
                <a:lnTo>
                  <a:pt x="2173067" y="47338"/>
                </a:lnTo>
                <a:lnTo>
                  <a:pt x="2173162" y="47669"/>
                </a:lnTo>
                <a:lnTo>
                  <a:pt x="2190326" y="44431"/>
                </a:lnTo>
                <a:lnTo>
                  <a:pt x="2190102" y="43691"/>
                </a:lnTo>
                <a:lnTo>
                  <a:pt x="2189864" y="42966"/>
                </a:lnTo>
                <a:lnTo>
                  <a:pt x="2189611" y="42257"/>
                </a:lnTo>
                <a:lnTo>
                  <a:pt x="2189343" y="41563"/>
                </a:lnTo>
                <a:lnTo>
                  <a:pt x="2189061" y="40884"/>
                </a:lnTo>
                <a:lnTo>
                  <a:pt x="2188763" y="40220"/>
                </a:lnTo>
                <a:lnTo>
                  <a:pt x="2188451" y="39571"/>
                </a:lnTo>
                <a:lnTo>
                  <a:pt x="2188124" y="38938"/>
                </a:lnTo>
                <a:lnTo>
                  <a:pt x="2187781" y="38320"/>
                </a:lnTo>
                <a:lnTo>
                  <a:pt x="2187425" y="37717"/>
                </a:lnTo>
                <a:lnTo>
                  <a:pt x="2187053" y="37130"/>
                </a:lnTo>
                <a:lnTo>
                  <a:pt x="2186666" y="36557"/>
                </a:lnTo>
                <a:lnTo>
                  <a:pt x="2186265" y="36000"/>
                </a:lnTo>
                <a:lnTo>
                  <a:pt x="2185849" y="35459"/>
                </a:lnTo>
                <a:lnTo>
                  <a:pt x="2185417" y="34932"/>
                </a:lnTo>
                <a:lnTo>
                  <a:pt x="2184971" y="34421"/>
                </a:lnTo>
                <a:lnTo>
                  <a:pt x="2184511" y="33924"/>
                </a:lnTo>
                <a:lnTo>
                  <a:pt x="2184035" y="33444"/>
                </a:lnTo>
                <a:lnTo>
                  <a:pt x="2183545" y="32978"/>
                </a:lnTo>
                <a:lnTo>
                  <a:pt x="2183039" y="32527"/>
                </a:lnTo>
                <a:lnTo>
                  <a:pt x="2182519" y="32092"/>
                </a:lnTo>
                <a:lnTo>
                  <a:pt x="2181984" y="31672"/>
                </a:lnTo>
                <a:lnTo>
                  <a:pt x="2181434" y="31268"/>
                </a:lnTo>
                <a:lnTo>
                  <a:pt x="2180870" y="30878"/>
                </a:lnTo>
                <a:lnTo>
                  <a:pt x="2180285" y="30504"/>
                </a:lnTo>
                <a:lnTo>
                  <a:pt x="2179675" y="30146"/>
                </a:lnTo>
                <a:lnTo>
                  <a:pt x="2179040" y="29804"/>
                </a:lnTo>
                <a:lnTo>
                  <a:pt x="2178380" y="29478"/>
                </a:lnTo>
                <a:lnTo>
                  <a:pt x="2177694" y="29168"/>
                </a:lnTo>
                <a:lnTo>
                  <a:pt x="2176983" y="28873"/>
                </a:lnTo>
                <a:lnTo>
                  <a:pt x="2176248" y="28595"/>
                </a:lnTo>
                <a:lnTo>
                  <a:pt x="2175487" y="28332"/>
                </a:lnTo>
                <a:lnTo>
                  <a:pt x="2174700" y="28086"/>
                </a:lnTo>
                <a:lnTo>
                  <a:pt x="2173889" y="27855"/>
                </a:lnTo>
                <a:lnTo>
                  <a:pt x="2173052" y="27640"/>
                </a:lnTo>
                <a:lnTo>
                  <a:pt x="2172191" y="27441"/>
                </a:lnTo>
                <a:lnTo>
                  <a:pt x="2171304" y="27258"/>
                </a:lnTo>
                <a:lnTo>
                  <a:pt x="2170391" y="27091"/>
                </a:lnTo>
                <a:lnTo>
                  <a:pt x="2169454" y="26940"/>
                </a:lnTo>
                <a:lnTo>
                  <a:pt x="2168492" y="26805"/>
                </a:lnTo>
                <a:lnTo>
                  <a:pt x="2167504" y="26686"/>
                </a:lnTo>
                <a:lnTo>
                  <a:pt x="2166491" y="26582"/>
                </a:lnTo>
                <a:lnTo>
                  <a:pt x="2165453" y="26495"/>
                </a:lnTo>
                <a:lnTo>
                  <a:pt x="2164390" y="26423"/>
                </a:lnTo>
                <a:lnTo>
                  <a:pt x="2163301" y="26367"/>
                </a:lnTo>
                <a:lnTo>
                  <a:pt x="2162188" y="26328"/>
                </a:lnTo>
                <a:lnTo>
                  <a:pt x="2161049" y="26304"/>
                </a:lnTo>
                <a:lnTo>
                  <a:pt x="2159885" y="26296"/>
                </a:lnTo>
                <a:lnTo>
                  <a:pt x="2158662" y="26306"/>
                </a:lnTo>
                <a:lnTo>
                  <a:pt x="2157467" y="26338"/>
                </a:lnTo>
                <a:lnTo>
                  <a:pt x="2156298" y="26391"/>
                </a:lnTo>
                <a:lnTo>
                  <a:pt x="2155157" y="26465"/>
                </a:lnTo>
                <a:lnTo>
                  <a:pt x="2154042" y="26560"/>
                </a:lnTo>
                <a:lnTo>
                  <a:pt x="2152955" y="26676"/>
                </a:lnTo>
                <a:lnTo>
                  <a:pt x="2151894" y="26813"/>
                </a:lnTo>
                <a:lnTo>
                  <a:pt x="2150860" y="26972"/>
                </a:lnTo>
                <a:lnTo>
                  <a:pt x="2149854" y="27151"/>
                </a:lnTo>
                <a:lnTo>
                  <a:pt x="2148874" y="27352"/>
                </a:lnTo>
                <a:lnTo>
                  <a:pt x="2147921" y="27573"/>
                </a:lnTo>
                <a:lnTo>
                  <a:pt x="2146996" y="27816"/>
                </a:lnTo>
                <a:lnTo>
                  <a:pt x="2146097" y="28080"/>
                </a:lnTo>
                <a:lnTo>
                  <a:pt x="2145226" y="28365"/>
                </a:lnTo>
                <a:lnTo>
                  <a:pt x="2144381" y="28672"/>
                </a:lnTo>
                <a:lnTo>
                  <a:pt x="2143563" y="28999"/>
                </a:lnTo>
                <a:lnTo>
                  <a:pt x="2142772" y="29347"/>
                </a:lnTo>
                <a:lnTo>
                  <a:pt x="2142009" y="29717"/>
                </a:lnTo>
                <a:lnTo>
                  <a:pt x="2141272" y="30108"/>
                </a:lnTo>
                <a:lnTo>
                  <a:pt x="2140562" y="30519"/>
                </a:lnTo>
                <a:lnTo>
                  <a:pt x="2139879" y="30952"/>
                </a:lnTo>
                <a:lnTo>
                  <a:pt x="2139224" y="31406"/>
                </a:lnTo>
                <a:lnTo>
                  <a:pt x="2138595" y="31882"/>
                </a:lnTo>
                <a:lnTo>
                  <a:pt x="2137993" y="32378"/>
                </a:lnTo>
                <a:lnTo>
                  <a:pt x="2137417" y="32890"/>
                </a:lnTo>
                <a:lnTo>
                  <a:pt x="2136866" y="33411"/>
                </a:lnTo>
                <a:lnTo>
                  <a:pt x="2136338" y="33943"/>
                </a:lnTo>
                <a:lnTo>
                  <a:pt x="2135836" y="34484"/>
                </a:lnTo>
                <a:lnTo>
                  <a:pt x="2135358" y="35036"/>
                </a:lnTo>
                <a:lnTo>
                  <a:pt x="2134904" y="35597"/>
                </a:lnTo>
                <a:lnTo>
                  <a:pt x="2134475" y="36168"/>
                </a:lnTo>
                <a:lnTo>
                  <a:pt x="2134071" y="36749"/>
                </a:lnTo>
                <a:lnTo>
                  <a:pt x="2133691" y="37340"/>
                </a:lnTo>
                <a:lnTo>
                  <a:pt x="2133336" y="37941"/>
                </a:lnTo>
                <a:lnTo>
                  <a:pt x="2133005" y="38551"/>
                </a:lnTo>
                <a:lnTo>
                  <a:pt x="2132698" y="39172"/>
                </a:lnTo>
                <a:lnTo>
                  <a:pt x="2132416" y="39802"/>
                </a:lnTo>
                <a:lnTo>
                  <a:pt x="2132159" y="40443"/>
                </a:lnTo>
                <a:lnTo>
                  <a:pt x="2131926" y="41093"/>
                </a:lnTo>
                <a:lnTo>
                  <a:pt x="2131718" y="41753"/>
                </a:lnTo>
                <a:lnTo>
                  <a:pt x="2131534" y="42423"/>
                </a:lnTo>
                <a:lnTo>
                  <a:pt x="2131375" y="43103"/>
                </a:lnTo>
                <a:lnTo>
                  <a:pt x="2131240" y="43793"/>
                </a:lnTo>
                <a:lnTo>
                  <a:pt x="2131129" y="44492"/>
                </a:lnTo>
                <a:lnTo>
                  <a:pt x="2131044" y="45202"/>
                </a:lnTo>
                <a:lnTo>
                  <a:pt x="2130982" y="45921"/>
                </a:lnTo>
                <a:lnTo>
                  <a:pt x="2130946" y="46651"/>
                </a:lnTo>
                <a:lnTo>
                  <a:pt x="2130933" y="47390"/>
                </a:lnTo>
                <a:lnTo>
                  <a:pt x="2130948" y="48207"/>
                </a:lnTo>
                <a:lnTo>
                  <a:pt x="2130990" y="49010"/>
                </a:lnTo>
                <a:lnTo>
                  <a:pt x="2131061" y="49797"/>
                </a:lnTo>
                <a:lnTo>
                  <a:pt x="2131160" y="50569"/>
                </a:lnTo>
                <a:lnTo>
                  <a:pt x="2131288" y="51327"/>
                </a:lnTo>
                <a:lnTo>
                  <a:pt x="2131443" y="52069"/>
                </a:lnTo>
                <a:lnTo>
                  <a:pt x="2131628" y="52796"/>
                </a:lnTo>
                <a:lnTo>
                  <a:pt x="2131840" y="53508"/>
                </a:lnTo>
                <a:lnTo>
                  <a:pt x="2132081" y="54205"/>
                </a:lnTo>
                <a:lnTo>
                  <a:pt x="2132350" y="54887"/>
                </a:lnTo>
                <a:lnTo>
                  <a:pt x="2132648" y="55554"/>
                </a:lnTo>
                <a:lnTo>
                  <a:pt x="2132974" y="56206"/>
                </a:lnTo>
                <a:lnTo>
                  <a:pt x="2133328" y="56843"/>
                </a:lnTo>
                <a:lnTo>
                  <a:pt x="2133710" y="57465"/>
                </a:lnTo>
                <a:lnTo>
                  <a:pt x="2134121" y="58071"/>
                </a:lnTo>
                <a:lnTo>
                  <a:pt x="2134560" y="58663"/>
                </a:lnTo>
                <a:lnTo>
                  <a:pt x="2135028" y="59240"/>
                </a:lnTo>
                <a:lnTo>
                  <a:pt x="2135524" y="59801"/>
                </a:lnTo>
                <a:lnTo>
                  <a:pt x="2136048" y="60348"/>
                </a:lnTo>
                <a:lnTo>
                  <a:pt x="2136601" y="60880"/>
                </a:lnTo>
                <a:lnTo>
                  <a:pt x="2137181" y="61396"/>
                </a:lnTo>
                <a:lnTo>
                  <a:pt x="2137791" y="61898"/>
                </a:lnTo>
                <a:lnTo>
                  <a:pt x="2138428" y="62384"/>
                </a:lnTo>
                <a:lnTo>
                  <a:pt x="2139094" y="62855"/>
                </a:lnTo>
                <a:lnTo>
                  <a:pt x="2139613" y="63191"/>
                </a:lnTo>
                <a:lnTo>
                  <a:pt x="2140188" y="63530"/>
                </a:lnTo>
                <a:lnTo>
                  <a:pt x="2140820" y="63871"/>
                </a:lnTo>
                <a:lnTo>
                  <a:pt x="2141507" y="64216"/>
                </a:lnTo>
                <a:lnTo>
                  <a:pt x="2142250" y="64563"/>
                </a:lnTo>
                <a:lnTo>
                  <a:pt x="2143049" y="64913"/>
                </a:lnTo>
                <a:lnTo>
                  <a:pt x="2143904" y="65267"/>
                </a:lnTo>
                <a:lnTo>
                  <a:pt x="2144815" y="65623"/>
                </a:lnTo>
                <a:lnTo>
                  <a:pt x="2145782" y="65982"/>
                </a:lnTo>
                <a:lnTo>
                  <a:pt x="2146806" y="66344"/>
                </a:lnTo>
                <a:lnTo>
                  <a:pt x="2147885" y="66709"/>
                </a:lnTo>
                <a:lnTo>
                  <a:pt x="2149020" y="67076"/>
                </a:lnTo>
                <a:lnTo>
                  <a:pt x="2150211" y="67447"/>
                </a:lnTo>
                <a:lnTo>
                  <a:pt x="2151458" y="67821"/>
                </a:lnTo>
                <a:lnTo>
                  <a:pt x="2152761" y="68197"/>
                </a:lnTo>
                <a:lnTo>
                  <a:pt x="2154120" y="68576"/>
                </a:lnTo>
                <a:lnTo>
                  <a:pt x="2155535" y="68959"/>
                </a:lnTo>
                <a:lnTo>
                  <a:pt x="2157007" y="69344"/>
                </a:lnTo>
                <a:lnTo>
                  <a:pt x="2158534" y="69732"/>
                </a:lnTo>
                <a:lnTo>
                  <a:pt x="2160117" y="70123"/>
                </a:lnTo>
                <a:lnTo>
                  <a:pt x="2161756" y="70517"/>
                </a:lnTo>
                <a:lnTo>
                  <a:pt x="2163451" y="70914"/>
                </a:lnTo>
                <a:lnTo>
                  <a:pt x="2165202" y="71314"/>
                </a:lnTo>
                <a:lnTo>
                  <a:pt x="2167009" y="71716"/>
                </a:lnTo>
                <a:lnTo>
                  <a:pt x="2167397" y="71808"/>
                </a:lnTo>
                <a:lnTo>
                  <a:pt x="2167774" y="71901"/>
                </a:lnTo>
                <a:lnTo>
                  <a:pt x="2168139" y="71994"/>
                </a:lnTo>
                <a:lnTo>
                  <a:pt x="2168492" y="72088"/>
                </a:lnTo>
                <a:lnTo>
                  <a:pt x="2168833" y="72183"/>
                </a:lnTo>
                <a:lnTo>
                  <a:pt x="2169163" y="72278"/>
                </a:lnTo>
                <a:lnTo>
                  <a:pt x="2169481" y="72374"/>
                </a:lnTo>
                <a:lnTo>
                  <a:pt x="2169787" y="72471"/>
                </a:lnTo>
                <a:lnTo>
                  <a:pt x="2170082" y="72568"/>
                </a:lnTo>
                <a:lnTo>
                  <a:pt x="2170365" y="72666"/>
                </a:lnTo>
                <a:lnTo>
                  <a:pt x="2170636" y="72765"/>
                </a:lnTo>
                <a:lnTo>
                  <a:pt x="2170895" y="72864"/>
                </a:lnTo>
                <a:lnTo>
                  <a:pt x="2171143" y="72964"/>
                </a:lnTo>
                <a:lnTo>
                  <a:pt x="2171379" y="73065"/>
                </a:lnTo>
                <a:lnTo>
                  <a:pt x="2171604" y="73166"/>
                </a:lnTo>
                <a:lnTo>
                  <a:pt x="2171816" y="73268"/>
                </a:lnTo>
                <a:lnTo>
                  <a:pt x="2172017" y="73371"/>
                </a:lnTo>
                <a:lnTo>
                  <a:pt x="2172207" y="73474"/>
                </a:lnTo>
                <a:lnTo>
                  <a:pt x="2172384" y="73578"/>
                </a:lnTo>
                <a:lnTo>
                  <a:pt x="2172550" y="73683"/>
                </a:lnTo>
                <a:lnTo>
                  <a:pt x="2172705" y="73788"/>
                </a:lnTo>
                <a:lnTo>
                  <a:pt x="2172847" y="73895"/>
                </a:lnTo>
                <a:lnTo>
                  <a:pt x="2172978" y="74001"/>
                </a:lnTo>
                <a:lnTo>
                  <a:pt x="2173097" y="74109"/>
                </a:lnTo>
                <a:lnTo>
                  <a:pt x="2173203" y="74223"/>
                </a:lnTo>
                <a:lnTo>
                  <a:pt x="2173304" y="74340"/>
                </a:lnTo>
                <a:lnTo>
                  <a:pt x="2173401" y="74459"/>
                </a:lnTo>
                <a:lnTo>
                  <a:pt x="2173493" y="74581"/>
                </a:lnTo>
                <a:lnTo>
                  <a:pt x="2173581" y="74706"/>
                </a:lnTo>
                <a:lnTo>
                  <a:pt x="2173664" y="74832"/>
                </a:lnTo>
                <a:lnTo>
                  <a:pt x="2173743" y="74962"/>
                </a:lnTo>
                <a:lnTo>
                  <a:pt x="2173817" y="75093"/>
                </a:lnTo>
                <a:lnTo>
                  <a:pt x="2173887" y="75228"/>
                </a:lnTo>
                <a:lnTo>
                  <a:pt x="2173952" y="75364"/>
                </a:lnTo>
                <a:lnTo>
                  <a:pt x="2174013" y="75503"/>
                </a:lnTo>
                <a:lnTo>
                  <a:pt x="2174069" y="75645"/>
                </a:lnTo>
                <a:lnTo>
                  <a:pt x="2174121" y="75789"/>
                </a:lnTo>
                <a:lnTo>
                  <a:pt x="2174168" y="75936"/>
                </a:lnTo>
                <a:lnTo>
                  <a:pt x="2174211" y="76085"/>
                </a:lnTo>
                <a:lnTo>
                  <a:pt x="2174249" y="76236"/>
                </a:lnTo>
                <a:lnTo>
                  <a:pt x="2174283" y="76390"/>
                </a:lnTo>
                <a:lnTo>
                  <a:pt x="2174312" y="76547"/>
                </a:lnTo>
                <a:lnTo>
                  <a:pt x="2174336" y="76706"/>
                </a:lnTo>
                <a:lnTo>
                  <a:pt x="2174357" y="76867"/>
                </a:lnTo>
                <a:lnTo>
                  <a:pt x="2174372" y="77031"/>
                </a:lnTo>
                <a:lnTo>
                  <a:pt x="2174384" y="77197"/>
                </a:lnTo>
                <a:lnTo>
                  <a:pt x="2174390" y="77366"/>
                </a:lnTo>
                <a:lnTo>
                  <a:pt x="2174393" y="77537"/>
                </a:lnTo>
                <a:lnTo>
                  <a:pt x="2174389" y="77789"/>
                </a:lnTo>
                <a:lnTo>
                  <a:pt x="2174376" y="78036"/>
                </a:lnTo>
                <a:lnTo>
                  <a:pt x="2174355" y="78278"/>
                </a:lnTo>
                <a:lnTo>
                  <a:pt x="2174326" y="78517"/>
                </a:lnTo>
                <a:lnTo>
                  <a:pt x="2174289" y="78751"/>
                </a:lnTo>
                <a:lnTo>
                  <a:pt x="2174243" y="78981"/>
                </a:lnTo>
                <a:lnTo>
                  <a:pt x="2174189" y="79206"/>
                </a:lnTo>
                <a:lnTo>
                  <a:pt x="2174126" y="79428"/>
                </a:lnTo>
                <a:lnTo>
                  <a:pt x="2174056" y="79645"/>
                </a:lnTo>
                <a:lnTo>
                  <a:pt x="2173977" y="79857"/>
                </a:lnTo>
                <a:lnTo>
                  <a:pt x="2173889" y="80066"/>
                </a:lnTo>
                <a:lnTo>
                  <a:pt x="2173794" y="80270"/>
                </a:lnTo>
                <a:lnTo>
                  <a:pt x="2173690" y="80470"/>
                </a:lnTo>
                <a:lnTo>
                  <a:pt x="2173577" y="80666"/>
                </a:lnTo>
                <a:lnTo>
                  <a:pt x="2173457" y="80858"/>
                </a:lnTo>
                <a:lnTo>
                  <a:pt x="2173328" y="81045"/>
                </a:lnTo>
                <a:lnTo>
                  <a:pt x="2173190" y="81228"/>
                </a:lnTo>
                <a:lnTo>
                  <a:pt x="2173045" y="81406"/>
                </a:lnTo>
                <a:lnTo>
                  <a:pt x="2172891" y="81581"/>
                </a:lnTo>
                <a:lnTo>
                  <a:pt x="2172729" y="81751"/>
                </a:lnTo>
                <a:lnTo>
                  <a:pt x="2172558" y="81917"/>
                </a:lnTo>
                <a:lnTo>
                  <a:pt x="2172379" y="82078"/>
                </a:lnTo>
                <a:lnTo>
                  <a:pt x="2172192" y="82236"/>
                </a:lnTo>
                <a:lnTo>
                  <a:pt x="2171996" y="82389"/>
                </a:lnTo>
                <a:lnTo>
                  <a:pt x="2171693" y="82600"/>
                </a:lnTo>
                <a:lnTo>
                  <a:pt x="2171378" y="82802"/>
                </a:lnTo>
                <a:lnTo>
                  <a:pt x="2171051" y="82995"/>
                </a:lnTo>
                <a:lnTo>
                  <a:pt x="2170712" y="83179"/>
                </a:lnTo>
                <a:lnTo>
                  <a:pt x="2170360" y="83354"/>
                </a:lnTo>
                <a:lnTo>
                  <a:pt x="2169997" y="83521"/>
                </a:lnTo>
                <a:lnTo>
                  <a:pt x="2169621" y="83678"/>
                </a:lnTo>
                <a:lnTo>
                  <a:pt x="2169233" y="83826"/>
                </a:lnTo>
                <a:lnTo>
                  <a:pt x="2168833" y="83965"/>
                </a:lnTo>
                <a:lnTo>
                  <a:pt x="2168421" y="84095"/>
                </a:lnTo>
                <a:lnTo>
                  <a:pt x="2167996" y="84217"/>
                </a:lnTo>
                <a:lnTo>
                  <a:pt x="2167560" y="84329"/>
                </a:lnTo>
                <a:lnTo>
                  <a:pt x="2167111" y="84432"/>
                </a:lnTo>
                <a:lnTo>
                  <a:pt x="2166650" y="84527"/>
                </a:lnTo>
                <a:lnTo>
                  <a:pt x="2166177" y="84612"/>
                </a:lnTo>
                <a:lnTo>
                  <a:pt x="2165692" y="84688"/>
                </a:lnTo>
                <a:lnTo>
                  <a:pt x="2165195" y="84756"/>
                </a:lnTo>
                <a:lnTo>
                  <a:pt x="2164686" y="84814"/>
                </a:lnTo>
                <a:lnTo>
                  <a:pt x="2164164" y="84863"/>
                </a:lnTo>
                <a:lnTo>
                  <a:pt x="2163630" y="84904"/>
                </a:lnTo>
                <a:lnTo>
                  <a:pt x="2163085" y="84935"/>
                </a:lnTo>
                <a:lnTo>
                  <a:pt x="2162527" y="84958"/>
                </a:lnTo>
                <a:lnTo>
                  <a:pt x="2161957" y="84971"/>
                </a:lnTo>
                <a:lnTo>
                  <a:pt x="2161374" y="84976"/>
                </a:lnTo>
                <a:lnTo>
                  <a:pt x="2160845" y="84971"/>
                </a:lnTo>
                <a:lnTo>
                  <a:pt x="2160325" y="84957"/>
                </a:lnTo>
                <a:lnTo>
                  <a:pt x="2159816" y="84933"/>
                </a:lnTo>
                <a:lnTo>
                  <a:pt x="2159316" y="84900"/>
                </a:lnTo>
                <a:lnTo>
                  <a:pt x="2158826" y="84857"/>
                </a:lnTo>
                <a:lnTo>
                  <a:pt x="2158346" y="84805"/>
                </a:lnTo>
                <a:lnTo>
                  <a:pt x="2157876" y="84743"/>
                </a:lnTo>
                <a:lnTo>
                  <a:pt x="2157416" y="84672"/>
                </a:lnTo>
                <a:lnTo>
                  <a:pt x="2156966" y="84591"/>
                </a:lnTo>
                <a:lnTo>
                  <a:pt x="2156526" y="84501"/>
                </a:lnTo>
                <a:lnTo>
                  <a:pt x="2156095" y="84401"/>
                </a:lnTo>
                <a:lnTo>
                  <a:pt x="2155675" y="84291"/>
                </a:lnTo>
                <a:lnTo>
                  <a:pt x="2155264" y="84173"/>
                </a:lnTo>
                <a:lnTo>
                  <a:pt x="2154863" y="84044"/>
                </a:lnTo>
                <a:lnTo>
                  <a:pt x="2154473" y="83907"/>
                </a:lnTo>
                <a:lnTo>
                  <a:pt x="2154092" y="83759"/>
                </a:lnTo>
                <a:lnTo>
                  <a:pt x="2153720" y="83603"/>
                </a:lnTo>
                <a:lnTo>
                  <a:pt x="2153359" y="83436"/>
                </a:lnTo>
                <a:lnTo>
                  <a:pt x="2153008" y="83261"/>
                </a:lnTo>
                <a:lnTo>
                  <a:pt x="2152667" y="83075"/>
                </a:lnTo>
                <a:lnTo>
                  <a:pt x="2152335" y="82881"/>
                </a:lnTo>
                <a:lnTo>
                  <a:pt x="2152014" y="82676"/>
                </a:lnTo>
                <a:lnTo>
                  <a:pt x="2151702" y="82462"/>
                </a:lnTo>
                <a:lnTo>
                  <a:pt x="2151400" y="82239"/>
                </a:lnTo>
                <a:lnTo>
                  <a:pt x="2151107" y="82007"/>
                </a:lnTo>
                <a:lnTo>
                  <a:pt x="2150823" y="81765"/>
                </a:lnTo>
                <a:lnTo>
                  <a:pt x="2150547" y="81515"/>
                </a:lnTo>
                <a:lnTo>
                  <a:pt x="2150279" y="81256"/>
                </a:lnTo>
                <a:lnTo>
                  <a:pt x="2150020" y="80989"/>
                </a:lnTo>
                <a:lnTo>
                  <a:pt x="2149769" y="80712"/>
                </a:lnTo>
                <a:lnTo>
                  <a:pt x="2149526" y="80427"/>
                </a:lnTo>
                <a:lnTo>
                  <a:pt x="2149292" y="80132"/>
                </a:lnTo>
                <a:lnTo>
                  <a:pt x="2149065" y="79829"/>
                </a:lnTo>
                <a:lnTo>
                  <a:pt x="2148848" y="79517"/>
                </a:lnTo>
                <a:lnTo>
                  <a:pt x="2148638" y="79197"/>
                </a:lnTo>
                <a:lnTo>
                  <a:pt x="2148437" y="78867"/>
                </a:lnTo>
                <a:lnTo>
                  <a:pt x="2148244" y="78529"/>
                </a:lnTo>
                <a:lnTo>
                  <a:pt x="2148060" y="78182"/>
                </a:lnTo>
                <a:lnTo>
                  <a:pt x="2147883" y="77826"/>
                </a:lnTo>
                <a:lnTo>
                  <a:pt x="2147715" y="77461"/>
                </a:lnTo>
                <a:lnTo>
                  <a:pt x="2147556" y="77087"/>
                </a:lnTo>
                <a:lnTo>
                  <a:pt x="2147405" y="76705"/>
                </a:lnTo>
                <a:lnTo>
                  <a:pt x="2147262" y="76313"/>
                </a:lnTo>
                <a:lnTo>
                  <a:pt x="2147127" y="75913"/>
                </a:lnTo>
                <a:lnTo>
                  <a:pt x="2147001" y="75504"/>
                </a:lnTo>
                <a:lnTo>
                  <a:pt x="2146883" y="75086"/>
                </a:lnTo>
                <a:lnTo>
                  <a:pt x="2146773" y="74660"/>
                </a:lnTo>
                <a:lnTo>
                  <a:pt x="2146672" y="74224"/>
                </a:lnTo>
                <a:lnTo>
                  <a:pt x="2128407" y="77074"/>
                </a:lnTo>
                <a:lnTo>
                  <a:pt x="2128628" y="77879"/>
                </a:lnTo>
                <a:lnTo>
                  <a:pt x="2128868" y="78671"/>
                </a:lnTo>
                <a:lnTo>
                  <a:pt x="2129127" y="79448"/>
                </a:lnTo>
                <a:lnTo>
                  <a:pt x="2129407" y="80211"/>
                </a:lnTo>
                <a:lnTo>
                  <a:pt x="2129706" y="80960"/>
                </a:lnTo>
                <a:close/>
                <a:moveTo>
                  <a:pt x="2322476" y="66053"/>
                </a:moveTo>
                <a:lnTo>
                  <a:pt x="2322561" y="66972"/>
                </a:lnTo>
                <a:lnTo>
                  <a:pt x="2322662" y="67879"/>
                </a:lnTo>
                <a:lnTo>
                  <a:pt x="2322778" y="68773"/>
                </a:lnTo>
                <a:lnTo>
                  <a:pt x="2322910" y="69654"/>
                </a:lnTo>
                <a:lnTo>
                  <a:pt x="2323058" y="70524"/>
                </a:lnTo>
                <a:lnTo>
                  <a:pt x="2323221" y="71380"/>
                </a:lnTo>
                <a:lnTo>
                  <a:pt x="2323399" y="72224"/>
                </a:lnTo>
                <a:lnTo>
                  <a:pt x="2323593" y="73056"/>
                </a:lnTo>
                <a:lnTo>
                  <a:pt x="2323802" y="73875"/>
                </a:lnTo>
                <a:lnTo>
                  <a:pt x="2324027" y="74682"/>
                </a:lnTo>
                <a:lnTo>
                  <a:pt x="2324268" y="75476"/>
                </a:lnTo>
                <a:lnTo>
                  <a:pt x="2324524" y="76258"/>
                </a:lnTo>
                <a:lnTo>
                  <a:pt x="2324796" y="77027"/>
                </a:lnTo>
                <a:lnTo>
                  <a:pt x="2325083" y="77784"/>
                </a:lnTo>
                <a:lnTo>
                  <a:pt x="2325385" y="78528"/>
                </a:lnTo>
                <a:lnTo>
                  <a:pt x="2325703" y="79260"/>
                </a:lnTo>
                <a:lnTo>
                  <a:pt x="2326037" y="79980"/>
                </a:lnTo>
                <a:lnTo>
                  <a:pt x="2326386" y="80687"/>
                </a:lnTo>
                <a:lnTo>
                  <a:pt x="2326751" y="81381"/>
                </a:lnTo>
                <a:lnTo>
                  <a:pt x="2327130" y="82062"/>
                </a:lnTo>
                <a:lnTo>
                  <a:pt x="2327524" y="82730"/>
                </a:lnTo>
                <a:lnTo>
                  <a:pt x="2327932" y="83383"/>
                </a:lnTo>
                <a:lnTo>
                  <a:pt x="2328355" y="84023"/>
                </a:lnTo>
                <a:lnTo>
                  <a:pt x="2328791" y="84649"/>
                </a:lnTo>
                <a:lnTo>
                  <a:pt x="2329242" y="85261"/>
                </a:lnTo>
                <a:lnTo>
                  <a:pt x="2329708" y="85859"/>
                </a:lnTo>
                <a:lnTo>
                  <a:pt x="2330187" y="86444"/>
                </a:lnTo>
                <a:lnTo>
                  <a:pt x="2330681" y="87014"/>
                </a:lnTo>
                <a:lnTo>
                  <a:pt x="2331189" y="87571"/>
                </a:lnTo>
                <a:lnTo>
                  <a:pt x="2331711" y="88114"/>
                </a:lnTo>
                <a:lnTo>
                  <a:pt x="2332248" y="88643"/>
                </a:lnTo>
                <a:lnTo>
                  <a:pt x="2332799" y="89158"/>
                </a:lnTo>
                <a:lnTo>
                  <a:pt x="2333364" y="89660"/>
                </a:lnTo>
                <a:lnTo>
                  <a:pt x="2333944" y="90147"/>
                </a:lnTo>
                <a:lnTo>
                  <a:pt x="2334537" y="90621"/>
                </a:lnTo>
                <a:lnTo>
                  <a:pt x="2335145" y="91081"/>
                </a:lnTo>
                <a:lnTo>
                  <a:pt x="2335768" y="91527"/>
                </a:lnTo>
                <a:lnTo>
                  <a:pt x="2336404" y="91960"/>
                </a:lnTo>
                <a:lnTo>
                  <a:pt x="2337055" y="92378"/>
                </a:lnTo>
                <a:lnTo>
                  <a:pt x="2337720" y="92783"/>
                </a:lnTo>
                <a:lnTo>
                  <a:pt x="2338400" y="93173"/>
                </a:lnTo>
                <a:lnTo>
                  <a:pt x="2339094" y="93550"/>
                </a:lnTo>
                <a:lnTo>
                  <a:pt x="2339802" y="93914"/>
                </a:lnTo>
                <a:lnTo>
                  <a:pt x="2340518" y="94262"/>
                </a:lnTo>
                <a:lnTo>
                  <a:pt x="2341238" y="94596"/>
                </a:lnTo>
                <a:lnTo>
                  <a:pt x="2341961" y="94915"/>
                </a:lnTo>
                <a:lnTo>
                  <a:pt x="2342686" y="95220"/>
                </a:lnTo>
                <a:lnTo>
                  <a:pt x="2343415" y="95509"/>
                </a:lnTo>
                <a:lnTo>
                  <a:pt x="2344147" y="95784"/>
                </a:lnTo>
                <a:lnTo>
                  <a:pt x="2344882" y="96044"/>
                </a:lnTo>
                <a:lnTo>
                  <a:pt x="2345620" y="96288"/>
                </a:lnTo>
                <a:lnTo>
                  <a:pt x="2346361" y="96518"/>
                </a:lnTo>
                <a:lnTo>
                  <a:pt x="2347105" y="96734"/>
                </a:lnTo>
                <a:lnTo>
                  <a:pt x="2347852" y="96934"/>
                </a:lnTo>
                <a:lnTo>
                  <a:pt x="2348602" y="97120"/>
                </a:lnTo>
                <a:lnTo>
                  <a:pt x="2349355" y="97290"/>
                </a:lnTo>
                <a:lnTo>
                  <a:pt x="2350111" y="97446"/>
                </a:lnTo>
                <a:lnTo>
                  <a:pt x="2350870" y="97587"/>
                </a:lnTo>
                <a:lnTo>
                  <a:pt x="2351632" y="97713"/>
                </a:lnTo>
                <a:lnTo>
                  <a:pt x="2352398" y="97825"/>
                </a:lnTo>
                <a:lnTo>
                  <a:pt x="2353166" y="97921"/>
                </a:lnTo>
                <a:lnTo>
                  <a:pt x="2353937" y="98003"/>
                </a:lnTo>
                <a:lnTo>
                  <a:pt x="2354712" y="98070"/>
                </a:lnTo>
                <a:lnTo>
                  <a:pt x="2355489" y="98121"/>
                </a:lnTo>
                <a:lnTo>
                  <a:pt x="2356269" y="98159"/>
                </a:lnTo>
                <a:lnTo>
                  <a:pt x="2357053" y="98181"/>
                </a:lnTo>
                <a:lnTo>
                  <a:pt x="2357839" y="98188"/>
                </a:lnTo>
                <a:lnTo>
                  <a:pt x="2359104" y="98170"/>
                </a:lnTo>
                <a:lnTo>
                  <a:pt x="2360351" y="98117"/>
                </a:lnTo>
                <a:lnTo>
                  <a:pt x="2361579" y="98028"/>
                </a:lnTo>
                <a:lnTo>
                  <a:pt x="2362790" y="97903"/>
                </a:lnTo>
                <a:lnTo>
                  <a:pt x="2363982" y="97743"/>
                </a:lnTo>
                <a:lnTo>
                  <a:pt x="2365156" y="97547"/>
                </a:lnTo>
                <a:lnTo>
                  <a:pt x="2366312" y="97315"/>
                </a:lnTo>
                <a:lnTo>
                  <a:pt x="2367450" y="97048"/>
                </a:lnTo>
                <a:lnTo>
                  <a:pt x="2368570" y="96745"/>
                </a:lnTo>
                <a:lnTo>
                  <a:pt x="2369672" y="96406"/>
                </a:lnTo>
                <a:lnTo>
                  <a:pt x="2370756" y="96032"/>
                </a:lnTo>
                <a:lnTo>
                  <a:pt x="2371821" y="95622"/>
                </a:lnTo>
                <a:lnTo>
                  <a:pt x="2372869" y="95176"/>
                </a:lnTo>
                <a:lnTo>
                  <a:pt x="2373898" y="94695"/>
                </a:lnTo>
                <a:lnTo>
                  <a:pt x="2374909" y="94178"/>
                </a:lnTo>
                <a:lnTo>
                  <a:pt x="2375902" y="93626"/>
                </a:lnTo>
                <a:lnTo>
                  <a:pt x="2376878" y="93038"/>
                </a:lnTo>
                <a:lnTo>
                  <a:pt x="2377835" y="92414"/>
                </a:lnTo>
                <a:lnTo>
                  <a:pt x="2378773" y="91754"/>
                </a:lnTo>
                <a:lnTo>
                  <a:pt x="2379694" y="91059"/>
                </a:lnTo>
                <a:lnTo>
                  <a:pt x="2380597" y="90329"/>
                </a:lnTo>
                <a:lnTo>
                  <a:pt x="2381481" y="89562"/>
                </a:lnTo>
                <a:lnTo>
                  <a:pt x="2382348" y="88760"/>
                </a:lnTo>
                <a:lnTo>
                  <a:pt x="2383196" y="87923"/>
                </a:lnTo>
                <a:lnTo>
                  <a:pt x="2384018" y="87058"/>
                </a:lnTo>
                <a:lnTo>
                  <a:pt x="2384805" y="86174"/>
                </a:lnTo>
                <a:lnTo>
                  <a:pt x="2385557" y="85273"/>
                </a:lnTo>
                <a:lnTo>
                  <a:pt x="2386273" y="84352"/>
                </a:lnTo>
                <a:lnTo>
                  <a:pt x="2386955" y="83413"/>
                </a:lnTo>
                <a:lnTo>
                  <a:pt x="2387602" y="82456"/>
                </a:lnTo>
                <a:lnTo>
                  <a:pt x="2388214" y="81480"/>
                </a:lnTo>
                <a:lnTo>
                  <a:pt x="2388791" y="80485"/>
                </a:lnTo>
                <a:lnTo>
                  <a:pt x="2389333" y="79472"/>
                </a:lnTo>
                <a:lnTo>
                  <a:pt x="2389840" y="78440"/>
                </a:lnTo>
                <a:lnTo>
                  <a:pt x="2390313" y="77390"/>
                </a:lnTo>
                <a:lnTo>
                  <a:pt x="2390750" y="76321"/>
                </a:lnTo>
                <a:lnTo>
                  <a:pt x="2391152" y="75234"/>
                </a:lnTo>
                <a:lnTo>
                  <a:pt x="2391519" y="74128"/>
                </a:lnTo>
                <a:lnTo>
                  <a:pt x="2391851" y="73003"/>
                </a:lnTo>
                <a:lnTo>
                  <a:pt x="2392148" y="71860"/>
                </a:lnTo>
                <a:lnTo>
                  <a:pt x="2392411" y="70698"/>
                </a:lnTo>
                <a:lnTo>
                  <a:pt x="2392638" y="69518"/>
                </a:lnTo>
                <a:lnTo>
                  <a:pt x="2392830" y="68320"/>
                </a:lnTo>
                <a:lnTo>
                  <a:pt x="2392988" y="67102"/>
                </a:lnTo>
                <a:lnTo>
                  <a:pt x="2393110" y="65867"/>
                </a:lnTo>
                <a:lnTo>
                  <a:pt x="2393198" y="64612"/>
                </a:lnTo>
                <a:lnTo>
                  <a:pt x="2393250" y="63339"/>
                </a:lnTo>
                <a:lnTo>
                  <a:pt x="2393268" y="62048"/>
                </a:lnTo>
                <a:lnTo>
                  <a:pt x="2393250" y="60767"/>
                </a:lnTo>
                <a:lnTo>
                  <a:pt x="2393198" y="59505"/>
                </a:lnTo>
                <a:lnTo>
                  <a:pt x="2393112" y="58261"/>
                </a:lnTo>
                <a:lnTo>
                  <a:pt x="2392990" y="57036"/>
                </a:lnTo>
                <a:lnTo>
                  <a:pt x="2392835" y="55830"/>
                </a:lnTo>
                <a:lnTo>
                  <a:pt x="2392644" y="54642"/>
                </a:lnTo>
                <a:lnTo>
                  <a:pt x="2392419" y="53473"/>
                </a:lnTo>
                <a:lnTo>
                  <a:pt x="2392159" y="52322"/>
                </a:lnTo>
                <a:lnTo>
                  <a:pt x="2391865" y="51189"/>
                </a:lnTo>
                <a:lnTo>
                  <a:pt x="2391536" y="50076"/>
                </a:lnTo>
                <a:lnTo>
                  <a:pt x="2391172" y="48981"/>
                </a:lnTo>
                <a:lnTo>
                  <a:pt x="2390774" y="47904"/>
                </a:lnTo>
                <a:lnTo>
                  <a:pt x="2390341" y="46846"/>
                </a:lnTo>
                <a:lnTo>
                  <a:pt x="2389873" y="45806"/>
                </a:lnTo>
                <a:lnTo>
                  <a:pt x="2389371" y="44786"/>
                </a:lnTo>
                <a:lnTo>
                  <a:pt x="2388835" y="43783"/>
                </a:lnTo>
                <a:lnTo>
                  <a:pt x="2388263" y="42799"/>
                </a:lnTo>
                <a:lnTo>
                  <a:pt x="2387657" y="41834"/>
                </a:lnTo>
                <a:lnTo>
                  <a:pt x="2387016" y="40887"/>
                </a:lnTo>
                <a:lnTo>
                  <a:pt x="2386341" y="39959"/>
                </a:lnTo>
                <a:lnTo>
                  <a:pt x="2385631" y="39050"/>
                </a:lnTo>
                <a:lnTo>
                  <a:pt x="2384886" y="38158"/>
                </a:lnTo>
                <a:lnTo>
                  <a:pt x="2384107" y="37286"/>
                </a:lnTo>
                <a:lnTo>
                  <a:pt x="2383293" y="36432"/>
                </a:lnTo>
                <a:lnTo>
                  <a:pt x="2382452" y="35605"/>
                </a:lnTo>
                <a:lnTo>
                  <a:pt x="2381592" y="34813"/>
                </a:lnTo>
                <a:lnTo>
                  <a:pt x="2380712" y="34056"/>
                </a:lnTo>
                <a:lnTo>
                  <a:pt x="2379812" y="33335"/>
                </a:lnTo>
                <a:lnTo>
                  <a:pt x="2378893" y="32649"/>
                </a:lnTo>
                <a:lnTo>
                  <a:pt x="2377954" y="31997"/>
                </a:lnTo>
                <a:lnTo>
                  <a:pt x="2376996" y="31381"/>
                </a:lnTo>
                <a:lnTo>
                  <a:pt x="2376018" y="30801"/>
                </a:lnTo>
                <a:lnTo>
                  <a:pt x="2375020" y="30255"/>
                </a:lnTo>
                <a:lnTo>
                  <a:pt x="2374003" y="29745"/>
                </a:lnTo>
                <a:lnTo>
                  <a:pt x="2372966" y="29270"/>
                </a:lnTo>
                <a:lnTo>
                  <a:pt x="2371910" y="28830"/>
                </a:lnTo>
                <a:lnTo>
                  <a:pt x="2370835" y="28425"/>
                </a:lnTo>
                <a:lnTo>
                  <a:pt x="2369739" y="28056"/>
                </a:lnTo>
                <a:lnTo>
                  <a:pt x="2368624" y="27721"/>
                </a:lnTo>
                <a:lnTo>
                  <a:pt x="2367490" y="27422"/>
                </a:lnTo>
                <a:lnTo>
                  <a:pt x="2366336" y="27158"/>
                </a:lnTo>
                <a:lnTo>
                  <a:pt x="2365162" y="26929"/>
                </a:lnTo>
                <a:lnTo>
                  <a:pt x="2363969" y="26736"/>
                </a:lnTo>
                <a:lnTo>
                  <a:pt x="2362756" y="26577"/>
                </a:lnTo>
                <a:lnTo>
                  <a:pt x="2361524" y="26454"/>
                </a:lnTo>
                <a:lnTo>
                  <a:pt x="2360272" y="26366"/>
                </a:lnTo>
                <a:lnTo>
                  <a:pt x="2359001" y="26313"/>
                </a:lnTo>
                <a:lnTo>
                  <a:pt x="2357710" y="26296"/>
                </a:lnTo>
                <a:lnTo>
                  <a:pt x="2356871" y="26304"/>
                </a:lnTo>
                <a:lnTo>
                  <a:pt x="2356039" y="26327"/>
                </a:lnTo>
                <a:lnTo>
                  <a:pt x="2355214" y="26366"/>
                </a:lnTo>
                <a:lnTo>
                  <a:pt x="2354395" y="26420"/>
                </a:lnTo>
                <a:lnTo>
                  <a:pt x="2353583" y="26490"/>
                </a:lnTo>
                <a:lnTo>
                  <a:pt x="2352777" y="26575"/>
                </a:lnTo>
                <a:lnTo>
                  <a:pt x="2351979" y="26676"/>
                </a:lnTo>
                <a:lnTo>
                  <a:pt x="2351186" y="26792"/>
                </a:lnTo>
                <a:lnTo>
                  <a:pt x="2350401" y="26924"/>
                </a:lnTo>
                <a:lnTo>
                  <a:pt x="2349622" y="27072"/>
                </a:lnTo>
                <a:lnTo>
                  <a:pt x="2348849" y="27235"/>
                </a:lnTo>
                <a:lnTo>
                  <a:pt x="2348084" y="27413"/>
                </a:lnTo>
                <a:lnTo>
                  <a:pt x="2347325" y="27607"/>
                </a:lnTo>
                <a:lnTo>
                  <a:pt x="2346572" y="27817"/>
                </a:lnTo>
                <a:lnTo>
                  <a:pt x="2345826" y="28042"/>
                </a:lnTo>
                <a:lnTo>
                  <a:pt x="2345087" y="28282"/>
                </a:lnTo>
                <a:lnTo>
                  <a:pt x="2344355" y="28538"/>
                </a:lnTo>
                <a:lnTo>
                  <a:pt x="2343629" y="28810"/>
                </a:lnTo>
                <a:lnTo>
                  <a:pt x="2342910" y="29097"/>
                </a:lnTo>
                <a:lnTo>
                  <a:pt x="2342197" y="29399"/>
                </a:lnTo>
                <a:lnTo>
                  <a:pt x="2341491" y="29717"/>
                </a:lnTo>
                <a:lnTo>
                  <a:pt x="2340792" y="30051"/>
                </a:lnTo>
                <a:lnTo>
                  <a:pt x="2340099" y="30400"/>
                </a:lnTo>
                <a:lnTo>
                  <a:pt x="2339413" y="30765"/>
                </a:lnTo>
                <a:lnTo>
                  <a:pt x="2338737" y="31144"/>
                </a:lnTo>
                <a:lnTo>
                  <a:pt x="2338073" y="31538"/>
                </a:lnTo>
                <a:lnTo>
                  <a:pt x="2337423" y="31945"/>
                </a:lnTo>
                <a:lnTo>
                  <a:pt x="2336785" y="32366"/>
                </a:lnTo>
                <a:lnTo>
                  <a:pt x="2336161" y="32801"/>
                </a:lnTo>
                <a:lnTo>
                  <a:pt x="2335549" y="33250"/>
                </a:lnTo>
                <a:lnTo>
                  <a:pt x="2334950" y="33713"/>
                </a:lnTo>
                <a:lnTo>
                  <a:pt x="2334365" y="34190"/>
                </a:lnTo>
                <a:lnTo>
                  <a:pt x="2333792" y="34681"/>
                </a:lnTo>
                <a:lnTo>
                  <a:pt x="2333232" y="35186"/>
                </a:lnTo>
                <a:lnTo>
                  <a:pt x="2332685" y="35705"/>
                </a:lnTo>
                <a:lnTo>
                  <a:pt x="2332151" y="36238"/>
                </a:lnTo>
                <a:lnTo>
                  <a:pt x="2331630" y="36784"/>
                </a:lnTo>
                <a:lnTo>
                  <a:pt x="2331121" y="37345"/>
                </a:lnTo>
                <a:lnTo>
                  <a:pt x="2330626" y="37920"/>
                </a:lnTo>
                <a:lnTo>
                  <a:pt x="2330144" y="38508"/>
                </a:lnTo>
                <a:lnTo>
                  <a:pt x="2329675" y="39111"/>
                </a:lnTo>
                <a:lnTo>
                  <a:pt x="2329218" y="39727"/>
                </a:lnTo>
                <a:lnTo>
                  <a:pt x="2328774" y="40357"/>
                </a:lnTo>
                <a:lnTo>
                  <a:pt x="2328344" y="41002"/>
                </a:lnTo>
                <a:lnTo>
                  <a:pt x="2327926" y="41660"/>
                </a:lnTo>
                <a:lnTo>
                  <a:pt x="2327521" y="42332"/>
                </a:lnTo>
                <a:lnTo>
                  <a:pt x="2327130" y="43018"/>
                </a:lnTo>
                <a:lnTo>
                  <a:pt x="2326751" y="43718"/>
                </a:lnTo>
                <a:lnTo>
                  <a:pt x="2326386" y="44426"/>
                </a:lnTo>
                <a:lnTo>
                  <a:pt x="2326037" y="45137"/>
                </a:lnTo>
                <a:lnTo>
                  <a:pt x="2325703" y="45849"/>
                </a:lnTo>
                <a:lnTo>
                  <a:pt x="2325385" y="46563"/>
                </a:lnTo>
                <a:lnTo>
                  <a:pt x="2325083" y="47279"/>
                </a:lnTo>
                <a:lnTo>
                  <a:pt x="2324796" y="47997"/>
                </a:lnTo>
                <a:lnTo>
                  <a:pt x="2324524" y="48717"/>
                </a:lnTo>
                <a:lnTo>
                  <a:pt x="2324268" y="49440"/>
                </a:lnTo>
                <a:lnTo>
                  <a:pt x="2324027" y="50164"/>
                </a:lnTo>
                <a:lnTo>
                  <a:pt x="2323802" y="50890"/>
                </a:lnTo>
                <a:lnTo>
                  <a:pt x="2323593" y="51618"/>
                </a:lnTo>
                <a:lnTo>
                  <a:pt x="2323399" y="52349"/>
                </a:lnTo>
                <a:lnTo>
                  <a:pt x="2323221" y="53081"/>
                </a:lnTo>
                <a:lnTo>
                  <a:pt x="2323058" y="53815"/>
                </a:lnTo>
                <a:lnTo>
                  <a:pt x="2322910" y="54552"/>
                </a:lnTo>
                <a:lnTo>
                  <a:pt x="2322778" y="55290"/>
                </a:lnTo>
                <a:lnTo>
                  <a:pt x="2322662" y="56031"/>
                </a:lnTo>
                <a:lnTo>
                  <a:pt x="2322561" y="56773"/>
                </a:lnTo>
                <a:lnTo>
                  <a:pt x="2322476" y="57518"/>
                </a:lnTo>
                <a:lnTo>
                  <a:pt x="2322406" y="58264"/>
                </a:lnTo>
                <a:lnTo>
                  <a:pt x="2322352" y="59013"/>
                </a:lnTo>
                <a:lnTo>
                  <a:pt x="2322313" y="59763"/>
                </a:lnTo>
                <a:lnTo>
                  <a:pt x="2322290" y="60516"/>
                </a:lnTo>
                <a:lnTo>
                  <a:pt x="2322282" y="61271"/>
                </a:lnTo>
                <a:lnTo>
                  <a:pt x="2322290" y="62252"/>
                </a:lnTo>
                <a:lnTo>
                  <a:pt x="2322313" y="63221"/>
                </a:lnTo>
                <a:lnTo>
                  <a:pt x="2322352" y="64177"/>
                </a:lnTo>
                <a:lnTo>
                  <a:pt x="2322406" y="65122"/>
                </a:lnTo>
                <a:lnTo>
                  <a:pt x="2322476" y="66053"/>
                </a:lnTo>
                <a:close/>
                <a:moveTo>
                  <a:pt x="2341146" y="58199"/>
                </a:moveTo>
                <a:lnTo>
                  <a:pt x="2341239" y="57440"/>
                </a:lnTo>
                <a:lnTo>
                  <a:pt x="2341348" y="56698"/>
                </a:lnTo>
                <a:lnTo>
                  <a:pt x="2341475" y="55972"/>
                </a:lnTo>
                <a:lnTo>
                  <a:pt x="2341618" y="55263"/>
                </a:lnTo>
                <a:lnTo>
                  <a:pt x="2341778" y="54571"/>
                </a:lnTo>
                <a:lnTo>
                  <a:pt x="2341955" y="53895"/>
                </a:lnTo>
                <a:lnTo>
                  <a:pt x="2342149" y="53235"/>
                </a:lnTo>
                <a:lnTo>
                  <a:pt x="2342360" y="52592"/>
                </a:lnTo>
                <a:lnTo>
                  <a:pt x="2342588" y="51966"/>
                </a:lnTo>
                <a:lnTo>
                  <a:pt x="2342832" y="51357"/>
                </a:lnTo>
                <a:lnTo>
                  <a:pt x="2343094" y="50764"/>
                </a:lnTo>
                <a:lnTo>
                  <a:pt x="2343372" y="50187"/>
                </a:lnTo>
                <a:lnTo>
                  <a:pt x="2343667" y="49627"/>
                </a:lnTo>
                <a:lnTo>
                  <a:pt x="2343979" y="49084"/>
                </a:lnTo>
                <a:lnTo>
                  <a:pt x="2344308" y="48558"/>
                </a:lnTo>
                <a:lnTo>
                  <a:pt x="2344654" y="48047"/>
                </a:lnTo>
                <a:lnTo>
                  <a:pt x="2345017" y="47554"/>
                </a:lnTo>
                <a:lnTo>
                  <a:pt x="2345396" y="47077"/>
                </a:lnTo>
                <a:lnTo>
                  <a:pt x="2345793" y="46617"/>
                </a:lnTo>
                <a:lnTo>
                  <a:pt x="2346201" y="46174"/>
                </a:lnTo>
                <a:lnTo>
                  <a:pt x="2346618" y="45750"/>
                </a:lnTo>
                <a:lnTo>
                  <a:pt x="2347042" y="45345"/>
                </a:lnTo>
                <a:lnTo>
                  <a:pt x="2347475" y="44959"/>
                </a:lnTo>
                <a:lnTo>
                  <a:pt x="2347915" y="44592"/>
                </a:lnTo>
                <a:lnTo>
                  <a:pt x="2348363" y="44244"/>
                </a:lnTo>
                <a:lnTo>
                  <a:pt x="2348819" y="43914"/>
                </a:lnTo>
                <a:lnTo>
                  <a:pt x="2349283" y="43603"/>
                </a:lnTo>
                <a:lnTo>
                  <a:pt x="2349755" y="43311"/>
                </a:lnTo>
                <a:lnTo>
                  <a:pt x="2350234" y="43038"/>
                </a:lnTo>
                <a:lnTo>
                  <a:pt x="2350722" y="42784"/>
                </a:lnTo>
                <a:lnTo>
                  <a:pt x="2351217" y="42549"/>
                </a:lnTo>
                <a:lnTo>
                  <a:pt x="2351720" y="42332"/>
                </a:lnTo>
                <a:lnTo>
                  <a:pt x="2352231" y="42134"/>
                </a:lnTo>
                <a:lnTo>
                  <a:pt x="2352750" y="41955"/>
                </a:lnTo>
                <a:lnTo>
                  <a:pt x="2353277" y="41795"/>
                </a:lnTo>
                <a:lnTo>
                  <a:pt x="2353812" y="41654"/>
                </a:lnTo>
                <a:lnTo>
                  <a:pt x="2354354" y="41531"/>
                </a:lnTo>
                <a:lnTo>
                  <a:pt x="2354905" y="41428"/>
                </a:lnTo>
                <a:lnTo>
                  <a:pt x="2355463" y="41343"/>
                </a:lnTo>
                <a:lnTo>
                  <a:pt x="2356029" y="41277"/>
                </a:lnTo>
                <a:lnTo>
                  <a:pt x="2356603" y="41230"/>
                </a:lnTo>
                <a:lnTo>
                  <a:pt x="2357185" y="41202"/>
                </a:lnTo>
                <a:lnTo>
                  <a:pt x="2357775" y="41192"/>
                </a:lnTo>
                <a:lnTo>
                  <a:pt x="2358364" y="41202"/>
                </a:lnTo>
                <a:lnTo>
                  <a:pt x="2358946" y="41230"/>
                </a:lnTo>
                <a:lnTo>
                  <a:pt x="2359520" y="41277"/>
                </a:lnTo>
                <a:lnTo>
                  <a:pt x="2360086" y="41343"/>
                </a:lnTo>
                <a:lnTo>
                  <a:pt x="2360643" y="41428"/>
                </a:lnTo>
                <a:lnTo>
                  <a:pt x="2361193" y="41531"/>
                </a:lnTo>
                <a:lnTo>
                  <a:pt x="2361735" y="41654"/>
                </a:lnTo>
                <a:lnTo>
                  <a:pt x="2362269" y="41795"/>
                </a:lnTo>
                <a:lnTo>
                  <a:pt x="2362795" y="41955"/>
                </a:lnTo>
                <a:lnTo>
                  <a:pt x="2363313" y="42134"/>
                </a:lnTo>
                <a:lnTo>
                  <a:pt x="2363822" y="42332"/>
                </a:lnTo>
                <a:lnTo>
                  <a:pt x="2364324" y="42549"/>
                </a:lnTo>
                <a:lnTo>
                  <a:pt x="2364818" y="42784"/>
                </a:lnTo>
                <a:lnTo>
                  <a:pt x="2365304" y="43038"/>
                </a:lnTo>
                <a:lnTo>
                  <a:pt x="2365782" y="43311"/>
                </a:lnTo>
                <a:lnTo>
                  <a:pt x="2366252" y="43603"/>
                </a:lnTo>
                <a:lnTo>
                  <a:pt x="2366714" y="43914"/>
                </a:lnTo>
                <a:lnTo>
                  <a:pt x="2367168" y="44244"/>
                </a:lnTo>
                <a:lnTo>
                  <a:pt x="2367614" y="44592"/>
                </a:lnTo>
                <a:lnTo>
                  <a:pt x="2368052" y="44959"/>
                </a:lnTo>
                <a:lnTo>
                  <a:pt x="2368482" y="45345"/>
                </a:lnTo>
                <a:lnTo>
                  <a:pt x="2368904" y="45750"/>
                </a:lnTo>
                <a:lnTo>
                  <a:pt x="2369318" y="46174"/>
                </a:lnTo>
                <a:lnTo>
                  <a:pt x="2369724" y="46617"/>
                </a:lnTo>
                <a:lnTo>
                  <a:pt x="2370118" y="47077"/>
                </a:lnTo>
                <a:lnTo>
                  <a:pt x="2370495" y="47553"/>
                </a:lnTo>
                <a:lnTo>
                  <a:pt x="2370855" y="48045"/>
                </a:lnTo>
                <a:lnTo>
                  <a:pt x="2371199" y="48554"/>
                </a:lnTo>
                <a:lnTo>
                  <a:pt x="2371525" y="49079"/>
                </a:lnTo>
                <a:lnTo>
                  <a:pt x="2371835" y="49619"/>
                </a:lnTo>
                <a:lnTo>
                  <a:pt x="2372129" y="50176"/>
                </a:lnTo>
                <a:lnTo>
                  <a:pt x="2372405" y="50749"/>
                </a:lnTo>
                <a:lnTo>
                  <a:pt x="2372665" y="51339"/>
                </a:lnTo>
                <a:lnTo>
                  <a:pt x="2372908" y="51944"/>
                </a:lnTo>
                <a:lnTo>
                  <a:pt x="2373134" y="52565"/>
                </a:lnTo>
                <a:lnTo>
                  <a:pt x="2373343" y="53203"/>
                </a:lnTo>
                <a:lnTo>
                  <a:pt x="2373536" y="53857"/>
                </a:lnTo>
                <a:lnTo>
                  <a:pt x="2373712" y="54526"/>
                </a:lnTo>
                <a:lnTo>
                  <a:pt x="2373871" y="55212"/>
                </a:lnTo>
                <a:lnTo>
                  <a:pt x="2374013" y="55915"/>
                </a:lnTo>
                <a:lnTo>
                  <a:pt x="2374139" y="56633"/>
                </a:lnTo>
                <a:lnTo>
                  <a:pt x="2374248" y="57367"/>
                </a:lnTo>
                <a:lnTo>
                  <a:pt x="2374340" y="58118"/>
                </a:lnTo>
                <a:lnTo>
                  <a:pt x="2374416" y="58884"/>
                </a:lnTo>
                <a:lnTo>
                  <a:pt x="2374474" y="59667"/>
                </a:lnTo>
                <a:lnTo>
                  <a:pt x="2374516" y="60466"/>
                </a:lnTo>
                <a:lnTo>
                  <a:pt x="2374541" y="61281"/>
                </a:lnTo>
                <a:lnTo>
                  <a:pt x="2374550" y="62113"/>
                </a:lnTo>
                <a:lnTo>
                  <a:pt x="2374541" y="62965"/>
                </a:lnTo>
                <a:lnTo>
                  <a:pt x="2374516" y="63800"/>
                </a:lnTo>
                <a:lnTo>
                  <a:pt x="2374474" y="64618"/>
                </a:lnTo>
                <a:lnTo>
                  <a:pt x="2374416" y="65420"/>
                </a:lnTo>
                <a:lnTo>
                  <a:pt x="2374340" y="66204"/>
                </a:lnTo>
                <a:lnTo>
                  <a:pt x="2374248" y="66971"/>
                </a:lnTo>
                <a:lnTo>
                  <a:pt x="2374139" y="67721"/>
                </a:lnTo>
                <a:lnTo>
                  <a:pt x="2374013" y="68454"/>
                </a:lnTo>
                <a:lnTo>
                  <a:pt x="2373871" y="69170"/>
                </a:lnTo>
                <a:lnTo>
                  <a:pt x="2373712" y="69869"/>
                </a:lnTo>
                <a:lnTo>
                  <a:pt x="2373536" y="70551"/>
                </a:lnTo>
                <a:lnTo>
                  <a:pt x="2373343" y="71216"/>
                </a:lnTo>
                <a:lnTo>
                  <a:pt x="2373134" y="71864"/>
                </a:lnTo>
                <a:lnTo>
                  <a:pt x="2372908" y="72495"/>
                </a:lnTo>
                <a:lnTo>
                  <a:pt x="2372665" y="73109"/>
                </a:lnTo>
                <a:lnTo>
                  <a:pt x="2372405" y="73706"/>
                </a:lnTo>
                <a:lnTo>
                  <a:pt x="2372129" y="74286"/>
                </a:lnTo>
                <a:lnTo>
                  <a:pt x="2371835" y="74849"/>
                </a:lnTo>
                <a:lnTo>
                  <a:pt x="2371525" y="75394"/>
                </a:lnTo>
                <a:lnTo>
                  <a:pt x="2371199" y="75923"/>
                </a:lnTo>
                <a:lnTo>
                  <a:pt x="2370855" y="76435"/>
                </a:lnTo>
                <a:lnTo>
                  <a:pt x="2370495" y="76929"/>
                </a:lnTo>
                <a:lnTo>
                  <a:pt x="2370118" y="77407"/>
                </a:lnTo>
                <a:lnTo>
                  <a:pt x="2369724" y="77867"/>
                </a:lnTo>
                <a:lnTo>
                  <a:pt x="2369318" y="78310"/>
                </a:lnTo>
                <a:lnTo>
                  <a:pt x="2368904" y="78734"/>
                </a:lnTo>
                <a:lnTo>
                  <a:pt x="2368482" y="79139"/>
                </a:lnTo>
                <a:lnTo>
                  <a:pt x="2368052" y="79525"/>
                </a:lnTo>
                <a:lnTo>
                  <a:pt x="2367614" y="79892"/>
                </a:lnTo>
                <a:lnTo>
                  <a:pt x="2367168" y="80240"/>
                </a:lnTo>
                <a:lnTo>
                  <a:pt x="2366714" y="80570"/>
                </a:lnTo>
                <a:lnTo>
                  <a:pt x="2366252" y="80881"/>
                </a:lnTo>
                <a:lnTo>
                  <a:pt x="2365782" y="81173"/>
                </a:lnTo>
                <a:lnTo>
                  <a:pt x="2365304" y="81446"/>
                </a:lnTo>
                <a:lnTo>
                  <a:pt x="2364818" y="81700"/>
                </a:lnTo>
                <a:lnTo>
                  <a:pt x="2364324" y="81936"/>
                </a:lnTo>
                <a:lnTo>
                  <a:pt x="2363822" y="82152"/>
                </a:lnTo>
                <a:lnTo>
                  <a:pt x="2363313" y="82350"/>
                </a:lnTo>
                <a:lnTo>
                  <a:pt x="2362795" y="82529"/>
                </a:lnTo>
                <a:lnTo>
                  <a:pt x="2362269" y="82689"/>
                </a:lnTo>
                <a:lnTo>
                  <a:pt x="2361735" y="82830"/>
                </a:lnTo>
                <a:lnTo>
                  <a:pt x="2361193" y="82953"/>
                </a:lnTo>
                <a:lnTo>
                  <a:pt x="2360643" y="83056"/>
                </a:lnTo>
                <a:lnTo>
                  <a:pt x="2360086" y="83141"/>
                </a:lnTo>
                <a:lnTo>
                  <a:pt x="2359520" y="83207"/>
                </a:lnTo>
                <a:lnTo>
                  <a:pt x="2358946" y="83254"/>
                </a:lnTo>
                <a:lnTo>
                  <a:pt x="2358364" y="83282"/>
                </a:lnTo>
                <a:lnTo>
                  <a:pt x="2357775" y="83292"/>
                </a:lnTo>
                <a:lnTo>
                  <a:pt x="2357185" y="83282"/>
                </a:lnTo>
                <a:lnTo>
                  <a:pt x="2356603" y="83254"/>
                </a:lnTo>
                <a:lnTo>
                  <a:pt x="2356029" y="83207"/>
                </a:lnTo>
                <a:lnTo>
                  <a:pt x="2355463" y="83141"/>
                </a:lnTo>
                <a:lnTo>
                  <a:pt x="2354905" y="83056"/>
                </a:lnTo>
                <a:lnTo>
                  <a:pt x="2354354" y="82953"/>
                </a:lnTo>
                <a:lnTo>
                  <a:pt x="2353812" y="82830"/>
                </a:lnTo>
                <a:lnTo>
                  <a:pt x="2353277" y="82689"/>
                </a:lnTo>
                <a:lnTo>
                  <a:pt x="2352750" y="82529"/>
                </a:lnTo>
                <a:lnTo>
                  <a:pt x="2352231" y="82350"/>
                </a:lnTo>
                <a:lnTo>
                  <a:pt x="2351720" y="82152"/>
                </a:lnTo>
                <a:lnTo>
                  <a:pt x="2351217" y="81936"/>
                </a:lnTo>
                <a:lnTo>
                  <a:pt x="2350722" y="81700"/>
                </a:lnTo>
                <a:lnTo>
                  <a:pt x="2350234" y="81446"/>
                </a:lnTo>
                <a:lnTo>
                  <a:pt x="2349755" y="81173"/>
                </a:lnTo>
                <a:lnTo>
                  <a:pt x="2349283" y="80881"/>
                </a:lnTo>
                <a:lnTo>
                  <a:pt x="2348819" y="80570"/>
                </a:lnTo>
                <a:lnTo>
                  <a:pt x="2348363" y="80240"/>
                </a:lnTo>
                <a:lnTo>
                  <a:pt x="2347915" y="79892"/>
                </a:lnTo>
                <a:lnTo>
                  <a:pt x="2347475" y="79525"/>
                </a:lnTo>
                <a:lnTo>
                  <a:pt x="2347042" y="79139"/>
                </a:lnTo>
                <a:lnTo>
                  <a:pt x="2346618" y="78734"/>
                </a:lnTo>
                <a:lnTo>
                  <a:pt x="2346201" y="78310"/>
                </a:lnTo>
                <a:lnTo>
                  <a:pt x="2345793" y="77867"/>
                </a:lnTo>
                <a:lnTo>
                  <a:pt x="2345396" y="77407"/>
                </a:lnTo>
                <a:lnTo>
                  <a:pt x="2345017" y="76930"/>
                </a:lnTo>
                <a:lnTo>
                  <a:pt x="2344654" y="76437"/>
                </a:lnTo>
                <a:lnTo>
                  <a:pt x="2344308" y="75927"/>
                </a:lnTo>
                <a:lnTo>
                  <a:pt x="2343979" y="75400"/>
                </a:lnTo>
                <a:lnTo>
                  <a:pt x="2343667" y="74857"/>
                </a:lnTo>
                <a:lnTo>
                  <a:pt x="2343372" y="74297"/>
                </a:lnTo>
                <a:lnTo>
                  <a:pt x="2343094" y="73720"/>
                </a:lnTo>
                <a:lnTo>
                  <a:pt x="2342832" y="73127"/>
                </a:lnTo>
                <a:lnTo>
                  <a:pt x="2342588" y="72518"/>
                </a:lnTo>
                <a:lnTo>
                  <a:pt x="2342360" y="71892"/>
                </a:lnTo>
                <a:lnTo>
                  <a:pt x="2342149" y="71249"/>
                </a:lnTo>
                <a:lnTo>
                  <a:pt x="2341955" y="70589"/>
                </a:lnTo>
                <a:lnTo>
                  <a:pt x="2341778" y="69914"/>
                </a:lnTo>
                <a:lnTo>
                  <a:pt x="2341618" y="69221"/>
                </a:lnTo>
                <a:lnTo>
                  <a:pt x="2341475" y="68512"/>
                </a:lnTo>
                <a:lnTo>
                  <a:pt x="2341348" y="67786"/>
                </a:lnTo>
                <a:lnTo>
                  <a:pt x="2341239" y="67044"/>
                </a:lnTo>
                <a:lnTo>
                  <a:pt x="2341146" y="66285"/>
                </a:lnTo>
                <a:lnTo>
                  <a:pt x="2341070" y="65510"/>
                </a:lnTo>
                <a:lnTo>
                  <a:pt x="2341011" y="64718"/>
                </a:lnTo>
                <a:lnTo>
                  <a:pt x="2340969" y="63909"/>
                </a:lnTo>
                <a:lnTo>
                  <a:pt x="2340943" y="63084"/>
                </a:lnTo>
                <a:lnTo>
                  <a:pt x="2340935" y="62242"/>
                </a:lnTo>
                <a:lnTo>
                  <a:pt x="2340943" y="61400"/>
                </a:lnTo>
                <a:lnTo>
                  <a:pt x="2340969" y="60575"/>
                </a:lnTo>
                <a:lnTo>
                  <a:pt x="2341011" y="59766"/>
                </a:lnTo>
                <a:lnTo>
                  <a:pt x="2341070" y="58974"/>
                </a:lnTo>
                <a:lnTo>
                  <a:pt x="2341146" y="58199"/>
                </a:lnTo>
                <a:close/>
                <a:moveTo>
                  <a:pt x="2226770" y="96634"/>
                </a:moveTo>
                <a:lnTo>
                  <a:pt x="2226770" y="27850"/>
                </a:lnTo>
                <a:lnTo>
                  <a:pt x="2208570" y="27850"/>
                </a:lnTo>
                <a:lnTo>
                  <a:pt x="2208570" y="96634"/>
                </a:lnTo>
                <a:lnTo>
                  <a:pt x="2226770" y="96634"/>
                </a:lnTo>
                <a:close/>
                <a:moveTo>
                  <a:pt x="2307816" y="27850"/>
                </a:moveTo>
                <a:lnTo>
                  <a:pt x="2289616" y="27850"/>
                </a:lnTo>
                <a:lnTo>
                  <a:pt x="2289616" y="96634"/>
                </a:lnTo>
                <a:lnTo>
                  <a:pt x="2307816" y="96634"/>
                </a:lnTo>
                <a:lnTo>
                  <a:pt x="2307816" y="27850"/>
                </a:lnTo>
                <a:close/>
                <a:moveTo>
                  <a:pt x="1991681" y="89475"/>
                </a:moveTo>
                <a:lnTo>
                  <a:pt x="1992101" y="89894"/>
                </a:lnTo>
                <a:lnTo>
                  <a:pt x="1992520" y="90303"/>
                </a:lnTo>
                <a:lnTo>
                  <a:pt x="1992937" y="90699"/>
                </a:lnTo>
                <a:lnTo>
                  <a:pt x="1993353" y="91085"/>
                </a:lnTo>
                <a:lnTo>
                  <a:pt x="1993766" y="91460"/>
                </a:lnTo>
                <a:lnTo>
                  <a:pt x="1994178" y="91823"/>
                </a:lnTo>
                <a:lnTo>
                  <a:pt x="1994589" y="92175"/>
                </a:lnTo>
                <a:lnTo>
                  <a:pt x="1994997" y="92515"/>
                </a:lnTo>
                <a:lnTo>
                  <a:pt x="1995404" y="92845"/>
                </a:lnTo>
                <a:lnTo>
                  <a:pt x="1995810" y="93163"/>
                </a:lnTo>
                <a:lnTo>
                  <a:pt x="1996213" y="93470"/>
                </a:lnTo>
                <a:lnTo>
                  <a:pt x="1996615" y="93766"/>
                </a:lnTo>
                <a:lnTo>
                  <a:pt x="1997015" y="94050"/>
                </a:lnTo>
                <a:lnTo>
                  <a:pt x="1997414" y="94324"/>
                </a:lnTo>
                <a:lnTo>
                  <a:pt x="1997811" y="94586"/>
                </a:lnTo>
                <a:lnTo>
                  <a:pt x="1998206" y="94836"/>
                </a:lnTo>
                <a:lnTo>
                  <a:pt x="1998600" y="95076"/>
                </a:lnTo>
                <a:lnTo>
                  <a:pt x="1998991" y="95304"/>
                </a:lnTo>
                <a:lnTo>
                  <a:pt x="1999382" y="95521"/>
                </a:lnTo>
                <a:lnTo>
                  <a:pt x="1999770" y="95727"/>
                </a:lnTo>
                <a:lnTo>
                  <a:pt x="2000157" y="95921"/>
                </a:lnTo>
                <a:lnTo>
                  <a:pt x="2000545" y="96106"/>
                </a:lnTo>
                <a:lnTo>
                  <a:pt x="2000936" y="96283"/>
                </a:lnTo>
                <a:lnTo>
                  <a:pt x="2001331" y="96453"/>
                </a:lnTo>
                <a:lnTo>
                  <a:pt x="2001730" y="96614"/>
                </a:lnTo>
                <a:lnTo>
                  <a:pt x="2002133" y="96768"/>
                </a:lnTo>
                <a:lnTo>
                  <a:pt x="2002539" y="96913"/>
                </a:lnTo>
                <a:lnTo>
                  <a:pt x="2002949" y="97051"/>
                </a:lnTo>
                <a:lnTo>
                  <a:pt x="2003363" y="97181"/>
                </a:lnTo>
                <a:lnTo>
                  <a:pt x="2003780" y="97303"/>
                </a:lnTo>
                <a:lnTo>
                  <a:pt x="2004201" y="97417"/>
                </a:lnTo>
                <a:lnTo>
                  <a:pt x="2004626" y="97523"/>
                </a:lnTo>
                <a:lnTo>
                  <a:pt x="2005055" y="97622"/>
                </a:lnTo>
                <a:lnTo>
                  <a:pt x="2005487" y="97712"/>
                </a:lnTo>
                <a:lnTo>
                  <a:pt x="2005923" y="97795"/>
                </a:lnTo>
                <a:lnTo>
                  <a:pt x="2006363" y="97870"/>
                </a:lnTo>
                <a:lnTo>
                  <a:pt x="2006806" y="97936"/>
                </a:lnTo>
                <a:lnTo>
                  <a:pt x="2007253" y="97995"/>
                </a:lnTo>
                <a:lnTo>
                  <a:pt x="2007704" y="98047"/>
                </a:lnTo>
                <a:lnTo>
                  <a:pt x="2008159" y="98090"/>
                </a:lnTo>
                <a:lnTo>
                  <a:pt x="2008617" y="98125"/>
                </a:lnTo>
                <a:lnTo>
                  <a:pt x="2009079" y="98153"/>
                </a:lnTo>
                <a:lnTo>
                  <a:pt x="2009545" y="98173"/>
                </a:lnTo>
                <a:lnTo>
                  <a:pt x="2010014" y="98184"/>
                </a:lnTo>
                <a:lnTo>
                  <a:pt x="2010487" y="98188"/>
                </a:lnTo>
                <a:lnTo>
                  <a:pt x="2011480" y="98172"/>
                </a:lnTo>
                <a:lnTo>
                  <a:pt x="2012460" y="98122"/>
                </a:lnTo>
                <a:lnTo>
                  <a:pt x="2013427" y="98039"/>
                </a:lnTo>
                <a:lnTo>
                  <a:pt x="2014382" y="97923"/>
                </a:lnTo>
                <a:lnTo>
                  <a:pt x="2015325" y="97774"/>
                </a:lnTo>
                <a:lnTo>
                  <a:pt x="2016256" y="97591"/>
                </a:lnTo>
                <a:lnTo>
                  <a:pt x="2017174" y="97376"/>
                </a:lnTo>
                <a:lnTo>
                  <a:pt x="2018079" y="97127"/>
                </a:lnTo>
                <a:lnTo>
                  <a:pt x="2018973" y="96845"/>
                </a:lnTo>
                <a:lnTo>
                  <a:pt x="2019854" y="96530"/>
                </a:lnTo>
                <a:lnTo>
                  <a:pt x="2020722" y="96181"/>
                </a:lnTo>
                <a:lnTo>
                  <a:pt x="2021579" y="95800"/>
                </a:lnTo>
                <a:lnTo>
                  <a:pt x="2022423" y="95385"/>
                </a:lnTo>
                <a:lnTo>
                  <a:pt x="2023254" y="94938"/>
                </a:lnTo>
                <a:lnTo>
                  <a:pt x="2024073" y="94457"/>
                </a:lnTo>
                <a:lnTo>
                  <a:pt x="2024880" y="93942"/>
                </a:lnTo>
                <a:lnTo>
                  <a:pt x="2025675" y="93395"/>
                </a:lnTo>
                <a:lnTo>
                  <a:pt x="2026457" y="92815"/>
                </a:lnTo>
                <a:lnTo>
                  <a:pt x="2027226" y="92201"/>
                </a:lnTo>
                <a:lnTo>
                  <a:pt x="2027984" y="91554"/>
                </a:lnTo>
                <a:lnTo>
                  <a:pt x="2028729" y="90874"/>
                </a:lnTo>
                <a:lnTo>
                  <a:pt x="2029461" y="90161"/>
                </a:lnTo>
                <a:lnTo>
                  <a:pt x="2030181" y="89415"/>
                </a:lnTo>
                <a:lnTo>
                  <a:pt x="2030889" y="88635"/>
                </a:lnTo>
                <a:lnTo>
                  <a:pt x="2031576" y="87826"/>
                </a:lnTo>
                <a:lnTo>
                  <a:pt x="2032234" y="86989"/>
                </a:lnTo>
                <a:lnTo>
                  <a:pt x="2032863" y="86127"/>
                </a:lnTo>
                <a:lnTo>
                  <a:pt x="2033462" y="85237"/>
                </a:lnTo>
                <a:lnTo>
                  <a:pt x="2034032" y="84321"/>
                </a:lnTo>
                <a:lnTo>
                  <a:pt x="2034573" y="83379"/>
                </a:lnTo>
                <a:lnTo>
                  <a:pt x="2035084" y="82409"/>
                </a:lnTo>
                <a:lnTo>
                  <a:pt x="2035567" y="81413"/>
                </a:lnTo>
                <a:lnTo>
                  <a:pt x="2036020" y="80391"/>
                </a:lnTo>
                <a:lnTo>
                  <a:pt x="2036444" y="79341"/>
                </a:lnTo>
                <a:lnTo>
                  <a:pt x="2036839" y="78266"/>
                </a:lnTo>
                <a:lnTo>
                  <a:pt x="2037204" y="77163"/>
                </a:lnTo>
                <a:lnTo>
                  <a:pt x="2037540" y="76034"/>
                </a:lnTo>
                <a:lnTo>
                  <a:pt x="2037847" y="74878"/>
                </a:lnTo>
                <a:lnTo>
                  <a:pt x="2038125" y="73695"/>
                </a:lnTo>
                <a:lnTo>
                  <a:pt x="2038373" y="72486"/>
                </a:lnTo>
                <a:lnTo>
                  <a:pt x="2038593" y="71250"/>
                </a:lnTo>
                <a:lnTo>
                  <a:pt x="2038783" y="69988"/>
                </a:lnTo>
                <a:lnTo>
                  <a:pt x="2038944" y="68699"/>
                </a:lnTo>
                <a:lnTo>
                  <a:pt x="2039075" y="67383"/>
                </a:lnTo>
                <a:lnTo>
                  <a:pt x="2039177" y="66041"/>
                </a:lnTo>
                <a:lnTo>
                  <a:pt x="2039251" y="64672"/>
                </a:lnTo>
                <a:lnTo>
                  <a:pt x="2039294" y="63276"/>
                </a:lnTo>
                <a:lnTo>
                  <a:pt x="2039309" y="61853"/>
                </a:lnTo>
                <a:lnTo>
                  <a:pt x="2039294" y="60468"/>
                </a:lnTo>
                <a:lnTo>
                  <a:pt x="2039251" y="59109"/>
                </a:lnTo>
                <a:lnTo>
                  <a:pt x="2039178" y="57775"/>
                </a:lnTo>
                <a:lnTo>
                  <a:pt x="2039077" y="56467"/>
                </a:lnTo>
                <a:lnTo>
                  <a:pt x="2038946" y="55184"/>
                </a:lnTo>
                <a:lnTo>
                  <a:pt x="2038787" y="53927"/>
                </a:lnTo>
                <a:lnTo>
                  <a:pt x="2038598" y="52696"/>
                </a:lnTo>
                <a:lnTo>
                  <a:pt x="2038381" y="51491"/>
                </a:lnTo>
                <a:lnTo>
                  <a:pt x="2038134" y="50311"/>
                </a:lnTo>
                <a:lnTo>
                  <a:pt x="2037858" y="49156"/>
                </a:lnTo>
                <a:lnTo>
                  <a:pt x="2037554" y="48027"/>
                </a:lnTo>
                <a:lnTo>
                  <a:pt x="2037220" y="46924"/>
                </a:lnTo>
                <a:lnTo>
                  <a:pt x="2036858" y="45847"/>
                </a:lnTo>
                <a:lnTo>
                  <a:pt x="2036466" y="44795"/>
                </a:lnTo>
                <a:lnTo>
                  <a:pt x="2036045" y="43769"/>
                </a:lnTo>
                <a:lnTo>
                  <a:pt x="2035596" y="42768"/>
                </a:lnTo>
                <a:lnTo>
                  <a:pt x="2035117" y="41794"/>
                </a:lnTo>
                <a:lnTo>
                  <a:pt x="2034609" y="40844"/>
                </a:lnTo>
                <a:lnTo>
                  <a:pt x="2034073" y="39921"/>
                </a:lnTo>
                <a:lnTo>
                  <a:pt x="2033507" y="39023"/>
                </a:lnTo>
                <a:lnTo>
                  <a:pt x="2032912" y="38150"/>
                </a:lnTo>
                <a:lnTo>
                  <a:pt x="2032288" y="37304"/>
                </a:lnTo>
                <a:lnTo>
                  <a:pt x="2031636" y="36483"/>
                </a:lnTo>
                <a:lnTo>
                  <a:pt x="2030954" y="35687"/>
                </a:lnTo>
                <a:lnTo>
                  <a:pt x="2030251" y="34921"/>
                </a:lnTo>
                <a:lnTo>
                  <a:pt x="2029536" y="34187"/>
                </a:lnTo>
                <a:lnTo>
                  <a:pt x="2028808" y="33486"/>
                </a:lnTo>
                <a:lnTo>
                  <a:pt x="2028068" y="32818"/>
                </a:lnTo>
                <a:lnTo>
                  <a:pt x="2027315" y="32182"/>
                </a:lnTo>
                <a:lnTo>
                  <a:pt x="2026550" y="31578"/>
                </a:lnTo>
                <a:lnTo>
                  <a:pt x="2025772" y="31008"/>
                </a:lnTo>
                <a:lnTo>
                  <a:pt x="2024981" y="30470"/>
                </a:lnTo>
                <a:lnTo>
                  <a:pt x="2024178" y="29964"/>
                </a:lnTo>
                <a:lnTo>
                  <a:pt x="2023362" y="29491"/>
                </a:lnTo>
                <a:lnTo>
                  <a:pt x="2022533" y="29051"/>
                </a:lnTo>
                <a:lnTo>
                  <a:pt x="2021692" y="28644"/>
                </a:lnTo>
                <a:lnTo>
                  <a:pt x="2020838" y="28269"/>
                </a:lnTo>
                <a:lnTo>
                  <a:pt x="2019972" y="27926"/>
                </a:lnTo>
                <a:lnTo>
                  <a:pt x="2019093" y="27616"/>
                </a:lnTo>
                <a:lnTo>
                  <a:pt x="2018202" y="27339"/>
                </a:lnTo>
                <a:lnTo>
                  <a:pt x="2017298" y="27095"/>
                </a:lnTo>
                <a:lnTo>
                  <a:pt x="2016381" y="26883"/>
                </a:lnTo>
                <a:lnTo>
                  <a:pt x="2015452" y="26703"/>
                </a:lnTo>
                <a:lnTo>
                  <a:pt x="2014510" y="26557"/>
                </a:lnTo>
                <a:lnTo>
                  <a:pt x="2013556" y="26443"/>
                </a:lnTo>
                <a:lnTo>
                  <a:pt x="2012589" y="26361"/>
                </a:lnTo>
                <a:lnTo>
                  <a:pt x="2011609" y="26312"/>
                </a:lnTo>
                <a:lnTo>
                  <a:pt x="2010617" y="26296"/>
                </a:lnTo>
                <a:lnTo>
                  <a:pt x="2010047" y="26301"/>
                </a:lnTo>
                <a:lnTo>
                  <a:pt x="2009481" y="26318"/>
                </a:lnTo>
                <a:lnTo>
                  <a:pt x="2008920" y="26346"/>
                </a:lnTo>
                <a:lnTo>
                  <a:pt x="2008362" y="26386"/>
                </a:lnTo>
                <a:lnTo>
                  <a:pt x="2007810" y="26436"/>
                </a:lnTo>
                <a:lnTo>
                  <a:pt x="2007261" y="26498"/>
                </a:lnTo>
                <a:lnTo>
                  <a:pt x="2006717" y="26571"/>
                </a:lnTo>
                <a:lnTo>
                  <a:pt x="2006177" y="26656"/>
                </a:lnTo>
                <a:lnTo>
                  <a:pt x="2005641" y="26751"/>
                </a:lnTo>
                <a:lnTo>
                  <a:pt x="2005109" y="26858"/>
                </a:lnTo>
                <a:lnTo>
                  <a:pt x="2004582" y="26976"/>
                </a:lnTo>
                <a:lnTo>
                  <a:pt x="2004059" y="27105"/>
                </a:lnTo>
                <a:lnTo>
                  <a:pt x="2003540" y="27246"/>
                </a:lnTo>
                <a:lnTo>
                  <a:pt x="2003026" y="27398"/>
                </a:lnTo>
                <a:lnTo>
                  <a:pt x="2002516" y="27561"/>
                </a:lnTo>
                <a:lnTo>
                  <a:pt x="2002010" y="27735"/>
                </a:lnTo>
                <a:lnTo>
                  <a:pt x="2001508" y="27921"/>
                </a:lnTo>
                <a:lnTo>
                  <a:pt x="2001011" y="28117"/>
                </a:lnTo>
                <a:lnTo>
                  <a:pt x="2000518" y="28325"/>
                </a:lnTo>
                <a:lnTo>
                  <a:pt x="2000029" y="28545"/>
                </a:lnTo>
                <a:lnTo>
                  <a:pt x="1999544" y="28775"/>
                </a:lnTo>
                <a:lnTo>
                  <a:pt x="1999064" y="29017"/>
                </a:lnTo>
                <a:lnTo>
                  <a:pt x="1998588" y="29270"/>
                </a:lnTo>
                <a:lnTo>
                  <a:pt x="1998117" y="29534"/>
                </a:lnTo>
                <a:lnTo>
                  <a:pt x="1997651" y="29807"/>
                </a:lnTo>
                <a:lnTo>
                  <a:pt x="1997194" y="30087"/>
                </a:lnTo>
                <a:lnTo>
                  <a:pt x="1996744" y="30374"/>
                </a:lnTo>
                <a:lnTo>
                  <a:pt x="1996303" y="30668"/>
                </a:lnTo>
                <a:lnTo>
                  <a:pt x="1995870" y="30968"/>
                </a:lnTo>
                <a:lnTo>
                  <a:pt x="1995445" y="31275"/>
                </a:lnTo>
                <a:lnTo>
                  <a:pt x="1995028" y="31589"/>
                </a:lnTo>
                <a:lnTo>
                  <a:pt x="1994619" y="31909"/>
                </a:lnTo>
                <a:lnTo>
                  <a:pt x="1994218" y="32236"/>
                </a:lnTo>
                <a:lnTo>
                  <a:pt x="1993826" y="32570"/>
                </a:lnTo>
                <a:lnTo>
                  <a:pt x="1993441" y="32911"/>
                </a:lnTo>
                <a:lnTo>
                  <a:pt x="1993065" y="33258"/>
                </a:lnTo>
                <a:lnTo>
                  <a:pt x="1992696" y="33613"/>
                </a:lnTo>
                <a:lnTo>
                  <a:pt x="1992336" y="33974"/>
                </a:lnTo>
                <a:lnTo>
                  <a:pt x="1991984" y="34341"/>
                </a:lnTo>
                <a:lnTo>
                  <a:pt x="1991640" y="34716"/>
                </a:lnTo>
                <a:lnTo>
                  <a:pt x="1991304" y="35097"/>
                </a:lnTo>
                <a:lnTo>
                  <a:pt x="1990976" y="35485"/>
                </a:lnTo>
                <a:lnTo>
                  <a:pt x="1990656" y="35879"/>
                </a:lnTo>
                <a:lnTo>
                  <a:pt x="1990344" y="36281"/>
                </a:lnTo>
                <a:lnTo>
                  <a:pt x="1990041" y="36689"/>
                </a:lnTo>
                <a:lnTo>
                  <a:pt x="1989745" y="37104"/>
                </a:lnTo>
                <a:lnTo>
                  <a:pt x="1989458" y="37526"/>
                </a:lnTo>
                <a:lnTo>
                  <a:pt x="1989179" y="37954"/>
                </a:lnTo>
                <a:lnTo>
                  <a:pt x="1989179" y="27850"/>
                </a:lnTo>
                <a:lnTo>
                  <a:pt x="1972209" y="27850"/>
                </a:lnTo>
                <a:lnTo>
                  <a:pt x="1972209" y="122800"/>
                </a:lnTo>
                <a:lnTo>
                  <a:pt x="1990409" y="122800"/>
                </a:lnTo>
                <a:lnTo>
                  <a:pt x="1990409" y="88149"/>
                </a:lnTo>
                <a:lnTo>
                  <a:pt x="1990835" y="88602"/>
                </a:lnTo>
                <a:lnTo>
                  <a:pt x="1991259" y="89044"/>
                </a:lnTo>
                <a:lnTo>
                  <a:pt x="1991681" y="89475"/>
                </a:lnTo>
                <a:close/>
                <a:moveTo>
                  <a:pt x="1990490" y="56310"/>
                </a:moveTo>
                <a:lnTo>
                  <a:pt x="1990590" y="55581"/>
                </a:lnTo>
                <a:lnTo>
                  <a:pt x="1990704" y="54869"/>
                </a:lnTo>
                <a:lnTo>
                  <a:pt x="1990834" y="54175"/>
                </a:lnTo>
                <a:lnTo>
                  <a:pt x="1990979" y="53497"/>
                </a:lnTo>
                <a:lnTo>
                  <a:pt x="1991140" y="52837"/>
                </a:lnTo>
                <a:lnTo>
                  <a:pt x="1991316" y="52193"/>
                </a:lnTo>
                <a:lnTo>
                  <a:pt x="1991507" y="51567"/>
                </a:lnTo>
                <a:lnTo>
                  <a:pt x="1991714" y="50959"/>
                </a:lnTo>
                <a:lnTo>
                  <a:pt x="1991935" y="50367"/>
                </a:lnTo>
                <a:lnTo>
                  <a:pt x="1992172" y="49792"/>
                </a:lnTo>
                <a:lnTo>
                  <a:pt x="1992425" y="49235"/>
                </a:lnTo>
                <a:lnTo>
                  <a:pt x="1992692" y="48695"/>
                </a:lnTo>
                <a:lnTo>
                  <a:pt x="1992975" y="48172"/>
                </a:lnTo>
                <a:lnTo>
                  <a:pt x="1993273" y="47666"/>
                </a:lnTo>
                <a:lnTo>
                  <a:pt x="1993587" y="47178"/>
                </a:lnTo>
                <a:lnTo>
                  <a:pt x="1993916" y="46706"/>
                </a:lnTo>
                <a:lnTo>
                  <a:pt x="1994260" y="46252"/>
                </a:lnTo>
                <a:lnTo>
                  <a:pt x="1994619" y="45815"/>
                </a:lnTo>
                <a:lnTo>
                  <a:pt x="1994990" y="45396"/>
                </a:lnTo>
                <a:lnTo>
                  <a:pt x="1995369" y="44994"/>
                </a:lnTo>
                <a:lnTo>
                  <a:pt x="1995756" y="44610"/>
                </a:lnTo>
                <a:lnTo>
                  <a:pt x="1996150" y="44244"/>
                </a:lnTo>
                <a:lnTo>
                  <a:pt x="1996553" y="43896"/>
                </a:lnTo>
                <a:lnTo>
                  <a:pt x="1996963" y="43566"/>
                </a:lnTo>
                <a:lnTo>
                  <a:pt x="1997381" y="43254"/>
                </a:lnTo>
                <a:lnTo>
                  <a:pt x="1997807" y="42959"/>
                </a:lnTo>
                <a:lnTo>
                  <a:pt x="1998241" y="42682"/>
                </a:lnTo>
                <a:lnTo>
                  <a:pt x="1998683" y="42424"/>
                </a:lnTo>
                <a:lnTo>
                  <a:pt x="1999132" y="42183"/>
                </a:lnTo>
                <a:lnTo>
                  <a:pt x="1999590" y="41960"/>
                </a:lnTo>
                <a:lnTo>
                  <a:pt x="2000055" y="41754"/>
                </a:lnTo>
                <a:lnTo>
                  <a:pt x="2000529" y="41567"/>
                </a:lnTo>
                <a:lnTo>
                  <a:pt x="2001010" y="41397"/>
                </a:lnTo>
                <a:lnTo>
                  <a:pt x="2001499" y="41246"/>
                </a:lnTo>
                <a:lnTo>
                  <a:pt x="2001996" y="41112"/>
                </a:lnTo>
                <a:lnTo>
                  <a:pt x="2002501" y="40996"/>
                </a:lnTo>
                <a:lnTo>
                  <a:pt x="2003013" y="40897"/>
                </a:lnTo>
                <a:lnTo>
                  <a:pt x="2003534" y="40817"/>
                </a:lnTo>
                <a:lnTo>
                  <a:pt x="2004062" y="40755"/>
                </a:lnTo>
                <a:lnTo>
                  <a:pt x="2004598" y="40710"/>
                </a:lnTo>
                <a:lnTo>
                  <a:pt x="2005142" y="40683"/>
                </a:lnTo>
                <a:lnTo>
                  <a:pt x="2005694" y="40674"/>
                </a:lnTo>
                <a:lnTo>
                  <a:pt x="2006225" y="40683"/>
                </a:lnTo>
                <a:lnTo>
                  <a:pt x="2006749" y="40711"/>
                </a:lnTo>
                <a:lnTo>
                  <a:pt x="2007265" y="40756"/>
                </a:lnTo>
                <a:lnTo>
                  <a:pt x="2007774" y="40820"/>
                </a:lnTo>
                <a:lnTo>
                  <a:pt x="2008276" y="40902"/>
                </a:lnTo>
                <a:lnTo>
                  <a:pt x="2008771" y="41002"/>
                </a:lnTo>
                <a:lnTo>
                  <a:pt x="2009258" y="41120"/>
                </a:lnTo>
                <a:lnTo>
                  <a:pt x="2009739" y="41256"/>
                </a:lnTo>
                <a:lnTo>
                  <a:pt x="2010212" y="41411"/>
                </a:lnTo>
                <a:lnTo>
                  <a:pt x="2010678" y="41584"/>
                </a:lnTo>
                <a:lnTo>
                  <a:pt x="2011137" y="41775"/>
                </a:lnTo>
                <a:lnTo>
                  <a:pt x="2011588" y="41984"/>
                </a:lnTo>
                <a:lnTo>
                  <a:pt x="2012033" y="42211"/>
                </a:lnTo>
                <a:lnTo>
                  <a:pt x="2012470" y="42457"/>
                </a:lnTo>
                <a:lnTo>
                  <a:pt x="2012900" y="42720"/>
                </a:lnTo>
                <a:lnTo>
                  <a:pt x="2013323" y="43002"/>
                </a:lnTo>
                <a:lnTo>
                  <a:pt x="2013738" y="43302"/>
                </a:lnTo>
                <a:lnTo>
                  <a:pt x="2014147" y="43621"/>
                </a:lnTo>
                <a:lnTo>
                  <a:pt x="2014548" y="43957"/>
                </a:lnTo>
                <a:lnTo>
                  <a:pt x="2014942" y="44312"/>
                </a:lnTo>
                <a:lnTo>
                  <a:pt x="2015329" y="44685"/>
                </a:lnTo>
                <a:lnTo>
                  <a:pt x="2015708" y="45076"/>
                </a:lnTo>
                <a:lnTo>
                  <a:pt x="2016081" y="45485"/>
                </a:lnTo>
                <a:lnTo>
                  <a:pt x="2016446" y="45912"/>
                </a:lnTo>
                <a:lnTo>
                  <a:pt x="2016800" y="46359"/>
                </a:lnTo>
                <a:lnTo>
                  <a:pt x="2017139" y="46824"/>
                </a:lnTo>
                <a:lnTo>
                  <a:pt x="2017463" y="47309"/>
                </a:lnTo>
                <a:lnTo>
                  <a:pt x="2017772" y="47813"/>
                </a:lnTo>
                <a:lnTo>
                  <a:pt x="2018066" y="48336"/>
                </a:lnTo>
                <a:lnTo>
                  <a:pt x="2018344" y="48879"/>
                </a:lnTo>
                <a:lnTo>
                  <a:pt x="2018608" y="49441"/>
                </a:lnTo>
                <a:lnTo>
                  <a:pt x="2018857" y="50022"/>
                </a:lnTo>
                <a:lnTo>
                  <a:pt x="2019090" y="50623"/>
                </a:lnTo>
                <a:lnTo>
                  <a:pt x="2019309" y="51243"/>
                </a:lnTo>
                <a:lnTo>
                  <a:pt x="2019512" y="51882"/>
                </a:lnTo>
                <a:lnTo>
                  <a:pt x="2019700" y="52541"/>
                </a:lnTo>
                <a:lnTo>
                  <a:pt x="2019874" y="53219"/>
                </a:lnTo>
                <a:lnTo>
                  <a:pt x="2020032" y="53916"/>
                </a:lnTo>
                <a:lnTo>
                  <a:pt x="2020175" y="54633"/>
                </a:lnTo>
                <a:lnTo>
                  <a:pt x="2020303" y="55369"/>
                </a:lnTo>
                <a:lnTo>
                  <a:pt x="2020416" y="56124"/>
                </a:lnTo>
                <a:lnTo>
                  <a:pt x="2020514" y="56898"/>
                </a:lnTo>
                <a:lnTo>
                  <a:pt x="2020597" y="57692"/>
                </a:lnTo>
                <a:lnTo>
                  <a:pt x="2020665" y="58505"/>
                </a:lnTo>
                <a:lnTo>
                  <a:pt x="2020718" y="59337"/>
                </a:lnTo>
                <a:lnTo>
                  <a:pt x="2020755" y="60189"/>
                </a:lnTo>
                <a:lnTo>
                  <a:pt x="2020778" y="61060"/>
                </a:lnTo>
                <a:lnTo>
                  <a:pt x="2020785" y="61951"/>
                </a:lnTo>
                <a:lnTo>
                  <a:pt x="2020778" y="62904"/>
                </a:lnTo>
                <a:lnTo>
                  <a:pt x="2020756" y="63835"/>
                </a:lnTo>
                <a:lnTo>
                  <a:pt x="2020720" y="64743"/>
                </a:lnTo>
                <a:lnTo>
                  <a:pt x="2020668" y="65629"/>
                </a:lnTo>
                <a:lnTo>
                  <a:pt x="2020603" y="66492"/>
                </a:lnTo>
                <a:lnTo>
                  <a:pt x="2020522" y="67333"/>
                </a:lnTo>
                <a:lnTo>
                  <a:pt x="2020427" y="68151"/>
                </a:lnTo>
                <a:lnTo>
                  <a:pt x="2020318" y="68946"/>
                </a:lnTo>
                <a:lnTo>
                  <a:pt x="2020193" y="69719"/>
                </a:lnTo>
                <a:lnTo>
                  <a:pt x="2020054" y="70470"/>
                </a:lnTo>
                <a:lnTo>
                  <a:pt x="2019901" y="71197"/>
                </a:lnTo>
                <a:lnTo>
                  <a:pt x="2019733" y="71903"/>
                </a:lnTo>
                <a:lnTo>
                  <a:pt x="2019550" y="72585"/>
                </a:lnTo>
                <a:lnTo>
                  <a:pt x="2019353" y="73245"/>
                </a:lnTo>
                <a:lnTo>
                  <a:pt x="2019141" y="73883"/>
                </a:lnTo>
                <a:lnTo>
                  <a:pt x="2018914" y="74498"/>
                </a:lnTo>
                <a:lnTo>
                  <a:pt x="2018673" y="75090"/>
                </a:lnTo>
                <a:lnTo>
                  <a:pt x="2018417" y="75660"/>
                </a:lnTo>
                <a:lnTo>
                  <a:pt x="2018147" y="76207"/>
                </a:lnTo>
                <a:lnTo>
                  <a:pt x="2017862" y="76731"/>
                </a:lnTo>
                <a:lnTo>
                  <a:pt x="2017562" y="77233"/>
                </a:lnTo>
                <a:lnTo>
                  <a:pt x="2017248" y="77713"/>
                </a:lnTo>
                <a:lnTo>
                  <a:pt x="2016919" y="78170"/>
                </a:lnTo>
                <a:lnTo>
                  <a:pt x="2016575" y="78604"/>
                </a:lnTo>
                <a:lnTo>
                  <a:pt x="2016221" y="79018"/>
                </a:lnTo>
                <a:lnTo>
                  <a:pt x="2015859" y="79415"/>
                </a:lnTo>
                <a:lnTo>
                  <a:pt x="2015490" y="79794"/>
                </a:lnTo>
                <a:lnTo>
                  <a:pt x="2015113" y="80155"/>
                </a:lnTo>
                <a:lnTo>
                  <a:pt x="2014729" y="80499"/>
                </a:lnTo>
                <a:lnTo>
                  <a:pt x="2014337" y="80825"/>
                </a:lnTo>
                <a:lnTo>
                  <a:pt x="2013938" y="81133"/>
                </a:lnTo>
                <a:lnTo>
                  <a:pt x="2013531" y="81424"/>
                </a:lnTo>
                <a:lnTo>
                  <a:pt x="2013117" y="81697"/>
                </a:lnTo>
                <a:lnTo>
                  <a:pt x="2012696" y="81953"/>
                </a:lnTo>
                <a:lnTo>
                  <a:pt x="2012267" y="82191"/>
                </a:lnTo>
                <a:lnTo>
                  <a:pt x="2011831" y="82411"/>
                </a:lnTo>
                <a:lnTo>
                  <a:pt x="2011388" y="82614"/>
                </a:lnTo>
                <a:lnTo>
                  <a:pt x="2010937" y="82799"/>
                </a:lnTo>
                <a:lnTo>
                  <a:pt x="2010478" y="82966"/>
                </a:lnTo>
                <a:lnTo>
                  <a:pt x="2010012" y="83116"/>
                </a:lnTo>
                <a:lnTo>
                  <a:pt x="2009539" y="83248"/>
                </a:lnTo>
                <a:lnTo>
                  <a:pt x="2009058" y="83363"/>
                </a:lnTo>
                <a:lnTo>
                  <a:pt x="2008570" y="83460"/>
                </a:lnTo>
                <a:lnTo>
                  <a:pt x="2008075" y="83539"/>
                </a:lnTo>
                <a:lnTo>
                  <a:pt x="2007572" y="83601"/>
                </a:lnTo>
                <a:lnTo>
                  <a:pt x="2007061" y="83645"/>
                </a:lnTo>
                <a:lnTo>
                  <a:pt x="2006543" y="83671"/>
                </a:lnTo>
                <a:lnTo>
                  <a:pt x="2006018" y="83680"/>
                </a:lnTo>
                <a:lnTo>
                  <a:pt x="2005471" y="83671"/>
                </a:lnTo>
                <a:lnTo>
                  <a:pt x="2004931" y="83642"/>
                </a:lnTo>
                <a:lnTo>
                  <a:pt x="2004398" y="83594"/>
                </a:lnTo>
                <a:lnTo>
                  <a:pt x="2003872" y="83527"/>
                </a:lnTo>
                <a:lnTo>
                  <a:pt x="2003353" y="83440"/>
                </a:lnTo>
                <a:lnTo>
                  <a:pt x="2002841" y="83335"/>
                </a:lnTo>
                <a:lnTo>
                  <a:pt x="2002335" y="83210"/>
                </a:lnTo>
                <a:lnTo>
                  <a:pt x="2001837" y="83066"/>
                </a:lnTo>
                <a:lnTo>
                  <a:pt x="2001346" y="82903"/>
                </a:lnTo>
                <a:lnTo>
                  <a:pt x="2000862" y="82720"/>
                </a:lnTo>
                <a:lnTo>
                  <a:pt x="2000384" y="82519"/>
                </a:lnTo>
                <a:lnTo>
                  <a:pt x="1999914" y="82298"/>
                </a:lnTo>
                <a:lnTo>
                  <a:pt x="1999450" y="82058"/>
                </a:lnTo>
                <a:lnTo>
                  <a:pt x="1998994" y="81799"/>
                </a:lnTo>
                <a:lnTo>
                  <a:pt x="1998545" y="81520"/>
                </a:lnTo>
                <a:lnTo>
                  <a:pt x="1998102" y="81223"/>
                </a:lnTo>
                <a:lnTo>
                  <a:pt x="1997667" y="80906"/>
                </a:lnTo>
                <a:lnTo>
                  <a:pt x="1997238" y="80570"/>
                </a:lnTo>
                <a:lnTo>
                  <a:pt x="1996817" y="80215"/>
                </a:lnTo>
                <a:lnTo>
                  <a:pt x="1996402" y="79840"/>
                </a:lnTo>
                <a:lnTo>
                  <a:pt x="1995994" y="79447"/>
                </a:lnTo>
                <a:lnTo>
                  <a:pt x="1995594" y="79034"/>
                </a:lnTo>
                <a:lnTo>
                  <a:pt x="1995200" y="78602"/>
                </a:lnTo>
                <a:lnTo>
                  <a:pt x="1994813" y="78151"/>
                </a:lnTo>
                <a:lnTo>
                  <a:pt x="1994438" y="77679"/>
                </a:lnTo>
                <a:lnTo>
                  <a:pt x="1994079" y="77187"/>
                </a:lnTo>
                <a:lnTo>
                  <a:pt x="1993736" y="76674"/>
                </a:lnTo>
                <a:lnTo>
                  <a:pt x="1993408" y="76140"/>
                </a:lnTo>
                <a:lnTo>
                  <a:pt x="1993097" y="75584"/>
                </a:lnTo>
                <a:lnTo>
                  <a:pt x="1992802" y="75008"/>
                </a:lnTo>
                <a:lnTo>
                  <a:pt x="1992522" y="74411"/>
                </a:lnTo>
                <a:lnTo>
                  <a:pt x="1992259" y="73793"/>
                </a:lnTo>
                <a:lnTo>
                  <a:pt x="1992011" y="73153"/>
                </a:lnTo>
                <a:lnTo>
                  <a:pt x="1991780" y="72493"/>
                </a:lnTo>
                <a:lnTo>
                  <a:pt x="1991564" y="71812"/>
                </a:lnTo>
                <a:lnTo>
                  <a:pt x="1991364" y="71110"/>
                </a:lnTo>
                <a:lnTo>
                  <a:pt x="1991181" y="70386"/>
                </a:lnTo>
                <a:lnTo>
                  <a:pt x="1991013" y="69642"/>
                </a:lnTo>
                <a:lnTo>
                  <a:pt x="1990862" y="68877"/>
                </a:lnTo>
                <a:lnTo>
                  <a:pt x="1990726" y="68091"/>
                </a:lnTo>
                <a:lnTo>
                  <a:pt x="1990606" y="67284"/>
                </a:lnTo>
                <a:lnTo>
                  <a:pt x="1990502" y="66456"/>
                </a:lnTo>
                <a:lnTo>
                  <a:pt x="1990414" y="65606"/>
                </a:lnTo>
                <a:lnTo>
                  <a:pt x="1990343" y="64736"/>
                </a:lnTo>
                <a:lnTo>
                  <a:pt x="1990287" y="63845"/>
                </a:lnTo>
                <a:lnTo>
                  <a:pt x="1990247" y="62933"/>
                </a:lnTo>
                <a:lnTo>
                  <a:pt x="1990223" y="62000"/>
                </a:lnTo>
                <a:lnTo>
                  <a:pt x="1990215" y="61046"/>
                </a:lnTo>
                <a:lnTo>
                  <a:pt x="1990222" y="60214"/>
                </a:lnTo>
                <a:lnTo>
                  <a:pt x="1990245" y="59399"/>
                </a:lnTo>
                <a:lnTo>
                  <a:pt x="1990284" y="58601"/>
                </a:lnTo>
                <a:lnTo>
                  <a:pt x="1990337" y="57820"/>
                </a:lnTo>
                <a:lnTo>
                  <a:pt x="1990406" y="57057"/>
                </a:lnTo>
                <a:lnTo>
                  <a:pt x="1990490" y="563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72523-7449-4335-8742-2C71A7A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47" y="1223656"/>
            <a:ext cx="2927661" cy="1894926"/>
          </a:xfrm>
          <a:custGeom xmlns:a="http://schemas.openxmlformats.org/drawingml/2006/main">
            <a:pathLst>
              <a:path w="2927661" h="1894926">
                <a:moveTo>
                  <a:pt x="0" y="0"/>
                </a:moveTo>
                <a:lnTo>
                  <a:pt x="2927661" y="0"/>
                </a:lnTo>
                <a:lnTo>
                  <a:pt x="292766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E5FDB-F9AD-41EC-9B2F-CE7B9F0F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47" y="1223656"/>
            <a:ext cx="2927661" cy="1894926"/>
          </a:xfrm>
          <a:custGeom xmlns:a="http://schemas.openxmlformats.org/drawingml/2006/main">
            <a:pathLst>
              <a:path w="2927661" h="1894926" fill="none">
                <a:moveTo>
                  <a:pt x="0" y="0"/>
                </a:moveTo>
                <a:lnTo>
                  <a:pt x="2927661" y="0"/>
                </a:lnTo>
                <a:lnTo>
                  <a:pt x="292766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8BBA2-C68D-4BA8-B1FD-E8508327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097" y="1195232"/>
            <a:ext cx="2927661" cy="1894926"/>
          </a:xfrm>
          <a:custGeom xmlns:a="http://schemas.openxmlformats.org/drawingml/2006/main">
            <a:pathLst>
              <a:path w="2927661" h="1894926">
                <a:moveTo>
                  <a:pt x="0" y="0"/>
                </a:moveTo>
                <a:lnTo>
                  <a:pt x="2927661" y="0"/>
                </a:lnTo>
                <a:lnTo>
                  <a:pt x="292766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A0C19-71EE-4666-BD02-F2415F9A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097" y="1195232"/>
            <a:ext cx="2927661" cy="1894926"/>
          </a:xfrm>
          <a:custGeom xmlns:a="http://schemas.openxmlformats.org/drawingml/2006/main">
            <a:pathLst>
              <a:path w="2927661" h="1894926" fill="none">
                <a:moveTo>
                  <a:pt x="0" y="0"/>
                </a:moveTo>
                <a:lnTo>
                  <a:pt x="2927661" y="0"/>
                </a:lnTo>
                <a:lnTo>
                  <a:pt x="292766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19" name="Text (">
            <a:extLst xmlns:a="http://schemas.openxmlformats.org/drawingml/2006/main">
              <a:ext uri="{FF2B5EF4-FFF2-40B4-BE49-F238E27FC236}">
                <a16:creationId xmlns:a16="http://schemas.microsoft.com/office/drawing/2014/main" id="{485BDB20-DED6-459E-88FC-FA0137AE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022" y="1633915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A4E05-DF0F-42ED-AED0-52FA0B10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65" y="1607379"/>
            <a:ext cx="37899" cy="151594"/>
          </a:xfrm>
          <a:custGeom xmlns:a="http://schemas.openxmlformats.org/drawingml/2006/main">
            <a:pathLst>
              <a:path w="37899" h="151594">
                <a:moveTo>
                  <a:pt x="0" y="0"/>
                </a:moveTo>
                <a:lnTo>
                  <a:pt x="37899" y="0"/>
                </a:lnTo>
                <a:lnTo>
                  <a:pt x="3789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D6D19-8C68-40D9-964E-D96923DA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363" y="1607379"/>
            <a:ext cx="2008622" cy="151594"/>
          </a:xfrm>
          <a:custGeom xmlns:a="http://schemas.openxmlformats.org/drawingml/2006/main">
            <a:pathLst>
              <a:path w="2008622" h="151594">
                <a:moveTo>
                  <a:pt x="0" y="0"/>
                </a:moveTo>
                <a:lnTo>
                  <a:pt x="2008622" y="0"/>
                </a:lnTo>
                <a:lnTo>
                  <a:pt x="2008622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thesystemisinthedualinertial">
            <a:extLst xmlns:a="http://schemas.openxmlformats.org/drawingml/2006/main">
              <a:ext uri="{FF2B5EF4-FFF2-40B4-BE49-F238E27FC236}">
                <a16:creationId xmlns:a16="http://schemas.microsoft.com/office/drawing/2014/main" id="{916ABEAD-493C-4259-B8A3-CE303065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930" y="1635599"/>
            <a:ext cx="2001326" cy="122930"/>
          </a:xfrm>
          <a:custGeom xmlns:a="http://schemas.openxmlformats.org/drawingml/2006/main">
            <a:pathLst>
              <a:path w="2001326" h="122930">
                <a:moveTo>
                  <a:pt x="39055" y="26166"/>
                </a:moveTo>
                <a:lnTo>
                  <a:pt x="39055" y="40674"/>
                </a:lnTo>
                <a:lnTo>
                  <a:pt x="26620" y="40674"/>
                </a:lnTo>
                <a:lnTo>
                  <a:pt x="26620" y="68350"/>
                </a:lnTo>
                <a:cubicBezTo>
                  <a:pt x="26620" y="73956"/>
                  <a:pt x="26738" y="77222"/>
                  <a:pt x="26976" y="78149"/>
                </a:cubicBezTo>
                <a:cubicBezTo>
                  <a:pt x="27213" y="79074"/>
                  <a:pt x="27753" y="79839"/>
                  <a:pt x="28595" y="80444"/>
                </a:cubicBezTo>
                <a:cubicBezTo>
                  <a:pt x="29437" y="81047"/>
                  <a:pt x="30463" y="81349"/>
                  <a:pt x="31672" y="81349"/>
                </a:cubicBezTo>
                <a:cubicBezTo>
                  <a:pt x="33356" y="81349"/>
                  <a:pt x="35795" y="80766"/>
                  <a:pt x="38990" y="79600"/>
                </a:cubicBezTo>
                <a:lnTo>
                  <a:pt x="40545" y="93772"/>
                </a:lnTo>
                <a:cubicBezTo>
                  <a:pt x="36313" y="95594"/>
                  <a:pt x="31520" y="96504"/>
                  <a:pt x="26166" y="96504"/>
                </a:cubicBezTo>
                <a:cubicBezTo>
                  <a:pt x="22885" y="96504"/>
                  <a:pt x="19927" y="95954"/>
                  <a:pt x="17293" y="94853"/>
                </a:cubicBezTo>
                <a:cubicBezTo>
                  <a:pt x="14659" y="93752"/>
                  <a:pt x="12727" y="92327"/>
                  <a:pt x="11496" y="90578"/>
                </a:cubicBezTo>
                <a:cubicBezTo>
                  <a:pt x="10266" y="88829"/>
                  <a:pt x="9413" y="86465"/>
                  <a:pt x="8938" y="83486"/>
                </a:cubicBezTo>
                <a:cubicBezTo>
                  <a:pt x="8549" y="81370"/>
                  <a:pt x="8355" y="77096"/>
                  <a:pt x="8355" y="70662"/>
                </a:cubicBezTo>
                <a:lnTo>
                  <a:pt x="8355" y="40674"/>
                </a:lnTo>
                <a:lnTo>
                  <a:pt x="0" y="40674"/>
                </a:lnTo>
                <a:lnTo>
                  <a:pt x="0" y="26166"/>
                </a:lnTo>
                <a:lnTo>
                  <a:pt x="8355" y="26166"/>
                </a:lnTo>
                <a:lnTo>
                  <a:pt x="8355" y="12435"/>
                </a:lnTo>
                <a:lnTo>
                  <a:pt x="26620" y="1684"/>
                </a:lnTo>
                <a:lnTo>
                  <a:pt x="26620" y="26166"/>
                </a:lnTo>
                <a:lnTo>
                  <a:pt x="39055" y="26166"/>
                </a:lnTo>
                <a:close/>
                <a:moveTo>
                  <a:pt x="69819" y="0"/>
                </a:moveTo>
                <a:lnTo>
                  <a:pt x="69819" y="34959"/>
                </a:lnTo>
                <a:cubicBezTo>
                  <a:pt x="75691" y="28061"/>
                  <a:pt x="82708" y="24612"/>
                  <a:pt x="90869" y="24612"/>
                </a:cubicBezTo>
                <a:cubicBezTo>
                  <a:pt x="95057" y="24612"/>
                  <a:pt x="98835" y="25389"/>
                  <a:pt x="102203" y="26943"/>
                </a:cubicBezTo>
                <a:cubicBezTo>
                  <a:pt x="105571" y="28498"/>
                  <a:pt x="108108" y="30484"/>
                  <a:pt x="109813" y="32902"/>
                </a:cubicBezTo>
                <a:cubicBezTo>
                  <a:pt x="111519" y="35320"/>
                  <a:pt x="112685" y="37997"/>
                  <a:pt x="113311" y="40933"/>
                </a:cubicBezTo>
                <a:cubicBezTo>
                  <a:pt x="113937" y="43870"/>
                  <a:pt x="114250" y="48425"/>
                  <a:pt x="114250" y="54599"/>
                </a:cubicBezTo>
                <a:lnTo>
                  <a:pt x="114250" y="94950"/>
                </a:lnTo>
                <a:lnTo>
                  <a:pt x="96050" y="94950"/>
                </a:lnTo>
                <a:lnTo>
                  <a:pt x="96050" y="58658"/>
                </a:lnTo>
                <a:cubicBezTo>
                  <a:pt x="96050" y="51455"/>
                  <a:pt x="95705" y="46883"/>
                  <a:pt x="95014" y="44943"/>
                </a:cubicBezTo>
                <a:cubicBezTo>
                  <a:pt x="94323" y="43001"/>
                  <a:pt x="93103" y="41459"/>
                  <a:pt x="91354" y="40316"/>
                </a:cubicBezTo>
                <a:cubicBezTo>
                  <a:pt x="89606" y="39173"/>
                  <a:pt x="87414" y="38602"/>
                  <a:pt x="84780" y="38602"/>
                </a:cubicBezTo>
                <a:cubicBezTo>
                  <a:pt x="81758" y="38602"/>
                  <a:pt x="79059" y="39335"/>
                  <a:pt x="76684" y="40802"/>
                </a:cubicBezTo>
                <a:cubicBezTo>
                  <a:pt x="74310" y="42269"/>
                  <a:pt x="72572" y="44479"/>
                  <a:pt x="71471" y="47432"/>
                </a:cubicBezTo>
                <a:cubicBezTo>
                  <a:pt x="70370" y="50386"/>
                  <a:pt x="69819" y="54753"/>
                  <a:pt x="69819" y="60534"/>
                </a:cubicBezTo>
                <a:lnTo>
                  <a:pt x="69819" y="94950"/>
                </a:lnTo>
                <a:lnTo>
                  <a:pt x="51619" y="94950"/>
                </a:lnTo>
                <a:lnTo>
                  <a:pt x="51619" y="0"/>
                </a:lnTo>
                <a:lnTo>
                  <a:pt x="69819" y="0"/>
                </a:lnTo>
                <a:close/>
                <a:moveTo>
                  <a:pt x="172562" y="73058"/>
                </a:moveTo>
                <a:lnTo>
                  <a:pt x="190697" y="76167"/>
                </a:lnTo>
                <a:cubicBezTo>
                  <a:pt x="188365" y="82795"/>
                  <a:pt x="184684" y="87842"/>
                  <a:pt x="179654" y="91307"/>
                </a:cubicBezTo>
                <a:cubicBezTo>
                  <a:pt x="174624" y="94772"/>
                  <a:pt x="168330" y="96504"/>
                  <a:pt x="160774" y="96504"/>
                </a:cubicBezTo>
                <a:cubicBezTo>
                  <a:pt x="148814" y="96504"/>
                  <a:pt x="139962" y="92597"/>
                  <a:pt x="134219" y="84781"/>
                </a:cubicBezTo>
                <a:cubicBezTo>
                  <a:pt x="129685" y="78520"/>
                  <a:pt x="127419" y="70619"/>
                  <a:pt x="127419" y="61076"/>
                </a:cubicBezTo>
                <a:cubicBezTo>
                  <a:pt x="127419" y="49677"/>
                  <a:pt x="130398" y="40750"/>
                  <a:pt x="136357" y="34295"/>
                </a:cubicBezTo>
                <a:cubicBezTo>
                  <a:pt x="142315" y="27839"/>
                  <a:pt x="149850" y="24612"/>
                  <a:pt x="158961" y="24612"/>
                </a:cubicBezTo>
                <a:cubicBezTo>
                  <a:pt x="169194" y="24612"/>
                  <a:pt x="177268" y="27991"/>
                  <a:pt x="183184" y="34748"/>
                </a:cubicBezTo>
                <a:cubicBezTo>
                  <a:pt x="189099" y="41505"/>
                  <a:pt x="191928" y="51858"/>
                  <a:pt x="191668" y="65804"/>
                </a:cubicBezTo>
                <a:lnTo>
                  <a:pt x="146072" y="65804"/>
                </a:lnTo>
                <a:cubicBezTo>
                  <a:pt x="146201" y="71202"/>
                  <a:pt x="147669" y="75401"/>
                  <a:pt x="150476" y="78402"/>
                </a:cubicBezTo>
                <a:cubicBezTo>
                  <a:pt x="153283" y="81403"/>
                  <a:pt x="156780" y="82903"/>
                  <a:pt x="160968" y="82903"/>
                </a:cubicBezTo>
                <a:cubicBezTo>
                  <a:pt x="163818" y="82903"/>
                  <a:pt x="166215" y="82126"/>
                  <a:pt x="168158" y="80571"/>
                </a:cubicBezTo>
                <a:cubicBezTo>
                  <a:pt x="170101" y="79017"/>
                  <a:pt x="171569" y="76513"/>
                  <a:pt x="172562" y="73058"/>
                </a:cubicBezTo>
                <a:moveTo>
                  <a:pt x="173598" y="54664"/>
                </a:moveTo>
                <a:cubicBezTo>
                  <a:pt x="173469" y="49418"/>
                  <a:pt x="172109" y="45429"/>
                  <a:pt x="169518" y="42698"/>
                </a:cubicBezTo>
                <a:cubicBezTo>
                  <a:pt x="166927" y="39967"/>
                  <a:pt x="163775" y="38602"/>
                  <a:pt x="160062" y="38602"/>
                </a:cubicBezTo>
                <a:cubicBezTo>
                  <a:pt x="156089" y="38602"/>
                  <a:pt x="152808" y="40042"/>
                  <a:pt x="150217" y="42923"/>
                </a:cubicBezTo>
                <a:cubicBezTo>
                  <a:pt x="147626" y="45805"/>
                  <a:pt x="146352" y="49719"/>
                  <a:pt x="146396" y="54664"/>
                </a:cubicBezTo>
                <a:lnTo>
                  <a:pt x="173598" y="54664"/>
                </a:lnTo>
                <a:close/>
                <a:moveTo>
                  <a:pt x="236944" y="75390"/>
                </a:moveTo>
                <a:lnTo>
                  <a:pt x="255208" y="72540"/>
                </a:lnTo>
                <a:cubicBezTo>
                  <a:pt x="255985" y="76059"/>
                  <a:pt x="257561" y="78731"/>
                  <a:pt x="259936" y="80555"/>
                </a:cubicBezTo>
                <a:cubicBezTo>
                  <a:pt x="262311" y="82379"/>
                  <a:pt x="265636" y="83292"/>
                  <a:pt x="269911" y="83292"/>
                </a:cubicBezTo>
                <a:cubicBezTo>
                  <a:pt x="274617" y="83292"/>
                  <a:pt x="278158" y="82429"/>
                  <a:pt x="280533" y="80705"/>
                </a:cubicBezTo>
                <a:cubicBezTo>
                  <a:pt x="282130" y="79497"/>
                  <a:pt x="282929" y="77880"/>
                  <a:pt x="282929" y="75853"/>
                </a:cubicBezTo>
                <a:cubicBezTo>
                  <a:pt x="282929" y="74473"/>
                  <a:pt x="282497" y="73330"/>
                  <a:pt x="281634" y="72425"/>
                </a:cubicBezTo>
                <a:cubicBezTo>
                  <a:pt x="280727" y="71563"/>
                  <a:pt x="278697" y="70765"/>
                  <a:pt x="275545" y="70032"/>
                </a:cubicBezTo>
                <a:cubicBezTo>
                  <a:pt x="260865" y="66799"/>
                  <a:pt x="251560" y="63846"/>
                  <a:pt x="247630" y="61171"/>
                </a:cubicBezTo>
                <a:cubicBezTo>
                  <a:pt x="242190" y="57461"/>
                  <a:pt x="239470" y="52306"/>
                  <a:pt x="239470" y="45706"/>
                </a:cubicBezTo>
                <a:cubicBezTo>
                  <a:pt x="239470" y="39753"/>
                  <a:pt x="241823" y="34749"/>
                  <a:pt x="246529" y="30694"/>
                </a:cubicBezTo>
                <a:cubicBezTo>
                  <a:pt x="251236" y="26639"/>
                  <a:pt x="258533" y="24612"/>
                  <a:pt x="268421" y="24612"/>
                </a:cubicBezTo>
                <a:cubicBezTo>
                  <a:pt x="277834" y="24612"/>
                  <a:pt x="284829" y="26139"/>
                  <a:pt x="289406" y="29194"/>
                </a:cubicBezTo>
                <a:cubicBezTo>
                  <a:pt x="293983" y="32249"/>
                  <a:pt x="297135" y="36767"/>
                  <a:pt x="298862" y="42747"/>
                </a:cubicBezTo>
                <a:lnTo>
                  <a:pt x="281698" y="45985"/>
                </a:lnTo>
                <a:cubicBezTo>
                  <a:pt x="280964" y="43308"/>
                  <a:pt x="279572" y="41257"/>
                  <a:pt x="277521" y="39832"/>
                </a:cubicBezTo>
                <a:cubicBezTo>
                  <a:pt x="275470" y="38407"/>
                  <a:pt x="272544" y="37695"/>
                  <a:pt x="268745" y="37695"/>
                </a:cubicBezTo>
                <a:cubicBezTo>
                  <a:pt x="263952" y="37695"/>
                  <a:pt x="260519" y="38364"/>
                  <a:pt x="258447" y="39701"/>
                </a:cubicBezTo>
                <a:cubicBezTo>
                  <a:pt x="257065" y="40648"/>
                  <a:pt x="256374" y="41877"/>
                  <a:pt x="256374" y="43386"/>
                </a:cubicBezTo>
                <a:cubicBezTo>
                  <a:pt x="256374" y="44679"/>
                  <a:pt x="256979" y="45778"/>
                  <a:pt x="258188" y="46684"/>
                </a:cubicBezTo>
                <a:cubicBezTo>
                  <a:pt x="259828" y="47891"/>
                  <a:pt x="265496" y="49595"/>
                  <a:pt x="275189" y="51794"/>
                </a:cubicBezTo>
                <a:cubicBezTo>
                  <a:pt x="284883" y="53994"/>
                  <a:pt x="291651" y="56692"/>
                  <a:pt x="295494" y="59888"/>
                </a:cubicBezTo>
                <a:cubicBezTo>
                  <a:pt x="299294" y="63129"/>
                  <a:pt x="301194" y="67644"/>
                  <a:pt x="301194" y="73433"/>
                </a:cubicBezTo>
                <a:cubicBezTo>
                  <a:pt x="301194" y="79741"/>
                  <a:pt x="298560" y="85163"/>
                  <a:pt x="293292" y="89700"/>
                </a:cubicBezTo>
                <a:cubicBezTo>
                  <a:pt x="288024" y="94236"/>
                  <a:pt x="280230" y="96504"/>
                  <a:pt x="269911" y="96504"/>
                </a:cubicBezTo>
                <a:cubicBezTo>
                  <a:pt x="260541" y="96504"/>
                  <a:pt x="253125" y="94611"/>
                  <a:pt x="247663" y="90823"/>
                </a:cubicBezTo>
                <a:cubicBezTo>
                  <a:pt x="242201" y="87034"/>
                  <a:pt x="238628" y="81890"/>
                  <a:pt x="236944" y="75390"/>
                </a:cubicBezTo>
                <a:close/>
                <a:moveTo>
                  <a:pt x="308492" y="26166"/>
                </a:moveTo>
                <a:lnTo>
                  <a:pt x="327858" y="26166"/>
                </a:lnTo>
                <a:lnTo>
                  <a:pt x="344309" y="75048"/>
                </a:lnTo>
                <a:lnTo>
                  <a:pt x="360371" y="26166"/>
                </a:lnTo>
                <a:lnTo>
                  <a:pt x="379219" y="26166"/>
                </a:lnTo>
                <a:lnTo>
                  <a:pt x="354931" y="92381"/>
                </a:lnTo>
                <a:lnTo>
                  <a:pt x="350591" y="104406"/>
                </a:lnTo>
                <a:cubicBezTo>
                  <a:pt x="348994" y="108422"/>
                  <a:pt x="347471" y="111487"/>
                  <a:pt x="346025" y="113603"/>
                </a:cubicBezTo>
                <a:cubicBezTo>
                  <a:pt x="344578" y="115719"/>
                  <a:pt x="342916" y="117435"/>
                  <a:pt x="341038" y="118752"/>
                </a:cubicBezTo>
                <a:cubicBezTo>
                  <a:pt x="339160" y="120069"/>
                  <a:pt x="336850" y="121095"/>
                  <a:pt x="334108" y="121829"/>
                </a:cubicBezTo>
                <a:cubicBezTo>
                  <a:pt x="331366" y="122563"/>
                  <a:pt x="328268" y="122930"/>
                  <a:pt x="324813" y="122930"/>
                </a:cubicBezTo>
                <a:cubicBezTo>
                  <a:pt x="321316" y="122930"/>
                  <a:pt x="317883" y="122563"/>
                  <a:pt x="314515" y="121829"/>
                </a:cubicBezTo>
                <a:lnTo>
                  <a:pt x="312896" y="107580"/>
                </a:lnTo>
                <a:cubicBezTo>
                  <a:pt x="315746" y="108141"/>
                  <a:pt x="318315" y="108422"/>
                  <a:pt x="320604" y="108422"/>
                </a:cubicBezTo>
                <a:cubicBezTo>
                  <a:pt x="324835" y="108422"/>
                  <a:pt x="327966" y="107180"/>
                  <a:pt x="329995" y="104697"/>
                </a:cubicBezTo>
                <a:cubicBezTo>
                  <a:pt x="332024" y="102215"/>
                  <a:pt x="333579" y="99052"/>
                  <a:pt x="334658" y="95209"/>
                </a:cubicBezTo>
                <a:lnTo>
                  <a:pt x="308492" y="26166"/>
                </a:lnTo>
                <a:close/>
                <a:moveTo>
                  <a:pt x="384444" y="75390"/>
                </a:moveTo>
                <a:lnTo>
                  <a:pt x="402709" y="72540"/>
                </a:lnTo>
                <a:cubicBezTo>
                  <a:pt x="403486" y="76059"/>
                  <a:pt x="405062" y="78731"/>
                  <a:pt x="407437" y="80555"/>
                </a:cubicBezTo>
                <a:cubicBezTo>
                  <a:pt x="409812" y="82379"/>
                  <a:pt x="413137" y="83292"/>
                  <a:pt x="417411" y="83292"/>
                </a:cubicBezTo>
                <a:cubicBezTo>
                  <a:pt x="422118" y="83292"/>
                  <a:pt x="425658" y="82429"/>
                  <a:pt x="428033" y="80705"/>
                </a:cubicBezTo>
                <a:cubicBezTo>
                  <a:pt x="429631" y="79497"/>
                  <a:pt x="430430" y="77880"/>
                  <a:pt x="430430" y="75853"/>
                </a:cubicBezTo>
                <a:cubicBezTo>
                  <a:pt x="430430" y="74473"/>
                  <a:pt x="429998" y="73330"/>
                  <a:pt x="429134" y="72425"/>
                </a:cubicBezTo>
                <a:cubicBezTo>
                  <a:pt x="428228" y="71563"/>
                  <a:pt x="426198" y="70765"/>
                  <a:pt x="423046" y="70032"/>
                </a:cubicBezTo>
                <a:cubicBezTo>
                  <a:pt x="408365" y="66799"/>
                  <a:pt x="399060" y="63846"/>
                  <a:pt x="395131" y="61171"/>
                </a:cubicBezTo>
                <a:cubicBezTo>
                  <a:pt x="389691" y="57461"/>
                  <a:pt x="386970" y="52306"/>
                  <a:pt x="386970" y="45706"/>
                </a:cubicBezTo>
                <a:cubicBezTo>
                  <a:pt x="386970" y="39753"/>
                  <a:pt x="389324" y="34749"/>
                  <a:pt x="394030" y="30694"/>
                </a:cubicBezTo>
                <a:cubicBezTo>
                  <a:pt x="398737" y="26639"/>
                  <a:pt x="406034" y="24612"/>
                  <a:pt x="415922" y="24612"/>
                </a:cubicBezTo>
                <a:cubicBezTo>
                  <a:pt x="425335" y="24612"/>
                  <a:pt x="432330" y="26139"/>
                  <a:pt x="436906" y="29194"/>
                </a:cubicBezTo>
                <a:cubicBezTo>
                  <a:pt x="441483" y="32249"/>
                  <a:pt x="444635" y="36767"/>
                  <a:pt x="446363" y="42747"/>
                </a:cubicBezTo>
                <a:lnTo>
                  <a:pt x="429199" y="45985"/>
                </a:lnTo>
                <a:cubicBezTo>
                  <a:pt x="428465" y="43308"/>
                  <a:pt x="427073" y="41257"/>
                  <a:pt x="425022" y="39832"/>
                </a:cubicBezTo>
                <a:cubicBezTo>
                  <a:pt x="422971" y="38407"/>
                  <a:pt x="420045" y="37695"/>
                  <a:pt x="416245" y="37695"/>
                </a:cubicBezTo>
                <a:cubicBezTo>
                  <a:pt x="411453" y="37695"/>
                  <a:pt x="408020" y="38364"/>
                  <a:pt x="405947" y="39701"/>
                </a:cubicBezTo>
                <a:cubicBezTo>
                  <a:pt x="404566" y="40648"/>
                  <a:pt x="403875" y="41877"/>
                  <a:pt x="403875" y="43386"/>
                </a:cubicBezTo>
                <a:cubicBezTo>
                  <a:pt x="403875" y="44679"/>
                  <a:pt x="404479" y="45778"/>
                  <a:pt x="405688" y="46684"/>
                </a:cubicBezTo>
                <a:cubicBezTo>
                  <a:pt x="407329" y="47891"/>
                  <a:pt x="412996" y="49595"/>
                  <a:pt x="422690" y="51794"/>
                </a:cubicBezTo>
                <a:cubicBezTo>
                  <a:pt x="432384" y="53994"/>
                  <a:pt x="439152" y="56692"/>
                  <a:pt x="442995" y="59888"/>
                </a:cubicBezTo>
                <a:cubicBezTo>
                  <a:pt x="446794" y="63129"/>
                  <a:pt x="448694" y="67644"/>
                  <a:pt x="448694" y="73433"/>
                </a:cubicBezTo>
                <a:cubicBezTo>
                  <a:pt x="448694" y="79741"/>
                  <a:pt x="446060" y="85163"/>
                  <a:pt x="440793" y="89700"/>
                </a:cubicBezTo>
                <a:cubicBezTo>
                  <a:pt x="435525" y="94236"/>
                  <a:pt x="427731" y="96504"/>
                  <a:pt x="417411" y="96504"/>
                </a:cubicBezTo>
                <a:cubicBezTo>
                  <a:pt x="408042" y="96504"/>
                  <a:pt x="400626" y="94611"/>
                  <a:pt x="395164" y="90823"/>
                </a:cubicBezTo>
                <a:cubicBezTo>
                  <a:pt x="389701" y="87034"/>
                  <a:pt x="386128" y="81890"/>
                  <a:pt x="384444" y="75390"/>
                </a:cubicBezTo>
                <a:close/>
                <a:moveTo>
                  <a:pt x="496149" y="26166"/>
                </a:moveTo>
                <a:lnTo>
                  <a:pt x="496149" y="40674"/>
                </a:lnTo>
                <a:lnTo>
                  <a:pt x="483714" y="40674"/>
                </a:lnTo>
                <a:lnTo>
                  <a:pt x="483714" y="68350"/>
                </a:lnTo>
                <a:cubicBezTo>
                  <a:pt x="483714" y="73956"/>
                  <a:pt x="483832" y="77222"/>
                  <a:pt x="484070" y="78149"/>
                </a:cubicBezTo>
                <a:cubicBezTo>
                  <a:pt x="484307" y="79074"/>
                  <a:pt x="484847" y="79839"/>
                  <a:pt x="485689" y="80444"/>
                </a:cubicBezTo>
                <a:cubicBezTo>
                  <a:pt x="486531" y="81047"/>
                  <a:pt x="487557" y="81349"/>
                  <a:pt x="488766" y="81349"/>
                </a:cubicBezTo>
                <a:cubicBezTo>
                  <a:pt x="490450" y="81349"/>
                  <a:pt x="492889" y="80766"/>
                  <a:pt x="496084" y="79600"/>
                </a:cubicBezTo>
                <a:lnTo>
                  <a:pt x="497639" y="93772"/>
                </a:lnTo>
                <a:cubicBezTo>
                  <a:pt x="493407" y="95594"/>
                  <a:pt x="488614" y="96504"/>
                  <a:pt x="483260" y="96504"/>
                </a:cubicBezTo>
                <a:cubicBezTo>
                  <a:pt x="479979" y="96504"/>
                  <a:pt x="477021" y="95954"/>
                  <a:pt x="474387" y="94853"/>
                </a:cubicBezTo>
                <a:cubicBezTo>
                  <a:pt x="471753" y="93752"/>
                  <a:pt x="469821" y="92327"/>
                  <a:pt x="468590" y="90578"/>
                </a:cubicBezTo>
                <a:cubicBezTo>
                  <a:pt x="467360" y="88829"/>
                  <a:pt x="466507" y="86465"/>
                  <a:pt x="466032" y="83486"/>
                </a:cubicBezTo>
                <a:cubicBezTo>
                  <a:pt x="465643" y="81370"/>
                  <a:pt x="465449" y="77096"/>
                  <a:pt x="465449" y="70662"/>
                </a:cubicBezTo>
                <a:lnTo>
                  <a:pt x="465449" y="40674"/>
                </a:lnTo>
                <a:lnTo>
                  <a:pt x="457094" y="40674"/>
                </a:lnTo>
                <a:lnTo>
                  <a:pt x="457094" y="26166"/>
                </a:lnTo>
                <a:lnTo>
                  <a:pt x="465449" y="26166"/>
                </a:lnTo>
                <a:lnTo>
                  <a:pt x="465449" y="12435"/>
                </a:lnTo>
                <a:lnTo>
                  <a:pt x="483714" y="1684"/>
                </a:lnTo>
                <a:lnTo>
                  <a:pt x="483714" y="26166"/>
                </a:lnTo>
                <a:lnTo>
                  <a:pt x="496149" y="26166"/>
                </a:lnTo>
                <a:close/>
                <a:moveTo>
                  <a:pt x="548610" y="73058"/>
                </a:moveTo>
                <a:lnTo>
                  <a:pt x="566745" y="76167"/>
                </a:lnTo>
                <a:cubicBezTo>
                  <a:pt x="564413" y="82795"/>
                  <a:pt x="560732" y="87842"/>
                  <a:pt x="555702" y="91307"/>
                </a:cubicBezTo>
                <a:cubicBezTo>
                  <a:pt x="550672" y="94772"/>
                  <a:pt x="544379" y="96504"/>
                  <a:pt x="536822" y="96504"/>
                </a:cubicBezTo>
                <a:cubicBezTo>
                  <a:pt x="524862" y="96504"/>
                  <a:pt x="516010" y="92597"/>
                  <a:pt x="510267" y="84781"/>
                </a:cubicBezTo>
                <a:cubicBezTo>
                  <a:pt x="505734" y="78520"/>
                  <a:pt x="503467" y="70619"/>
                  <a:pt x="503467" y="61076"/>
                </a:cubicBezTo>
                <a:cubicBezTo>
                  <a:pt x="503467" y="49677"/>
                  <a:pt x="506446" y="40750"/>
                  <a:pt x="512405" y="34295"/>
                </a:cubicBezTo>
                <a:cubicBezTo>
                  <a:pt x="518363" y="27839"/>
                  <a:pt x="525898" y="24612"/>
                  <a:pt x="535009" y="24612"/>
                </a:cubicBezTo>
                <a:cubicBezTo>
                  <a:pt x="545242" y="24612"/>
                  <a:pt x="553317" y="27991"/>
                  <a:pt x="559232" y="34748"/>
                </a:cubicBezTo>
                <a:cubicBezTo>
                  <a:pt x="565147" y="41505"/>
                  <a:pt x="567976" y="51858"/>
                  <a:pt x="567717" y="65804"/>
                </a:cubicBezTo>
                <a:lnTo>
                  <a:pt x="522120" y="65804"/>
                </a:lnTo>
                <a:cubicBezTo>
                  <a:pt x="522249" y="71202"/>
                  <a:pt x="523718" y="75401"/>
                  <a:pt x="526524" y="78402"/>
                </a:cubicBezTo>
                <a:cubicBezTo>
                  <a:pt x="529331" y="81403"/>
                  <a:pt x="532828" y="82903"/>
                  <a:pt x="537017" y="82903"/>
                </a:cubicBezTo>
                <a:cubicBezTo>
                  <a:pt x="539866" y="82903"/>
                  <a:pt x="542263" y="82126"/>
                  <a:pt x="544206" y="80571"/>
                </a:cubicBezTo>
                <a:cubicBezTo>
                  <a:pt x="546149" y="79017"/>
                  <a:pt x="547617" y="76513"/>
                  <a:pt x="548610" y="73058"/>
                </a:cubicBezTo>
                <a:moveTo>
                  <a:pt x="549646" y="54664"/>
                </a:moveTo>
                <a:cubicBezTo>
                  <a:pt x="549517" y="49418"/>
                  <a:pt x="548157" y="45429"/>
                  <a:pt x="545566" y="42698"/>
                </a:cubicBezTo>
                <a:cubicBezTo>
                  <a:pt x="542975" y="39967"/>
                  <a:pt x="539823" y="38602"/>
                  <a:pt x="536110" y="38602"/>
                </a:cubicBezTo>
                <a:cubicBezTo>
                  <a:pt x="532137" y="38602"/>
                  <a:pt x="528856" y="40042"/>
                  <a:pt x="526265" y="42923"/>
                </a:cubicBezTo>
                <a:cubicBezTo>
                  <a:pt x="523674" y="45805"/>
                  <a:pt x="522401" y="49719"/>
                  <a:pt x="522444" y="54664"/>
                </a:cubicBezTo>
                <a:lnTo>
                  <a:pt x="549646" y="54664"/>
                </a:lnTo>
                <a:close/>
                <a:moveTo>
                  <a:pt x="581168" y="26166"/>
                </a:moveTo>
                <a:lnTo>
                  <a:pt x="597943" y="26166"/>
                </a:lnTo>
                <a:lnTo>
                  <a:pt x="597943" y="35558"/>
                </a:lnTo>
                <a:cubicBezTo>
                  <a:pt x="603945" y="28260"/>
                  <a:pt x="611091" y="24612"/>
                  <a:pt x="619381" y="24612"/>
                </a:cubicBezTo>
                <a:cubicBezTo>
                  <a:pt x="623786" y="24612"/>
                  <a:pt x="627607" y="25523"/>
                  <a:pt x="630845" y="27344"/>
                </a:cubicBezTo>
                <a:cubicBezTo>
                  <a:pt x="634084" y="29166"/>
                  <a:pt x="636739" y="31921"/>
                  <a:pt x="638812" y="35608"/>
                </a:cubicBezTo>
                <a:cubicBezTo>
                  <a:pt x="641834" y="31921"/>
                  <a:pt x="645094" y="29166"/>
                  <a:pt x="648592" y="27344"/>
                </a:cubicBezTo>
                <a:cubicBezTo>
                  <a:pt x="652089" y="25523"/>
                  <a:pt x="655824" y="24612"/>
                  <a:pt x="659797" y="24612"/>
                </a:cubicBezTo>
                <a:cubicBezTo>
                  <a:pt x="664849" y="24612"/>
                  <a:pt x="669123" y="25637"/>
                  <a:pt x="672621" y="27688"/>
                </a:cubicBezTo>
                <a:cubicBezTo>
                  <a:pt x="676118" y="29739"/>
                  <a:pt x="678730" y="32751"/>
                  <a:pt x="680458" y="36723"/>
                </a:cubicBezTo>
                <a:cubicBezTo>
                  <a:pt x="681710" y="39660"/>
                  <a:pt x="682336" y="44409"/>
                  <a:pt x="682336" y="50972"/>
                </a:cubicBezTo>
                <a:lnTo>
                  <a:pt x="682336" y="94950"/>
                </a:lnTo>
                <a:lnTo>
                  <a:pt x="664136" y="94950"/>
                </a:lnTo>
                <a:lnTo>
                  <a:pt x="664136" y="55680"/>
                </a:lnTo>
                <a:cubicBezTo>
                  <a:pt x="664136" y="48866"/>
                  <a:pt x="663510" y="44467"/>
                  <a:pt x="662258" y="42484"/>
                </a:cubicBezTo>
                <a:cubicBezTo>
                  <a:pt x="660574" y="39896"/>
                  <a:pt x="657983" y="38602"/>
                  <a:pt x="654486" y="38602"/>
                </a:cubicBezTo>
                <a:cubicBezTo>
                  <a:pt x="651938" y="38602"/>
                  <a:pt x="649542" y="39378"/>
                  <a:pt x="647296" y="40931"/>
                </a:cubicBezTo>
                <a:cubicBezTo>
                  <a:pt x="645051" y="42483"/>
                  <a:pt x="643432" y="44758"/>
                  <a:pt x="642439" y="47756"/>
                </a:cubicBezTo>
                <a:cubicBezTo>
                  <a:pt x="641446" y="50753"/>
                  <a:pt x="640949" y="55487"/>
                  <a:pt x="640949" y="61957"/>
                </a:cubicBezTo>
                <a:lnTo>
                  <a:pt x="640949" y="94950"/>
                </a:lnTo>
                <a:lnTo>
                  <a:pt x="622749" y="94950"/>
                </a:lnTo>
                <a:lnTo>
                  <a:pt x="622749" y="57297"/>
                </a:lnTo>
                <a:cubicBezTo>
                  <a:pt x="622749" y="50613"/>
                  <a:pt x="622425" y="46300"/>
                  <a:pt x="621778" y="44360"/>
                </a:cubicBezTo>
                <a:cubicBezTo>
                  <a:pt x="621130" y="42418"/>
                  <a:pt x="620126" y="40973"/>
                  <a:pt x="618766" y="40025"/>
                </a:cubicBezTo>
                <a:cubicBezTo>
                  <a:pt x="617406" y="39076"/>
                  <a:pt x="615560" y="38602"/>
                  <a:pt x="613228" y="38602"/>
                </a:cubicBezTo>
                <a:cubicBezTo>
                  <a:pt x="610422" y="38602"/>
                  <a:pt x="607896" y="39357"/>
                  <a:pt x="605651" y="40867"/>
                </a:cubicBezTo>
                <a:cubicBezTo>
                  <a:pt x="603405" y="42375"/>
                  <a:pt x="601797" y="44553"/>
                  <a:pt x="600825" y="47400"/>
                </a:cubicBezTo>
                <a:cubicBezTo>
                  <a:pt x="599854" y="50247"/>
                  <a:pt x="599368" y="54970"/>
                  <a:pt x="599368" y="61568"/>
                </a:cubicBezTo>
                <a:lnTo>
                  <a:pt x="599368" y="94950"/>
                </a:lnTo>
                <a:lnTo>
                  <a:pt x="581168" y="94950"/>
                </a:lnTo>
                <a:lnTo>
                  <a:pt x="581168" y="26166"/>
                </a:lnTo>
                <a:close/>
                <a:moveTo>
                  <a:pt x="737325" y="16840"/>
                </a:moveTo>
                <a:lnTo>
                  <a:pt x="737325" y="0"/>
                </a:lnTo>
                <a:lnTo>
                  <a:pt x="755525" y="0"/>
                </a:lnTo>
                <a:lnTo>
                  <a:pt x="755525" y="16840"/>
                </a:lnTo>
                <a:lnTo>
                  <a:pt x="737325" y="16840"/>
                </a:lnTo>
                <a:moveTo>
                  <a:pt x="737325" y="94950"/>
                </a:moveTo>
                <a:lnTo>
                  <a:pt x="737325" y="26166"/>
                </a:lnTo>
                <a:lnTo>
                  <a:pt x="755525" y="26166"/>
                </a:lnTo>
                <a:lnTo>
                  <a:pt x="755525" y="94950"/>
                </a:lnTo>
                <a:lnTo>
                  <a:pt x="737325" y="94950"/>
                </a:lnTo>
                <a:close/>
                <a:moveTo>
                  <a:pt x="767788" y="75390"/>
                </a:moveTo>
                <a:lnTo>
                  <a:pt x="786053" y="72540"/>
                </a:lnTo>
                <a:cubicBezTo>
                  <a:pt x="786830" y="76059"/>
                  <a:pt x="788406" y="78731"/>
                  <a:pt x="790781" y="80555"/>
                </a:cubicBezTo>
                <a:cubicBezTo>
                  <a:pt x="793155" y="82379"/>
                  <a:pt x="796480" y="83292"/>
                  <a:pt x="800755" y="83292"/>
                </a:cubicBezTo>
                <a:cubicBezTo>
                  <a:pt x="805461" y="83292"/>
                  <a:pt x="809002" y="82429"/>
                  <a:pt x="811377" y="80705"/>
                </a:cubicBezTo>
                <a:cubicBezTo>
                  <a:pt x="812974" y="79497"/>
                  <a:pt x="813773" y="77880"/>
                  <a:pt x="813773" y="75853"/>
                </a:cubicBezTo>
                <a:cubicBezTo>
                  <a:pt x="813773" y="74473"/>
                  <a:pt x="813342" y="73330"/>
                  <a:pt x="812478" y="72425"/>
                </a:cubicBezTo>
                <a:cubicBezTo>
                  <a:pt x="811571" y="71563"/>
                  <a:pt x="809542" y="70765"/>
                  <a:pt x="806390" y="70032"/>
                </a:cubicBezTo>
                <a:cubicBezTo>
                  <a:pt x="791709" y="66799"/>
                  <a:pt x="782404" y="63846"/>
                  <a:pt x="778475" y="61171"/>
                </a:cubicBezTo>
                <a:cubicBezTo>
                  <a:pt x="773034" y="57461"/>
                  <a:pt x="770314" y="52306"/>
                  <a:pt x="770314" y="45706"/>
                </a:cubicBezTo>
                <a:cubicBezTo>
                  <a:pt x="770314" y="39753"/>
                  <a:pt x="772667" y="34749"/>
                  <a:pt x="777374" y="30694"/>
                </a:cubicBezTo>
                <a:cubicBezTo>
                  <a:pt x="782080" y="26639"/>
                  <a:pt x="789377" y="24612"/>
                  <a:pt x="799265" y="24612"/>
                </a:cubicBezTo>
                <a:cubicBezTo>
                  <a:pt x="808678" y="24612"/>
                  <a:pt x="815673" y="26139"/>
                  <a:pt x="820250" y="29194"/>
                </a:cubicBezTo>
                <a:cubicBezTo>
                  <a:pt x="824827" y="32249"/>
                  <a:pt x="827979" y="36767"/>
                  <a:pt x="829706" y="42747"/>
                </a:cubicBezTo>
                <a:lnTo>
                  <a:pt x="812543" y="45985"/>
                </a:lnTo>
                <a:cubicBezTo>
                  <a:pt x="811809" y="43308"/>
                  <a:pt x="810416" y="41257"/>
                  <a:pt x="808365" y="39832"/>
                </a:cubicBezTo>
                <a:cubicBezTo>
                  <a:pt x="806314" y="38407"/>
                  <a:pt x="803389" y="37695"/>
                  <a:pt x="799589" y="37695"/>
                </a:cubicBezTo>
                <a:cubicBezTo>
                  <a:pt x="794796" y="37695"/>
                  <a:pt x="791364" y="38364"/>
                  <a:pt x="789291" y="39701"/>
                </a:cubicBezTo>
                <a:cubicBezTo>
                  <a:pt x="787909" y="40648"/>
                  <a:pt x="787218" y="41877"/>
                  <a:pt x="787218" y="43386"/>
                </a:cubicBezTo>
                <a:cubicBezTo>
                  <a:pt x="787218" y="44679"/>
                  <a:pt x="787823" y="45778"/>
                  <a:pt x="789032" y="46684"/>
                </a:cubicBezTo>
                <a:cubicBezTo>
                  <a:pt x="790673" y="47891"/>
                  <a:pt x="796340" y="49595"/>
                  <a:pt x="806034" y="51794"/>
                </a:cubicBezTo>
                <a:cubicBezTo>
                  <a:pt x="815727" y="53994"/>
                  <a:pt x="822495" y="56692"/>
                  <a:pt x="826338" y="59888"/>
                </a:cubicBezTo>
                <a:cubicBezTo>
                  <a:pt x="830138" y="63129"/>
                  <a:pt x="832038" y="67644"/>
                  <a:pt x="832038" y="73433"/>
                </a:cubicBezTo>
                <a:cubicBezTo>
                  <a:pt x="832038" y="79741"/>
                  <a:pt x="829404" y="85163"/>
                  <a:pt x="824136" y="89700"/>
                </a:cubicBezTo>
                <a:cubicBezTo>
                  <a:pt x="818868" y="94236"/>
                  <a:pt x="811075" y="96504"/>
                  <a:pt x="800755" y="96504"/>
                </a:cubicBezTo>
                <a:cubicBezTo>
                  <a:pt x="791385" y="96504"/>
                  <a:pt x="783969" y="94611"/>
                  <a:pt x="778507" y="90823"/>
                </a:cubicBezTo>
                <a:cubicBezTo>
                  <a:pt x="773045" y="87034"/>
                  <a:pt x="769472" y="81890"/>
                  <a:pt x="767788" y="75390"/>
                </a:cubicBezTo>
                <a:close/>
                <a:moveTo>
                  <a:pt x="884826" y="16840"/>
                </a:moveTo>
                <a:lnTo>
                  <a:pt x="884826" y="0"/>
                </a:lnTo>
                <a:lnTo>
                  <a:pt x="903026" y="0"/>
                </a:lnTo>
                <a:lnTo>
                  <a:pt x="903026" y="16840"/>
                </a:lnTo>
                <a:lnTo>
                  <a:pt x="884826" y="16840"/>
                </a:lnTo>
                <a:moveTo>
                  <a:pt x="884826" y="94950"/>
                </a:moveTo>
                <a:lnTo>
                  <a:pt x="884826" y="26166"/>
                </a:lnTo>
                <a:lnTo>
                  <a:pt x="903026" y="26166"/>
                </a:lnTo>
                <a:lnTo>
                  <a:pt x="903026" y="94950"/>
                </a:lnTo>
                <a:lnTo>
                  <a:pt x="884826" y="94950"/>
                </a:lnTo>
                <a:close/>
                <a:moveTo>
                  <a:pt x="984267" y="94950"/>
                </a:moveTo>
                <a:lnTo>
                  <a:pt x="966067" y="94950"/>
                </a:lnTo>
                <a:lnTo>
                  <a:pt x="966067" y="59886"/>
                </a:lnTo>
                <a:cubicBezTo>
                  <a:pt x="966067" y="52467"/>
                  <a:pt x="965679" y="47669"/>
                  <a:pt x="964902" y="45491"/>
                </a:cubicBezTo>
                <a:cubicBezTo>
                  <a:pt x="964124" y="43314"/>
                  <a:pt x="962861" y="41621"/>
                  <a:pt x="961113" y="40413"/>
                </a:cubicBezTo>
                <a:cubicBezTo>
                  <a:pt x="959364" y="39206"/>
                  <a:pt x="957259" y="38602"/>
                  <a:pt x="954798" y="38602"/>
                </a:cubicBezTo>
                <a:cubicBezTo>
                  <a:pt x="951646" y="38602"/>
                  <a:pt x="948818" y="39465"/>
                  <a:pt x="946313" y="41190"/>
                </a:cubicBezTo>
                <a:cubicBezTo>
                  <a:pt x="943809" y="42915"/>
                  <a:pt x="942092" y="45201"/>
                  <a:pt x="941164" y="48048"/>
                </a:cubicBezTo>
                <a:cubicBezTo>
                  <a:pt x="940236" y="50893"/>
                  <a:pt x="939772" y="56155"/>
                  <a:pt x="939772" y="63833"/>
                </a:cubicBezTo>
                <a:lnTo>
                  <a:pt x="939772" y="94950"/>
                </a:lnTo>
                <a:lnTo>
                  <a:pt x="921572" y="94950"/>
                </a:lnTo>
                <a:lnTo>
                  <a:pt x="921572" y="26166"/>
                </a:lnTo>
                <a:lnTo>
                  <a:pt x="938476" y="26166"/>
                </a:lnTo>
                <a:lnTo>
                  <a:pt x="938476" y="36270"/>
                </a:lnTo>
                <a:cubicBezTo>
                  <a:pt x="944478" y="28498"/>
                  <a:pt x="952034" y="24612"/>
                  <a:pt x="961145" y="24612"/>
                </a:cubicBezTo>
                <a:cubicBezTo>
                  <a:pt x="965161" y="24612"/>
                  <a:pt x="968831" y="25335"/>
                  <a:pt x="972156" y="26782"/>
                </a:cubicBezTo>
                <a:cubicBezTo>
                  <a:pt x="975480" y="28228"/>
                  <a:pt x="977996" y="30074"/>
                  <a:pt x="979701" y="32319"/>
                </a:cubicBezTo>
                <a:cubicBezTo>
                  <a:pt x="981407" y="34565"/>
                  <a:pt x="982594" y="37112"/>
                  <a:pt x="983263" y="39962"/>
                </a:cubicBezTo>
                <a:cubicBezTo>
                  <a:pt x="983933" y="42812"/>
                  <a:pt x="984267" y="46892"/>
                  <a:pt x="984267" y="52203"/>
                </a:cubicBezTo>
                <a:lnTo>
                  <a:pt x="984267" y="94950"/>
                </a:lnTo>
                <a:close/>
                <a:moveTo>
                  <a:pt x="1071164" y="26166"/>
                </a:moveTo>
                <a:lnTo>
                  <a:pt x="1071164" y="40674"/>
                </a:lnTo>
                <a:lnTo>
                  <a:pt x="1058729" y="40674"/>
                </a:lnTo>
                <a:lnTo>
                  <a:pt x="1058729" y="68350"/>
                </a:lnTo>
                <a:cubicBezTo>
                  <a:pt x="1058729" y="73956"/>
                  <a:pt x="1058848" y="77222"/>
                  <a:pt x="1059085" y="78149"/>
                </a:cubicBezTo>
                <a:cubicBezTo>
                  <a:pt x="1059323" y="79074"/>
                  <a:pt x="1059862" y="79839"/>
                  <a:pt x="1060704" y="80444"/>
                </a:cubicBezTo>
                <a:cubicBezTo>
                  <a:pt x="1061546" y="81047"/>
                  <a:pt x="1062572" y="81349"/>
                  <a:pt x="1063781" y="81349"/>
                </a:cubicBezTo>
                <a:cubicBezTo>
                  <a:pt x="1065465" y="81349"/>
                  <a:pt x="1067904" y="80766"/>
                  <a:pt x="1071100" y="79600"/>
                </a:cubicBezTo>
                <a:lnTo>
                  <a:pt x="1072654" y="93772"/>
                </a:lnTo>
                <a:cubicBezTo>
                  <a:pt x="1068423" y="95594"/>
                  <a:pt x="1063630" y="96504"/>
                  <a:pt x="1058276" y="96504"/>
                </a:cubicBezTo>
                <a:cubicBezTo>
                  <a:pt x="1054994" y="96504"/>
                  <a:pt x="1052036" y="95954"/>
                  <a:pt x="1049402" y="94853"/>
                </a:cubicBezTo>
                <a:cubicBezTo>
                  <a:pt x="1046768" y="93752"/>
                  <a:pt x="1044836" y="92327"/>
                  <a:pt x="1043606" y="90578"/>
                </a:cubicBezTo>
                <a:cubicBezTo>
                  <a:pt x="1042375" y="88829"/>
                  <a:pt x="1041522" y="86465"/>
                  <a:pt x="1041047" y="83486"/>
                </a:cubicBezTo>
                <a:cubicBezTo>
                  <a:pt x="1040659" y="81370"/>
                  <a:pt x="1040464" y="77096"/>
                  <a:pt x="1040464" y="70662"/>
                </a:cubicBezTo>
                <a:lnTo>
                  <a:pt x="1040464" y="40674"/>
                </a:lnTo>
                <a:lnTo>
                  <a:pt x="1032109" y="40674"/>
                </a:lnTo>
                <a:lnTo>
                  <a:pt x="1032109" y="26166"/>
                </a:lnTo>
                <a:lnTo>
                  <a:pt x="1040464" y="26166"/>
                </a:lnTo>
                <a:lnTo>
                  <a:pt x="1040464" y="12435"/>
                </a:lnTo>
                <a:lnTo>
                  <a:pt x="1058729" y="1684"/>
                </a:lnTo>
                <a:lnTo>
                  <a:pt x="1058729" y="26166"/>
                </a:lnTo>
                <a:lnTo>
                  <a:pt x="1071164" y="26166"/>
                </a:lnTo>
                <a:close/>
                <a:moveTo>
                  <a:pt x="1101928" y="0"/>
                </a:moveTo>
                <a:lnTo>
                  <a:pt x="1101928" y="34959"/>
                </a:lnTo>
                <a:cubicBezTo>
                  <a:pt x="1107800" y="28061"/>
                  <a:pt x="1114817" y="24612"/>
                  <a:pt x="1122978" y="24612"/>
                </a:cubicBezTo>
                <a:cubicBezTo>
                  <a:pt x="1127166" y="24612"/>
                  <a:pt x="1130944" y="25389"/>
                  <a:pt x="1134312" y="26943"/>
                </a:cubicBezTo>
                <a:cubicBezTo>
                  <a:pt x="1137680" y="28498"/>
                  <a:pt x="1140217" y="30484"/>
                  <a:pt x="1141922" y="32902"/>
                </a:cubicBezTo>
                <a:cubicBezTo>
                  <a:pt x="1143628" y="35320"/>
                  <a:pt x="1144794" y="37997"/>
                  <a:pt x="1145420" y="40933"/>
                </a:cubicBezTo>
                <a:cubicBezTo>
                  <a:pt x="1146046" y="43870"/>
                  <a:pt x="1146359" y="48425"/>
                  <a:pt x="1146359" y="54599"/>
                </a:cubicBezTo>
                <a:lnTo>
                  <a:pt x="1146359" y="94950"/>
                </a:lnTo>
                <a:lnTo>
                  <a:pt x="1128159" y="94950"/>
                </a:lnTo>
                <a:lnTo>
                  <a:pt x="1128159" y="58658"/>
                </a:lnTo>
                <a:cubicBezTo>
                  <a:pt x="1128159" y="51455"/>
                  <a:pt x="1127814" y="46883"/>
                  <a:pt x="1127123" y="44943"/>
                </a:cubicBezTo>
                <a:cubicBezTo>
                  <a:pt x="1126432" y="43001"/>
                  <a:pt x="1125212" y="41459"/>
                  <a:pt x="1123463" y="40316"/>
                </a:cubicBezTo>
                <a:cubicBezTo>
                  <a:pt x="1121715" y="39173"/>
                  <a:pt x="1119523" y="38602"/>
                  <a:pt x="1116889" y="38602"/>
                </a:cubicBezTo>
                <a:cubicBezTo>
                  <a:pt x="1113867" y="38602"/>
                  <a:pt x="1111168" y="39335"/>
                  <a:pt x="1108793" y="40802"/>
                </a:cubicBezTo>
                <a:cubicBezTo>
                  <a:pt x="1106419" y="42269"/>
                  <a:pt x="1104681" y="44479"/>
                  <a:pt x="1103580" y="47432"/>
                </a:cubicBezTo>
                <a:cubicBezTo>
                  <a:pt x="1102479" y="50386"/>
                  <a:pt x="1101928" y="54753"/>
                  <a:pt x="1101928" y="60534"/>
                </a:cubicBezTo>
                <a:lnTo>
                  <a:pt x="1101928" y="94950"/>
                </a:lnTo>
                <a:lnTo>
                  <a:pt x="1083728" y="94950"/>
                </a:lnTo>
                <a:lnTo>
                  <a:pt x="1083728" y="0"/>
                </a:lnTo>
                <a:lnTo>
                  <a:pt x="1101928" y="0"/>
                </a:lnTo>
                <a:close/>
                <a:moveTo>
                  <a:pt x="1204671" y="73058"/>
                </a:moveTo>
                <a:lnTo>
                  <a:pt x="1222806" y="76167"/>
                </a:lnTo>
                <a:cubicBezTo>
                  <a:pt x="1220475" y="82795"/>
                  <a:pt x="1216794" y="87842"/>
                  <a:pt x="1211763" y="91307"/>
                </a:cubicBezTo>
                <a:cubicBezTo>
                  <a:pt x="1206733" y="94772"/>
                  <a:pt x="1200440" y="96504"/>
                  <a:pt x="1192883" y="96504"/>
                </a:cubicBezTo>
                <a:cubicBezTo>
                  <a:pt x="1180923" y="96504"/>
                  <a:pt x="1172071" y="92597"/>
                  <a:pt x="1166329" y="84781"/>
                </a:cubicBezTo>
                <a:cubicBezTo>
                  <a:pt x="1161795" y="78520"/>
                  <a:pt x="1159528" y="70619"/>
                  <a:pt x="1159528" y="61076"/>
                </a:cubicBezTo>
                <a:cubicBezTo>
                  <a:pt x="1159528" y="49677"/>
                  <a:pt x="1162507" y="40750"/>
                  <a:pt x="1168466" y="34295"/>
                </a:cubicBezTo>
                <a:cubicBezTo>
                  <a:pt x="1174425" y="27839"/>
                  <a:pt x="1181959" y="24612"/>
                  <a:pt x="1191070" y="24612"/>
                </a:cubicBezTo>
                <a:cubicBezTo>
                  <a:pt x="1201303" y="24612"/>
                  <a:pt x="1209378" y="27991"/>
                  <a:pt x="1215293" y="34748"/>
                </a:cubicBezTo>
                <a:cubicBezTo>
                  <a:pt x="1221209" y="41505"/>
                  <a:pt x="1224037" y="51858"/>
                  <a:pt x="1223778" y="65804"/>
                </a:cubicBezTo>
                <a:lnTo>
                  <a:pt x="1178181" y="65804"/>
                </a:lnTo>
                <a:cubicBezTo>
                  <a:pt x="1178311" y="71202"/>
                  <a:pt x="1179779" y="75401"/>
                  <a:pt x="1182585" y="78402"/>
                </a:cubicBezTo>
                <a:cubicBezTo>
                  <a:pt x="1185392" y="81403"/>
                  <a:pt x="1188889" y="82903"/>
                  <a:pt x="1193078" y="82903"/>
                </a:cubicBezTo>
                <a:cubicBezTo>
                  <a:pt x="1195928" y="82903"/>
                  <a:pt x="1198324" y="82126"/>
                  <a:pt x="1200267" y="80571"/>
                </a:cubicBezTo>
                <a:cubicBezTo>
                  <a:pt x="1202210" y="79017"/>
                  <a:pt x="1203678" y="76513"/>
                  <a:pt x="1204671" y="73058"/>
                </a:cubicBezTo>
                <a:moveTo>
                  <a:pt x="1205707" y="54664"/>
                </a:moveTo>
                <a:cubicBezTo>
                  <a:pt x="1205578" y="49418"/>
                  <a:pt x="1204218" y="45429"/>
                  <a:pt x="1201627" y="42698"/>
                </a:cubicBezTo>
                <a:cubicBezTo>
                  <a:pt x="1199036" y="39967"/>
                  <a:pt x="1195884" y="38602"/>
                  <a:pt x="1192171" y="38602"/>
                </a:cubicBezTo>
                <a:cubicBezTo>
                  <a:pt x="1188199" y="38602"/>
                  <a:pt x="1184917" y="40042"/>
                  <a:pt x="1182326" y="42923"/>
                </a:cubicBezTo>
                <a:cubicBezTo>
                  <a:pt x="1179736" y="45805"/>
                  <a:pt x="1178462" y="49719"/>
                  <a:pt x="1178505" y="54664"/>
                </a:cubicBezTo>
                <a:lnTo>
                  <a:pt x="1205707" y="54664"/>
                </a:lnTo>
                <a:close/>
                <a:moveTo>
                  <a:pt x="1338549" y="94950"/>
                </a:moveTo>
                <a:lnTo>
                  <a:pt x="1321644" y="94950"/>
                </a:lnTo>
                <a:lnTo>
                  <a:pt x="1321644" y="84846"/>
                </a:lnTo>
                <a:cubicBezTo>
                  <a:pt x="1318838" y="88775"/>
                  <a:pt x="1315524" y="91701"/>
                  <a:pt x="1311702" y="93622"/>
                </a:cubicBezTo>
                <a:cubicBezTo>
                  <a:pt x="1307881" y="95544"/>
                  <a:pt x="1304027" y="96504"/>
                  <a:pt x="1300141" y="96504"/>
                </a:cubicBezTo>
                <a:cubicBezTo>
                  <a:pt x="1292240" y="96504"/>
                  <a:pt x="1285471" y="93320"/>
                  <a:pt x="1279837" y="86951"/>
                </a:cubicBezTo>
                <a:cubicBezTo>
                  <a:pt x="1274202" y="80582"/>
                  <a:pt x="1271384" y="71698"/>
                  <a:pt x="1271384" y="60299"/>
                </a:cubicBezTo>
                <a:cubicBezTo>
                  <a:pt x="1271384" y="48641"/>
                  <a:pt x="1274126" y="39778"/>
                  <a:pt x="1279610" y="33712"/>
                </a:cubicBezTo>
                <a:cubicBezTo>
                  <a:pt x="1285094" y="27645"/>
                  <a:pt x="1292024" y="24612"/>
                  <a:pt x="1300400" y="24612"/>
                </a:cubicBezTo>
                <a:cubicBezTo>
                  <a:pt x="1308086" y="24612"/>
                  <a:pt x="1314736" y="27807"/>
                  <a:pt x="1320349" y="34198"/>
                </a:cubicBezTo>
                <a:lnTo>
                  <a:pt x="1320349" y="0"/>
                </a:lnTo>
                <a:lnTo>
                  <a:pt x="1338549" y="0"/>
                </a:lnTo>
                <a:lnTo>
                  <a:pt x="1338549" y="94950"/>
                </a:lnTo>
                <a:moveTo>
                  <a:pt x="1289973" y="59103"/>
                </a:moveTo>
                <a:cubicBezTo>
                  <a:pt x="1289973" y="66432"/>
                  <a:pt x="1290987" y="71735"/>
                  <a:pt x="1293017" y="75011"/>
                </a:cubicBezTo>
                <a:cubicBezTo>
                  <a:pt x="1295953" y="79754"/>
                  <a:pt x="1300055" y="82126"/>
                  <a:pt x="1305323" y="82126"/>
                </a:cubicBezTo>
                <a:cubicBezTo>
                  <a:pt x="1309511" y="82126"/>
                  <a:pt x="1313073" y="80347"/>
                  <a:pt x="1316009" y="76791"/>
                </a:cubicBezTo>
                <a:cubicBezTo>
                  <a:pt x="1318946" y="73234"/>
                  <a:pt x="1320414" y="67920"/>
                  <a:pt x="1320414" y="60850"/>
                </a:cubicBezTo>
                <a:cubicBezTo>
                  <a:pt x="1320414" y="52959"/>
                  <a:pt x="1318989" y="47278"/>
                  <a:pt x="1316139" y="43807"/>
                </a:cubicBezTo>
                <a:cubicBezTo>
                  <a:pt x="1313289" y="40337"/>
                  <a:pt x="1309641" y="38602"/>
                  <a:pt x="1305193" y="38602"/>
                </a:cubicBezTo>
                <a:cubicBezTo>
                  <a:pt x="1300875" y="38602"/>
                  <a:pt x="1297259" y="40315"/>
                  <a:pt x="1294345" y="43743"/>
                </a:cubicBezTo>
                <a:cubicBezTo>
                  <a:pt x="1291430" y="47170"/>
                  <a:pt x="1289973" y="52290"/>
                  <a:pt x="1289973" y="59103"/>
                </a:cubicBezTo>
                <a:close/>
                <a:moveTo>
                  <a:pt x="1401783" y="94950"/>
                </a:moveTo>
                <a:lnTo>
                  <a:pt x="1401783" y="84652"/>
                </a:lnTo>
                <a:cubicBezTo>
                  <a:pt x="1399279" y="88322"/>
                  <a:pt x="1395986" y="91215"/>
                  <a:pt x="1391906" y="93331"/>
                </a:cubicBezTo>
                <a:cubicBezTo>
                  <a:pt x="1387826" y="95446"/>
                  <a:pt x="1383519" y="96504"/>
                  <a:pt x="1378985" y="96504"/>
                </a:cubicBezTo>
                <a:cubicBezTo>
                  <a:pt x="1374365" y="96504"/>
                  <a:pt x="1370219" y="95490"/>
                  <a:pt x="1366549" y="93460"/>
                </a:cubicBezTo>
                <a:cubicBezTo>
                  <a:pt x="1362879" y="91431"/>
                  <a:pt x="1360224" y="88581"/>
                  <a:pt x="1358583" y="84911"/>
                </a:cubicBezTo>
                <a:cubicBezTo>
                  <a:pt x="1356942" y="81241"/>
                  <a:pt x="1356122" y="76167"/>
                  <a:pt x="1356122" y="69690"/>
                </a:cubicBezTo>
                <a:lnTo>
                  <a:pt x="1356122" y="26166"/>
                </a:lnTo>
                <a:lnTo>
                  <a:pt x="1374321" y="26166"/>
                </a:lnTo>
                <a:lnTo>
                  <a:pt x="1374321" y="57700"/>
                </a:lnTo>
                <a:cubicBezTo>
                  <a:pt x="1374321" y="67351"/>
                  <a:pt x="1374656" y="73263"/>
                  <a:pt x="1375325" y="75439"/>
                </a:cubicBezTo>
                <a:cubicBezTo>
                  <a:pt x="1375995" y="77614"/>
                  <a:pt x="1377214" y="79337"/>
                  <a:pt x="1378985" y="80608"/>
                </a:cubicBezTo>
                <a:cubicBezTo>
                  <a:pt x="1380755" y="81879"/>
                  <a:pt x="1383000" y="82514"/>
                  <a:pt x="1385721" y="82514"/>
                </a:cubicBezTo>
                <a:cubicBezTo>
                  <a:pt x="1388829" y="82514"/>
                  <a:pt x="1391615" y="81664"/>
                  <a:pt x="1394076" y="79962"/>
                </a:cubicBezTo>
                <a:cubicBezTo>
                  <a:pt x="1396537" y="78261"/>
                  <a:pt x="1398221" y="76150"/>
                  <a:pt x="1399128" y="73629"/>
                </a:cubicBezTo>
                <a:cubicBezTo>
                  <a:pt x="1400034" y="71109"/>
                  <a:pt x="1400488" y="64937"/>
                  <a:pt x="1400488" y="55116"/>
                </a:cubicBezTo>
                <a:lnTo>
                  <a:pt x="1400488" y="26166"/>
                </a:lnTo>
                <a:lnTo>
                  <a:pt x="1418688" y="26166"/>
                </a:lnTo>
                <a:lnTo>
                  <a:pt x="1418688" y="94950"/>
                </a:lnTo>
                <a:lnTo>
                  <a:pt x="1401783" y="94950"/>
                </a:lnTo>
                <a:close/>
                <a:moveTo>
                  <a:pt x="1451158" y="47410"/>
                </a:moveTo>
                <a:lnTo>
                  <a:pt x="1434642" y="44431"/>
                </a:lnTo>
                <a:cubicBezTo>
                  <a:pt x="1436499" y="37694"/>
                  <a:pt x="1439694" y="32706"/>
                  <a:pt x="1444228" y="29469"/>
                </a:cubicBezTo>
                <a:cubicBezTo>
                  <a:pt x="1448762" y="26231"/>
                  <a:pt x="1455497" y="24612"/>
                  <a:pt x="1464435" y="24612"/>
                </a:cubicBezTo>
                <a:cubicBezTo>
                  <a:pt x="1472553" y="24612"/>
                  <a:pt x="1478598" y="25573"/>
                  <a:pt x="1482570" y="27494"/>
                </a:cubicBezTo>
                <a:cubicBezTo>
                  <a:pt x="1486543" y="29415"/>
                  <a:pt x="1489339" y="31855"/>
                  <a:pt x="1490958" y="34813"/>
                </a:cubicBezTo>
                <a:cubicBezTo>
                  <a:pt x="1492577" y="37771"/>
                  <a:pt x="1493387" y="43200"/>
                  <a:pt x="1493387" y="51102"/>
                </a:cubicBezTo>
                <a:lnTo>
                  <a:pt x="1493192" y="72346"/>
                </a:lnTo>
                <a:cubicBezTo>
                  <a:pt x="1493192" y="78391"/>
                  <a:pt x="1493484" y="82849"/>
                  <a:pt x="1494067" y="85720"/>
                </a:cubicBezTo>
                <a:cubicBezTo>
                  <a:pt x="1494650" y="88592"/>
                  <a:pt x="1495740" y="91668"/>
                  <a:pt x="1497338" y="94950"/>
                </a:cubicBezTo>
                <a:lnTo>
                  <a:pt x="1479332" y="94950"/>
                </a:lnTo>
                <a:cubicBezTo>
                  <a:pt x="1478857" y="93741"/>
                  <a:pt x="1478274" y="91949"/>
                  <a:pt x="1477583" y="89574"/>
                </a:cubicBezTo>
                <a:cubicBezTo>
                  <a:pt x="1477281" y="88495"/>
                  <a:pt x="1477065" y="87782"/>
                  <a:pt x="1476936" y="87437"/>
                </a:cubicBezTo>
                <a:cubicBezTo>
                  <a:pt x="1473827" y="90459"/>
                  <a:pt x="1470502" y="92726"/>
                  <a:pt x="1466961" y="94237"/>
                </a:cubicBezTo>
                <a:cubicBezTo>
                  <a:pt x="1463421" y="95749"/>
                  <a:pt x="1459643" y="96504"/>
                  <a:pt x="1455627" y="96504"/>
                </a:cubicBezTo>
                <a:cubicBezTo>
                  <a:pt x="1448546" y="96504"/>
                  <a:pt x="1442965" y="94591"/>
                  <a:pt x="1438884" y="90764"/>
                </a:cubicBezTo>
                <a:cubicBezTo>
                  <a:pt x="1434804" y="86938"/>
                  <a:pt x="1432764" y="82100"/>
                  <a:pt x="1432764" y="76252"/>
                </a:cubicBezTo>
                <a:cubicBezTo>
                  <a:pt x="1432764" y="72382"/>
                  <a:pt x="1433692" y="68932"/>
                  <a:pt x="1435549" y="65901"/>
                </a:cubicBezTo>
                <a:cubicBezTo>
                  <a:pt x="1437406" y="62869"/>
                  <a:pt x="1440007" y="60547"/>
                  <a:pt x="1443353" y="58935"/>
                </a:cubicBezTo>
                <a:cubicBezTo>
                  <a:pt x="1446700" y="57322"/>
                  <a:pt x="1451525" y="55914"/>
                  <a:pt x="1457829" y="54711"/>
                </a:cubicBezTo>
                <a:cubicBezTo>
                  <a:pt x="1466335" y="53120"/>
                  <a:pt x="1472229" y="51636"/>
                  <a:pt x="1475511" y="50260"/>
                </a:cubicBezTo>
                <a:lnTo>
                  <a:pt x="1475511" y="48426"/>
                </a:lnTo>
                <a:cubicBezTo>
                  <a:pt x="1475511" y="44890"/>
                  <a:pt x="1474647" y="42368"/>
                  <a:pt x="1472920" y="40863"/>
                </a:cubicBezTo>
                <a:cubicBezTo>
                  <a:pt x="1471193" y="39355"/>
                  <a:pt x="1467933" y="38602"/>
                  <a:pt x="1463140" y="38602"/>
                </a:cubicBezTo>
                <a:cubicBezTo>
                  <a:pt x="1459902" y="38602"/>
                  <a:pt x="1457376" y="39253"/>
                  <a:pt x="1455562" y="40557"/>
                </a:cubicBezTo>
                <a:cubicBezTo>
                  <a:pt x="1453749" y="41859"/>
                  <a:pt x="1452281" y="44143"/>
                  <a:pt x="1451158" y="47410"/>
                </a:cubicBezTo>
                <a:moveTo>
                  <a:pt x="1475511" y="62177"/>
                </a:moveTo>
                <a:cubicBezTo>
                  <a:pt x="1473179" y="62945"/>
                  <a:pt x="1469487" y="63863"/>
                  <a:pt x="1464435" y="64930"/>
                </a:cubicBezTo>
                <a:cubicBezTo>
                  <a:pt x="1459383" y="65996"/>
                  <a:pt x="1456080" y="67041"/>
                  <a:pt x="1454526" y="68065"/>
                </a:cubicBezTo>
                <a:cubicBezTo>
                  <a:pt x="1452151" y="69729"/>
                  <a:pt x="1450964" y="71841"/>
                  <a:pt x="1450964" y="74400"/>
                </a:cubicBezTo>
                <a:cubicBezTo>
                  <a:pt x="1450964" y="76918"/>
                  <a:pt x="1451914" y="79095"/>
                  <a:pt x="1453813" y="80930"/>
                </a:cubicBezTo>
                <a:cubicBezTo>
                  <a:pt x="1455713" y="82763"/>
                  <a:pt x="1458131" y="83680"/>
                  <a:pt x="1461067" y="83680"/>
                </a:cubicBezTo>
                <a:cubicBezTo>
                  <a:pt x="1464349" y="83680"/>
                  <a:pt x="1467479" y="82614"/>
                  <a:pt x="1470459" y="80480"/>
                </a:cubicBezTo>
                <a:cubicBezTo>
                  <a:pt x="1472661" y="78860"/>
                  <a:pt x="1474107" y="76876"/>
                  <a:pt x="1474798" y="74528"/>
                </a:cubicBezTo>
                <a:cubicBezTo>
                  <a:pt x="1475273" y="72992"/>
                  <a:pt x="1475511" y="70070"/>
                  <a:pt x="1475511" y="65762"/>
                </a:cubicBezTo>
                <a:lnTo>
                  <a:pt x="1475511" y="62177"/>
                </a:lnTo>
                <a:close/>
                <a:moveTo>
                  <a:pt x="1511307" y="94950"/>
                </a:moveTo>
                <a:lnTo>
                  <a:pt x="1511307" y="0"/>
                </a:lnTo>
                <a:lnTo>
                  <a:pt x="1529507" y="0"/>
                </a:lnTo>
                <a:lnTo>
                  <a:pt x="1529507" y="94950"/>
                </a:lnTo>
                <a:lnTo>
                  <a:pt x="1511307" y="94950"/>
                </a:lnTo>
                <a:close/>
                <a:moveTo>
                  <a:pt x="1585058" y="16840"/>
                </a:moveTo>
                <a:lnTo>
                  <a:pt x="1585058" y="0"/>
                </a:lnTo>
                <a:lnTo>
                  <a:pt x="1603258" y="0"/>
                </a:lnTo>
                <a:lnTo>
                  <a:pt x="1603258" y="16840"/>
                </a:lnTo>
                <a:lnTo>
                  <a:pt x="1585058" y="16840"/>
                </a:lnTo>
                <a:moveTo>
                  <a:pt x="1585058" y="94950"/>
                </a:moveTo>
                <a:lnTo>
                  <a:pt x="1585058" y="26166"/>
                </a:lnTo>
                <a:lnTo>
                  <a:pt x="1603258" y="26166"/>
                </a:lnTo>
                <a:lnTo>
                  <a:pt x="1603258" y="94950"/>
                </a:lnTo>
                <a:lnTo>
                  <a:pt x="1585058" y="94950"/>
                </a:lnTo>
                <a:close/>
                <a:moveTo>
                  <a:pt x="1684500" y="94950"/>
                </a:moveTo>
                <a:lnTo>
                  <a:pt x="1666300" y="94950"/>
                </a:lnTo>
                <a:lnTo>
                  <a:pt x="1666300" y="59886"/>
                </a:lnTo>
                <a:cubicBezTo>
                  <a:pt x="1666300" y="52467"/>
                  <a:pt x="1665911" y="47669"/>
                  <a:pt x="1665134" y="45491"/>
                </a:cubicBezTo>
                <a:cubicBezTo>
                  <a:pt x="1664357" y="43314"/>
                  <a:pt x="1663094" y="41621"/>
                  <a:pt x="1661345" y="40413"/>
                </a:cubicBezTo>
                <a:cubicBezTo>
                  <a:pt x="1659597" y="39206"/>
                  <a:pt x="1657492" y="38602"/>
                  <a:pt x="1655030" y="38602"/>
                </a:cubicBezTo>
                <a:cubicBezTo>
                  <a:pt x="1651878" y="38602"/>
                  <a:pt x="1649050" y="39465"/>
                  <a:pt x="1646546" y="41190"/>
                </a:cubicBezTo>
                <a:cubicBezTo>
                  <a:pt x="1644041" y="42915"/>
                  <a:pt x="1642325" y="45201"/>
                  <a:pt x="1641397" y="48048"/>
                </a:cubicBezTo>
                <a:cubicBezTo>
                  <a:pt x="1640468" y="50893"/>
                  <a:pt x="1640004" y="56155"/>
                  <a:pt x="1640004" y="63833"/>
                </a:cubicBezTo>
                <a:lnTo>
                  <a:pt x="1640004" y="94950"/>
                </a:lnTo>
                <a:lnTo>
                  <a:pt x="1621804" y="94950"/>
                </a:lnTo>
                <a:lnTo>
                  <a:pt x="1621804" y="26166"/>
                </a:lnTo>
                <a:lnTo>
                  <a:pt x="1638709" y="26166"/>
                </a:lnTo>
                <a:lnTo>
                  <a:pt x="1638709" y="36270"/>
                </a:lnTo>
                <a:cubicBezTo>
                  <a:pt x="1644711" y="28498"/>
                  <a:pt x="1652267" y="24612"/>
                  <a:pt x="1661378" y="24612"/>
                </a:cubicBezTo>
                <a:cubicBezTo>
                  <a:pt x="1665393" y="24612"/>
                  <a:pt x="1669064" y="25335"/>
                  <a:pt x="1672388" y="26782"/>
                </a:cubicBezTo>
                <a:cubicBezTo>
                  <a:pt x="1675713" y="28228"/>
                  <a:pt x="1678228" y="30074"/>
                  <a:pt x="1679934" y="32319"/>
                </a:cubicBezTo>
                <a:cubicBezTo>
                  <a:pt x="1681639" y="34565"/>
                  <a:pt x="1682827" y="37112"/>
                  <a:pt x="1683496" y="39962"/>
                </a:cubicBezTo>
                <a:cubicBezTo>
                  <a:pt x="1684165" y="42812"/>
                  <a:pt x="1684500" y="46892"/>
                  <a:pt x="1684500" y="52203"/>
                </a:cubicBezTo>
                <a:lnTo>
                  <a:pt x="1684500" y="94950"/>
                </a:lnTo>
                <a:close/>
                <a:moveTo>
                  <a:pt x="1742812" y="73058"/>
                </a:moveTo>
                <a:lnTo>
                  <a:pt x="1760947" y="76167"/>
                </a:lnTo>
                <a:cubicBezTo>
                  <a:pt x="1758616" y="82795"/>
                  <a:pt x="1754935" y="87842"/>
                  <a:pt x="1749904" y="91307"/>
                </a:cubicBezTo>
                <a:cubicBezTo>
                  <a:pt x="1744874" y="94772"/>
                  <a:pt x="1738581" y="96504"/>
                  <a:pt x="1731024" y="96504"/>
                </a:cubicBezTo>
                <a:cubicBezTo>
                  <a:pt x="1719064" y="96504"/>
                  <a:pt x="1710212" y="92597"/>
                  <a:pt x="1704470" y="84781"/>
                </a:cubicBezTo>
                <a:cubicBezTo>
                  <a:pt x="1699936" y="78520"/>
                  <a:pt x="1697669" y="70619"/>
                  <a:pt x="1697669" y="61076"/>
                </a:cubicBezTo>
                <a:cubicBezTo>
                  <a:pt x="1697669" y="49677"/>
                  <a:pt x="1700648" y="40750"/>
                  <a:pt x="1706607" y="34295"/>
                </a:cubicBezTo>
                <a:cubicBezTo>
                  <a:pt x="1712566" y="27839"/>
                  <a:pt x="1720100" y="24612"/>
                  <a:pt x="1729211" y="24612"/>
                </a:cubicBezTo>
                <a:cubicBezTo>
                  <a:pt x="1739444" y="24612"/>
                  <a:pt x="1747519" y="27991"/>
                  <a:pt x="1753434" y="34748"/>
                </a:cubicBezTo>
                <a:cubicBezTo>
                  <a:pt x="1759350" y="41505"/>
                  <a:pt x="1762178" y="51858"/>
                  <a:pt x="1761919" y="65804"/>
                </a:cubicBezTo>
                <a:lnTo>
                  <a:pt x="1716322" y="65804"/>
                </a:lnTo>
                <a:cubicBezTo>
                  <a:pt x="1716452" y="71202"/>
                  <a:pt x="1717920" y="75401"/>
                  <a:pt x="1720726" y="78402"/>
                </a:cubicBezTo>
                <a:cubicBezTo>
                  <a:pt x="1723533" y="81403"/>
                  <a:pt x="1727030" y="82903"/>
                  <a:pt x="1731219" y="82903"/>
                </a:cubicBezTo>
                <a:cubicBezTo>
                  <a:pt x="1734068" y="82903"/>
                  <a:pt x="1736465" y="82126"/>
                  <a:pt x="1738408" y="80571"/>
                </a:cubicBezTo>
                <a:cubicBezTo>
                  <a:pt x="1740351" y="79017"/>
                  <a:pt x="1741819" y="76513"/>
                  <a:pt x="1742812" y="73058"/>
                </a:cubicBezTo>
                <a:moveTo>
                  <a:pt x="1743848" y="54664"/>
                </a:moveTo>
                <a:cubicBezTo>
                  <a:pt x="1743719" y="49418"/>
                  <a:pt x="1742359" y="45429"/>
                  <a:pt x="1739768" y="42698"/>
                </a:cubicBezTo>
                <a:cubicBezTo>
                  <a:pt x="1737177" y="39967"/>
                  <a:pt x="1734025" y="38602"/>
                  <a:pt x="1730312" y="38602"/>
                </a:cubicBezTo>
                <a:cubicBezTo>
                  <a:pt x="1726340" y="38602"/>
                  <a:pt x="1723058" y="40042"/>
                  <a:pt x="1720467" y="42923"/>
                </a:cubicBezTo>
                <a:cubicBezTo>
                  <a:pt x="1717876" y="45805"/>
                  <a:pt x="1716603" y="49719"/>
                  <a:pt x="1716646" y="54664"/>
                </a:cubicBezTo>
                <a:lnTo>
                  <a:pt x="1743848" y="54664"/>
                </a:lnTo>
                <a:close/>
                <a:moveTo>
                  <a:pt x="1794153" y="94950"/>
                </a:moveTo>
                <a:lnTo>
                  <a:pt x="1775953" y="94950"/>
                </a:lnTo>
                <a:lnTo>
                  <a:pt x="1775953" y="26166"/>
                </a:lnTo>
                <a:lnTo>
                  <a:pt x="1792858" y="26166"/>
                </a:lnTo>
                <a:lnTo>
                  <a:pt x="1792858" y="35946"/>
                </a:lnTo>
                <a:cubicBezTo>
                  <a:pt x="1795751" y="31326"/>
                  <a:pt x="1798352" y="28282"/>
                  <a:pt x="1800662" y="26814"/>
                </a:cubicBezTo>
                <a:cubicBezTo>
                  <a:pt x="1802972" y="25346"/>
                  <a:pt x="1805595" y="24612"/>
                  <a:pt x="1808532" y="24612"/>
                </a:cubicBezTo>
                <a:cubicBezTo>
                  <a:pt x="1812677" y="24612"/>
                  <a:pt x="1816671" y="25756"/>
                  <a:pt x="1820514" y="28045"/>
                </a:cubicBezTo>
                <a:lnTo>
                  <a:pt x="1814879" y="43913"/>
                </a:lnTo>
                <a:cubicBezTo>
                  <a:pt x="1811813" y="41926"/>
                  <a:pt x="1808963" y="40933"/>
                  <a:pt x="1806329" y="40933"/>
                </a:cubicBezTo>
                <a:cubicBezTo>
                  <a:pt x="1803782" y="40933"/>
                  <a:pt x="1801623" y="41635"/>
                  <a:pt x="1799853" y="43038"/>
                </a:cubicBezTo>
                <a:cubicBezTo>
                  <a:pt x="1798082" y="44442"/>
                  <a:pt x="1796690" y="46978"/>
                  <a:pt x="1795675" y="50649"/>
                </a:cubicBezTo>
                <a:cubicBezTo>
                  <a:pt x="1794660" y="54319"/>
                  <a:pt x="1794153" y="62005"/>
                  <a:pt x="1794153" y="73706"/>
                </a:cubicBezTo>
                <a:lnTo>
                  <a:pt x="1794153" y="94950"/>
                </a:lnTo>
                <a:close/>
                <a:moveTo>
                  <a:pt x="1859871" y="26166"/>
                </a:moveTo>
                <a:lnTo>
                  <a:pt x="1859871" y="40674"/>
                </a:lnTo>
                <a:lnTo>
                  <a:pt x="1847436" y="40674"/>
                </a:lnTo>
                <a:lnTo>
                  <a:pt x="1847436" y="68350"/>
                </a:lnTo>
                <a:cubicBezTo>
                  <a:pt x="1847436" y="73956"/>
                  <a:pt x="1847555" y="77222"/>
                  <a:pt x="1847792" y="78149"/>
                </a:cubicBezTo>
                <a:cubicBezTo>
                  <a:pt x="1848029" y="79074"/>
                  <a:pt x="1848569" y="79839"/>
                  <a:pt x="1849411" y="80444"/>
                </a:cubicBezTo>
                <a:cubicBezTo>
                  <a:pt x="1850253" y="81047"/>
                  <a:pt x="1851279" y="81349"/>
                  <a:pt x="1852488" y="81349"/>
                </a:cubicBezTo>
                <a:cubicBezTo>
                  <a:pt x="1854172" y="81349"/>
                  <a:pt x="1856611" y="80766"/>
                  <a:pt x="1859806" y="79600"/>
                </a:cubicBezTo>
                <a:lnTo>
                  <a:pt x="1861361" y="93772"/>
                </a:lnTo>
                <a:cubicBezTo>
                  <a:pt x="1857129" y="95594"/>
                  <a:pt x="1852337" y="96504"/>
                  <a:pt x="1846982" y="96504"/>
                </a:cubicBezTo>
                <a:cubicBezTo>
                  <a:pt x="1843701" y="96504"/>
                  <a:pt x="1840743" y="95954"/>
                  <a:pt x="1838109" y="94853"/>
                </a:cubicBezTo>
                <a:cubicBezTo>
                  <a:pt x="1835475" y="93752"/>
                  <a:pt x="1833543" y="92327"/>
                  <a:pt x="1832312" y="90578"/>
                </a:cubicBezTo>
                <a:cubicBezTo>
                  <a:pt x="1831082" y="88829"/>
                  <a:pt x="1830229" y="86465"/>
                  <a:pt x="1829754" y="83486"/>
                </a:cubicBezTo>
                <a:cubicBezTo>
                  <a:pt x="1829366" y="81370"/>
                  <a:pt x="1829171" y="77096"/>
                  <a:pt x="1829171" y="70662"/>
                </a:cubicBezTo>
                <a:lnTo>
                  <a:pt x="1829171" y="40674"/>
                </a:lnTo>
                <a:lnTo>
                  <a:pt x="1820816" y="40674"/>
                </a:lnTo>
                <a:lnTo>
                  <a:pt x="1820816" y="26166"/>
                </a:lnTo>
                <a:lnTo>
                  <a:pt x="1829171" y="26166"/>
                </a:lnTo>
                <a:lnTo>
                  <a:pt x="1829171" y="12435"/>
                </a:lnTo>
                <a:lnTo>
                  <a:pt x="1847436" y="1684"/>
                </a:lnTo>
                <a:lnTo>
                  <a:pt x="1847436" y="26166"/>
                </a:lnTo>
                <a:lnTo>
                  <a:pt x="1859871" y="26166"/>
                </a:lnTo>
                <a:close/>
                <a:moveTo>
                  <a:pt x="1872500" y="16840"/>
                </a:moveTo>
                <a:lnTo>
                  <a:pt x="1872500" y="0"/>
                </a:lnTo>
                <a:lnTo>
                  <a:pt x="1890699" y="0"/>
                </a:lnTo>
                <a:lnTo>
                  <a:pt x="1890699" y="16840"/>
                </a:lnTo>
                <a:lnTo>
                  <a:pt x="1872500" y="16840"/>
                </a:lnTo>
                <a:moveTo>
                  <a:pt x="1872500" y="94950"/>
                </a:moveTo>
                <a:lnTo>
                  <a:pt x="1872500" y="26166"/>
                </a:lnTo>
                <a:lnTo>
                  <a:pt x="1890699" y="26166"/>
                </a:lnTo>
                <a:lnTo>
                  <a:pt x="1890699" y="94950"/>
                </a:lnTo>
                <a:lnTo>
                  <a:pt x="1872500" y="94950"/>
                </a:lnTo>
                <a:close/>
                <a:moveTo>
                  <a:pt x="1922977" y="47410"/>
                </a:moveTo>
                <a:lnTo>
                  <a:pt x="1906461" y="44431"/>
                </a:lnTo>
                <a:cubicBezTo>
                  <a:pt x="1908317" y="37694"/>
                  <a:pt x="1911513" y="32706"/>
                  <a:pt x="1916046" y="29469"/>
                </a:cubicBezTo>
                <a:cubicBezTo>
                  <a:pt x="1920580" y="26231"/>
                  <a:pt x="1927316" y="24612"/>
                  <a:pt x="1936254" y="24612"/>
                </a:cubicBezTo>
                <a:cubicBezTo>
                  <a:pt x="1944372" y="24612"/>
                  <a:pt x="1950417" y="25573"/>
                  <a:pt x="1954389" y="27494"/>
                </a:cubicBezTo>
                <a:cubicBezTo>
                  <a:pt x="1958362" y="29415"/>
                  <a:pt x="1961157" y="31855"/>
                  <a:pt x="1962777" y="34813"/>
                </a:cubicBezTo>
                <a:cubicBezTo>
                  <a:pt x="1964396" y="37771"/>
                  <a:pt x="1965205" y="43200"/>
                  <a:pt x="1965205" y="51102"/>
                </a:cubicBezTo>
                <a:lnTo>
                  <a:pt x="1965011" y="72346"/>
                </a:lnTo>
                <a:cubicBezTo>
                  <a:pt x="1965011" y="78391"/>
                  <a:pt x="1965303" y="82849"/>
                  <a:pt x="1965885" y="85720"/>
                </a:cubicBezTo>
                <a:cubicBezTo>
                  <a:pt x="1966468" y="88592"/>
                  <a:pt x="1967559" y="91668"/>
                  <a:pt x="1969156" y="94950"/>
                </a:cubicBezTo>
                <a:lnTo>
                  <a:pt x="1951151" y="94950"/>
                </a:lnTo>
                <a:cubicBezTo>
                  <a:pt x="1950676" y="93741"/>
                  <a:pt x="1950093" y="91949"/>
                  <a:pt x="1949402" y="89574"/>
                </a:cubicBezTo>
                <a:cubicBezTo>
                  <a:pt x="1949100" y="88495"/>
                  <a:pt x="1948884" y="87782"/>
                  <a:pt x="1948754" y="87437"/>
                </a:cubicBezTo>
                <a:cubicBezTo>
                  <a:pt x="1945645" y="90459"/>
                  <a:pt x="1942321" y="92726"/>
                  <a:pt x="1938780" y="94237"/>
                </a:cubicBezTo>
                <a:cubicBezTo>
                  <a:pt x="1935239" y="95749"/>
                  <a:pt x="1931461" y="96504"/>
                  <a:pt x="1927446" y="96504"/>
                </a:cubicBezTo>
                <a:cubicBezTo>
                  <a:pt x="1920364" y="96504"/>
                  <a:pt x="1914783" y="94591"/>
                  <a:pt x="1910703" y="90764"/>
                </a:cubicBezTo>
                <a:cubicBezTo>
                  <a:pt x="1906623" y="86938"/>
                  <a:pt x="1904583" y="82100"/>
                  <a:pt x="1904583" y="76252"/>
                </a:cubicBezTo>
                <a:cubicBezTo>
                  <a:pt x="1904583" y="72382"/>
                  <a:pt x="1905511" y="68932"/>
                  <a:pt x="1907368" y="65901"/>
                </a:cubicBezTo>
                <a:cubicBezTo>
                  <a:pt x="1909224" y="62869"/>
                  <a:pt x="1911826" y="60547"/>
                  <a:pt x="1915172" y="58935"/>
                </a:cubicBezTo>
                <a:cubicBezTo>
                  <a:pt x="1918518" y="57322"/>
                  <a:pt x="1923344" y="55914"/>
                  <a:pt x="1929648" y="54711"/>
                </a:cubicBezTo>
                <a:cubicBezTo>
                  <a:pt x="1938154" y="53120"/>
                  <a:pt x="1944048" y="51636"/>
                  <a:pt x="1947329" y="50260"/>
                </a:cubicBezTo>
                <a:lnTo>
                  <a:pt x="1947329" y="48426"/>
                </a:lnTo>
                <a:cubicBezTo>
                  <a:pt x="1947329" y="44890"/>
                  <a:pt x="1946466" y="42368"/>
                  <a:pt x="1944739" y="40863"/>
                </a:cubicBezTo>
                <a:cubicBezTo>
                  <a:pt x="1943012" y="39355"/>
                  <a:pt x="1939752" y="38602"/>
                  <a:pt x="1934959" y="38602"/>
                </a:cubicBezTo>
                <a:cubicBezTo>
                  <a:pt x="1931720" y="38602"/>
                  <a:pt x="1929194" y="39253"/>
                  <a:pt x="1927381" y="40557"/>
                </a:cubicBezTo>
                <a:cubicBezTo>
                  <a:pt x="1925567" y="41859"/>
                  <a:pt x="1924099" y="44143"/>
                  <a:pt x="1922977" y="47410"/>
                </a:cubicBezTo>
                <a:moveTo>
                  <a:pt x="1947329" y="62177"/>
                </a:moveTo>
                <a:cubicBezTo>
                  <a:pt x="1944998" y="62945"/>
                  <a:pt x="1941306" y="63863"/>
                  <a:pt x="1936254" y="64930"/>
                </a:cubicBezTo>
                <a:cubicBezTo>
                  <a:pt x="1931202" y="65996"/>
                  <a:pt x="1927899" y="67041"/>
                  <a:pt x="1926345" y="68065"/>
                </a:cubicBezTo>
                <a:cubicBezTo>
                  <a:pt x="1923970" y="69729"/>
                  <a:pt x="1922782" y="71841"/>
                  <a:pt x="1922782" y="74400"/>
                </a:cubicBezTo>
                <a:cubicBezTo>
                  <a:pt x="1922782" y="76918"/>
                  <a:pt x="1923732" y="79095"/>
                  <a:pt x="1925632" y="80930"/>
                </a:cubicBezTo>
                <a:cubicBezTo>
                  <a:pt x="1927532" y="82763"/>
                  <a:pt x="1929950" y="83680"/>
                  <a:pt x="1932886" y="83680"/>
                </a:cubicBezTo>
                <a:cubicBezTo>
                  <a:pt x="1936168" y="83680"/>
                  <a:pt x="1939298" y="82614"/>
                  <a:pt x="1942278" y="80480"/>
                </a:cubicBezTo>
                <a:cubicBezTo>
                  <a:pt x="1944480" y="78860"/>
                  <a:pt x="1945926" y="76876"/>
                  <a:pt x="1946617" y="74528"/>
                </a:cubicBezTo>
                <a:cubicBezTo>
                  <a:pt x="1947092" y="72992"/>
                  <a:pt x="1947329" y="70070"/>
                  <a:pt x="1947329" y="65762"/>
                </a:cubicBezTo>
                <a:lnTo>
                  <a:pt x="1947329" y="62177"/>
                </a:lnTo>
                <a:close/>
                <a:moveTo>
                  <a:pt x="1983126" y="94950"/>
                </a:moveTo>
                <a:lnTo>
                  <a:pt x="1983126" y="0"/>
                </a:lnTo>
                <a:lnTo>
                  <a:pt x="2001326" y="0"/>
                </a:lnTo>
                <a:lnTo>
                  <a:pt x="2001326" y="94950"/>
                </a:lnTo>
                <a:lnTo>
                  <a:pt x="1983126" y="94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B7357-B0BB-4516-AE8C-84D61388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092" y="1758973"/>
            <a:ext cx="2321285" cy="151594"/>
          </a:xfrm>
          <a:custGeom xmlns:a="http://schemas.openxmlformats.org/drawingml/2006/main">
            <a:pathLst>
              <a:path w="2321285" h="151594">
                <a:moveTo>
                  <a:pt x="0" y="0"/>
                </a:moveTo>
                <a:lnTo>
                  <a:pt x="2321285" y="0"/>
                </a:lnTo>
                <a:lnTo>
                  <a:pt x="2321285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navigationcalculationangleworking">
            <a:extLst xmlns:a="http://schemas.openxmlformats.org/drawingml/2006/main">
              <a:ext uri="{FF2B5EF4-FFF2-40B4-BE49-F238E27FC236}">
                <a16:creationId xmlns:a16="http://schemas.microsoft.com/office/drawing/2014/main" id="{D57273B1-F197-4709-AF42-90503102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3" y="1787193"/>
            <a:ext cx="2304051" cy="122930"/>
          </a:xfrm>
          <a:custGeom xmlns:a="http://schemas.openxmlformats.org/drawingml/2006/main">
            <a:pathLst>
              <a:path w="2304051" h="122930">
                <a:moveTo>
                  <a:pt x="62695" y="94950"/>
                </a:moveTo>
                <a:lnTo>
                  <a:pt x="44496" y="94950"/>
                </a:lnTo>
                <a:lnTo>
                  <a:pt x="44496" y="59886"/>
                </a:lnTo>
                <a:cubicBezTo>
                  <a:pt x="44496" y="52467"/>
                  <a:pt x="44107" y="47669"/>
                  <a:pt x="43330" y="45491"/>
                </a:cubicBezTo>
                <a:cubicBezTo>
                  <a:pt x="42553" y="43314"/>
                  <a:pt x="41290" y="41621"/>
                  <a:pt x="39541" y="40413"/>
                </a:cubicBezTo>
                <a:cubicBezTo>
                  <a:pt x="37792" y="39206"/>
                  <a:pt x="35687" y="38602"/>
                  <a:pt x="33226" y="38602"/>
                </a:cubicBezTo>
                <a:cubicBezTo>
                  <a:pt x="30074" y="38602"/>
                  <a:pt x="27246" y="39465"/>
                  <a:pt x="24741" y="41190"/>
                </a:cubicBezTo>
                <a:cubicBezTo>
                  <a:pt x="22237" y="42915"/>
                  <a:pt x="20521" y="45201"/>
                  <a:pt x="19592" y="48048"/>
                </a:cubicBezTo>
                <a:cubicBezTo>
                  <a:pt x="18664" y="50893"/>
                  <a:pt x="18200" y="56155"/>
                  <a:pt x="18200" y="63833"/>
                </a:cubicBezTo>
                <a:lnTo>
                  <a:pt x="18200" y="94950"/>
                </a:lnTo>
                <a:lnTo>
                  <a:pt x="0" y="94950"/>
                </a:lnTo>
                <a:lnTo>
                  <a:pt x="0" y="26166"/>
                </a:lnTo>
                <a:lnTo>
                  <a:pt x="16904" y="26166"/>
                </a:lnTo>
                <a:lnTo>
                  <a:pt x="16904" y="36270"/>
                </a:lnTo>
                <a:cubicBezTo>
                  <a:pt x="22906" y="28498"/>
                  <a:pt x="30463" y="24612"/>
                  <a:pt x="39573" y="24612"/>
                </a:cubicBezTo>
                <a:cubicBezTo>
                  <a:pt x="43589" y="24612"/>
                  <a:pt x="47259" y="25335"/>
                  <a:pt x="50584" y="26782"/>
                </a:cubicBezTo>
                <a:cubicBezTo>
                  <a:pt x="53909" y="28228"/>
                  <a:pt x="56424" y="30074"/>
                  <a:pt x="58129" y="32319"/>
                </a:cubicBezTo>
                <a:cubicBezTo>
                  <a:pt x="59835" y="34565"/>
                  <a:pt x="61022" y="37112"/>
                  <a:pt x="61692" y="39962"/>
                </a:cubicBezTo>
                <a:cubicBezTo>
                  <a:pt x="62361" y="42812"/>
                  <a:pt x="62695" y="46892"/>
                  <a:pt x="62695" y="52203"/>
                </a:cubicBezTo>
                <a:lnTo>
                  <a:pt x="62695" y="94950"/>
                </a:lnTo>
                <a:close/>
                <a:moveTo>
                  <a:pt x="94777" y="47410"/>
                </a:moveTo>
                <a:lnTo>
                  <a:pt x="78261" y="44431"/>
                </a:lnTo>
                <a:cubicBezTo>
                  <a:pt x="80117" y="37694"/>
                  <a:pt x="83313" y="32706"/>
                  <a:pt x="87846" y="29469"/>
                </a:cubicBezTo>
                <a:cubicBezTo>
                  <a:pt x="92380" y="26231"/>
                  <a:pt x="99116" y="24612"/>
                  <a:pt x="108054" y="24612"/>
                </a:cubicBezTo>
                <a:cubicBezTo>
                  <a:pt x="116172" y="24612"/>
                  <a:pt x="122217" y="25573"/>
                  <a:pt x="126189" y="27494"/>
                </a:cubicBezTo>
                <a:cubicBezTo>
                  <a:pt x="130162" y="29415"/>
                  <a:pt x="132957" y="31855"/>
                  <a:pt x="134577" y="34813"/>
                </a:cubicBezTo>
                <a:cubicBezTo>
                  <a:pt x="136196" y="37771"/>
                  <a:pt x="137005" y="43200"/>
                  <a:pt x="137005" y="51102"/>
                </a:cubicBezTo>
                <a:lnTo>
                  <a:pt x="136811" y="72346"/>
                </a:lnTo>
                <a:cubicBezTo>
                  <a:pt x="136811" y="78391"/>
                  <a:pt x="137103" y="82849"/>
                  <a:pt x="137685" y="85720"/>
                </a:cubicBezTo>
                <a:cubicBezTo>
                  <a:pt x="138268" y="88592"/>
                  <a:pt x="139359" y="91668"/>
                  <a:pt x="140956" y="94950"/>
                </a:cubicBezTo>
                <a:lnTo>
                  <a:pt x="122951" y="94950"/>
                </a:lnTo>
                <a:cubicBezTo>
                  <a:pt x="122476" y="93741"/>
                  <a:pt x="121893" y="91949"/>
                  <a:pt x="121202" y="89574"/>
                </a:cubicBezTo>
                <a:cubicBezTo>
                  <a:pt x="120900" y="88495"/>
                  <a:pt x="120684" y="87782"/>
                  <a:pt x="120554" y="87437"/>
                </a:cubicBezTo>
                <a:cubicBezTo>
                  <a:pt x="117445" y="90459"/>
                  <a:pt x="114121" y="92726"/>
                  <a:pt x="110580" y="94237"/>
                </a:cubicBezTo>
                <a:cubicBezTo>
                  <a:pt x="107039" y="95749"/>
                  <a:pt x="103261" y="96504"/>
                  <a:pt x="99246" y="96504"/>
                </a:cubicBezTo>
                <a:cubicBezTo>
                  <a:pt x="92164" y="96504"/>
                  <a:pt x="86583" y="94591"/>
                  <a:pt x="82503" y="90764"/>
                </a:cubicBezTo>
                <a:cubicBezTo>
                  <a:pt x="78423" y="86938"/>
                  <a:pt x="76383" y="82100"/>
                  <a:pt x="76383" y="76252"/>
                </a:cubicBezTo>
                <a:cubicBezTo>
                  <a:pt x="76383" y="72382"/>
                  <a:pt x="77311" y="68932"/>
                  <a:pt x="79168" y="65901"/>
                </a:cubicBezTo>
                <a:cubicBezTo>
                  <a:pt x="81024" y="62869"/>
                  <a:pt x="83626" y="60547"/>
                  <a:pt x="86972" y="58935"/>
                </a:cubicBezTo>
                <a:cubicBezTo>
                  <a:pt x="90318" y="57322"/>
                  <a:pt x="95144" y="55914"/>
                  <a:pt x="101448" y="54711"/>
                </a:cubicBezTo>
                <a:cubicBezTo>
                  <a:pt x="109954" y="53120"/>
                  <a:pt x="115848" y="51636"/>
                  <a:pt x="119129" y="50260"/>
                </a:cubicBezTo>
                <a:lnTo>
                  <a:pt x="119129" y="48426"/>
                </a:lnTo>
                <a:cubicBezTo>
                  <a:pt x="119129" y="44890"/>
                  <a:pt x="118266" y="42368"/>
                  <a:pt x="116539" y="40863"/>
                </a:cubicBezTo>
                <a:cubicBezTo>
                  <a:pt x="114812" y="39355"/>
                  <a:pt x="111552" y="38602"/>
                  <a:pt x="106759" y="38602"/>
                </a:cubicBezTo>
                <a:cubicBezTo>
                  <a:pt x="103520" y="38602"/>
                  <a:pt x="100994" y="39253"/>
                  <a:pt x="99181" y="40557"/>
                </a:cubicBezTo>
                <a:cubicBezTo>
                  <a:pt x="97367" y="41859"/>
                  <a:pt x="95899" y="44143"/>
                  <a:pt x="94777" y="47410"/>
                </a:cubicBezTo>
                <a:moveTo>
                  <a:pt x="119129" y="62177"/>
                </a:moveTo>
                <a:cubicBezTo>
                  <a:pt x="116798" y="62945"/>
                  <a:pt x="113106" y="63863"/>
                  <a:pt x="108054" y="64930"/>
                </a:cubicBezTo>
                <a:cubicBezTo>
                  <a:pt x="103002" y="65996"/>
                  <a:pt x="99699" y="67041"/>
                  <a:pt x="98145" y="68065"/>
                </a:cubicBezTo>
                <a:cubicBezTo>
                  <a:pt x="95770" y="69729"/>
                  <a:pt x="94582" y="71841"/>
                  <a:pt x="94582" y="74400"/>
                </a:cubicBezTo>
                <a:cubicBezTo>
                  <a:pt x="94582" y="76918"/>
                  <a:pt x="95532" y="79095"/>
                  <a:pt x="97432" y="80930"/>
                </a:cubicBezTo>
                <a:cubicBezTo>
                  <a:pt x="99332" y="82763"/>
                  <a:pt x="101750" y="83680"/>
                  <a:pt x="104686" y="83680"/>
                </a:cubicBezTo>
                <a:cubicBezTo>
                  <a:pt x="107968" y="83680"/>
                  <a:pt x="111098" y="82614"/>
                  <a:pt x="114077" y="80480"/>
                </a:cubicBezTo>
                <a:cubicBezTo>
                  <a:pt x="116280" y="78860"/>
                  <a:pt x="117726" y="76876"/>
                  <a:pt x="118417" y="74528"/>
                </a:cubicBezTo>
                <a:cubicBezTo>
                  <a:pt x="118892" y="72992"/>
                  <a:pt x="119129" y="70070"/>
                  <a:pt x="119129" y="65762"/>
                </a:cubicBezTo>
                <a:lnTo>
                  <a:pt x="119129" y="62177"/>
                </a:lnTo>
                <a:close/>
                <a:moveTo>
                  <a:pt x="173838" y="94950"/>
                </a:moveTo>
                <a:lnTo>
                  <a:pt x="146117" y="26166"/>
                </a:lnTo>
                <a:lnTo>
                  <a:pt x="165224" y="26166"/>
                </a:lnTo>
                <a:lnTo>
                  <a:pt x="178178" y="61271"/>
                </a:lnTo>
                <a:lnTo>
                  <a:pt x="181934" y="72994"/>
                </a:lnTo>
                <a:cubicBezTo>
                  <a:pt x="182927" y="70014"/>
                  <a:pt x="183553" y="68050"/>
                  <a:pt x="183812" y="67100"/>
                </a:cubicBezTo>
                <a:cubicBezTo>
                  <a:pt x="184417" y="65157"/>
                  <a:pt x="185065" y="63214"/>
                  <a:pt x="185756" y="61271"/>
                </a:cubicBezTo>
                <a:lnTo>
                  <a:pt x="198839" y="26166"/>
                </a:lnTo>
                <a:lnTo>
                  <a:pt x="217557" y="26166"/>
                </a:lnTo>
                <a:lnTo>
                  <a:pt x="190225" y="94950"/>
                </a:lnTo>
                <a:lnTo>
                  <a:pt x="173838" y="94950"/>
                </a:lnTo>
                <a:close/>
                <a:moveTo>
                  <a:pt x="228676" y="16840"/>
                </a:moveTo>
                <a:lnTo>
                  <a:pt x="228676" y="0"/>
                </a:lnTo>
                <a:lnTo>
                  <a:pt x="246876" y="0"/>
                </a:lnTo>
                <a:lnTo>
                  <a:pt x="246876" y="16840"/>
                </a:lnTo>
                <a:lnTo>
                  <a:pt x="228676" y="16840"/>
                </a:lnTo>
                <a:moveTo>
                  <a:pt x="228676" y="94950"/>
                </a:moveTo>
                <a:lnTo>
                  <a:pt x="228676" y="26166"/>
                </a:lnTo>
                <a:lnTo>
                  <a:pt x="246876" y="26166"/>
                </a:lnTo>
                <a:lnTo>
                  <a:pt x="246876" y="94950"/>
                </a:lnTo>
                <a:lnTo>
                  <a:pt x="228676" y="94950"/>
                </a:lnTo>
                <a:close/>
                <a:moveTo>
                  <a:pt x="263868" y="99354"/>
                </a:moveTo>
                <a:lnTo>
                  <a:pt x="284658" y="101945"/>
                </a:lnTo>
                <a:cubicBezTo>
                  <a:pt x="285004" y="104386"/>
                  <a:pt x="285803" y="106064"/>
                  <a:pt x="287055" y="106979"/>
                </a:cubicBezTo>
                <a:cubicBezTo>
                  <a:pt x="288782" y="108286"/>
                  <a:pt x="291502" y="108940"/>
                  <a:pt x="295216" y="108940"/>
                </a:cubicBezTo>
                <a:cubicBezTo>
                  <a:pt x="299965" y="108940"/>
                  <a:pt x="303527" y="108222"/>
                  <a:pt x="305902" y="106786"/>
                </a:cubicBezTo>
                <a:cubicBezTo>
                  <a:pt x="307500" y="105830"/>
                  <a:pt x="308709" y="104286"/>
                  <a:pt x="309529" y="102155"/>
                </a:cubicBezTo>
                <a:cubicBezTo>
                  <a:pt x="310091" y="100633"/>
                  <a:pt x="310371" y="97829"/>
                  <a:pt x="310371" y="93742"/>
                </a:cubicBezTo>
                <a:lnTo>
                  <a:pt x="310371" y="83630"/>
                </a:lnTo>
                <a:cubicBezTo>
                  <a:pt x="304931" y="91176"/>
                  <a:pt x="298065" y="94950"/>
                  <a:pt x="289775" y="94950"/>
                </a:cubicBezTo>
                <a:cubicBezTo>
                  <a:pt x="280535" y="94950"/>
                  <a:pt x="273216" y="91042"/>
                  <a:pt x="267819" y="83227"/>
                </a:cubicBezTo>
                <a:cubicBezTo>
                  <a:pt x="263587" y="77052"/>
                  <a:pt x="261471" y="69367"/>
                  <a:pt x="261471" y="60169"/>
                </a:cubicBezTo>
                <a:cubicBezTo>
                  <a:pt x="261471" y="48641"/>
                  <a:pt x="264246" y="39832"/>
                  <a:pt x="269794" y="33744"/>
                </a:cubicBezTo>
                <a:cubicBezTo>
                  <a:pt x="275343" y="27656"/>
                  <a:pt x="282240" y="24612"/>
                  <a:pt x="290488" y="24612"/>
                </a:cubicBezTo>
                <a:cubicBezTo>
                  <a:pt x="298994" y="24612"/>
                  <a:pt x="306010" y="28364"/>
                  <a:pt x="311537" y="35869"/>
                </a:cubicBezTo>
                <a:lnTo>
                  <a:pt x="311537" y="26166"/>
                </a:lnTo>
                <a:lnTo>
                  <a:pt x="328571" y="26166"/>
                </a:lnTo>
                <a:lnTo>
                  <a:pt x="328571" y="87931"/>
                </a:lnTo>
                <a:cubicBezTo>
                  <a:pt x="328571" y="96054"/>
                  <a:pt x="327902" y="102124"/>
                  <a:pt x="326563" y="106143"/>
                </a:cubicBezTo>
                <a:cubicBezTo>
                  <a:pt x="325225" y="110161"/>
                  <a:pt x="323346" y="113315"/>
                  <a:pt x="320928" y="115605"/>
                </a:cubicBezTo>
                <a:cubicBezTo>
                  <a:pt x="318510" y="117896"/>
                  <a:pt x="315283" y="119689"/>
                  <a:pt x="311246" y="120985"/>
                </a:cubicBezTo>
                <a:cubicBezTo>
                  <a:pt x="307208" y="122281"/>
                  <a:pt x="302103" y="122930"/>
                  <a:pt x="295928" y="122930"/>
                </a:cubicBezTo>
                <a:cubicBezTo>
                  <a:pt x="284270" y="122930"/>
                  <a:pt x="276001" y="120916"/>
                  <a:pt x="271122" y="116888"/>
                </a:cubicBezTo>
                <a:cubicBezTo>
                  <a:pt x="266243" y="112862"/>
                  <a:pt x="263803" y="107757"/>
                  <a:pt x="263803" y="101574"/>
                </a:cubicBezTo>
                <a:cubicBezTo>
                  <a:pt x="263803" y="100965"/>
                  <a:pt x="263825" y="100224"/>
                  <a:pt x="263868" y="99354"/>
                </a:cubicBezTo>
                <a:moveTo>
                  <a:pt x="280125" y="59133"/>
                </a:moveTo>
                <a:cubicBezTo>
                  <a:pt x="280125" y="66409"/>
                  <a:pt x="281539" y="71736"/>
                  <a:pt x="284367" y="75115"/>
                </a:cubicBezTo>
                <a:cubicBezTo>
                  <a:pt x="287195" y="78493"/>
                  <a:pt x="290682" y="80183"/>
                  <a:pt x="294827" y="80183"/>
                </a:cubicBezTo>
                <a:cubicBezTo>
                  <a:pt x="299274" y="80183"/>
                  <a:pt x="303031" y="78450"/>
                  <a:pt x="306097" y="74985"/>
                </a:cubicBezTo>
                <a:cubicBezTo>
                  <a:pt x="309162" y="71520"/>
                  <a:pt x="310695" y="66387"/>
                  <a:pt x="310695" y="59587"/>
                </a:cubicBezTo>
                <a:cubicBezTo>
                  <a:pt x="310695" y="52484"/>
                  <a:pt x="309227" y="47210"/>
                  <a:pt x="306291" y="43767"/>
                </a:cubicBezTo>
                <a:cubicBezTo>
                  <a:pt x="303355" y="40323"/>
                  <a:pt x="299641" y="38602"/>
                  <a:pt x="295151" y="38602"/>
                </a:cubicBezTo>
                <a:cubicBezTo>
                  <a:pt x="290790" y="38602"/>
                  <a:pt x="287195" y="40291"/>
                  <a:pt x="284367" y="43670"/>
                </a:cubicBezTo>
                <a:cubicBezTo>
                  <a:pt x="281539" y="47049"/>
                  <a:pt x="280125" y="52203"/>
                  <a:pt x="280125" y="59133"/>
                </a:cubicBezTo>
                <a:close/>
                <a:moveTo>
                  <a:pt x="360199" y="47410"/>
                </a:moveTo>
                <a:lnTo>
                  <a:pt x="343683" y="44431"/>
                </a:lnTo>
                <a:cubicBezTo>
                  <a:pt x="345540" y="37694"/>
                  <a:pt x="348735" y="32706"/>
                  <a:pt x="353269" y="29469"/>
                </a:cubicBezTo>
                <a:cubicBezTo>
                  <a:pt x="357803" y="26231"/>
                  <a:pt x="364538" y="24612"/>
                  <a:pt x="373476" y="24612"/>
                </a:cubicBezTo>
                <a:cubicBezTo>
                  <a:pt x="381594" y="24612"/>
                  <a:pt x="387639" y="25573"/>
                  <a:pt x="391611" y="27494"/>
                </a:cubicBezTo>
                <a:cubicBezTo>
                  <a:pt x="395584" y="29415"/>
                  <a:pt x="398380" y="31855"/>
                  <a:pt x="399999" y="34813"/>
                </a:cubicBezTo>
                <a:cubicBezTo>
                  <a:pt x="401618" y="37771"/>
                  <a:pt x="402428" y="43200"/>
                  <a:pt x="402428" y="51102"/>
                </a:cubicBezTo>
                <a:lnTo>
                  <a:pt x="402233" y="72346"/>
                </a:lnTo>
                <a:cubicBezTo>
                  <a:pt x="402233" y="78391"/>
                  <a:pt x="402525" y="82849"/>
                  <a:pt x="403108" y="85720"/>
                </a:cubicBezTo>
                <a:cubicBezTo>
                  <a:pt x="403691" y="88592"/>
                  <a:pt x="404781" y="91668"/>
                  <a:pt x="406379" y="94950"/>
                </a:cubicBezTo>
                <a:lnTo>
                  <a:pt x="388373" y="94950"/>
                </a:lnTo>
                <a:cubicBezTo>
                  <a:pt x="387898" y="93741"/>
                  <a:pt x="387315" y="91949"/>
                  <a:pt x="386624" y="89574"/>
                </a:cubicBezTo>
                <a:cubicBezTo>
                  <a:pt x="386322" y="88495"/>
                  <a:pt x="386106" y="87782"/>
                  <a:pt x="385977" y="87437"/>
                </a:cubicBezTo>
                <a:cubicBezTo>
                  <a:pt x="382868" y="90459"/>
                  <a:pt x="379543" y="92726"/>
                  <a:pt x="376002" y="94237"/>
                </a:cubicBezTo>
                <a:cubicBezTo>
                  <a:pt x="372462" y="95749"/>
                  <a:pt x="368684" y="96504"/>
                  <a:pt x="364668" y="96504"/>
                </a:cubicBezTo>
                <a:cubicBezTo>
                  <a:pt x="357587" y="96504"/>
                  <a:pt x="352006" y="94591"/>
                  <a:pt x="347925" y="90764"/>
                </a:cubicBezTo>
                <a:cubicBezTo>
                  <a:pt x="343845" y="86938"/>
                  <a:pt x="341805" y="82100"/>
                  <a:pt x="341805" y="76252"/>
                </a:cubicBezTo>
                <a:cubicBezTo>
                  <a:pt x="341805" y="72382"/>
                  <a:pt x="342733" y="68932"/>
                  <a:pt x="344590" y="65901"/>
                </a:cubicBezTo>
                <a:cubicBezTo>
                  <a:pt x="346447" y="62869"/>
                  <a:pt x="349048" y="60547"/>
                  <a:pt x="352394" y="58935"/>
                </a:cubicBezTo>
                <a:cubicBezTo>
                  <a:pt x="355741" y="57322"/>
                  <a:pt x="360566" y="55914"/>
                  <a:pt x="366870" y="54711"/>
                </a:cubicBezTo>
                <a:cubicBezTo>
                  <a:pt x="375376" y="53120"/>
                  <a:pt x="381270" y="51636"/>
                  <a:pt x="384552" y="50260"/>
                </a:cubicBezTo>
                <a:lnTo>
                  <a:pt x="384552" y="48426"/>
                </a:lnTo>
                <a:cubicBezTo>
                  <a:pt x="384552" y="44890"/>
                  <a:pt x="383688" y="42368"/>
                  <a:pt x="381961" y="40863"/>
                </a:cubicBezTo>
                <a:cubicBezTo>
                  <a:pt x="380234" y="39355"/>
                  <a:pt x="376974" y="38602"/>
                  <a:pt x="372181" y="38602"/>
                </a:cubicBezTo>
                <a:cubicBezTo>
                  <a:pt x="368943" y="38602"/>
                  <a:pt x="366417" y="39253"/>
                  <a:pt x="364603" y="40557"/>
                </a:cubicBezTo>
                <a:cubicBezTo>
                  <a:pt x="362790" y="41859"/>
                  <a:pt x="361322" y="44143"/>
                  <a:pt x="360199" y="47410"/>
                </a:cubicBezTo>
                <a:moveTo>
                  <a:pt x="384552" y="62177"/>
                </a:moveTo>
                <a:cubicBezTo>
                  <a:pt x="382220" y="62945"/>
                  <a:pt x="378528" y="63863"/>
                  <a:pt x="373476" y="64930"/>
                </a:cubicBezTo>
                <a:cubicBezTo>
                  <a:pt x="368425" y="65996"/>
                  <a:pt x="365121" y="67041"/>
                  <a:pt x="363567" y="68065"/>
                </a:cubicBezTo>
                <a:cubicBezTo>
                  <a:pt x="361192" y="69729"/>
                  <a:pt x="360005" y="71841"/>
                  <a:pt x="360005" y="74400"/>
                </a:cubicBezTo>
                <a:cubicBezTo>
                  <a:pt x="360005" y="76918"/>
                  <a:pt x="360955" y="79095"/>
                  <a:pt x="362854" y="80930"/>
                </a:cubicBezTo>
                <a:cubicBezTo>
                  <a:pt x="364754" y="82763"/>
                  <a:pt x="367172" y="83680"/>
                  <a:pt x="370108" y="83680"/>
                </a:cubicBezTo>
                <a:cubicBezTo>
                  <a:pt x="373390" y="83680"/>
                  <a:pt x="376521" y="82614"/>
                  <a:pt x="379500" y="80480"/>
                </a:cubicBezTo>
                <a:cubicBezTo>
                  <a:pt x="381702" y="78860"/>
                  <a:pt x="383148" y="76876"/>
                  <a:pt x="383839" y="74528"/>
                </a:cubicBezTo>
                <a:cubicBezTo>
                  <a:pt x="384314" y="72992"/>
                  <a:pt x="384552" y="70070"/>
                  <a:pt x="384552" y="65762"/>
                </a:cubicBezTo>
                <a:lnTo>
                  <a:pt x="384552" y="62177"/>
                </a:lnTo>
                <a:close/>
                <a:moveTo>
                  <a:pt x="451890" y="26166"/>
                </a:moveTo>
                <a:lnTo>
                  <a:pt x="451890" y="40674"/>
                </a:lnTo>
                <a:lnTo>
                  <a:pt x="439455" y="40674"/>
                </a:lnTo>
                <a:lnTo>
                  <a:pt x="439455" y="68350"/>
                </a:lnTo>
                <a:cubicBezTo>
                  <a:pt x="439455" y="73956"/>
                  <a:pt x="439574" y="77222"/>
                  <a:pt x="439811" y="78149"/>
                </a:cubicBezTo>
                <a:cubicBezTo>
                  <a:pt x="440049" y="79074"/>
                  <a:pt x="440588" y="79839"/>
                  <a:pt x="441430" y="80444"/>
                </a:cubicBezTo>
                <a:cubicBezTo>
                  <a:pt x="442272" y="81047"/>
                  <a:pt x="443298" y="81349"/>
                  <a:pt x="444507" y="81349"/>
                </a:cubicBezTo>
                <a:cubicBezTo>
                  <a:pt x="446191" y="81349"/>
                  <a:pt x="448630" y="80766"/>
                  <a:pt x="451826" y="79600"/>
                </a:cubicBezTo>
                <a:lnTo>
                  <a:pt x="453380" y="93772"/>
                </a:lnTo>
                <a:cubicBezTo>
                  <a:pt x="449149" y="95594"/>
                  <a:pt x="444356" y="96504"/>
                  <a:pt x="439002" y="96504"/>
                </a:cubicBezTo>
                <a:cubicBezTo>
                  <a:pt x="435720" y="96504"/>
                  <a:pt x="432762" y="95954"/>
                  <a:pt x="430128" y="94853"/>
                </a:cubicBezTo>
                <a:cubicBezTo>
                  <a:pt x="427494" y="93752"/>
                  <a:pt x="425562" y="92327"/>
                  <a:pt x="424332" y="90578"/>
                </a:cubicBezTo>
                <a:cubicBezTo>
                  <a:pt x="423101" y="88829"/>
                  <a:pt x="422248" y="86465"/>
                  <a:pt x="421773" y="83486"/>
                </a:cubicBezTo>
                <a:cubicBezTo>
                  <a:pt x="421385" y="81370"/>
                  <a:pt x="421190" y="77096"/>
                  <a:pt x="421190" y="70662"/>
                </a:cubicBezTo>
                <a:lnTo>
                  <a:pt x="421190" y="40674"/>
                </a:lnTo>
                <a:lnTo>
                  <a:pt x="412835" y="40674"/>
                </a:lnTo>
                <a:lnTo>
                  <a:pt x="412835" y="26166"/>
                </a:lnTo>
                <a:lnTo>
                  <a:pt x="421190" y="26166"/>
                </a:lnTo>
                <a:lnTo>
                  <a:pt x="421190" y="12435"/>
                </a:lnTo>
                <a:lnTo>
                  <a:pt x="439455" y="1684"/>
                </a:lnTo>
                <a:lnTo>
                  <a:pt x="439455" y="26166"/>
                </a:lnTo>
                <a:lnTo>
                  <a:pt x="451890" y="26166"/>
                </a:lnTo>
                <a:close/>
                <a:moveTo>
                  <a:pt x="464519" y="16840"/>
                </a:moveTo>
                <a:lnTo>
                  <a:pt x="464519" y="0"/>
                </a:lnTo>
                <a:lnTo>
                  <a:pt x="482719" y="0"/>
                </a:lnTo>
                <a:lnTo>
                  <a:pt x="482719" y="16840"/>
                </a:lnTo>
                <a:lnTo>
                  <a:pt x="464519" y="16840"/>
                </a:lnTo>
                <a:moveTo>
                  <a:pt x="464519" y="94950"/>
                </a:moveTo>
                <a:lnTo>
                  <a:pt x="464519" y="26166"/>
                </a:lnTo>
                <a:lnTo>
                  <a:pt x="482719" y="26166"/>
                </a:lnTo>
                <a:lnTo>
                  <a:pt x="482719" y="94950"/>
                </a:lnTo>
                <a:lnTo>
                  <a:pt x="464519" y="94950"/>
                </a:lnTo>
                <a:close/>
                <a:moveTo>
                  <a:pt x="497184" y="59587"/>
                </a:moveTo>
                <a:cubicBezTo>
                  <a:pt x="497184" y="53542"/>
                  <a:pt x="498674" y="47691"/>
                  <a:pt x="501653" y="42034"/>
                </a:cubicBezTo>
                <a:cubicBezTo>
                  <a:pt x="504633" y="36378"/>
                  <a:pt x="508853" y="32060"/>
                  <a:pt x="514315" y="29081"/>
                </a:cubicBezTo>
                <a:cubicBezTo>
                  <a:pt x="519778" y="26101"/>
                  <a:pt x="525876" y="24612"/>
                  <a:pt x="532612" y="24612"/>
                </a:cubicBezTo>
                <a:cubicBezTo>
                  <a:pt x="543018" y="24612"/>
                  <a:pt x="551546" y="27991"/>
                  <a:pt x="558196" y="34748"/>
                </a:cubicBezTo>
                <a:cubicBezTo>
                  <a:pt x="564845" y="41505"/>
                  <a:pt x="568170" y="50044"/>
                  <a:pt x="568170" y="60364"/>
                </a:cubicBezTo>
                <a:cubicBezTo>
                  <a:pt x="568170" y="70770"/>
                  <a:pt x="564813" y="79395"/>
                  <a:pt x="558099" y="86239"/>
                </a:cubicBezTo>
                <a:cubicBezTo>
                  <a:pt x="551384" y="93082"/>
                  <a:pt x="542932" y="96504"/>
                  <a:pt x="532742" y="96504"/>
                </a:cubicBezTo>
                <a:cubicBezTo>
                  <a:pt x="526438" y="96504"/>
                  <a:pt x="520425" y="95079"/>
                  <a:pt x="514704" y="92230"/>
                </a:cubicBezTo>
                <a:cubicBezTo>
                  <a:pt x="508983" y="89380"/>
                  <a:pt x="504633" y="85202"/>
                  <a:pt x="501653" y="79697"/>
                </a:cubicBezTo>
                <a:cubicBezTo>
                  <a:pt x="498674" y="74192"/>
                  <a:pt x="497184" y="67488"/>
                  <a:pt x="497184" y="59587"/>
                </a:cubicBezTo>
                <a:moveTo>
                  <a:pt x="515837" y="60558"/>
                </a:moveTo>
                <a:cubicBezTo>
                  <a:pt x="515837" y="67359"/>
                  <a:pt x="517457" y="72567"/>
                  <a:pt x="520695" y="76183"/>
                </a:cubicBezTo>
                <a:cubicBezTo>
                  <a:pt x="523933" y="79800"/>
                  <a:pt x="527927" y="81608"/>
                  <a:pt x="532677" y="81608"/>
                </a:cubicBezTo>
                <a:cubicBezTo>
                  <a:pt x="537427" y="81608"/>
                  <a:pt x="541410" y="79800"/>
                  <a:pt x="544627" y="76183"/>
                </a:cubicBezTo>
                <a:cubicBezTo>
                  <a:pt x="547844" y="72567"/>
                  <a:pt x="549452" y="67316"/>
                  <a:pt x="549452" y="60429"/>
                </a:cubicBezTo>
                <a:cubicBezTo>
                  <a:pt x="549452" y="53714"/>
                  <a:pt x="547844" y="48549"/>
                  <a:pt x="544627" y="44933"/>
                </a:cubicBezTo>
                <a:cubicBezTo>
                  <a:pt x="541410" y="41317"/>
                  <a:pt x="537427" y="39508"/>
                  <a:pt x="532677" y="39508"/>
                </a:cubicBezTo>
                <a:cubicBezTo>
                  <a:pt x="527927" y="39508"/>
                  <a:pt x="523933" y="41317"/>
                  <a:pt x="520695" y="44933"/>
                </a:cubicBezTo>
                <a:cubicBezTo>
                  <a:pt x="517457" y="48549"/>
                  <a:pt x="515837" y="53757"/>
                  <a:pt x="515837" y="60558"/>
                </a:cubicBezTo>
                <a:close/>
                <a:moveTo>
                  <a:pt x="645006" y="94950"/>
                </a:moveTo>
                <a:lnTo>
                  <a:pt x="626806" y="94950"/>
                </a:lnTo>
                <a:lnTo>
                  <a:pt x="626806" y="59886"/>
                </a:lnTo>
                <a:cubicBezTo>
                  <a:pt x="626806" y="52467"/>
                  <a:pt x="626417" y="47669"/>
                  <a:pt x="625640" y="45491"/>
                </a:cubicBezTo>
                <a:cubicBezTo>
                  <a:pt x="624863" y="43314"/>
                  <a:pt x="623600" y="41621"/>
                  <a:pt x="621851" y="40413"/>
                </a:cubicBezTo>
                <a:cubicBezTo>
                  <a:pt x="620103" y="39206"/>
                  <a:pt x="617998" y="38602"/>
                  <a:pt x="615536" y="38602"/>
                </a:cubicBezTo>
                <a:cubicBezTo>
                  <a:pt x="612384" y="38602"/>
                  <a:pt x="609556" y="39465"/>
                  <a:pt x="607052" y="41190"/>
                </a:cubicBezTo>
                <a:cubicBezTo>
                  <a:pt x="604548" y="42915"/>
                  <a:pt x="602831" y="45201"/>
                  <a:pt x="601903" y="48048"/>
                </a:cubicBezTo>
                <a:cubicBezTo>
                  <a:pt x="600974" y="50893"/>
                  <a:pt x="600510" y="56155"/>
                  <a:pt x="600510" y="63833"/>
                </a:cubicBezTo>
                <a:lnTo>
                  <a:pt x="600510" y="94950"/>
                </a:lnTo>
                <a:lnTo>
                  <a:pt x="582310" y="94950"/>
                </a:lnTo>
                <a:lnTo>
                  <a:pt x="582310" y="26166"/>
                </a:lnTo>
                <a:lnTo>
                  <a:pt x="599215" y="26166"/>
                </a:lnTo>
                <a:lnTo>
                  <a:pt x="599215" y="36270"/>
                </a:lnTo>
                <a:cubicBezTo>
                  <a:pt x="605217" y="28498"/>
                  <a:pt x="612773" y="24612"/>
                  <a:pt x="621884" y="24612"/>
                </a:cubicBezTo>
                <a:cubicBezTo>
                  <a:pt x="625899" y="24612"/>
                  <a:pt x="629570" y="25335"/>
                  <a:pt x="632894" y="26782"/>
                </a:cubicBezTo>
                <a:cubicBezTo>
                  <a:pt x="636219" y="28228"/>
                  <a:pt x="638734" y="30074"/>
                  <a:pt x="640440" y="32319"/>
                </a:cubicBezTo>
                <a:cubicBezTo>
                  <a:pt x="642145" y="34565"/>
                  <a:pt x="643333" y="37112"/>
                  <a:pt x="644002" y="39962"/>
                </a:cubicBezTo>
                <a:cubicBezTo>
                  <a:pt x="644671" y="42812"/>
                  <a:pt x="645006" y="46892"/>
                  <a:pt x="645006" y="52203"/>
                </a:cubicBezTo>
                <a:lnTo>
                  <a:pt x="645006" y="94950"/>
                </a:lnTo>
                <a:close/>
                <a:moveTo>
                  <a:pt x="760336" y="46503"/>
                </a:moveTo>
                <a:lnTo>
                  <a:pt x="742395" y="49742"/>
                </a:lnTo>
                <a:cubicBezTo>
                  <a:pt x="741791" y="46180"/>
                  <a:pt x="740420" y="43497"/>
                  <a:pt x="738283" y="41694"/>
                </a:cubicBezTo>
                <a:cubicBezTo>
                  <a:pt x="736145" y="39892"/>
                  <a:pt x="733371" y="38990"/>
                  <a:pt x="729960" y="38990"/>
                </a:cubicBezTo>
                <a:cubicBezTo>
                  <a:pt x="725426" y="38990"/>
                  <a:pt x="721810" y="40551"/>
                  <a:pt x="719111" y="43672"/>
                </a:cubicBezTo>
                <a:cubicBezTo>
                  <a:pt x="716413" y="46793"/>
                  <a:pt x="715063" y="52012"/>
                  <a:pt x="715063" y="59330"/>
                </a:cubicBezTo>
                <a:cubicBezTo>
                  <a:pt x="715063" y="67466"/>
                  <a:pt x="716434" y="73213"/>
                  <a:pt x="719176" y="76572"/>
                </a:cubicBezTo>
                <a:cubicBezTo>
                  <a:pt x="721918" y="79929"/>
                  <a:pt x="725599" y="81608"/>
                  <a:pt x="730219" y="81608"/>
                </a:cubicBezTo>
                <a:cubicBezTo>
                  <a:pt x="733673" y="81608"/>
                  <a:pt x="736502" y="80625"/>
                  <a:pt x="738704" y="78661"/>
                </a:cubicBezTo>
                <a:cubicBezTo>
                  <a:pt x="740906" y="76696"/>
                  <a:pt x="742460" y="73317"/>
                  <a:pt x="743367" y="68525"/>
                </a:cubicBezTo>
                <a:lnTo>
                  <a:pt x="761243" y="71633"/>
                </a:lnTo>
                <a:cubicBezTo>
                  <a:pt x="759386" y="79837"/>
                  <a:pt x="755824" y="86033"/>
                  <a:pt x="750556" y="90222"/>
                </a:cubicBezTo>
                <a:cubicBezTo>
                  <a:pt x="745288" y="94410"/>
                  <a:pt x="738229" y="96504"/>
                  <a:pt x="729377" y="96504"/>
                </a:cubicBezTo>
                <a:cubicBezTo>
                  <a:pt x="719316" y="96504"/>
                  <a:pt x="711296" y="93331"/>
                  <a:pt x="705316" y="86983"/>
                </a:cubicBezTo>
                <a:cubicBezTo>
                  <a:pt x="699336" y="80636"/>
                  <a:pt x="696345" y="71849"/>
                  <a:pt x="696345" y="60623"/>
                </a:cubicBezTo>
                <a:cubicBezTo>
                  <a:pt x="696345" y="49267"/>
                  <a:pt x="699346" y="40426"/>
                  <a:pt x="705348" y="34100"/>
                </a:cubicBezTo>
                <a:cubicBezTo>
                  <a:pt x="711350" y="27775"/>
                  <a:pt x="719468" y="24612"/>
                  <a:pt x="729701" y="24612"/>
                </a:cubicBezTo>
                <a:cubicBezTo>
                  <a:pt x="738078" y="24612"/>
                  <a:pt x="744738" y="26415"/>
                  <a:pt x="749682" y="30020"/>
                </a:cubicBezTo>
                <a:cubicBezTo>
                  <a:pt x="754626" y="33625"/>
                  <a:pt x="758177" y="39120"/>
                  <a:pt x="760336" y="46503"/>
                </a:cubicBezTo>
                <a:close/>
                <a:moveTo>
                  <a:pt x="787713" y="47410"/>
                </a:moveTo>
                <a:lnTo>
                  <a:pt x="771197" y="44431"/>
                </a:lnTo>
                <a:cubicBezTo>
                  <a:pt x="773054" y="37694"/>
                  <a:pt x="776249" y="32706"/>
                  <a:pt x="780783" y="29469"/>
                </a:cubicBezTo>
                <a:cubicBezTo>
                  <a:pt x="785317" y="26231"/>
                  <a:pt x="792052" y="24612"/>
                  <a:pt x="800990" y="24612"/>
                </a:cubicBezTo>
                <a:cubicBezTo>
                  <a:pt x="809108" y="24612"/>
                  <a:pt x="815153" y="25573"/>
                  <a:pt x="819125" y="27494"/>
                </a:cubicBezTo>
                <a:cubicBezTo>
                  <a:pt x="823098" y="29415"/>
                  <a:pt x="825894" y="31855"/>
                  <a:pt x="827513" y="34813"/>
                </a:cubicBezTo>
                <a:cubicBezTo>
                  <a:pt x="829132" y="37771"/>
                  <a:pt x="829942" y="43200"/>
                  <a:pt x="829942" y="51102"/>
                </a:cubicBezTo>
                <a:lnTo>
                  <a:pt x="829747" y="72346"/>
                </a:lnTo>
                <a:cubicBezTo>
                  <a:pt x="829747" y="78391"/>
                  <a:pt x="830039" y="82849"/>
                  <a:pt x="830622" y="85720"/>
                </a:cubicBezTo>
                <a:cubicBezTo>
                  <a:pt x="831205" y="88592"/>
                  <a:pt x="832295" y="91668"/>
                  <a:pt x="833893" y="94950"/>
                </a:cubicBezTo>
                <a:lnTo>
                  <a:pt x="815887" y="94950"/>
                </a:lnTo>
                <a:cubicBezTo>
                  <a:pt x="815412" y="93741"/>
                  <a:pt x="814829" y="91949"/>
                  <a:pt x="814138" y="89574"/>
                </a:cubicBezTo>
                <a:cubicBezTo>
                  <a:pt x="813836" y="88495"/>
                  <a:pt x="813620" y="87782"/>
                  <a:pt x="813491" y="87437"/>
                </a:cubicBezTo>
                <a:cubicBezTo>
                  <a:pt x="810382" y="90459"/>
                  <a:pt x="807057" y="92726"/>
                  <a:pt x="803516" y="94237"/>
                </a:cubicBezTo>
                <a:cubicBezTo>
                  <a:pt x="799976" y="95749"/>
                  <a:pt x="796198" y="96504"/>
                  <a:pt x="792182" y="96504"/>
                </a:cubicBezTo>
                <a:cubicBezTo>
                  <a:pt x="785101" y="96504"/>
                  <a:pt x="779520" y="94591"/>
                  <a:pt x="775439" y="90764"/>
                </a:cubicBezTo>
                <a:cubicBezTo>
                  <a:pt x="771359" y="86938"/>
                  <a:pt x="769319" y="82100"/>
                  <a:pt x="769319" y="76252"/>
                </a:cubicBezTo>
                <a:cubicBezTo>
                  <a:pt x="769319" y="72382"/>
                  <a:pt x="770247" y="68932"/>
                  <a:pt x="772104" y="65901"/>
                </a:cubicBezTo>
                <a:cubicBezTo>
                  <a:pt x="773961" y="62869"/>
                  <a:pt x="776562" y="60547"/>
                  <a:pt x="779908" y="58935"/>
                </a:cubicBezTo>
                <a:cubicBezTo>
                  <a:pt x="783255" y="57322"/>
                  <a:pt x="788080" y="55914"/>
                  <a:pt x="794384" y="54711"/>
                </a:cubicBezTo>
                <a:cubicBezTo>
                  <a:pt x="802890" y="53120"/>
                  <a:pt x="808784" y="51636"/>
                  <a:pt x="812066" y="50260"/>
                </a:cubicBezTo>
                <a:lnTo>
                  <a:pt x="812066" y="48426"/>
                </a:lnTo>
                <a:cubicBezTo>
                  <a:pt x="812066" y="44890"/>
                  <a:pt x="811202" y="42368"/>
                  <a:pt x="809475" y="40863"/>
                </a:cubicBezTo>
                <a:cubicBezTo>
                  <a:pt x="807748" y="39355"/>
                  <a:pt x="804488" y="38602"/>
                  <a:pt x="799695" y="38602"/>
                </a:cubicBezTo>
                <a:cubicBezTo>
                  <a:pt x="796457" y="38602"/>
                  <a:pt x="793931" y="39253"/>
                  <a:pt x="792117" y="40557"/>
                </a:cubicBezTo>
                <a:cubicBezTo>
                  <a:pt x="790304" y="41859"/>
                  <a:pt x="788836" y="44143"/>
                  <a:pt x="787713" y="47410"/>
                </a:cubicBezTo>
                <a:moveTo>
                  <a:pt x="812066" y="62177"/>
                </a:moveTo>
                <a:cubicBezTo>
                  <a:pt x="809734" y="62945"/>
                  <a:pt x="806042" y="63863"/>
                  <a:pt x="800990" y="64930"/>
                </a:cubicBezTo>
                <a:cubicBezTo>
                  <a:pt x="795939" y="65996"/>
                  <a:pt x="792635" y="67041"/>
                  <a:pt x="791081" y="68065"/>
                </a:cubicBezTo>
                <a:cubicBezTo>
                  <a:pt x="788706" y="69729"/>
                  <a:pt x="787519" y="71841"/>
                  <a:pt x="787519" y="74400"/>
                </a:cubicBezTo>
                <a:cubicBezTo>
                  <a:pt x="787519" y="76918"/>
                  <a:pt x="788469" y="79095"/>
                  <a:pt x="790368" y="80930"/>
                </a:cubicBezTo>
                <a:cubicBezTo>
                  <a:pt x="792268" y="82763"/>
                  <a:pt x="794686" y="83680"/>
                  <a:pt x="797622" y="83680"/>
                </a:cubicBezTo>
                <a:cubicBezTo>
                  <a:pt x="800904" y="83680"/>
                  <a:pt x="804035" y="82614"/>
                  <a:pt x="807014" y="80480"/>
                </a:cubicBezTo>
                <a:cubicBezTo>
                  <a:pt x="809216" y="78860"/>
                  <a:pt x="810662" y="76876"/>
                  <a:pt x="811353" y="74528"/>
                </a:cubicBezTo>
                <a:cubicBezTo>
                  <a:pt x="811828" y="72992"/>
                  <a:pt x="812066" y="70070"/>
                  <a:pt x="812066" y="65762"/>
                </a:cubicBezTo>
                <a:lnTo>
                  <a:pt x="812066" y="62177"/>
                </a:lnTo>
                <a:close/>
                <a:moveTo>
                  <a:pt x="847862" y="94950"/>
                </a:moveTo>
                <a:lnTo>
                  <a:pt x="847862" y="0"/>
                </a:lnTo>
                <a:lnTo>
                  <a:pt x="866062" y="0"/>
                </a:lnTo>
                <a:lnTo>
                  <a:pt x="866062" y="94950"/>
                </a:lnTo>
                <a:lnTo>
                  <a:pt x="847862" y="94950"/>
                </a:lnTo>
                <a:close/>
                <a:moveTo>
                  <a:pt x="944712" y="46503"/>
                </a:moveTo>
                <a:lnTo>
                  <a:pt x="926772" y="49742"/>
                </a:lnTo>
                <a:cubicBezTo>
                  <a:pt x="926167" y="46180"/>
                  <a:pt x="924796" y="43497"/>
                  <a:pt x="922659" y="41694"/>
                </a:cubicBezTo>
                <a:cubicBezTo>
                  <a:pt x="920522" y="39892"/>
                  <a:pt x="917747" y="38990"/>
                  <a:pt x="914336" y="38990"/>
                </a:cubicBezTo>
                <a:cubicBezTo>
                  <a:pt x="909802" y="38990"/>
                  <a:pt x="906186" y="40551"/>
                  <a:pt x="903488" y="43672"/>
                </a:cubicBezTo>
                <a:cubicBezTo>
                  <a:pt x="900789" y="46793"/>
                  <a:pt x="899440" y="52012"/>
                  <a:pt x="899440" y="59330"/>
                </a:cubicBezTo>
                <a:cubicBezTo>
                  <a:pt x="899440" y="67466"/>
                  <a:pt x="900810" y="73213"/>
                  <a:pt x="903552" y="76572"/>
                </a:cubicBezTo>
                <a:cubicBezTo>
                  <a:pt x="906294" y="79929"/>
                  <a:pt x="909975" y="81608"/>
                  <a:pt x="914595" y="81608"/>
                </a:cubicBezTo>
                <a:cubicBezTo>
                  <a:pt x="918050" y="81608"/>
                  <a:pt x="920878" y="80625"/>
                  <a:pt x="923080" y="78661"/>
                </a:cubicBezTo>
                <a:cubicBezTo>
                  <a:pt x="925282" y="76696"/>
                  <a:pt x="926836" y="73317"/>
                  <a:pt x="927743" y="68525"/>
                </a:cubicBezTo>
                <a:lnTo>
                  <a:pt x="945619" y="71633"/>
                </a:lnTo>
                <a:cubicBezTo>
                  <a:pt x="943762" y="79837"/>
                  <a:pt x="940200" y="86033"/>
                  <a:pt x="934932" y="90222"/>
                </a:cubicBezTo>
                <a:cubicBezTo>
                  <a:pt x="929665" y="94410"/>
                  <a:pt x="922605" y="96504"/>
                  <a:pt x="913753" y="96504"/>
                </a:cubicBezTo>
                <a:cubicBezTo>
                  <a:pt x="903693" y="96504"/>
                  <a:pt x="895672" y="93331"/>
                  <a:pt x="889692" y="86983"/>
                </a:cubicBezTo>
                <a:cubicBezTo>
                  <a:pt x="883712" y="80636"/>
                  <a:pt x="880722" y="71849"/>
                  <a:pt x="880722" y="60623"/>
                </a:cubicBezTo>
                <a:cubicBezTo>
                  <a:pt x="880722" y="49267"/>
                  <a:pt x="883723" y="40426"/>
                  <a:pt x="889724" y="34100"/>
                </a:cubicBezTo>
                <a:cubicBezTo>
                  <a:pt x="895726" y="27775"/>
                  <a:pt x="903844" y="24612"/>
                  <a:pt x="914077" y="24612"/>
                </a:cubicBezTo>
                <a:cubicBezTo>
                  <a:pt x="922454" y="24612"/>
                  <a:pt x="929114" y="26415"/>
                  <a:pt x="934058" y="30020"/>
                </a:cubicBezTo>
                <a:cubicBezTo>
                  <a:pt x="939002" y="33625"/>
                  <a:pt x="942553" y="39120"/>
                  <a:pt x="944712" y="46503"/>
                </a:cubicBezTo>
                <a:close/>
                <a:moveTo>
                  <a:pt x="1003761" y="94950"/>
                </a:moveTo>
                <a:lnTo>
                  <a:pt x="1003761" y="84652"/>
                </a:lnTo>
                <a:cubicBezTo>
                  <a:pt x="1001256" y="88322"/>
                  <a:pt x="997964" y="91215"/>
                  <a:pt x="993884" y="93331"/>
                </a:cubicBezTo>
                <a:cubicBezTo>
                  <a:pt x="989803" y="95446"/>
                  <a:pt x="985496" y="96504"/>
                  <a:pt x="980962" y="96504"/>
                </a:cubicBezTo>
                <a:cubicBezTo>
                  <a:pt x="976342" y="96504"/>
                  <a:pt x="972197" y="95490"/>
                  <a:pt x="968527" y="93460"/>
                </a:cubicBezTo>
                <a:cubicBezTo>
                  <a:pt x="964857" y="91431"/>
                  <a:pt x="962201" y="88581"/>
                  <a:pt x="960560" y="84911"/>
                </a:cubicBezTo>
                <a:cubicBezTo>
                  <a:pt x="958920" y="81241"/>
                  <a:pt x="958099" y="76167"/>
                  <a:pt x="958099" y="69690"/>
                </a:cubicBezTo>
                <a:lnTo>
                  <a:pt x="958099" y="26166"/>
                </a:lnTo>
                <a:lnTo>
                  <a:pt x="976299" y="26166"/>
                </a:lnTo>
                <a:lnTo>
                  <a:pt x="976299" y="57700"/>
                </a:lnTo>
                <a:cubicBezTo>
                  <a:pt x="976299" y="67351"/>
                  <a:pt x="976634" y="73263"/>
                  <a:pt x="977303" y="75439"/>
                </a:cubicBezTo>
                <a:cubicBezTo>
                  <a:pt x="977972" y="77614"/>
                  <a:pt x="979192" y="79337"/>
                  <a:pt x="980962" y="80608"/>
                </a:cubicBezTo>
                <a:cubicBezTo>
                  <a:pt x="982733" y="81879"/>
                  <a:pt x="984978" y="82514"/>
                  <a:pt x="987698" y="82514"/>
                </a:cubicBezTo>
                <a:cubicBezTo>
                  <a:pt x="990807" y="82514"/>
                  <a:pt x="993592" y="81664"/>
                  <a:pt x="996053" y="79962"/>
                </a:cubicBezTo>
                <a:cubicBezTo>
                  <a:pt x="998515" y="78261"/>
                  <a:pt x="1000198" y="76150"/>
                  <a:pt x="1001105" y="73629"/>
                </a:cubicBezTo>
                <a:cubicBezTo>
                  <a:pt x="1002012" y="71109"/>
                  <a:pt x="1002465" y="64937"/>
                  <a:pt x="1002465" y="55116"/>
                </a:cubicBezTo>
                <a:lnTo>
                  <a:pt x="1002465" y="26166"/>
                </a:lnTo>
                <a:lnTo>
                  <a:pt x="1020665" y="26166"/>
                </a:lnTo>
                <a:lnTo>
                  <a:pt x="1020665" y="94950"/>
                </a:lnTo>
                <a:lnTo>
                  <a:pt x="1003761" y="94950"/>
                </a:lnTo>
                <a:close/>
                <a:moveTo>
                  <a:pt x="1039534" y="94950"/>
                </a:moveTo>
                <a:lnTo>
                  <a:pt x="1039534" y="0"/>
                </a:lnTo>
                <a:lnTo>
                  <a:pt x="1057734" y="0"/>
                </a:lnTo>
                <a:lnTo>
                  <a:pt x="1057734" y="94950"/>
                </a:lnTo>
                <a:lnTo>
                  <a:pt x="1039534" y="94950"/>
                </a:lnTo>
                <a:close/>
                <a:moveTo>
                  <a:pt x="1090010" y="47410"/>
                </a:moveTo>
                <a:lnTo>
                  <a:pt x="1073495" y="44431"/>
                </a:lnTo>
                <a:cubicBezTo>
                  <a:pt x="1075351" y="37694"/>
                  <a:pt x="1078547" y="32706"/>
                  <a:pt x="1083080" y="29469"/>
                </a:cubicBezTo>
                <a:cubicBezTo>
                  <a:pt x="1087614" y="26231"/>
                  <a:pt x="1094350" y="24612"/>
                  <a:pt x="1103288" y="24612"/>
                </a:cubicBezTo>
                <a:cubicBezTo>
                  <a:pt x="1111406" y="24612"/>
                  <a:pt x="1117451" y="25573"/>
                  <a:pt x="1121423" y="27494"/>
                </a:cubicBezTo>
                <a:cubicBezTo>
                  <a:pt x="1125395" y="29415"/>
                  <a:pt x="1128191" y="31855"/>
                  <a:pt x="1129810" y="34813"/>
                </a:cubicBezTo>
                <a:cubicBezTo>
                  <a:pt x="1131430" y="37771"/>
                  <a:pt x="1132239" y="43200"/>
                  <a:pt x="1132239" y="51102"/>
                </a:cubicBezTo>
                <a:lnTo>
                  <a:pt x="1132045" y="72346"/>
                </a:lnTo>
                <a:cubicBezTo>
                  <a:pt x="1132045" y="78391"/>
                  <a:pt x="1132336" y="82849"/>
                  <a:pt x="1132919" y="85720"/>
                </a:cubicBezTo>
                <a:cubicBezTo>
                  <a:pt x="1133502" y="88592"/>
                  <a:pt x="1134592" y="91668"/>
                  <a:pt x="1136190" y="94950"/>
                </a:cubicBezTo>
                <a:lnTo>
                  <a:pt x="1118185" y="94950"/>
                </a:lnTo>
                <a:cubicBezTo>
                  <a:pt x="1117710" y="93741"/>
                  <a:pt x="1117127" y="91949"/>
                  <a:pt x="1116436" y="89574"/>
                </a:cubicBezTo>
                <a:cubicBezTo>
                  <a:pt x="1116134" y="88495"/>
                  <a:pt x="1115918" y="87782"/>
                  <a:pt x="1115788" y="87437"/>
                </a:cubicBezTo>
                <a:cubicBezTo>
                  <a:pt x="1112679" y="90459"/>
                  <a:pt x="1109355" y="92726"/>
                  <a:pt x="1105814" y="94237"/>
                </a:cubicBezTo>
                <a:cubicBezTo>
                  <a:pt x="1102273" y="95749"/>
                  <a:pt x="1098495" y="96504"/>
                  <a:pt x="1094479" y="96504"/>
                </a:cubicBezTo>
                <a:cubicBezTo>
                  <a:pt x="1087398" y="96504"/>
                  <a:pt x="1081817" y="94591"/>
                  <a:pt x="1077737" y="90764"/>
                </a:cubicBezTo>
                <a:cubicBezTo>
                  <a:pt x="1073657" y="86938"/>
                  <a:pt x="1071616" y="82100"/>
                  <a:pt x="1071616" y="76252"/>
                </a:cubicBezTo>
                <a:cubicBezTo>
                  <a:pt x="1071616" y="72382"/>
                  <a:pt x="1072545" y="68932"/>
                  <a:pt x="1074401" y="65901"/>
                </a:cubicBezTo>
                <a:cubicBezTo>
                  <a:pt x="1076258" y="62869"/>
                  <a:pt x="1078860" y="60547"/>
                  <a:pt x="1082206" y="58935"/>
                </a:cubicBezTo>
                <a:cubicBezTo>
                  <a:pt x="1085552" y="57322"/>
                  <a:pt x="1090377" y="55914"/>
                  <a:pt x="1096682" y="54711"/>
                </a:cubicBezTo>
                <a:cubicBezTo>
                  <a:pt x="1105188" y="53120"/>
                  <a:pt x="1111082" y="51636"/>
                  <a:pt x="1114363" y="50260"/>
                </a:cubicBezTo>
                <a:lnTo>
                  <a:pt x="1114363" y="48426"/>
                </a:lnTo>
                <a:cubicBezTo>
                  <a:pt x="1114363" y="44890"/>
                  <a:pt x="1113500" y="42368"/>
                  <a:pt x="1111773" y="40863"/>
                </a:cubicBezTo>
                <a:cubicBezTo>
                  <a:pt x="1110045" y="39355"/>
                  <a:pt x="1106785" y="38602"/>
                  <a:pt x="1101993" y="38602"/>
                </a:cubicBezTo>
                <a:cubicBezTo>
                  <a:pt x="1098754" y="38602"/>
                  <a:pt x="1096228" y="39253"/>
                  <a:pt x="1094415" y="40557"/>
                </a:cubicBezTo>
                <a:cubicBezTo>
                  <a:pt x="1092601" y="41859"/>
                  <a:pt x="1091133" y="44143"/>
                  <a:pt x="1090010" y="47410"/>
                </a:cubicBezTo>
                <a:moveTo>
                  <a:pt x="1114363" y="62177"/>
                </a:moveTo>
                <a:cubicBezTo>
                  <a:pt x="1112032" y="62945"/>
                  <a:pt x="1108340" y="63863"/>
                  <a:pt x="1103288" y="64930"/>
                </a:cubicBezTo>
                <a:cubicBezTo>
                  <a:pt x="1098236" y="65996"/>
                  <a:pt x="1094933" y="67041"/>
                  <a:pt x="1093378" y="68065"/>
                </a:cubicBezTo>
                <a:cubicBezTo>
                  <a:pt x="1091004" y="69729"/>
                  <a:pt x="1089816" y="71841"/>
                  <a:pt x="1089816" y="74400"/>
                </a:cubicBezTo>
                <a:cubicBezTo>
                  <a:pt x="1089816" y="76918"/>
                  <a:pt x="1090766" y="79095"/>
                  <a:pt x="1092666" y="80930"/>
                </a:cubicBezTo>
                <a:cubicBezTo>
                  <a:pt x="1094566" y="82763"/>
                  <a:pt x="1096984" y="83680"/>
                  <a:pt x="1099920" y="83680"/>
                </a:cubicBezTo>
                <a:cubicBezTo>
                  <a:pt x="1103202" y="83680"/>
                  <a:pt x="1106332" y="82614"/>
                  <a:pt x="1109311" y="80480"/>
                </a:cubicBezTo>
                <a:cubicBezTo>
                  <a:pt x="1111513" y="78860"/>
                  <a:pt x="1112960" y="76876"/>
                  <a:pt x="1113651" y="74528"/>
                </a:cubicBezTo>
                <a:cubicBezTo>
                  <a:pt x="1114126" y="72992"/>
                  <a:pt x="1114363" y="70070"/>
                  <a:pt x="1114363" y="65762"/>
                </a:cubicBezTo>
                <a:lnTo>
                  <a:pt x="1114363" y="62177"/>
                </a:lnTo>
                <a:close/>
                <a:moveTo>
                  <a:pt x="1181702" y="26166"/>
                </a:moveTo>
                <a:lnTo>
                  <a:pt x="1181702" y="40674"/>
                </a:lnTo>
                <a:lnTo>
                  <a:pt x="1169266" y="40674"/>
                </a:lnTo>
                <a:lnTo>
                  <a:pt x="1169266" y="68350"/>
                </a:lnTo>
                <a:cubicBezTo>
                  <a:pt x="1169266" y="73956"/>
                  <a:pt x="1169385" y="77222"/>
                  <a:pt x="1169622" y="78149"/>
                </a:cubicBezTo>
                <a:cubicBezTo>
                  <a:pt x="1169860" y="79074"/>
                  <a:pt x="1170400" y="79839"/>
                  <a:pt x="1171242" y="80444"/>
                </a:cubicBezTo>
                <a:cubicBezTo>
                  <a:pt x="1172084" y="81047"/>
                  <a:pt x="1173109" y="81349"/>
                  <a:pt x="1174318" y="81349"/>
                </a:cubicBezTo>
                <a:cubicBezTo>
                  <a:pt x="1176002" y="81349"/>
                  <a:pt x="1178442" y="80766"/>
                  <a:pt x="1181637" y="79600"/>
                </a:cubicBezTo>
                <a:lnTo>
                  <a:pt x="1183191" y="93772"/>
                </a:lnTo>
                <a:cubicBezTo>
                  <a:pt x="1178960" y="95594"/>
                  <a:pt x="1174167" y="96504"/>
                  <a:pt x="1168813" y="96504"/>
                </a:cubicBezTo>
                <a:cubicBezTo>
                  <a:pt x="1165531" y="96504"/>
                  <a:pt x="1162573" y="95954"/>
                  <a:pt x="1159940" y="94853"/>
                </a:cubicBezTo>
                <a:cubicBezTo>
                  <a:pt x="1157306" y="93752"/>
                  <a:pt x="1155373" y="92327"/>
                  <a:pt x="1154143" y="90578"/>
                </a:cubicBezTo>
                <a:cubicBezTo>
                  <a:pt x="1152912" y="88829"/>
                  <a:pt x="1152059" y="86465"/>
                  <a:pt x="1151584" y="83486"/>
                </a:cubicBezTo>
                <a:cubicBezTo>
                  <a:pt x="1151196" y="81370"/>
                  <a:pt x="1151002" y="77096"/>
                  <a:pt x="1151002" y="70662"/>
                </a:cubicBezTo>
                <a:lnTo>
                  <a:pt x="1151002" y="40674"/>
                </a:lnTo>
                <a:lnTo>
                  <a:pt x="1142646" y="40674"/>
                </a:lnTo>
                <a:lnTo>
                  <a:pt x="1142646" y="26166"/>
                </a:lnTo>
                <a:lnTo>
                  <a:pt x="1151002" y="26166"/>
                </a:lnTo>
                <a:lnTo>
                  <a:pt x="1151002" y="12435"/>
                </a:lnTo>
                <a:lnTo>
                  <a:pt x="1169266" y="1684"/>
                </a:lnTo>
                <a:lnTo>
                  <a:pt x="1169266" y="26166"/>
                </a:lnTo>
                <a:lnTo>
                  <a:pt x="1181702" y="26166"/>
                </a:lnTo>
                <a:close/>
                <a:moveTo>
                  <a:pt x="1194330" y="16840"/>
                </a:moveTo>
                <a:lnTo>
                  <a:pt x="1194330" y="0"/>
                </a:lnTo>
                <a:lnTo>
                  <a:pt x="1212530" y="0"/>
                </a:lnTo>
                <a:lnTo>
                  <a:pt x="1212530" y="16840"/>
                </a:lnTo>
                <a:lnTo>
                  <a:pt x="1194330" y="16840"/>
                </a:lnTo>
                <a:moveTo>
                  <a:pt x="1194330" y="94950"/>
                </a:moveTo>
                <a:lnTo>
                  <a:pt x="1194330" y="26166"/>
                </a:lnTo>
                <a:lnTo>
                  <a:pt x="1212530" y="26166"/>
                </a:lnTo>
                <a:lnTo>
                  <a:pt x="1212530" y="94950"/>
                </a:lnTo>
                <a:lnTo>
                  <a:pt x="1194330" y="94950"/>
                </a:lnTo>
                <a:close/>
                <a:moveTo>
                  <a:pt x="1226995" y="59587"/>
                </a:moveTo>
                <a:cubicBezTo>
                  <a:pt x="1226995" y="53542"/>
                  <a:pt x="1228485" y="47691"/>
                  <a:pt x="1231464" y="42034"/>
                </a:cubicBezTo>
                <a:cubicBezTo>
                  <a:pt x="1234444" y="36378"/>
                  <a:pt x="1238665" y="32060"/>
                  <a:pt x="1244127" y="29081"/>
                </a:cubicBezTo>
                <a:cubicBezTo>
                  <a:pt x="1249589" y="26101"/>
                  <a:pt x="1255688" y="24612"/>
                  <a:pt x="1262424" y="24612"/>
                </a:cubicBezTo>
                <a:cubicBezTo>
                  <a:pt x="1272830" y="24612"/>
                  <a:pt x="1281357" y="27991"/>
                  <a:pt x="1288007" y="34748"/>
                </a:cubicBezTo>
                <a:cubicBezTo>
                  <a:pt x="1294656" y="41505"/>
                  <a:pt x="1297981" y="50044"/>
                  <a:pt x="1297981" y="60364"/>
                </a:cubicBezTo>
                <a:cubicBezTo>
                  <a:pt x="1297981" y="70770"/>
                  <a:pt x="1294624" y="79395"/>
                  <a:pt x="1287910" y="86239"/>
                </a:cubicBezTo>
                <a:cubicBezTo>
                  <a:pt x="1281196" y="93082"/>
                  <a:pt x="1272743" y="96504"/>
                  <a:pt x="1262553" y="96504"/>
                </a:cubicBezTo>
                <a:cubicBezTo>
                  <a:pt x="1256249" y="96504"/>
                  <a:pt x="1250236" y="95079"/>
                  <a:pt x="1244515" y="92230"/>
                </a:cubicBezTo>
                <a:cubicBezTo>
                  <a:pt x="1238794" y="89380"/>
                  <a:pt x="1234444" y="85202"/>
                  <a:pt x="1231464" y="79697"/>
                </a:cubicBezTo>
                <a:cubicBezTo>
                  <a:pt x="1228485" y="74192"/>
                  <a:pt x="1226995" y="67488"/>
                  <a:pt x="1226995" y="59587"/>
                </a:cubicBezTo>
                <a:moveTo>
                  <a:pt x="1245649" y="60558"/>
                </a:moveTo>
                <a:cubicBezTo>
                  <a:pt x="1245649" y="67359"/>
                  <a:pt x="1247268" y="72567"/>
                  <a:pt x="1250506" y="76183"/>
                </a:cubicBezTo>
                <a:cubicBezTo>
                  <a:pt x="1253745" y="79800"/>
                  <a:pt x="1257739" y="81608"/>
                  <a:pt x="1262488" y="81608"/>
                </a:cubicBezTo>
                <a:cubicBezTo>
                  <a:pt x="1267238" y="81608"/>
                  <a:pt x="1271221" y="79800"/>
                  <a:pt x="1274438" y="76183"/>
                </a:cubicBezTo>
                <a:cubicBezTo>
                  <a:pt x="1277655" y="72567"/>
                  <a:pt x="1279263" y="67316"/>
                  <a:pt x="1279263" y="60429"/>
                </a:cubicBezTo>
                <a:cubicBezTo>
                  <a:pt x="1279263" y="53714"/>
                  <a:pt x="1277655" y="48549"/>
                  <a:pt x="1274438" y="44933"/>
                </a:cubicBezTo>
                <a:cubicBezTo>
                  <a:pt x="1271221" y="41317"/>
                  <a:pt x="1267238" y="39508"/>
                  <a:pt x="1262488" y="39508"/>
                </a:cubicBezTo>
                <a:cubicBezTo>
                  <a:pt x="1257739" y="39508"/>
                  <a:pt x="1253745" y="41317"/>
                  <a:pt x="1250506" y="44933"/>
                </a:cubicBezTo>
                <a:cubicBezTo>
                  <a:pt x="1247268" y="48549"/>
                  <a:pt x="1245649" y="53757"/>
                  <a:pt x="1245649" y="60558"/>
                </a:cubicBezTo>
                <a:close/>
                <a:moveTo>
                  <a:pt x="1374817" y="94950"/>
                </a:moveTo>
                <a:lnTo>
                  <a:pt x="1356617" y="94950"/>
                </a:lnTo>
                <a:lnTo>
                  <a:pt x="1356617" y="59886"/>
                </a:lnTo>
                <a:cubicBezTo>
                  <a:pt x="1356617" y="52467"/>
                  <a:pt x="1356229" y="47669"/>
                  <a:pt x="1355452" y="45491"/>
                </a:cubicBezTo>
                <a:cubicBezTo>
                  <a:pt x="1354674" y="43314"/>
                  <a:pt x="1353411" y="41621"/>
                  <a:pt x="1351663" y="40413"/>
                </a:cubicBezTo>
                <a:cubicBezTo>
                  <a:pt x="1349914" y="39206"/>
                  <a:pt x="1347809" y="38602"/>
                  <a:pt x="1345348" y="38602"/>
                </a:cubicBezTo>
                <a:cubicBezTo>
                  <a:pt x="1342196" y="38602"/>
                  <a:pt x="1339367" y="39465"/>
                  <a:pt x="1336863" y="41190"/>
                </a:cubicBezTo>
                <a:cubicBezTo>
                  <a:pt x="1334359" y="42915"/>
                  <a:pt x="1332642" y="45201"/>
                  <a:pt x="1331714" y="48048"/>
                </a:cubicBezTo>
                <a:cubicBezTo>
                  <a:pt x="1330786" y="50893"/>
                  <a:pt x="1330322" y="56155"/>
                  <a:pt x="1330322" y="63833"/>
                </a:cubicBezTo>
                <a:lnTo>
                  <a:pt x="1330322" y="94950"/>
                </a:lnTo>
                <a:lnTo>
                  <a:pt x="1312122" y="94950"/>
                </a:lnTo>
                <a:lnTo>
                  <a:pt x="1312122" y="26166"/>
                </a:lnTo>
                <a:lnTo>
                  <a:pt x="1329026" y="26166"/>
                </a:lnTo>
                <a:lnTo>
                  <a:pt x="1329026" y="36270"/>
                </a:lnTo>
                <a:cubicBezTo>
                  <a:pt x="1335028" y="28498"/>
                  <a:pt x="1342584" y="24612"/>
                  <a:pt x="1351695" y="24612"/>
                </a:cubicBezTo>
                <a:cubicBezTo>
                  <a:pt x="1355711" y="24612"/>
                  <a:pt x="1359381" y="25335"/>
                  <a:pt x="1362706" y="26782"/>
                </a:cubicBezTo>
                <a:cubicBezTo>
                  <a:pt x="1366030" y="28228"/>
                  <a:pt x="1368545" y="30074"/>
                  <a:pt x="1370251" y="32319"/>
                </a:cubicBezTo>
                <a:cubicBezTo>
                  <a:pt x="1371957" y="34565"/>
                  <a:pt x="1373144" y="37112"/>
                  <a:pt x="1373813" y="39962"/>
                </a:cubicBezTo>
                <a:cubicBezTo>
                  <a:pt x="1374483" y="42812"/>
                  <a:pt x="1374817" y="46892"/>
                  <a:pt x="1374817" y="52203"/>
                </a:cubicBezTo>
                <a:lnTo>
                  <a:pt x="1374817" y="94950"/>
                </a:lnTo>
                <a:close/>
                <a:moveTo>
                  <a:pt x="1443774" y="47410"/>
                </a:moveTo>
                <a:lnTo>
                  <a:pt x="1427258" y="44431"/>
                </a:lnTo>
                <a:cubicBezTo>
                  <a:pt x="1429115" y="37694"/>
                  <a:pt x="1432310" y="32706"/>
                  <a:pt x="1436844" y="29469"/>
                </a:cubicBezTo>
                <a:cubicBezTo>
                  <a:pt x="1441377" y="26231"/>
                  <a:pt x="1448113" y="24612"/>
                  <a:pt x="1457051" y="24612"/>
                </a:cubicBezTo>
                <a:cubicBezTo>
                  <a:pt x="1465169" y="24612"/>
                  <a:pt x="1471214" y="25573"/>
                  <a:pt x="1475186" y="27494"/>
                </a:cubicBezTo>
                <a:cubicBezTo>
                  <a:pt x="1479159" y="29415"/>
                  <a:pt x="1481955" y="31855"/>
                  <a:pt x="1483574" y="34813"/>
                </a:cubicBezTo>
                <a:cubicBezTo>
                  <a:pt x="1485193" y="37771"/>
                  <a:pt x="1486003" y="43200"/>
                  <a:pt x="1486003" y="51102"/>
                </a:cubicBezTo>
                <a:lnTo>
                  <a:pt x="1485808" y="72346"/>
                </a:lnTo>
                <a:cubicBezTo>
                  <a:pt x="1485808" y="78391"/>
                  <a:pt x="1486100" y="82849"/>
                  <a:pt x="1486683" y="85720"/>
                </a:cubicBezTo>
                <a:cubicBezTo>
                  <a:pt x="1487266" y="88592"/>
                  <a:pt x="1488356" y="91668"/>
                  <a:pt x="1489953" y="94950"/>
                </a:cubicBezTo>
                <a:lnTo>
                  <a:pt x="1471948" y="94950"/>
                </a:lnTo>
                <a:cubicBezTo>
                  <a:pt x="1471473" y="93741"/>
                  <a:pt x="1470890" y="91949"/>
                  <a:pt x="1470199" y="89574"/>
                </a:cubicBezTo>
                <a:cubicBezTo>
                  <a:pt x="1469897" y="88495"/>
                  <a:pt x="1469681" y="87782"/>
                  <a:pt x="1469551" y="87437"/>
                </a:cubicBezTo>
                <a:cubicBezTo>
                  <a:pt x="1466443" y="90459"/>
                  <a:pt x="1463118" y="92726"/>
                  <a:pt x="1459577" y="94237"/>
                </a:cubicBezTo>
                <a:cubicBezTo>
                  <a:pt x="1456037" y="95749"/>
                  <a:pt x="1452258" y="96504"/>
                  <a:pt x="1448243" y="96504"/>
                </a:cubicBezTo>
                <a:cubicBezTo>
                  <a:pt x="1441162" y="96504"/>
                  <a:pt x="1435581" y="94591"/>
                  <a:pt x="1431500" y="90764"/>
                </a:cubicBezTo>
                <a:cubicBezTo>
                  <a:pt x="1427420" y="86938"/>
                  <a:pt x="1425380" y="82100"/>
                  <a:pt x="1425380" y="76252"/>
                </a:cubicBezTo>
                <a:cubicBezTo>
                  <a:pt x="1425380" y="72382"/>
                  <a:pt x="1426308" y="68932"/>
                  <a:pt x="1428165" y="65901"/>
                </a:cubicBezTo>
                <a:cubicBezTo>
                  <a:pt x="1430021" y="62869"/>
                  <a:pt x="1432623" y="60547"/>
                  <a:pt x="1435969" y="58935"/>
                </a:cubicBezTo>
                <a:cubicBezTo>
                  <a:pt x="1439316" y="57322"/>
                  <a:pt x="1444141" y="55914"/>
                  <a:pt x="1450445" y="54711"/>
                </a:cubicBezTo>
                <a:cubicBezTo>
                  <a:pt x="1458951" y="53120"/>
                  <a:pt x="1464845" y="51636"/>
                  <a:pt x="1468127" y="50260"/>
                </a:cubicBezTo>
                <a:lnTo>
                  <a:pt x="1468127" y="48426"/>
                </a:lnTo>
                <a:cubicBezTo>
                  <a:pt x="1468127" y="44890"/>
                  <a:pt x="1467263" y="42368"/>
                  <a:pt x="1465536" y="40863"/>
                </a:cubicBezTo>
                <a:cubicBezTo>
                  <a:pt x="1463809" y="39355"/>
                  <a:pt x="1460549" y="38602"/>
                  <a:pt x="1455756" y="38602"/>
                </a:cubicBezTo>
                <a:cubicBezTo>
                  <a:pt x="1452518" y="38602"/>
                  <a:pt x="1449992" y="39253"/>
                  <a:pt x="1448178" y="40557"/>
                </a:cubicBezTo>
                <a:cubicBezTo>
                  <a:pt x="1446365" y="41859"/>
                  <a:pt x="1444896" y="44143"/>
                  <a:pt x="1443774" y="47410"/>
                </a:cubicBezTo>
                <a:moveTo>
                  <a:pt x="1468127" y="62177"/>
                </a:moveTo>
                <a:cubicBezTo>
                  <a:pt x="1465795" y="62945"/>
                  <a:pt x="1462103" y="63863"/>
                  <a:pt x="1457051" y="64930"/>
                </a:cubicBezTo>
                <a:cubicBezTo>
                  <a:pt x="1451999" y="65996"/>
                  <a:pt x="1448696" y="67041"/>
                  <a:pt x="1447142" y="68065"/>
                </a:cubicBezTo>
                <a:cubicBezTo>
                  <a:pt x="1444767" y="69729"/>
                  <a:pt x="1443580" y="71841"/>
                  <a:pt x="1443580" y="74400"/>
                </a:cubicBezTo>
                <a:cubicBezTo>
                  <a:pt x="1443580" y="76918"/>
                  <a:pt x="1444529" y="79095"/>
                  <a:pt x="1446429" y="80930"/>
                </a:cubicBezTo>
                <a:cubicBezTo>
                  <a:pt x="1448329" y="82763"/>
                  <a:pt x="1450747" y="83680"/>
                  <a:pt x="1453683" y="83680"/>
                </a:cubicBezTo>
                <a:cubicBezTo>
                  <a:pt x="1456965" y="83680"/>
                  <a:pt x="1460095" y="82614"/>
                  <a:pt x="1463075" y="80480"/>
                </a:cubicBezTo>
                <a:cubicBezTo>
                  <a:pt x="1465277" y="78860"/>
                  <a:pt x="1466723" y="76876"/>
                  <a:pt x="1467414" y="74528"/>
                </a:cubicBezTo>
                <a:cubicBezTo>
                  <a:pt x="1467889" y="72992"/>
                  <a:pt x="1468127" y="70070"/>
                  <a:pt x="1468127" y="65762"/>
                </a:cubicBezTo>
                <a:lnTo>
                  <a:pt x="1468127" y="62177"/>
                </a:lnTo>
                <a:close/>
                <a:moveTo>
                  <a:pt x="1566489" y="94950"/>
                </a:moveTo>
                <a:lnTo>
                  <a:pt x="1548289" y="94950"/>
                </a:lnTo>
                <a:lnTo>
                  <a:pt x="1548289" y="59886"/>
                </a:lnTo>
                <a:cubicBezTo>
                  <a:pt x="1548289" y="52467"/>
                  <a:pt x="1547901" y="47669"/>
                  <a:pt x="1547123" y="45491"/>
                </a:cubicBezTo>
                <a:cubicBezTo>
                  <a:pt x="1546346" y="43314"/>
                  <a:pt x="1545083" y="41621"/>
                  <a:pt x="1543335" y="40413"/>
                </a:cubicBezTo>
                <a:cubicBezTo>
                  <a:pt x="1541586" y="39206"/>
                  <a:pt x="1539481" y="38602"/>
                  <a:pt x="1537020" y="38602"/>
                </a:cubicBezTo>
                <a:cubicBezTo>
                  <a:pt x="1533868" y="38602"/>
                  <a:pt x="1531039" y="39465"/>
                  <a:pt x="1528535" y="41190"/>
                </a:cubicBezTo>
                <a:cubicBezTo>
                  <a:pt x="1526031" y="42915"/>
                  <a:pt x="1524314" y="45201"/>
                  <a:pt x="1523386" y="48048"/>
                </a:cubicBezTo>
                <a:cubicBezTo>
                  <a:pt x="1522458" y="50893"/>
                  <a:pt x="1521993" y="56155"/>
                  <a:pt x="1521993" y="63833"/>
                </a:cubicBezTo>
                <a:lnTo>
                  <a:pt x="1521993" y="94950"/>
                </a:lnTo>
                <a:lnTo>
                  <a:pt x="1503794" y="94950"/>
                </a:lnTo>
                <a:lnTo>
                  <a:pt x="1503794" y="26166"/>
                </a:lnTo>
                <a:lnTo>
                  <a:pt x="1520698" y="26166"/>
                </a:lnTo>
                <a:lnTo>
                  <a:pt x="1520698" y="36270"/>
                </a:lnTo>
                <a:cubicBezTo>
                  <a:pt x="1526700" y="28498"/>
                  <a:pt x="1534256" y="24612"/>
                  <a:pt x="1543367" y="24612"/>
                </a:cubicBezTo>
                <a:cubicBezTo>
                  <a:pt x="1547383" y="24612"/>
                  <a:pt x="1551053" y="25335"/>
                  <a:pt x="1554377" y="26782"/>
                </a:cubicBezTo>
                <a:cubicBezTo>
                  <a:pt x="1557702" y="28228"/>
                  <a:pt x="1560217" y="30074"/>
                  <a:pt x="1561923" y="32319"/>
                </a:cubicBezTo>
                <a:cubicBezTo>
                  <a:pt x="1563629" y="34565"/>
                  <a:pt x="1564816" y="37112"/>
                  <a:pt x="1565485" y="39962"/>
                </a:cubicBezTo>
                <a:cubicBezTo>
                  <a:pt x="1566154" y="42812"/>
                  <a:pt x="1566489" y="46892"/>
                  <a:pt x="1566489" y="52203"/>
                </a:cubicBezTo>
                <a:lnTo>
                  <a:pt x="1566489" y="94950"/>
                </a:lnTo>
                <a:close/>
                <a:moveTo>
                  <a:pt x="1583285" y="99354"/>
                </a:moveTo>
                <a:lnTo>
                  <a:pt x="1604076" y="101945"/>
                </a:lnTo>
                <a:cubicBezTo>
                  <a:pt x="1604421" y="104386"/>
                  <a:pt x="1605220" y="106064"/>
                  <a:pt x="1606472" y="106979"/>
                </a:cubicBezTo>
                <a:cubicBezTo>
                  <a:pt x="1608199" y="108286"/>
                  <a:pt x="1610919" y="108940"/>
                  <a:pt x="1614633" y="108940"/>
                </a:cubicBezTo>
                <a:cubicBezTo>
                  <a:pt x="1619382" y="108940"/>
                  <a:pt x="1622945" y="108222"/>
                  <a:pt x="1625320" y="106786"/>
                </a:cubicBezTo>
                <a:cubicBezTo>
                  <a:pt x="1626917" y="105830"/>
                  <a:pt x="1628126" y="104286"/>
                  <a:pt x="1628947" y="102155"/>
                </a:cubicBezTo>
                <a:cubicBezTo>
                  <a:pt x="1629508" y="100633"/>
                  <a:pt x="1629789" y="97829"/>
                  <a:pt x="1629789" y="93742"/>
                </a:cubicBezTo>
                <a:lnTo>
                  <a:pt x="1629789" y="83630"/>
                </a:lnTo>
                <a:cubicBezTo>
                  <a:pt x="1624348" y="91176"/>
                  <a:pt x="1617483" y="94950"/>
                  <a:pt x="1609192" y="94950"/>
                </a:cubicBezTo>
                <a:cubicBezTo>
                  <a:pt x="1599952" y="94950"/>
                  <a:pt x="1592633" y="91042"/>
                  <a:pt x="1587236" y="83227"/>
                </a:cubicBezTo>
                <a:cubicBezTo>
                  <a:pt x="1583004" y="77052"/>
                  <a:pt x="1580889" y="69367"/>
                  <a:pt x="1580889" y="60169"/>
                </a:cubicBezTo>
                <a:cubicBezTo>
                  <a:pt x="1580889" y="48641"/>
                  <a:pt x="1583663" y="39832"/>
                  <a:pt x="1589211" y="33744"/>
                </a:cubicBezTo>
                <a:cubicBezTo>
                  <a:pt x="1594760" y="27656"/>
                  <a:pt x="1601658" y="24612"/>
                  <a:pt x="1609905" y="24612"/>
                </a:cubicBezTo>
                <a:cubicBezTo>
                  <a:pt x="1618411" y="24612"/>
                  <a:pt x="1625427" y="28364"/>
                  <a:pt x="1630954" y="35869"/>
                </a:cubicBezTo>
                <a:lnTo>
                  <a:pt x="1630954" y="26166"/>
                </a:lnTo>
                <a:lnTo>
                  <a:pt x="1647988" y="26166"/>
                </a:lnTo>
                <a:lnTo>
                  <a:pt x="1647988" y="87931"/>
                </a:lnTo>
                <a:cubicBezTo>
                  <a:pt x="1647988" y="96054"/>
                  <a:pt x="1647319" y="102124"/>
                  <a:pt x="1645981" y="106143"/>
                </a:cubicBezTo>
                <a:cubicBezTo>
                  <a:pt x="1644642" y="110161"/>
                  <a:pt x="1642764" y="113315"/>
                  <a:pt x="1640346" y="115605"/>
                </a:cubicBezTo>
                <a:cubicBezTo>
                  <a:pt x="1637928" y="117896"/>
                  <a:pt x="1634700" y="119689"/>
                  <a:pt x="1630663" y="120985"/>
                </a:cubicBezTo>
                <a:cubicBezTo>
                  <a:pt x="1626626" y="122281"/>
                  <a:pt x="1621520" y="122930"/>
                  <a:pt x="1615345" y="122930"/>
                </a:cubicBezTo>
                <a:cubicBezTo>
                  <a:pt x="1603687" y="122930"/>
                  <a:pt x="1595418" y="120916"/>
                  <a:pt x="1590539" y="116888"/>
                </a:cubicBezTo>
                <a:cubicBezTo>
                  <a:pt x="1585660" y="112862"/>
                  <a:pt x="1583220" y="107757"/>
                  <a:pt x="1583220" y="101574"/>
                </a:cubicBezTo>
                <a:cubicBezTo>
                  <a:pt x="1583220" y="100965"/>
                  <a:pt x="1583242" y="100224"/>
                  <a:pt x="1583285" y="99354"/>
                </a:cubicBezTo>
                <a:moveTo>
                  <a:pt x="1599542" y="59133"/>
                </a:moveTo>
                <a:cubicBezTo>
                  <a:pt x="1599542" y="66409"/>
                  <a:pt x="1600956" y="71736"/>
                  <a:pt x="1603784" y="75115"/>
                </a:cubicBezTo>
                <a:cubicBezTo>
                  <a:pt x="1606612" y="78493"/>
                  <a:pt x="1610099" y="80183"/>
                  <a:pt x="1614244" y="80183"/>
                </a:cubicBezTo>
                <a:cubicBezTo>
                  <a:pt x="1618692" y="80183"/>
                  <a:pt x="1622448" y="78450"/>
                  <a:pt x="1625514" y="74985"/>
                </a:cubicBezTo>
                <a:cubicBezTo>
                  <a:pt x="1628579" y="71520"/>
                  <a:pt x="1630112" y="66387"/>
                  <a:pt x="1630112" y="59587"/>
                </a:cubicBezTo>
                <a:cubicBezTo>
                  <a:pt x="1630112" y="52484"/>
                  <a:pt x="1628644" y="47210"/>
                  <a:pt x="1625708" y="43767"/>
                </a:cubicBezTo>
                <a:cubicBezTo>
                  <a:pt x="1622772" y="40323"/>
                  <a:pt x="1619059" y="38602"/>
                  <a:pt x="1614568" y="38602"/>
                </a:cubicBezTo>
                <a:cubicBezTo>
                  <a:pt x="1610207" y="38602"/>
                  <a:pt x="1606612" y="40291"/>
                  <a:pt x="1603784" y="43670"/>
                </a:cubicBezTo>
                <a:cubicBezTo>
                  <a:pt x="1600956" y="47049"/>
                  <a:pt x="1599542" y="52203"/>
                  <a:pt x="1599542" y="59133"/>
                </a:cubicBezTo>
                <a:close/>
                <a:moveTo>
                  <a:pt x="1666015" y="94950"/>
                </a:moveTo>
                <a:lnTo>
                  <a:pt x="1666015" y="0"/>
                </a:lnTo>
                <a:lnTo>
                  <a:pt x="1684215" y="0"/>
                </a:lnTo>
                <a:lnTo>
                  <a:pt x="1684215" y="94950"/>
                </a:lnTo>
                <a:lnTo>
                  <a:pt x="1666015" y="94950"/>
                </a:lnTo>
                <a:close/>
                <a:moveTo>
                  <a:pt x="1742723" y="73058"/>
                </a:moveTo>
                <a:lnTo>
                  <a:pt x="1760858" y="76167"/>
                </a:lnTo>
                <a:cubicBezTo>
                  <a:pt x="1758526" y="82795"/>
                  <a:pt x="1754845" y="87842"/>
                  <a:pt x="1749815" y="91307"/>
                </a:cubicBezTo>
                <a:cubicBezTo>
                  <a:pt x="1744785" y="94772"/>
                  <a:pt x="1738491" y="96504"/>
                  <a:pt x="1730935" y="96504"/>
                </a:cubicBezTo>
                <a:cubicBezTo>
                  <a:pt x="1718975" y="96504"/>
                  <a:pt x="1710123" y="92597"/>
                  <a:pt x="1704380" y="84781"/>
                </a:cubicBezTo>
                <a:cubicBezTo>
                  <a:pt x="1699847" y="78520"/>
                  <a:pt x="1697580" y="70619"/>
                  <a:pt x="1697580" y="61076"/>
                </a:cubicBezTo>
                <a:cubicBezTo>
                  <a:pt x="1697580" y="49677"/>
                  <a:pt x="1700559" y="40750"/>
                  <a:pt x="1706518" y="34295"/>
                </a:cubicBezTo>
                <a:cubicBezTo>
                  <a:pt x="1712476" y="27839"/>
                  <a:pt x="1720011" y="24612"/>
                  <a:pt x="1729122" y="24612"/>
                </a:cubicBezTo>
                <a:cubicBezTo>
                  <a:pt x="1739355" y="24612"/>
                  <a:pt x="1747429" y="27991"/>
                  <a:pt x="1753345" y="34748"/>
                </a:cubicBezTo>
                <a:cubicBezTo>
                  <a:pt x="1759260" y="41505"/>
                  <a:pt x="1762089" y="51858"/>
                  <a:pt x="1761830" y="65804"/>
                </a:cubicBezTo>
                <a:lnTo>
                  <a:pt x="1716233" y="65804"/>
                </a:lnTo>
                <a:cubicBezTo>
                  <a:pt x="1716362" y="71202"/>
                  <a:pt x="1717830" y="75401"/>
                  <a:pt x="1720637" y="78402"/>
                </a:cubicBezTo>
                <a:cubicBezTo>
                  <a:pt x="1723444" y="81403"/>
                  <a:pt x="1726941" y="82903"/>
                  <a:pt x="1731129" y="82903"/>
                </a:cubicBezTo>
                <a:cubicBezTo>
                  <a:pt x="1733979" y="82903"/>
                  <a:pt x="1736376" y="82126"/>
                  <a:pt x="1738319" y="80571"/>
                </a:cubicBezTo>
                <a:cubicBezTo>
                  <a:pt x="1740262" y="79017"/>
                  <a:pt x="1741730" y="76513"/>
                  <a:pt x="1742723" y="73058"/>
                </a:cubicBezTo>
                <a:moveTo>
                  <a:pt x="1743759" y="54664"/>
                </a:moveTo>
                <a:cubicBezTo>
                  <a:pt x="1743630" y="49418"/>
                  <a:pt x="1742270" y="45429"/>
                  <a:pt x="1739679" y="42698"/>
                </a:cubicBezTo>
                <a:cubicBezTo>
                  <a:pt x="1737088" y="39967"/>
                  <a:pt x="1733936" y="38602"/>
                  <a:pt x="1730223" y="38602"/>
                </a:cubicBezTo>
                <a:cubicBezTo>
                  <a:pt x="1726250" y="38602"/>
                  <a:pt x="1722969" y="40042"/>
                  <a:pt x="1720378" y="42923"/>
                </a:cubicBezTo>
                <a:cubicBezTo>
                  <a:pt x="1717787" y="45805"/>
                  <a:pt x="1716514" y="49719"/>
                  <a:pt x="1716557" y="54664"/>
                </a:cubicBezTo>
                <a:lnTo>
                  <a:pt x="1743759" y="54664"/>
                </a:lnTo>
                <a:close/>
                <a:moveTo>
                  <a:pt x="1826341" y="94950"/>
                </a:moveTo>
                <a:lnTo>
                  <a:pt x="1804579" y="26166"/>
                </a:lnTo>
                <a:lnTo>
                  <a:pt x="1822260" y="26166"/>
                </a:lnTo>
                <a:lnTo>
                  <a:pt x="1835149" y="71245"/>
                </a:lnTo>
                <a:lnTo>
                  <a:pt x="1847002" y="26166"/>
                </a:lnTo>
                <a:lnTo>
                  <a:pt x="1864554" y="26166"/>
                </a:lnTo>
                <a:lnTo>
                  <a:pt x="1876018" y="71245"/>
                </a:lnTo>
                <a:lnTo>
                  <a:pt x="1889166" y="26166"/>
                </a:lnTo>
                <a:lnTo>
                  <a:pt x="1907107" y="26166"/>
                </a:lnTo>
                <a:lnTo>
                  <a:pt x="1885021" y="94950"/>
                </a:lnTo>
                <a:lnTo>
                  <a:pt x="1867533" y="94950"/>
                </a:lnTo>
                <a:lnTo>
                  <a:pt x="1855681" y="50713"/>
                </a:lnTo>
                <a:lnTo>
                  <a:pt x="1844022" y="94950"/>
                </a:lnTo>
                <a:lnTo>
                  <a:pt x="1826341" y="94950"/>
                </a:lnTo>
                <a:close/>
                <a:moveTo>
                  <a:pt x="1912505" y="59587"/>
                </a:moveTo>
                <a:cubicBezTo>
                  <a:pt x="1912505" y="53542"/>
                  <a:pt x="1913995" y="47691"/>
                  <a:pt x="1916974" y="42034"/>
                </a:cubicBezTo>
                <a:cubicBezTo>
                  <a:pt x="1919953" y="36378"/>
                  <a:pt x="1924174" y="32060"/>
                  <a:pt x="1929636" y="29081"/>
                </a:cubicBezTo>
                <a:cubicBezTo>
                  <a:pt x="1935098" y="26101"/>
                  <a:pt x="1941197" y="24612"/>
                  <a:pt x="1947933" y="24612"/>
                </a:cubicBezTo>
                <a:cubicBezTo>
                  <a:pt x="1958339" y="24612"/>
                  <a:pt x="1966867" y="27991"/>
                  <a:pt x="1973516" y="34748"/>
                </a:cubicBezTo>
                <a:cubicBezTo>
                  <a:pt x="1980166" y="41505"/>
                  <a:pt x="1983491" y="50044"/>
                  <a:pt x="1983491" y="60364"/>
                </a:cubicBezTo>
                <a:cubicBezTo>
                  <a:pt x="1983491" y="70770"/>
                  <a:pt x="1980133" y="79395"/>
                  <a:pt x="1973419" y="86239"/>
                </a:cubicBezTo>
                <a:cubicBezTo>
                  <a:pt x="1966705" y="93082"/>
                  <a:pt x="1958253" y="96504"/>
                  <a:pt x="1948063" y="96504"/>
                </a:cubicBezTo>
                <a:cubicBezTo>
                  <a:pt x="1941758" y="96504"/>
                  <a:pt x="1935746" y="95079"/>
                  <a:pt x="1930025" y="92230"/>
                </a:cubicBezTo>
                <a:cubicBezTo>
                  <a:pt x="1924303" y="89380"/>
                  <a:pt x="1919953" y="85202"/>
                  <a:pt x="1916974" y="79697"/>
                </a:cubicBezTo>
                <a:cubicBezTo>
                  <a:pt x="1913995" y="74192"/>
                  <a:pt x="1912505" y="67488"/>
                  <a:pt x="1912505" y="59587"/>
                </a:cubicBezTo>
                <a:moveTo>
                  <a:pt x="1931158" y="60558"/>
                </a:moveTo>
                <a:cubicBezTo>
                  <a:pt x="1931158" y="67359"/>
                  <a:pt x="1932777" y="72567"/>
                  <a:pt x="1936016" y="76183"/>
                </a:cubicBezTo>
                <a:cubicBezTo>
                  <a:pt x="1939254" y="79800"/>
                  <a:pt x="1943248" y="81608"/>
                  <a:pt x="1947998" y="81608"/>
                </a:cubicBezTo>
                <a:cubicBezTo>
                  <a:pt x="1952747" y="81608"/>
                  <a:pt x="1956731" y="79800"/>
                  <a:pt x="1959947" y="76183"/>
                </a:cubicBezTo>
                <a:cubicBezTo>
                  <a:pt x="1963164" y="72567"/>
                  <a:pt x="1964773" y="67316"/>
                  <a:pt x="1964773" y="60429"/>
                </a:cubicBezTo>
                <a:cubicBezTo>
                  <a:pt x="1964773" y="53714"/>
                  <a:pt x="1963164" y="48549"/>
                  <a:pt x="1959947" y="44933"/>
                </a:cubicBezTo>
                <a:cubicBezTo>
                  <a:pt x="1956731" y="41317"/>
                  <a:pt x="1952747" y="39508"/>
                  <a:pt x="1947998" y="39508"/>
                </a:cubicBezTo>
                <a:cubicBezTo>
                  <a:pt x="1943248" y="39508"/>
                  <a:pt x="1939254" y="41317"/>
                  <a:pt x="1936016" y="44933"/>
                </a:cubicBezTo>
                <a:cubicBezTo>
                  <a:pt x="1932777" y="48549"/>
                  <a:pt x="1931158" y="53757"/>
                  <a:pt x="1931158" y="60558"/>
                </a:cubicBezTo>
                <a:close/>
                <a:moveTo>
                  <a:pt x="2015184" y="94950"/>
                </a:moveTo>
                <a:lnTo>
                  <a:pt x="1996984" y="94950"/>
                </a:lnTo>
                <a:lnTo>
                  <a:pt x="1996984" y="26166"/>
                </a:lnTo>
                <a:lnTo>
                  <a:pt x="2013888" y="26166"/>
                </a:lnTo>
                <a:lnTo>
                  <a:pt x="2013888" y="35946"/>
                </a:lnTo>
                <a:cubicBezTo>
                  <a:pt x="2016781" y="31326"/>
                  <a:pt x="2019383" y="28282"/>
                  <a:pt x="2021693" y="26814"/>
                </a:cubicBezTo>
                <a:cubicBezTo>
                  <a:pt x="2024003" y="25346"/>
                  <a:pt x="2026626" y="24612"/>
                  <a:pt x="2029562" y="24612"/>
                </a:cubicBezTo>
                <a:cubicBezTo>
                  <a:pt x="2033707" y="24612"/>
                  <a:pt x="2037701" y="25756"/>
                  <a:pt x="2041544" y="28045"/>
                </a:cubicBezTo>
                <a:lnTo>
                  <a:pt x="2035909" y="43913"/>
                </a:lnTo>
                <a:cubicBezTo>
                  <a:pt x="2032844" y="41926"/>
                  <a:pt x="2029994" y="40933"/>
                  <a:pt x="2027360" y="40933"/>
                </a:cubicBezTo>
                <a:cubicBezTo>
                  <a:pt x="2024812" y="40933"/>
                  <a:pt x="2022653" y="41635"/>
                  <a:pt x="2020883" y="43038"/>
                </a:cubicBezTo>
                <a:cubicBezTo>
                  <a:pt x="2019113" y="44442"/>
                  <a:pt x="2017720" y="46978"/>
                  <a:pt x="2016706" y="50649"/>
                </a:cubicBezTo>
                <a:cubicBezTo>
                  <a:pt x="2015691" y="54319"/>
                  <a:pt x="2015184" y="62005"/>
                  <a:pt x="2015184" y="73706"/>
                </a:cubicBezTo>
                <a:lnTo>
                  <a:pt x="2015184" y="94950"/>
                </a:lnTo>
                <a:close/>
                <a:moveTo>
                  <a:pt x="2048712" y="94950"/>
                </a:moveTo>
                <a:lnTo>
                  <a:pt x="2048712" y="0"/>
                </a:lnTo>
                <a:lnTo>
                  <a:pt x="2066912" y="0"/>
                </a:lnTo>
                <a:lnTo>
                  <a:pt x="2066912" y="50390"/>
                </a:lnTo>
                <a:lnTo>
                  <a:pt x="2088220" y="26166"/>
                </a:lnTo>
                <a:lnTo>
                  <a:pt x="2110630" y="26166"/>
                </a:lnTo>
                <a:lnTo>
                  <a:pt x="2087119" y="51306"/>
                </a:lnTo>
                <a:lnTo>
                  <a:pt x="2112314" y="94950"/>
                </a:lnTo>
                <a:lnTo>
                  <a:pt x="2092689" y="94950"/>
                </a:lnTo>
                <a:lnTo>
                  <a:pt x="2075396" y="64047"/>
                </a:lnTo>
                <a:lnTo>
                  <a:pt x="2066912" y="72929"/>
                </a:lnTo>
                <a:lnTo>
                  <a:pt x="2066912" y="94950"/>
                </a:lnTo>
                <a:lnTo>
                  <a:pt x="2048712" y="94950"/>
                </a:lnTo>
                <a:close/>
                <a:moveTo>
                  <a:pt x="2123110" y="16840"/>
                </a:moveTo>
                <a:lnTo>
                  <a:pt x="2123110" y="0"/>
                </a:lnTo>
                <a:lnTo>
                  <a:pt x="2141310" y="0"/>
                </a:lnTo>
                <a:lnTo>
                  <a:pt x="2141310" y="16840"/>
                </a:lnTo>
                <a:lnTo>
                  <a:pt x="2123110" y="16840"/>
                </a:lnTo>
                <a:moveTo>
                  <a:pt x="2123110" y="94950"/>
                </a:moveTo>
                <a:lnTo>
                  <a:pt x="2123110" y="26166"/>
                </a:lnTo>
                <a:lnTo>
                  <a:pt x="2141310" y="26166"/>
                </a:lnTo>
                <a:lnTo>
                  <a:pt x="2141310" y="94950"/>
                </a:lnTo>
                <a:lnTo>
                  <a:pt x="2123110" y="94950"/>
                </a:lnTo>
                <a:close/>
                <a:moveTo>
                  <a:pt x="2222552" y="94950"/>
                </a:moveTo>
                <a:lnTo>
                  <a:pt x="2204352" y="94950"/>
                </a:lnTo>
                <a:lnTo>
                  <a:pt x="2204352" y="59886"/>
                </a:lnTo>
                <a:cubicBezTo>
                  <a:pt x="2204352" y="52467"/>
                  <a:pt x="2203963" y="47669"/>
                  <a:pt x="2203186" y="45491"/>
                </a:cubicBezTo>
                <a:cubicBezTo>
                  <a:pt x="2202409" y="43314"/>
                  <a:pt x="2201146" y="41621"/>
                  <a:pt x="2199397" y="40413"/>
                </a:cubicBezTo>
                <a:cubicBezTo>
                  <a:pt x="2197648" y="39206"/>
                  <a:pt x="2195543" y="38602"/>
                  <a:pt x="2193082" y="38602"/>
                </a:cubicBezTo>
                <a:cubicBezTo>
                  <a:pt x="2189930" y="38602"/>
                  <a:pt x="2187102" y="39465"/>
                  <a:pt x="2184598" y="41190"/>
                </a:cubicBezTo>
                <a:cubicBezTo>
                  <a:pt x="2182093" y="42915"/>
                  <a:pt x="2180377" y="45201"/>
                  <a:pt x="2179449" y="48048"/>
                </a:cubicBezTo>
                <a:cubicBezTo>
                  <a:pt x="2178520" y="50893"/>
                  <a:pt x="2178056" y="56155"/>
                  <a:pt x="2178056" y="63833"/>
                </a:cubicBezTo>
                <a:lnTo>
                  <a:pt x="2178056" y="94950"/>
                </a:lnTo>
                <a:lnTo>
                  <a:pt x="2159856" y="94950"/>
                </a:lnTo>
                <a:lnTo>
                  <a:pt x="2159856" y="26166"/>
                </a:lnTo>
                <a:lnTo>
                  <a:pt x="2176761" y="26166"/>
                </a:lnTo>
                <a:lnTo>
                  <a:pt x="2176761" y="36270"/>
                </a:lnTo>
                <a:cubicBezTo>
                  <a:pt x="2182763" y="28498"/>
                  <a:pt x="2190319" y="24612"/>
                  <a:pt x="2199429" y="24612"/>
                </a:cubicBezTo>
                <a:cubicBezTo>
                  <a:pt x="2203445" y="24612"/>
                  <a:pt x="2207115" y="25335"/>
                  <a:pt x="2210440" y="26782"/>
                </a:cubicBezTo>
                <a:cubicBezTo>
                  <a:pt x="2213765" y="28228"/>
                  <a:pt x="2216280" y="30074"/>
                  <a:pt x="2217986" y="32319"/>
                </a:cubicBezTo>
                <a:cubicBezTo>
                  <a:pt x="2219691" y="34565"/>
                  <a:pt x="2220878" y="37112"/>
                  <a:pt x="2221548" y="39962"/>
                </a:cubicBezTo>
                <a:cubicBezTo>
                  <a:pt x="2222217" y="42812"/>
                  <a:pt x="2222552" y="46892"/>
                  <a:pt x="2222552" y="52203"/>
                </a:cubicBezTo>
                <a:lnTo>
                  <a:pt x="2222552" y="94950"/>
                </a:lnTo>
                <a:close/>
                <a:moveTo>
                  <a:pt x="2239348" y="99354"/>
                </a:moveTo>
                <a:lnTo>
                  <a:pt x="2260138" y="101945"/>
                </a:lnTo>
                <a:cubicBezTo>
                  <a:pt x="2260484" y="104386"/>
                  <a:pt x="2261282" y="106064"/>
                  <a:pt x="2262535" y="106979"/>
                </a:cubicBezTo>
                <a:cubicBezTo>
                  <a:pt x="2264262" y="108286"/>
                  <a:pt x="2266982" y="108940"/>
                  <a:pt x="2270695" y="108940"/>
                </a:cubicBezTo>
                <a:cubicBezTo>
                  <a:pt x="2275445" y="108940"/>
                  <a:pt x="2279007" y="108222"/>
                  <a:pt x="2281382" y="106786"/>
                </a:cubicBezTo>
                <a:cubicBezTo>
                  <a:pt x="2282980" y="105830"/>
                  <a:pt x="2284189" y="104286"/>
                  <a:pt x="2285009" y="102155"/>
                </a:cubicBezTo>
                <a:cubicBezTo>
                  <a:pt x="2285570" y="100633"/>
                  <a:pt x="2285851" y="97829"/>
                  <a:pt x="2285851" y="93742"/>
                </a:cubicBezTo>
                <a:lnTo>
                  <a:pt x="2285851" y="83630"/>
                </a:lnTo>
                <a:cubicBezTo>
                  <a:pt x="2280411" y="91176"/>
                  <a:pt x="2273545" y="94950"/>
                  <a:pt x="2265255" y="94950"/>
                </a:cubicBezTo>
                <a:cubicBezTo>
                  <a:pt x="2256015" y="94950"/>
                  <a:pt x="2248696" y="91042"/>
                  <a:pt x="2243298" y="83227"/>
                </a:cubicBezTo>
                <a:cubicBezTo>
                  <a:pt x="2239067" y="77052"/>
                  <a:pt x="2236951" y="69367"/>
                  <a:pt x="2236951" y="60169"/>
                </a:cubicBezTo>
                <a:cubicBezTo>
                  <a:pt x="2236951" y="48641"/>
                  <a:pt x="2239725" y="39832"/>
                  <a:pt x="2245274" y="33744"/>
                </a:cubicBezTo>
                <a:cubicBezTo>
                  <a:pt x="2250822" y="27656"/>
                  <a:pt x="2257720" y="24612"/>
                  <a:pt x="2265967" y="24612"/>
                </a:cubicBezTo>
                <a:cubicBezTo>
                  <a:pt x="2274473" y="24612"/>
                  <a:pt x="2281490" y="28364"/>
                  <a:pt x="2287017" y="35869"/>
                </a:cubicBezTo>
                <a:lnTo>
                  <a:pt x="2287017" y="26166"/>
                </a:lnTo>
                <a:lnTo>
                  <a:pt x="2304051" y="26166"/>
                </a:lnTo>
                <a:lnTo>
                  <a:pt x="2304051" y="87931"/>
                </a:lnTo>
                <a:cubicBezTo>
                  <a:pt x="2304051" y="96054"/>
                  <a:pt x="2303382" y="102124"/>
                  <a:pt x="2302043" y="106143"/>
                </a:cubicBezTo>
                <a:cubicBezTo>
                  <a:pt x="2300705" y="110161"/>
                  <a:pt x="2298826" y="113315"/>
                  <a:pt x="2296408" y="115605"/>
                </a:cubicBezTo>
                <a:cubicBezTo>
                  <a:pt x="2293990" y="117896"/>
                  <a:pt x="2290763" y="119689"/>
                  <a:pt x="2286725" y="120985"/>
                </a:cubicBezTo>
                <a:cubicBezTo>
                  <a:pt x="2282688" y="122281"/>
                  <a:pt x="2277582" y="122930"/>
                  <a:pt x="2271408" y="122930"/>
                </a:cubicBezTo>
                <a:cubicBezTo>
                  <a:pt x="2259750" y="122930"/>
                  <a:pt x="2251481" y="120916"/>
                  <a:pt x="2246602" y="116888"/>
                </a:cubicBezTo>
                <a:cubicBezTo>
                  <a:pt x="2241722" y="112862"/>
                  <a:pt x="2239283" y="107757"/>
                  <a:pt x="2239283" y="101574"/>
                </a:cubicBezTo>
                <a:cubicBezTo>
                  <a:pt x="2239283" y="100965"/>
                  <a:pt x="2239304" y="100224"/>
                  <a:pt x="2239348" y="99354"/>
                </a:cubicBezTo>
                <a:moveTo>
                  <a:pt x="2255604" y="59133"/>
                </a:moveTo>
                <a:cubicBezTo>
                  <a:pt x="2255604" y="66409"/>
                  <a:pt x="2257019" y="71736"/>
                  <a:pt x="2259847" y="75115"/>
                </a:cubicBezTo>
                <a:cubicBezTo>
                  <a:pt x="2262675" y="78493"/>
                  <a:pt x="2266162" y="80183"/>
                  <a:pt x="2270307" y="80183"/>
                </a:cubicBezTo>
                <a:cubicBezTo>
                  <a:pt x="2274754" y="80183"/>
                  <a:pt x="2278511" y="78450"/>
                  <a:pt x="2281576" y="74985"/>
                </a:cubicBezTo>
                <a:cubicBezTo>
                  <a:pt x="2284642" y="71520"/>
                  <a:pt x="2286175" y="66387"/>
                  <a:pt x="2286175" y="59587"/>
                </a:cubicBezTo>
                <a:cubicBezTo>
                  <a:pt x="2286175" y="52484"/>
                  <a:pt x="2284707" y="47210"/>
                  <a:pt x="2281771" y="43767"/>
                </a:cubicBezTo>
                <a:cubicBezTo>
                  <a:pt x="2278835" y="40323"/>
                  <a:pt x="2275121" y="38602"/>
                  <a:pt x="2270631" y="38602"/>
                </a:cubicBezTo>
                <a:cubicBezTo>
                  <a:pt x="2266270" y="38602"/>
                  <a:pt x="2262675" y="40291"/>
                  <a:pt x="2259847" y="43670"/>
                </a:cubicBezTo>
                <a:cubicBezTo>
                  <a:pt x="2257019" y="47049"/>
                  <a:pt x="2255604" y="52203"/>
                  <a:pt x="2255604" y="5913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69CB2-C51C-4AA4-BFE0-C948283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092" y="1920042"/>
            <a:ext cx="388460" cy="151594"/>
          </a:xfrm>
          <a:custGeom xmlns:a="http://schemas.openxmlformats.org/drawingml/2006/main">
            <a:pathLst>
              <a:path w="388460" h="151594">
                <a:moveTo>
                  <a:pt x="0" y="0"/>
                </a:moveTo>
                <a:lnTo>
                  <a:pt x="388460" y="0"/>
                </a:lnTo>
                <a:lnTo>
                  <a:pt x="388460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mode">
            <a:extLst xmlns:a="http://schemas.openxmlformats.org/drawingml/2006/main">
              <a:ext uri="{FF2B5EF4-FFF2-40B4-BE49-F238E27FC236}">
                <a16:creationId xmlns:a16="http://schemas.microsoft.com/office/drawing/2014/main" id="{B8CBE5D9-1431-4B89-9905-0AA324C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252" y="1948262"/>
            <a:ext cx="340571" cy="96504"/>
          </a:xfrm>
          <a:custGeom xmlns:a="http://schemas.openxmlformats.org/drawingml/2006/main">
            <a:pathLst>
              <a:path w="340571" h="96504">
                <a:moveTo>
                  <a:pt x="0" y="26166"/>
                </a:moveTo>
                <a:lnTo>
                  <a:pt x="16775" y="26166"/>
                </a:lnTo>
                <a:lnTo>
                  <a:pt x="16775" y="35558"/>
                </a:lnTo>
                <a:cubicBezTo>
                  <a:pt x="22777" y="28260"/>
                  <a:pt x="29923" y="24612"/>
                  <a:pt x="38213" y="24612"/>
                </a:cubicBezTo>
                <a:cubicBezTo>
                  <a:pt x="42617" y="24612"/>
                  <a:pt x="46439" y="25523"/>
                  <a:pt x="49677" y="27344"/>
                </a:cubicBezTo>
                <a:cubicBezTo>
                  <a:pt x="52915" y="29166"/>
                  <a:pt x="55571" y="31921"/>
                  <a:pt x="57644" y="35608"/>
                </a:cubicBezTo>
                <a:cubicBezTo>
                  <a:pt x="60666" y="31921"/>
                  <a:pt x="63926" y="29166"/>
                  <a:pt x="67423" y="27344"/>
                </a:cubicBezTo>
                <a:cubicBezTo>
                  <a:pt x="70921" y="25523"/>
                  <a:pt x="74656" y="24612"/>
                  <a:pt x="78628" y="24612"/>
                </a:cubicBezTo>
                <a:cubicBezTo>
                  <a:pt x="83680" y="24612"/>
                  <a:pt x="87955" y="25637"/>
                  <a:pt x="91452" y="27688"/>
                </a:cubicBezTo>
                <a:cubicBezTo>
                  <a:pt x="94950" y="29739"/>
                  <a:pt x="97562" y="32751"/>
                  <a:pt x="99289" y="36723"/>
                </a:cubicBezTo>
                <a:cubicBezTo>
                  <a:pt x="100542" y="39660"/>
                  <a:pt x="101168" y="44409"/>
                  <a:pt x="101168" y="50972"/>
                </a:cubicBezTo>
                <a:lnTo>
                  <a:pt x="101168" y="94950"/>
                </a:lnTo>
                <a:lnTo>
                  <a:pt x="82968" y="94950"/>
                </a:lnTo>
                <a:lnTo>
                  <a:pt x="82968" y="55680"/>
                </a:lnTo>
                <a:cubicBezTo>
                  <a:pt x="82968" y="48866"/>
                  <a:pt x="82342" y="44467"/>
                  <a:pt x="81090" y="42484"/>
                </a:cubicBezTo>
                <a:cubicBezTo>
                  <a:pt x="79406" y="39896"/>
                  <a:pt x="76815" y="38602"/>
                  <a:pt x="73317" y="38602"/>
                </a:cubicBezTo>
                <a:cubicBezTo>
                  <a:pt x="70770" y="38602"/>
                  <a:pt x="68373" y="39378"/>
                  <a:pt x="66128" y="40931"/>
                </a:cubicBezTo>
                <a:cubicBezTo>
                  <a:pt x="63883" y="42483"/>
                  <a:pt x="62264" y="44758"/>
                  <a:pt x="61271" y="47756"/>
                </a:cubicBezTo>
                <a:cubicBezTo>
                  <a:pt x="60277" y="50753"/>
                  <a:pt x="59781" y="55487"/>
                  <a:pt x="59781" y="61957"/>
                </a:cubicBezTo>
                <a:lnTo>
                  <a:pt x="59781" y="94950"/>
                </a:lnTo>
                <a:lnTo>
                  <a:pt x="41581" y="94950"/>
                </a:lnTo>
                <a:lnTo>
                  <a:pt x="41581" y="57297"/>
                </a:lnTo>
                <a:cubicBezTo>
                  <a:pt x="41581" y="50613"/>
                  <a:pt x="41257" y="46300"/>
                  <a:pt x="40610" y="44360"/>
                </a:cubicBezTo>
                <a:cubicBezTo>
                  <a:pt x="39962" y="42418"/>
                  <a:pt x="38958" y="40973"/>
                  <a:pt x="37598" y="40025"/>
                </a:cubicBezTo>
                <a:cubicBezTo>
                  <a:pt x="36238" y="39076"/>
                  <a:pt x="34392" y="38602"/>
                  <a:pt x="32060" y="38602"/>
                </a:cubicBezTo>
                <a:cubicBezTo>
                  <a:pt x="29254" y="38602"/>
                  <a:pt x="26728" y="39357"/>
                  <a:pt x="24482" y="40867"/>
                </a:cubicBezTo>
                <a:cubicBezTo>
                  <a:pt x="22237" y="42375"/>
                  <a:pt x="20629" y="44553"/>
                  <a:pt x="19657" y="47400"/>
                </a:cubicBezTo>
                <a:cubicBezTo>
                  <a:pt x="18686" y="50247"/>
                  <a:pt x="18200" y="54970"/>
                  <a:pt x="18200" y="61568"/>
                </a:cubicBezTo>
                <a:lnTo>
                  <a:pt x="18200" y="94950"/>
                </a:lnTo>
                <a:lnTo>
                  <a:pt x="0" y="94950"/>
                </a:lnTo>
                <a:lnTo>
                  <a:pt x="0" y="26166"/>
                </a:lnTo>
                <a:close/>
                <a:moveTo>
                  <a:pt x="115072" y="59587"/>
                </a:moveTo>
                <a:cubicBezTo>
                  <a:pt x="115072" y="53542"/>
                  <a:pt x="116561" y="47691"/>
                  <a:pt x="119541" y="42034"/>
                </a:cubicBezTo>
                <a:cubicBezTo>
                  <a:pt x="122520" y="36378"/>
                  <a:pt x="126741" y="32060"/>
                  <a:pt x="132203" y="29081"/>
                </a:cubicBezTo>
                <a:cubicBezTo>
                  <a:pt x="137665" y="26101"/>
                  <a:pt x="143764" y="24612"/>
                  <a:pt x="150500" y="24612"/>
                </a:cubicBezTo>
                <a:cubicBezTo>
                  <a:pt x="160906" y="24612"/>
                  <a:pt x="169434" y="27991"/>
                  <a:pt x="176083" y="34748"/>
                </a:cubicBezTo>
                <a:cubicBezTo>
                  <a:pt x="182733" y="41505"/>
                  <a:pt x="186058" y="50044"/>
                  <a:pt x="186058" y="60364"/>
                </a:cubicBezTo>
                <a:cubicBezTo>
                  <a:pt x="186058" y="70770"/>
                  <a:pt x="182700" y="79395"/>
                  <a:pt x="175986" y="86239"/>
                </a:cubicBezTo>
                <a:cubicBezTo>
                  <a:pt x="169272" y="93082"/>
                  <a:pt x="160820" y="96504"/>
                  <a:pt x="150629" y="96504"/>
                </a:cubicBezTo>
                <a:cubicBezTo>
                  <a:pt x="144325" y="96504"/>
                  <a:pt x="138313" y="95079"/>
                  <a:pt x="132592" y="92230"/>
                </a:cubicBezTo>
                <a:cubicBezTo>
                  <a:pt x="126870" y="89380"/>
                  <a:pt x="122520" y="85202"/>
                  <a:pt x="119541" y="79697"/>
                </a:cubicBezTo>
                <a:cubicBezTo>
                  <a:pt x="116561" y="74192"/>
                  <a:pt x="115072" y="67488"/>
                  <a:pt x="115072" y="59587"/>
                </a:cubicBezTo>
                <a:moveTo>
                  <a:pt x="133725" y="60558"/>
                </a:moveTo>
                <a:cubicBezTo>
                  <a:pt x="133725" y="67359"/>
                  <a:pt x="135344" y="72567"/>
                  <a:pt x="138583" y="76183"/>
                </a:cubicBezTo>
                <a:cubicBezTo>
                  <a:pt x="141821" y="79800"/>
                  <a:pt x="145815" y="81608"/>
                  <a:pt x="150565" y="81608"/>
                </a:cubicBezTo>
                <a:cubicBezTo>
                  <a:pt x="155314" y="81608"/>
                  <a:pt x="159298" y="79800"/>
                  <a:pt x="162514" y="76183"/>
                </a:cubicBezTo>
                <a:cubicBezTo>
                  <a:pt x="165731" y="72567"/>
                  <a:pt x="167340" y="67316"/>
                  <a:pt x="167340" y="60429"/>
                </a:cubicBezTo>
                <a:cubicBezTo>
                  <a:pt x="167340" y="53714"/>
                  <a:pt x="165731" y="48549"/>
                  <a:pt x="162514" y="44933"/>
                </a:cubicBezTo>
                <a:cubicBezTo>
                  <a:pt x="159298" y="41317"/>
                  <a:pt x="155314" y="39508"/>
                  <a:pt x="150565" y="39508"/>
                </a:cubicBezTo>
                <a:cubicBezTo>
                  <a:pt x="145815" y="39508"/>
                  <a:pt x="141821" y="41317"/>
                  <a:pt x="138583" y="44933"/>
                </a:cubicBezTo>
                <a:cubicBezTo>
                  <a:pt x="135344" y="48549"/>
                  <a:pt x="133725" y="53757"/>
                  <a:pt x="133725" y="60558"/>
                </a:cubicBezTo>
                <a:close/>
                <a:moveTo>
                  <a:pt x="263412" y="94950"/>
                </a:moveTo>
                <a:lnTo>
                  <a:pt x="246507" y="94950"/>
                </a:lnTo>
                <a:lnTo>
                  <a:pt x="246507" y="84846"/>
                </a:lnTo>
                <a:cubicBezTo>
                  <a:pt x="243701" y="88775"/>
                  <a:pt x="240387" y="91701"/>
                  <a:pt x="236565" y="93622"/>
                </a:cubicBezTo>
                <a:cubicBezTo>
                  <a:pt x="232744" y="95544"/>
                  <a:pt x="228890" y="96504"/>
                  <a:pt x="225004" y="96504"/>
                </a:cubicBezTo>
                <a:cubicBezTo>
                  <a:pt x="217102" y="96504"/>
                  <a:pt x="210334" y="93320"/>
                  <a:pt x="204699" y="86951"/>
                </a:cubicBezTo>
                <a:cubicBezTo>
                  <a:pt x="199065" y="80582"/>
                  <a:pt x="196247" y="71698"/>
                  <a:pt x="196247" y="60299"/>
                </a:cubicBezTo>
                <a:cubicBezTo>
                  <a:pt x="196247" y="48641"/>
                  <a:pt x="198989" y="39778"/>
                  <a:pt x="204473" y="33712"/>
                </a:cubicBezTo>
                <a:cubicBezTo>
                  <a:pt x="209956" y="27645"/>
                  <a:pt x="216887" y="24612"/>
                  <a:pt x="225263" y="24612"/>
                </a:cubicBezTo>
                <a:cubicBezTo>
                  <a:pt x="232949" y="24612"/>
                  <a:pt x="239599" y="27807"/>
                  <a:pt x="245212" y="34198"/>
                </a:cubicBezTo>
                <a:lnTo>
                  <a:pt x="245212" y="0"/>
                </a:lnTo>
                <a:lnTo>
                  <a:pt x="263412" y="0"/>
                </a:lnTo>
                <a:lnTo>
                  <a:pt x="263412" y="94950"/>
                </a:lnTo>
                <a:moveTo>
                  <a:pt x="214836" y="59103"/>
                </a:moveTo>
                <a:cubicBezTo>
                  <a:pt x="214836" y="66432"/>
                  <a:pt x="215850" y="71735"/>
                  <a:pt x="217880" y="75011"/>
                </a:cubicBezTo>
                <a:cubicBezTo>
                  <a:pt x="220816" y="79754"/>
                  <a:pt x="224918" y="82126"/>
                  <a:pt x="230186" y="82126"/>
                </a:cubicBezTo>
                <a:cubicBezTo>
                  <a:pt x="234374" y="82126"/>
                  <a:pt x="237936" y="80347"/>
                  <a:pt x="240872" y="76791"/>
                </a:cubicBezTo>
                <a:cubicBezTo>
                  <a:pt x="243808" y="73234"/>
                  <a:pt x="245277" y="67920"/>
                  <a:pt x="245277" y="60850"/>
                </a:cubicBezTo>
                <a:cubicBezTo>
                  <a:pt x="245277" y="52959"/>
                  <a:pt x="243852" y="47278"/>
                  <a:pt x="241002" y="43807"/>
                </a:cubicBezTo>
                <a:cubicBezTo>
                  <a:pt x="238152" y="40337"/>
                  <a:pt x="234503" y="38602"/>
                  <a:pt x="230056" y="38602"/>
                </a:cubicBezTo>
                <a:cubicBezTo>
                  <a:pt x="225738" y="38602"/>
                  <a:pt x="222122" y="40315"/>
                  <a:pt x="219207" y="43743"/>
                </a:cubicBezTo>
                <a:cubicBezTo>
                  <a:pt x="216293" y="47170"/>
                  <a:pt x="214836" y="52290"/>
                  <a:pt x="214836" y="59103"/>
                </a:cubicBezTo>
                <a:close/>
                <a:moveTo>
                  <a:pt x="321206" y="73058"/>
                </a:moveTo>
                <a:lnTo>
                  <a:pt x="339341" y="76167"/>
                </a:lnTo>
                <a:cubicBezTo>
                  <a:pt x="337009" y="82795"/>
                  <a:pt x="333328" y="87842"/>
                  <a:pt x="328298" y="91307"/>
                </a:cubicBezTo>
                <a:cubicBezTo>
                  <a:pt x="323268" y="94772"/>
                  <a:pt x="316974" y="96504"/>
                  <a:pt x="309418" y="96504"/>
                </a:cubicBezTo>
                <a:cubicBezTo>
                  <a:pt x="297457" y="96504"/>
                  <a:pt x="288606" y="92597"/>
                  <a:pt x="282863" y="84781"/>
                </a:cubicBezTo>
                <a:cubicBezTo>
                  <a:pt x="278329" y="78520"/>
                  <a:pt x="276062" y="70619"/>
                  <a:pt x="276062" y="61076"/>
                </a:cubicBezTo>
                <a:cubicBezTo>
                  <a:pt x="276062" y="49677"/>
                  <a:pt x="279042" y="40750"/>
                  <a:pt x="285000" y="34295"/>
                </a:cubicBezTo>
                <a:cubicBezTo>
                  <a:pt x="290959" y="27839"/>
                  <a:pt x="298494" y="24612"/>
                  <a:pt x="307604" y="24612"/>
                </a:cubicBezTo>
                <a:cubicBezTo>
                  <a:pt x="317838" y="24612"/>
                  <a:pt x="325912" y="27991"/>
                  <a:pt x="331828" y="34748"/>
                </a:cubicBezTo>
                <a:cubicBezTo>
                  <a:pt x="337743" y="41505"/>
                  <a:pt x="340571" y="51858"/>
                  <a:pt x="340312" y="65804"/>
                </a:cubicBezTo>
                <a:lnTo>
                  <a:pt x="294716" y="65804"/>
                </a:lnTo>
                <a:cubicBezTo>
                  <a:pt x="294845" y="71202"/>
                  <a:pt x="296313" y="75401"/>
                  <a:pt x="299120" y="78402"/>
                </a:cubicBezTo>
                <a:cubicBezTo>
                  <a:pt x="301926" y="81403"/>
                  <a:pt x="305424" y="82903"/>
                  <a:pt x="309612" y="82903"/>
                </a:cubicBezTo>
                <a:cubicBezTo>
                  <a:pt x="312462" y="82903"/>
                  <a:pt x="314858" y="82126"/>
                  <a:pt x="316802" y="80571"/>
                </a:cubicBezTo>
                <a:cubicBezTo>
                  <a:pt x="318745" y="79017"/>
                  <a:pt x="320213" y="76513"/>
                  <a:pt x="321206" y="73058"/>
                </a:cubicBezTo>
                <a:moveTo>
                  <a:pt x="322242" y="54664"/>
                </a:moveTo>
                <a:cubicBezTo>
                  <a:pt x="322112" y="49418"/>
                  <a:pt x="320752" y="45429"/>
                  <a:pt x="318162" y="42698"/>
                </a:cubicBezTo>
                <a:cubicBezTo>
                  <a:pt x="315571" y="39967"/>
                  <a:pt x="312419" y="38602"/>
                  <a:pt x="308706" y="38602"/>
                </a:cubicBezTo>
                <a:cubicBezTo>
                  <a:pt x="304733" y="38602"/>
                  <a:pt x="301451" y="40042"/>
                  <a:pt x="298861" y="42923"/>
                </a:cubicBezTo>
                <a:cubicBezTo>
                  <a:pt x="296270" y="45805"/>
                  <a:pt x="294996" y="49719"/>
                  <a:pt x="295039" y="54664"/>
                </a:cubicBezTo>
                <a:lnTo>
                  <a:pt x="322242" y="546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CB6B1-2058-4FFF-862E-99445670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552" y="1920042"/>
            <a:ext cx="502156" cy="151594"/>
          </a:xfrm>
          <a:custGeom xmlns:a="http://schemas.openxmlformats.org/drawingml/2006/main">
            <a:pathLst>
              <a:path w="502156" h="151594">
                <a:moveTo>
                  <a:pt x="0" y="0"/>
                </a:moveTo>
                <a:lnTo>
                  <a:pt x="502156" y="0"/>
                </a:lnTo>
                <a:lnTo>
                  <a:pt x="502156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globally">
            <a:extLst xmlns:a="http://schemas.openxmlformats.org/drawingml/2006/main">
              <a:ext uri="{FF2B5EF4-FFF2-40B4-BE49-F238E27FC236}">
                <a16:creationId xmlns:a16="http://schemas.microsoft.com/office/drawing/2014/main" id="{D02749B6-D492-42DA-A1A9-F14DF493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65" y="1948262"/>
            <a:ext cx="493707" cy="122930"/>
          </a:xfrm>
          <a:custGeom xmlns:a="http://schemas.openxmlformats.org/drawingml/2006/main">
            <a:pathLst>
              <a:path w="493707" h="122930">
                <a:moveTo>
                  <a:pt x="2396" y="99354"/>
                </a:moveTo>
                <a:lnTo>
                  <a:pt x="23187" y="101945"/>
                </a:lnTo>
                <a:cubicBezTo>
                  <a:pt x="23532" y="104386"/>
                  <a:pt x="24331" y="106064"/>
                  <a:pt x="25583" y="106979"/>
                </a:cubicBezTo>
                <a:cubicBezTo>
                  <a:pt x="27311" y="108286"/>
                  <a:pt x="30031" y="108940"/>
                  <a:pt x="33744" y="108940"/>
                </a:cubicBezTo>
                <a:cubicBezTo>
                  <a:pt x="38494" y="108940"/>
                  <a:pt x="42056" y="108222"/>
                  <a:pt x="44431" y="106786"/>
                </a:cubicBezTo>
                <a:cubicBezTo>
                  <a:pt x="46028" y="105830"/>
                  <a:pt x="47237" y="104286"/>
                  <a:pt x="48058" y="102155"/>
                </a:cubicBezTo>
                <a:cubicBezTo>
                  <a:pt x="48619" y="100633"/>
                  <a:pt x="48900" y="97829"/>
                  <a:pt x="48900" y="93742"/>
                </a:cubicBezTo>
                <a:lnTo>
                  <a:pt x="48900" y="83630"/>
                </a:lnTo>
                <a:cubicBezTo>
                  <a:pt x="43459" y="91176"/>
                  <a:pt x="36594" y="94950"/>
                  <a:pt x="28304" y="94950"/>
                </a:cubicBezTo>
                <a:cubicBezTo>
                  <a:pt x="19063" y="94950"/>
                  <a:pt x="11745" y="91042"/>
                  <a:pt x="6347" y="83227"/>
                </a:cubicBezTo>
                <a:cubicBezTo>
                  <a:pt x="2116" y="77052"/>
                  <a:pt x="0" y="69367"/>
                  <a:pt x="0" y="60169"/>
                </a:cubicBezTo>
                <a:cubicBezTo>
                  <a:pt x="0" y="48641"/>
                  <a:pt x="2774" y="39832"/>
                  <a:pt x="8323" y="33744"/>
                </a:cubicBezTo>
                <a:cubicBezTo>
                  <a:pt x="13871" y="27656"/>
                  <a:pt x="20769" y="24612"/>
                  <a:pt x="29016" y="24612"/>
                </a:cubicBezTo>
                <a:cubicBezTo>
                  <a:pt x="37522" y="24612"/>
                  <a:pt x="44539" y="28364"/>
                  <a:pt x="50066" y="35869"/>
                </a:cubicBezTo>
                <a:lnTo>
                  <a:pt x="50066" y="26166"/>
                </a:lnTo>
                <a:lnTo>
                  <a:pt x="67100" y="26166"/>
                </a:lnTo>
                <a:lnTo>
                  <a:pt x="67100" y="87931"/>
                </a:lnTo>
                <a:cubicBezTo>
                  <a:pt x="67100" y="96054"/>
                  <a:pt x="66430" y="102124"/>
                  <a:pt x="65092" y="106143"/>
                </a:cubicBezTo>
                <a:cubicBezTo>
                  <a:pt x="63753" y="110161"/>
                  <a:pt x="61875" y="113315"/>
                  <a:pt x="59457" y="115605"/>
                </a:cubicBezTo>
                <a:cubicBezTo>
                  <a:pt x="57039" y="117896"/>
                  <a:pt x="53811" y="119689"/>
                  <a:pt x="49774" y="120985"/>
                </a:cubicBezTo>
                <a:cubicBezTo>
                  <a:pt x="45737" y="122281"/>
                  <a:pt x="40631" y="122930"/>
                  <a:pt x="34457" y="122930"/>
                </a:cubicBezTo>
                <a:cubicBezTo>
                  <a:pt x="22798" y="122930"/>
                  <a:pt x="14530" y="120916"/>
                  <a:pt x="9650" y="116888"/>
                </a:cubicBezTo>
                <a:cubicBezTo>
                  <a:pt x="4771" y="112862"/>
                  <a:pt x="2332" y="107757"/>
                  <a:pt x="2332" y="101574"/>
                </a:cubicBezTo>
                <a:cubicBezTo>
                  <a:pt x="2332" y="100965"/>
                  <a:pt x="2353" y="100224"/>
                  <a:pt x="2396" y="99354"/>
                </a:cubicBezTo>
                <a:moveTo>
                  <a:pt x="18653" y="59133"/>
                </a:moveTo>
                <a:cubicBezTo>
                  <a:pt x="18653" y="66409"/>
                  <a:pt x="20067" y="71736"/>
                  <a:pt x="22895" y="75115"/>
                </a:cubicBezTo>
                <a:cubicBezTo>
                  <a:pt x="25724" y="78493"/>
                  <a:pt x="29210" y="80183"/>
                  <a:pt x="33356" y="80183"/>
                </a:cubicBezTo>
                <a:cubicBezTo>
                  <a:pt x="37803" y="80183"/>
                  <a:pt x="41559" y="78450"/>
                  <a:pt x="44625" y="74985"/>
                </a:cubicBezTo>
                <a:cubicBezTo>
                  <a:pt x="47691" y="71520"/>
                  <a:pt x="49224" y="66387"/>
                  <a:pt x="49224" y="59587"/>
                </a:cubicBezTo>
                <a:cubicBezTo>
                  <a:pt x="49224" y="52484"/>
                  <a:pt x="47756" y="47210"/>
                  <a:pt x="44819" y="43767"/>
                </a:cubicBezTo>
                <a:cubicBezTo>
                  <a:pt x="41883" y="40323"/>
                  <a:pt x="38170" y="38602"/>
                  <a:pt x="33679" y="38602"/>
                </a:cubicBezTo>
                <a:cubicBezTo>
                  <a:pt x="29318" y="38602"/>
                  <a:pt x="25724" y="40291"/>
                  <a:pt x="22895" y="43670"/>
                </a:cubicBezTo>
                <a:cubicBezTo>
                  <a:pt x="20067" y="47049"/>
                  <a:pt x="18653" y="52203"/>
                  <a:pt x="18653" y="59133"/>
                </a:cubicBezTo>
                <a:close/>
                <a:moveTo>
                  <a:pt x="85127" y="94950"/>
                </a:moveTo>
                <a:lnTo>
                  <a:pt x="85127" y="0"/>
                </a:lnTo>
                <a:lnTo>
                  <a:pt x="103326" y="0"/>
                </a:lnTo>
                <a:lnTo>
                  <a:pt x="103326" y="94950"/>
                </a:lnTo>
                <a:lnTo>
                  <a:pt x="85127" y="94950"/>
                </a:lnTo>
                <a:close/>
                <a:moveTo>
                  <a:pt x="117791" y="59587"/>
                </a:moveTo>
                <a:cubicBezTo>
                  <a:pt x="117791" y="53542"/>
                  <a:pt x="119281" y="47691"/>
                  <a:pt x="122260" y="42034"/>
                </a:cubicBezTo>
                <a:cubicBezTo>
                  <a:pt x="125240" y="36378"/>
                  <a:pt x="129461" y="32060"/>
                  <a:pt x="134923" y="29081"/>
                </a:cubicBezTo>
                <a:cubicBezTo>
                  <a:pt x="140385" y="26101"/>
                  <a:pt x="146484" y="24612"/>
                  <a:pt x="153220" y="24612"/>
                </a:cubicBezTo>
                <a:cubicBezTo>
                  <a:pt x="163626" y="24612"/>
                  <a:pt x="172153" y="27991"/>
                  <a:pt x="178803" y="34748"/>
                </a:cubicBezTo>
                <a:cubicBezTo>
                  <a:pt x="185452" y="41505"/>
                  <a:pt x="188777" y="50044"/>
                  <a:pt x="188777" y="60364"/>
                </a:cubicBezTo>
                <a:cubicBezTo>
                  <a:pt x="188777" y="70770"/>
                  <a:pt x="185420" y="79395"/>
                  <a:pt x="178706" y="86239"/>
                </a:cubicBezTo>
                <a:cubicBezTo>
                  <a:pt x="171992" y="93082"/>
                  <a:pt x="163539" y="96504"/>
                  <a:pt x="153349" y="96504"/>
                </a:cubicBezTo>
                <a:cubicBezTo>
                  <a:pt x="147045" y="96504"/>
                  <a:pt x="141032" y="95079"/>
                  <a:pt x="135311" y="92230"/>
                </a:cubicBezTo>
                <a:cubicBezTo>
                  <a:pt x="129590" y="89380"/>
                  <a:pt x="125240" y="85202"/>
                  <a:pt x="122260" y="79697"/>
                </a:cubicBezTo>
                <a:cubicBezTo>
                  <a:pt x="119281" y="74192"/>
                  <a:pt x="117791" y="67488"/>
                  <a:pt x="117791" y="59587"/>
                </a:cubicBezTo>
                <a:moveTo>
                  <a:pt x="136445" y="60558"/>
                </a:moveTo>
                <a:cubicBezTo>
                  <a:pt x="136445" y="67359"/>
                  <a:pt x="138064" y="72567"/>
                  <a:pt x="141302" y="76183"/>
                </a:cubicBezTo>
                <a:cubicBezTo>
                  <a:pt x="144541" y="79800"/>
                  <a:pt x="148535" y="81608"/>
                  <a:pt x="153284" y="81608"/>
                </a:cubicBezTo>
                <a:cubicBezTo>
                  <a:pt x="158034" y="81608"/>
                  <a:pt x="162017" y="79800"/>
                  <a:pt x="165234" y="76183"/>
                </a:cubicBezTo>
                <a:cubicBezTo>
                  <a:pt x="168451" y="72567"/>
                  <a:pt x="170059" y="67316"/>
                  <a:pt x="170059" y="60429"/>
                </a:cubicBezTo>
                <a:cubicBezTo>
                  <a:pt x="170059" y="53714"/>
                  <a:pt x="168451" y="48549"/>
                  <a:pt x="165234" y="44933"/>
                </a:cubicBezTo>
                <a:cubicBezTo>
                  <a:pt x="162017" y="41317"/>
                  <a:pt x="158034" y="39508"/>
                  <a:pt x="153284" y="39508"/>
                </a:cubicBezTo>
                <a:cubicBezTo>
                  <a:pt x="148535" y="39508"/>
                  <a:pt x="144541" y="41317"/>
                  <a:pt x="141302" y="44933"/>
                </a:cubicBezTo>
                <a:cubicBezTo>
                  <a:pt x="138064" y="48549"/>
                  <a:pt x="136445" y="53757"/>
                  <a:pt x="136445" y="60558"/>
                </a:cubicBezTo>
                <a:close/>
                <a:moveTo>
                  <a:pt x="202270" y="94950"/>
                </a:moveTo>
                <a:lnTo>
                  <a:pt x="202270" y="0"/>
                </a:lnTo>
                <a:lnTo>
                  <a:pt x="220470" y="0"/>
                </a:lnTo>
                <a:lnTo>
                  <a:pt x="220470" y="34198"/>
                </a:lnTo>
                <a:cubicBezTo>
                  <a:pt x="226083" y="27807"/>
                  <a:pt x="232733" y="24612"/>
                  <a:pt x="240419" y="24612"/>
                </a:cubicBezTo>
                <a:cubicBezTo>
                  <a:pt x="248795" y="24612"/>
                  <a:pt x="255726" y="27645"/>
                  <a:pt x="261209" y="33712"/>
                </a:cubicBezTo>
                <a:cubicBezTo>
                  <a:pt x="266693" y="39778"/>
                  <a:pt x="269435" y="48490"/>
                  <a:pt x="269435" y="59846"/>
                </a:cubicBezTo>
                <a:cubicBezTo>
                  <a:pt x="269435" y="71590"/>
                  <a:pt x="266639" y="80636"/>
                  <a:pt x="261047" y="86983"/>
                </a:cubicBezTo>
                <a:cubicBezTo>
                  <a:pt x="255456" y="93331"/>
                  <a:pt x="248666" y="96504"/>
                  <a:pt x="240678" y="96504"/>
                </a:cubicBezTo>
                <a:cubicBezTo>
                  <a:pt x="236748" y="96504"/>
                  <a:pt x="232873" y="95522"/>
                  <a:pt x="229052" y="93557"/>
                </a:cubicBezTo>
                <a:cubicBezTo>
                  <a:pt x="225231" y="91593"/>
                  <a:pt x="221938" y="88689"/>
                  <a:pt x="219175" y="84846"/>
                </a:cubicBezTo>
                <a:lnTo>
                  <a:pt x="219175" y="94950"/>
                </a:lnTo>
                <a:lnTo>
                  <a:pt x="202270" y="94950"/>
                </a:lnTo>
                <a:moveTo>
                  <a:pt x="220341" y="59103"/>
                </a:moveTo>
                <a:cubicBezTo>
                  <a:pt x="220341" y="66217"/>
                  <a:pt x="221463" y="71476"/>
                  <a:pt x="223709" y="74882"/>
                </a:cubicBezTo>
                <a:cubicBezTo>
                  <a:pt x="226861" y="79711"/>
                  <a:pt x="231049" y="82126"/>
                  <a:pt x="236274" y="82126"/>
                </a:cubicBezTo>
                <a:cubicBezTo>
                  <a:pt x="240289" y="82126"/>
                  <a:pt x="243711" y="80412"/>
                  <a:pt x="246539" y="76985"/>
                </a:cubicBezTo>
                <a:cubicBezTo>
                  <a:pt x="249367" y="73558"/>
                  <a:pt x="250782" y="68158"/>
                  <a:pt x="250782" y="60785"/>
                </a:cubicBezTo>
                <a:cubicBezTo>
                  <a:pt x="250782" y="52937"/>
                  <a:pt x="249357" y="47278"/>
                  <a:pt x="246507" y="43807"/>
                </a:cubicBezTo>
                <a:cubicBezTo>
                  <a:pt x="243657" y="40337"/>
                  <a:pt x="240008" y="38602"/>
                  <a:pt x="235561" y="38602"/>
                </a:cubicBezTo>
                <a:cubicBezTo>
                  <a:pt x="231200" y="38602"/>
                  <a:pt x="227573" y="40294"/>
                  <a:pt x="224680" y="43680"/>
                </a:cubicBezTo>
                <a:cubicBezTo>
                  <a:pt x="221787" y="47064"/>
                  <a:pt x="220341" y="52205"/>
                  <a:pt x="220341" y="59103"/>
                </a:cubicBezTo>
                <a:close/>
                <a:moveTo>
                  <a:pt x="297694" y="47410"/>
                </a:moveTo>
                <a:lnTo>
                  <a:pt x="281179" y="44431"/>
                </a:lnTo>
                <a:cubicBezTo>
                  <a:pt x="283035" y="37694"/>
                  <a:pt x="286230" y="32706"/>
                  <a:pt x="290764" y="29469"/>
                </a:cubicBezTo>
                <a:cubicBezTo>
                  <a:pt x="295298" y="26231"/>
                  <a:pt x="302034" y="24612"/>
                  <a:pt x="310972" y="24612"/>
                </a:cubicBezTo>
                <a:cubicBezTo>
                  <a:pt x="319089" y="24612"/>
                  <a:pt x="325134" y="25573"/>
                  <a:pt x="329107" y="27494"/>
                </a:cubicBezTo>
                <a:cubicBezTo>
                  <a:pt x="333079" y="29415"/>
                  <a:pt x="335875" y="31855"/>
                  <a:pt x="337494" y="34813"/>
                </a:cubicBezTo>
                <a:cubicBezTo>
                  <a:pt x="339114" y="37771"/>
                  <a:pt x="339923" y="43200"/>
                  <a:pt x="339923" y="51102"/>
                </a:cubicBezTo>
                <a:lnTo>
                  <a:pt x="339729" y="72346"/>
                </a:lnTo>
                <a:cubicBezTo>
                  <a:pt x="339729" y="78391"/>
                  <a:pt x="340020" y="82849"/>
                  <a:pt x="340603" y="85720"/>
                </a:cubicBezTo>
                <a:cubicBezTo>
                  <a:pt x="341186" y="88592"/>
                  <a:pt x="342276" y="91668"/>
                  <a:pt x="343874" y="94950"/>
                </a:cubicBezTo>
                <a:lnTo>
                  <a:pt x="325868" y="94950"/>
                </a:lnTo>
                <a:cubicBezTo>
                  <a:pt x="325393" y="93741"/>
                  <a:pt x="324811" y="91949"/>
                  <a:pt x="324120" y="89574"/>
                </a:cubicBezTo>
                <a:cubicBezTo>
                  <a:pt x="323817" y="88495"/>
                  <a:pt x="323602" y="87782"/>
                  <a:pt x="323472" y="87437"/>
                </a:cubicBezTo>
                <a:cubicBezTo>
                  <a:pt x="320363" y="90459"/>
                  <a:pt x="317038" y="92726"/>
                  <a:pt x="313498" y="94237"/>
                </a:cubicBezTo>
                <a:cubicBezTo>
                  <a:pt x="309957" y="95749"/>
                  <a:pt x="306179" y="96504"/>
                  <a:pt x="302163" y="96504"/>
                </a:cubicBezTo>
                <a:cubicBezTo>
                  <a:pt x="295082" y="96504"/>
                  <a:pt x="289501" y="94591"/>
                  <a:pt x="285421" y="90764"/>
                </a:cubicBezTo>
                <a:cubicBezTo>
                  <a:pt x="281340" y="86938"/>
                  <a:pt x="279300" y="82100"/>
                  <a:pt x="279300" y="76252"/>
                </a:cubicBezTo>
                <a:cubicBezTo>
                  <a:pt x="279300" y="72382"/>
                  <a:pt x="280229" y="68932"/>
                  <a:pt x="282085" y="65901"/>
                </a:cubicBezTo>
                <a:cubicBezTo>
                  <a:pt x="283942" y="62869"/>
                  <a:pt x="286543" y="60547"/>
                  <a:pt x="289890" y="58935"/>
                </a:cubicBezTo>
                <a:cubicBezTo>
                  <a:pt x="293236" y="57322"/>
                  <a:pt x="298061" y="55914"/>
                  <a:pt x="304365" y="54711"/>
                </a:cubicBezTo>
                <a:cubicBezTo>
                  <a:pt x="312872" y="53120"/>
                  <a:pt x="318766" y="51636"/>
                  <a:pt x="322047" y="50260"/>
                </a:cubicBezTo>
                <a:lnTo>
                  <a:pt x="322047" y="48426"/>
                </a:lnTo>
                <a:cubicBezTo>
                  <a:pt x="322047" y="44890"/>
                  <a:pt x="321184" y="42368"/>
                  <a:pt x="319456" y="40863"/>
                </a:cubicBezTo>
                <a:cubicBezTo>
                  <a:pt x="317729" y="39355"/>
                  <a:pt x="314469" y="38602"/>
                  <a:pt x="309676" y="38602"/>
                </a:cubicBezTo>
                <a:cubicBezTo>
                  <a:pt x="306438" y="38602"/>
                  <a:pt x="303912" y="39253"/>
                  <a:pt x="302099" y="40557"/>
                </a:cubicBezTo>
                <a:cubicBezTo>
                  <a:pt x="300285" y="41859"/>
                  <a:pt x="298817" y="44143"/>
                  <a:pt x="297694" y="47410"/>
                </a:cubicBezTo>
                <a:moveTo>
                  <a:pt x="322047" y="62177"/>
                </a:moveTo>
                <a:cubicBezTo>
                  <a:pt x="319715" y="62945"/>
                  <a:pt x="316024" y="63863"/>
                  <a:pt x="310972" y="64930"/>
                </a:cubicBezTo>
                <a:cubicBezTo>
                  <a:pt x="305920" y="65996"/>
                  <a:pt x="302617" y="67041"/>
                  <a:pt x="301062" y="68065"/>
                </a:cubicBezTo>
                <a:cubicBezTo>
                  <a:pt x="298687" y="69729"/>
                  <a:pt x="297500" y="71841"/>
                  <a:pt x="297500" y="74400"/>
                </a:cubicBezTo>
                <a:cubicBezTo>
                  <a:pt x="297500" y="76918"/>
                  <a:pt x="298450" y="79095"/>
                  <a:pt x="300350" y="80930"/>
                </a:cubicBezTo>
                <a:cubicBezTo>
                  <a:pt x="302250" y="82763"/>
                  <a:pt x="304668" y="83680"/>
                  <a:pt x="307604" y="83680"/>
                </a:cubicBezTo>
                <a:cubicBezTo>
                  <a:pt x="310885" y="83680"/>
                  <a:pt x="314016" y="82614"/>
                  <a:pt x="316995" y="80480"/>
                </a:cubicBezTo>
                <a:cubicBezTo>
                  <a:pt x="319197" y="78860"/>
                  <a:pt x="320644" y="76876"/>
                  <a:pt x="321335" y="74528"/>
                </a:cubicBezTo>
                <a:cubicBezTo>
                  <a:pt x="321810" y="72992"/>
                  <a:pt x="322047" y="70070"/>
                  <a:pt x="322047" y="65762"/>
                </a:cubicBezTo>
                <a:lnTo>
                  <a:pt x="322047" y="62177"/>
                </a:lnTo>
                <a:close/>
                <a:moveTo>
                  <a:pt x="357844" y="94950"/>
                </a:moveTo>
                <a:lnTo>
                  <a:pt x="357844" y="0"/>
                </a:lnTo>
                <a:lnTo>
                  <a:pt x="376044" y="0"/>
                </a:lnTo>
                <a:lnTo>
                  <a:pt x="376044" y="94950"/>
                </a:lnTo>
                <a:lnTo>
                  <a:pt x="357844" y="94950"/>
                </a:lnTo>
                <a:close/>
                <a:moveTo>
                  <a:pt x="394719" y="94950"/>
                </a:moveTo>
                <a:lnTo>
                  <a:pt x="394719" y="0"/>
                </a:lnTo>
                <a:lnTo>
                  <a:pt x="412919" y="0"/>
                </a:lnTo>
                <a:lnTo>
                  <a:pt x="412919" y="94950"/>
                </a:lnTo>
                <a:lnTo>
                  <a:pt x="394719" y="94950"/>
                </a:lnTo>
                <a:close/>
                <a:moveTo>
                  <a:pt x="422980" y="26166"/>
                </a:moveTo>
                <a:lnTo>
                  <a:pt x="442346" y="26166"/>
                </a:lnTo>
                <a:lnTo>
                  <a:pt x="458797" y="75048"/>
                </a:lnTo>
                <a:lnTo>
                  <a:pt x="474859" y="26166"/>
                </a:lnTo>
                <a:lnTo>
                  <a:pt x="493707" y="26166"/>
                </a:lnTo>
                <a:lnTo>
                  <a:pt x="469419" y="92381"/>
                </a:lnTo>
                <a:lnTo>
                  <a:pt x="465079" y="104406"/>
                </a:lnTo>
                <a:cubicBezTo>
                  <a:pt x="463482" y="108422"/>
                  <a:pt x="461959" y="111487"/>
                  <a:pt x="460513" y="113603"/>
                </a:cubicBezTo>
                <a:cubicBezTo>
                  <a:pt x="459067" y="115719"/>
                  <a:pt x="457404" y="117435"/>
                  <a:pt x="455526" y="118752"/>
                </a:cubicBezTo>
                <a:cubicBezTo>
                  <a:pt x="453648" y="120069"/>
                  <a:pt x="451338" y="121095"/>
                  <a:pt x="448596" y="121829"/>
                </a:cubicBezTo>
                <a:cubicBezTo>
                  <a:pt x="445854" y="122563"/>
                  <a:pt x="442756" y="122930"/>
                  <a:pt x="439301" y="122930"/>
                </a:cubicBezTo>
                <a:cubicBezTo>
                  <a:pt x="435804" y="122930"/>
                  <a:pt x="432371" y="122563"/>
                  <a:pt x="429003" y="121829"/>
                </a:cubicBezTo>
                <a:lnTo>
                  <a:pt x="427384" y="107580"/>
                </a:lnTo>
                <a:cubicBezTo>
                  <a:pt x="430234" y="108141"/>
                  <a:pt x="432803" y="108422"/>
                  <a:pt x="435092" y="108422"/>
                </a:cubicBezTo>
                <a:cubicBezTo>
                  <a:pt x="439323" y="108422"/>
                  <a:pt x="442454" y="107180"/>
                  <a:pt x="444483" y="104697"/>
                </a:cubicBezTo>
                <a:cubicBezTo>
                  <a:pt x="446512" y="102215"/>
                  <a:pt x="448067" y="99052"/>
                  <a:pt x="449146" y="95209"/>
                </a:cubicBezTo>
                <a:lnTo>
                  <a:pt x="422980" y="261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,theinputangleisequal">
            <a:extLst xmlns:a="http://schemas.openxmlformats.org/drawingml/2006/main">
              <a:ext uri="{FF2B5EF4-FFF2-40B4-BE49-F238E27FC236}">
                <a16:creationId xmlns:a16="http://schemas.microsoft.com/office/drawing/2014/main" id="{049BCCAA-BD67-4510-914C-9CC3A94D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754" y="1948262"/>
            <a:ext cx="1417555" cy="122930"/>
          </a:xfrm>
          <a:custGeom xmlns:a="http://schemas.openxmlformats.org/drawingml/2006/main">
            <a:pathLst>
              <a:path w="1417555" h="122930">
                <a:moveTo>
                  <a:pt x="777" y="94950"/>
                </a:moveTo>
                <a:lnTo>
                  <a:pt x="777" y="81608"/>
                </a:lnTo>
                <a:lnTo>
                  <a:pt x="14055" y="81608"/>
                </a:lnTo>
                <a:lnTo>
                  <a:pt x="14055" y="94911"/>
                </a:lnTo>
                <a:cubicBezTo>
                  <a:pt x="14055" y="99801"/>
                  <a:pt x="13191" y="103750"/>
                  <a:pt x="11464" y="106756"/>
                </a:cubicBezTo>
                <a:cubicBezTo>
                  <a:pt x="9737" y="109764"/>
                  <a:pt x="6995" y="112089"/>
                  <a:pt x="3238" y="113733"/>
                </a:cubicBezTo>
                <a:lnTo>
                  <a:pt x="0" y="108681"/>
                </a:lnTo>
                <a:cubicBezTo>
                  <a:pt x="2461" y="107607"/>
                  <a:pt x="4275" y="106027"/>
                  <a:pt x="5441" y="103943"/>
                </a:cubicBezTo>
                <a:cubicBezTo>
                  <a:pt x="6606" y="101858"/>
                  <a:pt x="7254" y="98860"/>
                  <a:pt x="7384" y="94950"/>
                </a:cubicBezTo>
                <a:lnTo>
                  <a:pt x="777" y="94950"/>
                </a:lnTo>
                <a:close/>
                <a:moveTo>
                  <a:pt x="96937" y="84652"/>
                </a:moveTo>
                <a:lnTo>
                  <a:pt x="98621" y="94950"/>
                </a:lnTo>
                <a:cubicBezTo>
                  <a:pt x="95339" y="95554"/>
                  <a:pt x="92403" y="95857"/>
                  <a:pt x="89813" y="95857"/>
                </a:cubicBezTo>
                <a:cubicBezTo>
                  <a:pt x="85581" y="95857"/>
                  <a:pt x="82299" y="95187"/>
                  <a:pt x="79968" y="93849"/>
                </a:cubicBezTo>
                <a:cubicBezTo>
                  <a:pt x="77636" y="92510"/>
                  <a:pt x="75995" y="90751"/>
                  <a:pt x="75045" y="88570"/>
                </a:cubicBezTo>
                <a:cubicBezTo>
                  <a:pt x="74096" y="86390"/>
                  <a:pt x="73621" y="81802"/>
                  <a:pt x="73621" y="74807"/>
                </a:cubicBezTo>
                <a:lnTo>
                  <a:pt x="73621" y="35234"/>
                </a:lnTo>
                <a:lnTo>
                  <a:pt x="65071" y="35234"/>
                </a:lnTo>
                <a:lnTo>
                  <a:pt x="65071" y="26166"/>
                </a:lnTo>
                <a:lnTo>
                  <a:pt x="73621" y="26166"/>
                </a:lnTo>
                <a:lnTo>
                  <a:pt x="73621" y="9086"/>
                </a:lnTo>
                <a:lnTo>
                  <a:pt x="85214" y="2073"/>
                </a:lnTo>
                <a:lnTo>
                  <a:pt x="85214" y="26166"/>
                </a:lnTo>
                <a:lnTo>
                  <a:pt x="96937" y="26166"/>
                </a:lnTo>
                <a:lnTo>
                  <a:pt x="96937" y="35234"/>
                </a:lnTo>
                <a:lnTo>
                  <a:pt x="85214" y="35234"/>
                </a:lnTo>
                <a:lnTo>
                  <a:pt x="85214" y="75455"/>
                </a:lnTo>
                <a:cubicBezTo>
                  <a:pt x="85214" y="78779"/>
                  <a:pt x="85419" y="80917"/>
                  <a:pt x="85829" y="81867"/>
                </a:cubicBezTo>
                <a:cubicBezTo>
                  <a:pt x="86240" y="82817"/>
                  <a:pt x="86909" y="83572"/>
                  <a:pt x="87837" y="84134"/>
                </a:cubicBezTo>
                <a:cubicBezTo>
                  <a:pt x="88765" y="84695"/>
                  <a:pt x="90093" y="84976"/>
                  <a:pt x="91820" y="84976"/>
                </a:cubicBezTo>
                <a:cubicBezTo>
                  <a:pt x="93116" y="84976"/>
                  <a:pt x="94821" y="84868"/>
                  <a:pt x="96937" y="84652"/>
                </a:cubicBezTo>
                <a:close/>
                <a:moveTo>
                  <a:pt x="108359" y="94950"/>
                </a:moveTo>
                <a:lnTo>
                  <a:pt x="108359" y="0"/>
                </a:lnTo>
                <a:lnTo>
                  <a:pt x="120017" y="0"/>
                </a:lnTo>
                <a:lnTo>
                  <a:pt x="120017" y="34068"/>
                </a:lnTo>
                <a:cubicBezTo>
                  <a:pt x="125458" y="27764"/>
                  <a:pt x="132323" y="24612"/>
                  <a:pt x="140613" y="24612"/>
                </a:cubicBezTo>
                <a:cubicBezTo>
                  <a:pt x="145708" y="24612"/>
                  <a:pt x="150134" y="25616"/>
                  <a:pt x="153891" y="27624"/>
                </a:cubicBezTo>
                <a:cubicBezTo>
                  <a:pt x="157647" y="29631"/>
                  <a:pt x="160335" y="32406"/>
                  <a:pt x="161954" y="35946"/>
                </a:cubicBezTo>
                <a:cubicBezTo>
                  <a:pt x="163574" y="39487"/>
                  <a:pt x="164383" y="44625"/>
                  <a:pt x="164383" y="51361"/>
                </a:cubicBezTo>
                <a:lnTo>
                  <a:pt x="164383" y="94950"/>
                </a:lnTo>
                <a:lnTo>
                  <a:pt x="152725" y="94950"/>
                </a:lnTo>
                <a:lnTo>
                  <a:pt x="152725" y="51361"/>
                </a:lnTo>
                <a:cubicBezTo>
                  <a:pt x="152725" y="45532"/>
                  <a:pt x="151462" y="41290"/>
                  <a:pt x="148936" y="38634"/>
                </a:cubicBezTo>
                <a:cubicBezTo>
                  <a:pt x="146410" y="35979"/>
                  <a:pt x="142837" y="34651"/>
                  <a:pt x="138217" y="34651"/>
                </a:cubicBezTo>
                <a:cubicBezTo>
                  <a:pt x="134763" y="34651"/>
                  <a:pt x="131514" y="35547"/>
                  <a:pt x="128469" y="37339"/>
                </a:cubicBezTo>
                <a:cubicBezTo>
                  <a:pt x="125425" y="39131"/>
                  <a:pt x="123256" y="41559"/>
                  <a:pt x="121960" y="44625"/>
                </a:cubicBezTo>
                <a:cubicBezTo>
                  <a:pt x="120665" y="47691"/>
                  <a:pt x="120017" y="51922"/>
                  <a:pt x="120017" y="57320"/>
                </a:cubicBezTo>
                <a:lnTo>
                  <a:pt x="120017" y="94950"/>
                </a:lnTo>
                <a:lnTo>
                  <a:pt x="108359" y="94950"/>
                </a:lnTo>
                <a:close/>
                <a:moveTo>
                  <a:pt x="229196" y="72799"/>
                </a:moveTo>
                <a:lnTo>
                  <a:pt x="241243" y="74289"/>
                </a:lnTo>
                <a:cubicBezTo>
                  <a:pt x="239343" y="81327"/>
                  <a:pt x="235824" y="86789"/>
                  <a:pt x="230686" y="90675"/>
                </a:cubicBezTo>
                <a:cubicBezTo>
                  <a:pt x="225547" y="94561"/>
                  <a:pt x="218984" y="96504"/>
                  <a:pt x="210996" y="96504"/>
                </a:cubicBezTo>
                <a:cubicBezTo>
                  <a:pt x="200935" y="96504"/>
                  <a:pt x="192958" y="93406"/>
                  <a:pt x="187064" y="87210"/>
                </a:cubicBezTo>
                <a:cubicBezTo>
                  <a:pt x="181170" y="81014"/>
                  <a:pt x="178224" y="72324"/>
                  <a:pt x="178224" y="61141"/>
                </a:cubicBezTo>
                <a:cubicBezTo>
                  <a:pt x="178224" y="49569"/>
                  <a:pt x="181203" y="40588"/>
                  <a:pt x="187161" y="34198"/>
                </a:cubicBezTo>
                <a:cubicBezTo>
                  <a:pt x="193120" y="27807"/>
                  <a:pt x="200849" y="24612"/>
                  <a:pt x="210348" y="24612"/>
                </a:cubicBezTo>
                <a:cubicBezTo>
                  <a:pt x="219545" y="24612"/>
                  <a:pt x="227059" y="27738"/>
                  <a:pt x="232888" y="33989"/>
                </a:cubicBezTo>
                <a:cubicBezTo>
                  <a:pt x="238717" y="40239"/>
                  <a:pt x="241631" y="49033"/>
                  <a:pt x="241631" y="60370"/>
                </a:cubicBezTo>
                <a:cubicBezTo>
                  <a:pt x="241631" y="61059"/>
                  <a:pt x="241610" y="62094"/>
                  <a:pt x="241567" y="63473"/>
                </a:cubicBezTo>
                <a:lnTo>
                  <a:pt x="190270" y="63473"/>
                </a:lnTo>
                <a:cubicBezTo>
                  <a:pt x="190702" y="71007"/>
                  <a:pt x="192839" y="76777"/>
                  <a:pt x="196682" y="80782"/>
                </a:cubicBezTo>
                <a:cubicBezTo>
                  <a:pt x="200525" y="84787"/>
                  <a:pt x="205318" y="86789"/>
                  <a:pt x="211061" y="86789"/>
                </a:cubicBezTo>
                <a:cubicBezTo>
                  <a:pt x="215336" y="86789"/>
                  <a:pt x="218984" y="85677"/>
                  <a:pt x="222007" y="83454"/>
                </a:cubicBezTo>
                <a:cubicBezTo>
                  <a:pt x="225029" y="81229"/>
                  <a:pt x="227426" y="77677"/>
                  <a:pt x="229196" y="72799"/>
                </a:cubicBezTo>
                <a:moveTo>
                  <a:pt x="190918" y="53757"/>
                </a:moveTo>
                <a:lnTo>
                  <a:pt x="229325" y="53757"/>
                </a:lnTo>
                <a:cubicBezTo>
                  <a:pt x="228807" y="48066"/>
                  <a:pt x="227339" y="43797"/>
                  <a:pt x="224921" y="40952"/>
                </a:cubicBezTo>
                <a:cubicBezTo>
                  <a:pt x="221208" y="36535"/>
                  <a:pt x="216393" y="34327"/>
                  <a:pt x="210478" y="34327"/>
                </a:cubicBezTo>
                <a:cubicBezTo>
                  <a:pt x="205124" y="34327"/>
                  <a:pt x="200622" y="36090"/>
                  <a:pt x="196974" y="39616"/>
                </a:cubicBezTo>
                <a:cubicBezTo>
                  <a:pt x="193325" y="43140"/>
                  <a:pt x="191307" y="47854"/>
                  <a:pt x="190918" y="53757"/>
                </a:cubicBezTo>
                <a:close/>
                <a:moveTo>
                  <a:pt x="292800" y="13472"/>
                </a:moveTo>
                <a:lnTo>
                  <a:pt x="292800" y="0"/>
                </a:lnTo>
                <a:lnTo>
                  <a:pt x="304458" y="0"/>
                </a:lnTo>
                <a:lnTo>
                  <a:pt x="304458" y="13472"/>
                </a:lnTo>
                <a:lnTo>
                  <a:pt x="292800" y="13472"/>
                </a:lnTo>
                <a:moveTo>
                  <a:pt x="292800" y="94950"/>
                </a:moveTo>
                <a:lnTo>
                  <a:pt x="292800" y="26166"/>
                </a:lnTo>
                <a:lnTo>
                  <a:pt x="304458" y="26166"/>
                </a:lnTo>
                <a:lnTo>
                  <a:pt x="304458" y="94950"/>
                </a:lnTo>
                <a:lnTo>
                  <a:pt x="292800" y="94950"/>
                </a:lnTo>
                <a:close/>
                <a:moveTo>
                  <a:pt x="322182" y="94950"/>
                </a:moveTo>
                <a:lnTo>
                  <a:pt x="322182" y="26166"/>
                </a:lnTo>
                <a:lnTo>
                  <a:pt x="332675" y="26166"/>
                </a:lnTo>
                <a:lnTo>
                  <a:pt x="332675" y="35881"/>
                </a:lnTo>
                <a:cubicBezTo>
                  <a:pt x="337727" y="28368"/>
                  <a:pt x="345024" y="24612"/>
                  <a:pt x="354566" y="24612"/>
                </a:cubicBezTo>
                <a:cubicBezTo>
                  <a:pt x="358711" y="24612"/>
                  <a:pt x="362522" y="25357"/>
                  <a:pt x="365998" y="26846"/>
                </a:cubicBezTo>
                <a:cubicBezTo>
                  <a:pt x="369474" y="28336"/>
                  <a:pt x="372075" y="30290"/>
                  <a:pt x="373802" y="32708"/>
                </a:cubicBezTo>
                <a:cubicBezTo>
                  <a:pt x="375529" y="35126"/>
                  <a:pt x="376738" y="37997"/>
                  <a:pt x="377429" y="41322"/>
                </a:cubicBezTo>
                <a:cubicBezTo>
                  <a:pt x="377861" y="43481"/>
                  <a:pt x="378077" y="47259"/>
                  <a:pt x="378077" y="52656"/>
                </a:cubicBezTo>
                <a:lnTo>
                  <a:pt x="378077" y="94950"/>
                </a:lnTo>
                <a:lnTo>
                  <a:pt x="366419" y="94950"/>
                </a:lnTo>
                <a:lnTo>
                  <a:pt x="366419" y="53065"/>
                </a:lnTo>
                <a:cubicBezTo>
                  <a:pt x="366419" y="48310"/>
                  <a:pt x="365965" y="44755"/>
                  <a:pt x="365059" y="42399"/>
                </a:cubicBezTo>
                <a:cubicBezTo>
                  <a:pt x="364152" y="40043"/>
                  <a:pt x="362544" y="38163"/>
                  <a:pt x="360233" y="36758"/>
                </a:cubicBezTo>
                <a:cubicBezTo>
                  <a:pt x="357923" y="35353"/>
                  <a:pt x="355214" y="34651"/>
                  <a:pt x="352105" y="34651"/>
                </a:cubicBezTo>
                <a:cubicBezTo>
                  <a:pt x="347140" y="34651"/>
                  <a:pt x="342854" y="36229"/>
                  <a:pt x="339249" y="39385"/>
                </a:cubicBezTo>
                <a:cubicBezTo>
                  <a:pt x="335643" y="42540"/>
                  <a:pt x="333840" y="48526"/>
                  <a:pt x="333840" y="57344"/>
                </a:cubicBezTo>
                <a:lnTo>
                  <a:pt x="333840" y="94950"/>
                </a:lnTo>
                <a:lnTo>
                  <a:pt x="322182" y="94950"/>
                </a:lnTo>
                <a:close/>
                <a:moveTo>
                  <a:pt x="395933" y="121375"/>
                </a:moveTo>
                <a:lnTo>
                  <a:pt x="395933" y="26166"/>
                </a:lnTo>
                <a:lnTo>
                  <a:pt x="406555" y="26166"/>
                </a:lnTo>
                <a:lnTo>
                  <a:pt x="406555" y="35039"/>
                </a:lnTo>
                <a:cubicBezTo>
                  <a:pt x="409059" y="31564"/>
                  <a:pt x="411887" y="28957"/>
                  <a:pt x="415039" y="27219"/>
                </a:cubicBezTo>
                <a:cubicBezTo>
                  <a:pt x="418191" y="25481"/>
                  <a:pt x="422013" y="24612"/>
                  <a:pt x="426503" y="24612"/>
                </a:cubicBezTo>
                <a:cubicBezTo>
                  <a:pt x="432376" y="24612"/>
                  <a:pt x="437557" y="26123"/>
                  <a:pt x="442048" y="29146"/>
                </a:cubicBezTo>
                <a:cubicBezTo>
                  <a:pt x="446538" y="32168"/>
                  <a:pt x="449928" y="36432"/>
                  <a:pt x="452216" y="41937"/>
                </a:cubicBezTo>
                <a:cubicBezTo>
                  <a:pt x="454505" y="47443"/>
                  <a:pt x="455649" y="53477"/>
                  <a:pt x="455649" y="60040"/>
                </a:cubicBezTo>
                <a:cubicBezTo>
                  <a:pt x="455649" y="67078"/>
                  <a:pt x="454386" y="73415"/>
                  <a:pt x="451860" y="79049"/>
                </a:cubicBezTo>
                <a:cubicBezTo>
                  <a:pt x="449334" y="84684"/>
                  <a:pt x="445664" y="89002"/>
                  <a:pt x="440849" y="92003"/>
                </a:cubicBezTo>
                <a:cubicBezTo>
                  <a:pt x="436035" y="95004"/>
                  <a:pt x="430972" y="96504"/>
                  <a:pt x="425661" y="96504"/>
                </a:cubicBezTo>
                <a:cubicBezTo>
                  <a:pt x="421775" y="96504"/>
                  <a:pt x="418289" y="95673"/>
                  <a:pt x="415201" y="94011"/>
                </a:cubicBezTo>
                <a:cubicBezTo>
                  <a:pt x="412114" y="92347"/>
                  <a:pt x="409577" y="90246"/>
                  <a:pt x="407591" y="87708"/>
                </a:cubicBezTo>
                <a:lnTo>
                  <a:pt x="407591" y="121375"/>
                </a:lnTo>
                <a:lnTo>
                  <a:pt x="395933" y="121375"/>
                </a:lnTo>
                <a:moveTo>
                  <a:pt x="406490" y="60850"/>
                </a:moveTo>
                <a:cubicBezTo>
                  <a:pt x="406490" y="69690"/>
                  <a:pt x="408282" y="76224"/>
                  <a:pt x="411866" y="80450"/>
                </a:cubicBezTo>
                <a:cubicBezTo>
                  <a:pt x="415450" y="84676"/>
                  <a:pt x="419789" y="86789"/>
                  <a:pt x="424884" y="86789"/>
                </a:cubicBezTo>
                <a:cubicBezTo>
                  <a:pt x="430066" y="86789"/>
                  <a:pt x="434502" y="84600"/>
                  <a:pt x="438194" y="80223"/>
                </a:cubicBezTo>
                <a:cubicBezTo>
                  <a:pt x="441886" y="75846"/>
                  <a:pt x="443732" y="69064"/>
                  <a:pt x="443732" y="59878"/>
                </a:cubicBezTo>
                <a:cubicBezTo>
                  <a:pt x="443732" y="51124"/>
                  <a:pt x="441929" y="44568"/>
                  <a:pt x="438324" y="40213"/>
                </a:cubicBezTo>
                <a:cubicBezTo>
                  <a:pt x="434718" y="35857"/>
                  <a:pt x="430411" y="33679"/>
                  <a:pt x="425402" y="33679"/>
                </a:cubicBezTo>
                <a:cubicBezTo>
                  <a:pt x="420437" y="33679"/>
                  <a:pt x="416043" y="35998"/>
                  <a:pt x="412222" y="40634"/>
                </a:cubicBezTo>
                <a:cubicBezTo>
                  <a:pt x="408401" y="45270"/>
                  <a:pt x="406490" y="52009"/>
                  <a:pt x="406490" y="60850"/>
                </a:cubicBezTo>
                <a:close/>
                <a:moveTo>
                  <a:pt x="514762" y="94950"/>
                </a:moveTo>
                <a:lnTo>
                  <a:pt x="514762" y="84846"/>
                </a:lnTo>
                <a:cubicBezTo>
                  <a:pt x="509408" y="92618"/>
                  <a:pt x="502132" y="96504"/>
                  <a:pt x="492935" y="96504"/>
                </a:cubicBezTo>
                <a:cubicBezTo>
                  <a:pt x="488876" y="96504"/>
                  <a:pt x="485087" y="95727"/>
                  <a:pt x="481568" y="94173"/>
                </a:cubicBezTo>
                <a:cubicBezTo>
                  <a:pt x="478049" y="92618"/>
                  <a:pt x="475437" y="90664"/>
                  <a:pt x="473731" y="88311"/>
                </a:cubicBezTo>
                <a:cubicBezTo>
                  <a:pt x="472026" y="85958"/>
                  <a:pt x="470827" y="83076"/>
                  <a:pt x="470137" y="79665"/>
                </a:cubicBezTo>
                <a:cubicBezTo>
                  <a:pt x="469662" y="77376"/>
                  <a:pt x="469424" y="73749"/>
                  <a:pt x="469424" y="68784"/>
                </a:cubicBezTo>
                <a:lnTo>
                  <a:pt x="469424" y="26166"/>
                </a:lnTo>
                <a:lnTo>
                  <a:pt x="481082" y="26166"/>
                </a:lnTo>
                <a:lnTo>
                  <a:pt x="481082" y="64315"/>
                </a:lnTo>
                <a:cubicBezTo>
                  <a:pt x="481082" y="70403"/>
                  <a:pt x="481320" y="74505"/>
                  <a:pt x="481795" y="76621"/>
                </a:cubicBezTo>
                <a:cubicBezTo>
                  <a:pt x="482529" y="79686"/>
                  <a:pt x="484083" y="82093"/>
                  <a:pt x="486458" y="83842"/>
                </a:cubicBezTo>
                <a:cubicBezTo>
                  <a:pt x="488833" y="85591"/>
                  <a:pt x="491769" y="86465"/>
                  <a:pt x="495267" y="86465"/>
                </a:cubicBezTo>
                <a:cubicBezTo>
                  <a:pt x="498764" y="86465"/>
                  <a:pt x="502046" y="85569"/>
                  <a:pt x="505111" y="83777"/>
                </a:cubicBezTo>
                <a:cubicBezTo>
                  <a:pt x="508177" y="81985"/>
                  <a:pt x="510347" y="79546"/>
                  <a:pt x="511621" y="76459"/>
                </a:cubicBezTo>
                <a:cubicBezTo>
                  <a:pt x="512894" y="73371"/>
                  <a:pt x="513531" y="68892"/>
                  <a:pt x="513531" y="63019"/>
                </a:cubicBezTo>
                <a:lnTo>
                  <a:pt x="513531" y="26166"/>
                </a:lnTo>
                <a:lnTo>
                  <a:pt x="525189" y="26166"/>
                </a:lnTo>
                <a:lnTo>
                  <a:pt x="525189" y="94950"/>
                </a:lnTo>
                <a:lnTo>
                  <a:pt x="514762" y="94950"/>
                </a:lnTo>
                <a:close/>
                <a:moveTo>
                  <a:pt x="568888" y="84652"/>
                </a:moveTo>
                <a:lnTo>
                  <a:pt x="570572" y="94950"/>
                </a:lnTo>
                <a:cubicBezTo>
                  <a:pt x="567290" y="95554"/>
                  <a:pt x="564354" y="95857"/>
                  <a:pt x="561763" y="95857"/>
                </a:cubicBezTo>
                <a:cubicBezTo>
                  <a:pt x="557532" y="95857"/>
                  <a:pt x="554250" y="95187"/>
                  <a:pt x="551919" y="93849"/>
                </a:cubicBezTo>
                <a:cubicBezTo>
                  <a:pt x="549587" y="92510"/>
                  <a:pt x="547946" y="90751"/>
                  <a:pt x="546996" y="88570"/>
                </a:cubicBezTo>
                <a:cubicBezTo>
                  <a:pt x="546046" y="86390"/>
                  <a:pt x="545571" y="81802"/>
                  <a:pt x="545571" y="74807"/>
                </a:cubicBezTo>
                <a:lnTo>
                  <a:pt x="545571" y="35234"/>
                </a:lnTo>
                <a:lnTo>
                  <a:pt x="537022" y="35234"/>
                </a:lnTo>
                <a:lnTo>
                  <a:pt x="537022" y="26166"/>
                </a:lnTo>
                <a:lnTo>
                  <a:pt x="545571" y="26166"/>
                </a:lnTo>
                <a:lnTo>
                  <a:pt x="545571" y="9086"/>
                </a:lnTo>
                <a:lnTo>
                  <a:pt x="557165" y="2073"/>
                </a:lnTo>
                <a:lnTo>
                  <a:pt x="557165" y="26166"/>
                </a:lnTo>
                <a:lnTo>
                  <a:pt x="568888" y="26166"/>
                </a:lnTo>
                <a:lnTo>
                  <a:pt x="568888" y="35234"/>
                </a:lnTo>
                <a:lnTo>
                  <a:pt x="557165" y="35234"/>
                </a:lnTo>
                <a:lnTo>
                  <a:pt x="557165" y="75455"/>
                </a:lnTo>
                <a:cubicBezTo>
                  <a:pt x="557165" y="78779"/>
                  <a:pt x="557370" y="80917"/>
                  <a:pt x="557780" y="81867"/>
                </a:cubicBezTo>
                <a:cubicBezTo>
                  <a:pt x="558190" y="82817"/>
                  <a:pt x="558859" y="83572"/>
                  <a:pt x="559788" y="84134"/>
                </a:cubicBezTo>
                <a:cubicBezTo>
                  <a:pt x="560716" y="84695"/>
                  <a:pt x="562044" y="84976"/>
                  <a:pt x="563771" y="84976"/>
                </a:cubicBezTo>
                <a:cubicBezTo>
                  <a:pt x="565066" y="84976"/>
                  <a:pt x="566772" y="84868"/>
                  <a:pt x="568888" y="84652"/>
                </a:cubicBezTo>
                <a:close/>
                <a:moveTo>
                  <a:pt x="662069" y="86457"/>
                </a:moveTo>
                <a:cubicBezTo>
                  <a:pt x="657751" y="90130"/>
                  <a:pt x="653595" y="92723"/>
                  <a:pt x="649601" y="94235"/>
                </a:cubicBezTo>
                <a:cubicBezTo>
                  <a:pt x="645607" y="95748"/>
                  <a:pt x="641321" y="96504"/>
                  <a:pt x="636744" y="96504"/>
                </a:cubicBezTo>
                <a:cubicBezTo>
                  <a:pt x="629188" y="96504"/>
                  <a:pt x="623381" y="94657"/>
                  <a:pt x="619322" y="90963"/>
                </a:cubicBezTo>
                <a:cubicBezTo>
                  <a:pt x="615263" y="87268"/>
                  <a:pt x="613234" y="82547"/>
                  <a:pt x="613234" y="76801"/>
                </a:cubicBezTo>
                <a:cubicBezTo>
                  <a:pt x="613234" y="73431"/>
                  <a:pt x="614000" y="70354"/>
                  <a:pt x="615533" y="67567"/>
                </a:cubicBezTo>
                <a:cubicBezTo>
                  <a:pt x="617066" y="64779"/>
                  <a:pt x="619074" y="62543"/>
                  <a:pt x="621556" y="60858"/>
                </a:cubicBezTo>
                <a:cubicBezTo>
                  <a:pt x="624039" y="59172"/>
                  <a:pt x="626835" y="57898"/>
                  <a:pt x="629944" y="57034"/>
                </a:cubicBezTo>
                <a:cubicBezTo>
                  <a:pt x="632232" y="56428"/>
                  <a:pt x="635687" y="55845"/>
                  <a:pt x="640307" y="55284"/>
                </a:cubicBezTo>
                <a:cubicBezTo>
                  <a:pt x="649720" y="54169"/>
                  <a:pt x="656650" y="52840"/>
                  <a:pt x="661097" y="51296"/>
                </a:cubicBezTo>
                <a:cubicBezTo>
                  <a:pt x="661140" y="49705"/>
                  <a:pt x="661162" y="48695"/>
                  <a:pt x="661162" y="48264"/>
                </a:cubicBezTo>
                <a:cubicBezTo>
                  <a:pt x="661162" y="43532"/>
                  <a:pt x="660061" y="40199"/>
                  <a:pt x="657859" y="38264"/>
                </a:cubicBezTo>
                <a:cubicBezTo>
                  <a:pt x="654880" y="35639"/>
                  <a:pt x="650454" y="34327"/>
                  <a:pt x="644581" y="34327"/>
                </a:cubicBezTo>
                <a:cubicBezTo>
                  <a:pt x="639098" y="34327"/>
                  <a:pt x="635050" y="35288"/>
                  <a:pt x="632437" y="37209"/>
                </a:cubicBezTo>
                <a:cubicBezTo>
                  <a:pt x="629825" y="39131"/>
                  <a:pt x="627893" y="42531"/>
                  <a:pt x="626641" y="47410"/>
                </a:cubicBezTo>
                <a:lnTo>
                  <a:pt x="615242" y="45856"/>
                </a:lnTo>
                <a:cubicBezTo>
                  <a:pt x="616278" y="40962"/>
                  <a:pt x="617983" y="37010"/>
                  <a:pt x="620358" y="33999"/>
                </a:cubicBezTo>
                <a:cubicBezTo>
                  <a:pt x="622733" y="30989"/>
                  <a:pt x="626166" y="28672"/>
                  <a:pt x="630656" y="27049"/>
                </a:cubicBezTo>
                <a:cubicBezTo>
                  <a:pt x="635147" y="25424"/>
                  <a:pt x="640350" y="24612"/>
                  <a:pt x="646265" y="24612"/>
                </a:cubicBezTo>
                <a:cubicBezTo>
                  <a:pt x="652138" y="24612"/>
                  <a:pt x="656909" y="25303"/>
                  <a:pt x="660579" y="26684"/>
                </a:cubicBezTo>
                <a:cubicBezTo>
                  <a:pt x="664249" y="28066"/>
                  <a:pt x="666948" y="29804"/>
                  <a:pt x="668675" y="31898"/>
                </a:cubicBezTo>
                <a:cubicBezTo>
                  <a:pt x="670402" y="33992"/>
                  <a:pt x="671611" y="36637"/>
                  <a:pt x="672302" y="39832"/>
                </a:cubicBezTo>
                <a:cubicBezTo>
                  <a:pt x="672691" y="41819"/>
                  <a:pt x="672885" y="45402"/>
                  <a:pt x="672885" y="50584"/>
                </a:cubicBezTo>
                <a:lnTo>
                  <a:pt x="672885" y="66128"/>
                </a:lnTo>
                <a:cubicBezTo>
                  <a:pt x="672885" y="76966"/>
                  <a:pt x="673133" y="83821"/>
                  <a:pt x="673630" y="86692"/>
                </a:cubicBezTo>
                <a:cubicBezTo>
                  <a:pt x="674126" y="89563"/>
                  <a:pt x="675109" y="92316"/>
                  <a:pt x="676577" y="94950"/>
                </a:cubicBezTo>
                <a:lnTo>
                  <a:pt x="664400" y="94950"/>
                </a:lnTo>
                <a:cubicBezTo>
                  <a:pt x="663191" y="92529"/>
                  <a:pt x="662414" y="89698"/>
                  <a:pt x="662069" y="86457"/>
                </a:cubicBezTo>
                <a:moveTo>
                  <a:pt x="661097" y="60364"/>
                </a:moveTo>
                <a:cubicBezTo>
                  <a:pt x="656866" y="62106"/>
                  <a:pt x="650518" y="63586"/>
                  <a:pt x="642055" y="64804"/>
                </a:cubicBezTo>
                <a:cubicBezTo>
                  <a:pt x="637263" y="65498"/>
                  <a:pt x="633873" y="66279"/>
                  <a:pt x="631887" y="67146"/>
                </a:cubicBezTo>
                <a:cubicBezTo>
                  <a:pt x="629901" y="68012"/>
                  <a:pt x="628368" y="69281"/>
                  <a:pt x="627288" y="70951"/>
                </a:cubicBezTo>
                <a:cubicBezTo>
                  <a:pt x="626209" y="72620"/>
                  <a:pt x="625669" y="74474"/>
                  <a:pt x="625669" y="76511"/>
                </a:cubicBezTo>
                <a:cubicBezTo>
                  <a:pt x="625669" y="79632"/>
                  <a:pt x="626846" y="82234"/>
                  <a:pt x="629199" y="84316"/>
                </a:cubicBezTo>
                <a:cubicBezTo>
                  <a:pt x="631552" y="86396"/>
                  <a:pt x="634996" y="87437"/>
                  <a:pt x="639530" y="87437"/>
                </a:cubicBezTo>
                <a:cubicBezTo>
                  <a:pt x="644020" y="87437"/>
                  <a:pt x="648014" y="86450"/>
                  <a:pt x="651512" y="84476"/>
                </a:cubicBezTo>
                <a:cubicBezTo>
                  <a:pt x="655009" y="82502"/>
                  <a:pt x="657578" y="79801"/>
                  <a:pt x="659219" y="76374"/>
                </a:cubicBezTo>
                <a:cubicBezTo>
                  <a:pt x="660471" y="73726"/>
                  <a:pt x="661097" y="69821"/>
                  <a:pt x="661097" y="64659"/>
                </a:cubicBezTo>
                <a:lnTo>
                  <a:pt x="661097" y="60364"/>
                </a:lnTo>
                <a:close/>
                <a:moveTo>
                  <a:pt x="690935" y="94950"/>
                </a:moveTo>
                <a:lnTo>
                  <a:pt x="690935" y="26166"/>
                </a:lnTo>
                <a:lnTo>
                  <a:pt x="701427" y="26166"/>
                </a:lnTo>
                <a:lnTo>
                  <a:pt x="701427" y="35881"/>
                </a:lnTo>
                <a:cubicBezTo>
                  <a:pt x="706479" y="28368"/>
                  <a:pt x="713776" y="24612"/>
                  <a:pt x="723319" y="24612"/>
                </a:cubicBezTo>
                <a:cubicBezTo>
                  <a:pt x="727464" y="24612"/>
                  <a:pt x="731275" y="25357"/>
                  <a:pt x="734750" y="26846"/>
                </a:cubicBezTo>
                <a:cubicBezTo>
                  <a:pt x="738226" y="28336"/>
                  <a:pt x="740828" y="30290"/>
                  <a:pt x="742555" y="32708"/>
                </a:cubicBezTo>
                <a:cubicBezTo>
                  <a:pt x="744282" y="35126"/>
                  <a:pt x="745491" y="37997"/>
                  <a:pt x="746182" y="41322"/>
                </a:cubicBezTo>
                <a:cubicBezTo>
                  <a:pt x="746614" y="43481"/>
                  <a:pt x="746830" y="47259"/>
                  <a:pt x="746830" y="52656"/>
                </a:cubicBezTo>
                <a:lnTo>
                  <a:pt x="746830" y="94950"/>
                </a:lnTo>
                <a:lnTo>
                  <a:pt x="735171" y="94950"/>
                </a:lnTo>
                <a:lnTo>
                  <a:pt x="735171" y="53065"/>
                </a:lnTo>
                <a:cubicBezTo>
                  <a:pt x="735171" y="48310"/>
                  <a:pt x="734718" y="44755"/>
                  <a:pt x="733811" y="42399"/>
                </a:cubicBezTo>
                <a:cubicBezTo>
                  <a:pt x="732905" y="40043"/>
                  <a:pt x="731296" y="38163"/>
                  <a:pt x="728986" y="36758"/>
                </a:cubicBezTo>
                <a:cubicBezTo>
                  <a:pt x="726676" y="35353"/>
                  <a:pt x="723967" y="34651"/>
                  <a:pt x="720858" y="34651"/>
                </a:cubicBezTo>
                <a:cubicBezTo>
                  <a:pt x="715892" y="34651"/>
                  <a:pt x="711607" y="36229"/>
                  <a:pt x="708001" y="39385"/>
                </a:cubicBezTo>
                <a:cubicBezTo>
                  <a:pt x="704396" y="42540"/>
                  <a:pt x="702593" y="48526"/>
                  <a:pt x="702593" y="57344"/>
                </a:cubicBezTo>
                <a:lnTo>
                  <a:pt x="702593" y="94950"/>
                </a:lnTo>
                <a:lnTo>
                  <a:pt x="690935" y="94950"/>
                </a:lnTo>
                <a:close/>
                <a:moveTo>
                  <a:pt x="762548" y="100649"/>
                </a:moveTo>
                <a:lnTo>
                  <a:pt x="773883" y="102333"/>
                </a:lnTo>
                <a:cubicBezTo>
                  <a:pt x="774358" y="105831"/>
                  <a:pt x="775675" y="108378"/>
                  <a:pt x="777834" y="109976"/>
                </a:cubicBezTo>
                <a:cubicBezTo>
                  <a:pt x="780727" y="112135"/>
                  <a:pt x="784678" y="113214"/>
                  <a:pt x="789686" y="113214"/>
                </a:cubicBezTo>
                <a:cubicBezTo>
                  <a:pt x="795084" y="113214"/>
                  <a:pt x="799250" y="112132"/>
                  <a:pt x="802187" y="109968"/>
                </a:cubicBezTo>
                <a:cubicBezTo>
                  <a:pt x="805123" y="107805"/>
                  <a:pt x="807109" y="104776"/>
                  <a:pt x="808145" y="100880"/>
                </a:cubicBezTo>
                <a:cubicBezTo>
                  <a:pt x="808750" y="98501"/>
                  <a:pt x="809030" y="93503"/>
                  <a:pt x="808987" y="85886"/>
                </a:cubicBezTo>
                <a:cubicBezTo>
                  <a:pt x="803892" y="91929"/>
                  <a:pt x="797545" y="94950"/>
                  <a:pt x="789945" y="94950"/>
                </a:cubicBezTo>
                <a:cubicBezTo>
                  <a:pt x="780489" y="94950"/>
                  <a:pt x="773170" y="91539"/>
                  <a:pt x="767989" y="84717"/>
                </a:cubicBezTo>
                <a:cubicBezTo>
                  <a:pt x="762808" y="77894"/>
                  <a:pt x="760217" y="69712"/>
                  <a:pt x="760217" y="60169"/>
                </a:cubicBezTo>
                <a:cubicBezTo>
                  <a:pt x="760217" y="53606"/>
                  <a:pt x="761404" y="47551"/>
                  <a:pt x="763779" y="42002"/>
                </a:cubicBezTo>
                <a:cubicBezTo>
                  <a:pt x="766154" y="36454"/>
                  <a:pt x="769597" y="32168"/>
                  <a:pt x="774110" y="29146"/>
                </a:cubicBezTo>
                <a:cubicBezTo>
                  <a:pt x="778622" y="26123"/>
                  <a:pt x="783922" y="24612"/>
                  <a:pt x="790010" y="24612"/>
                </a:cubicBezTo>
                <a:cubicBezTo>
                  <a:pt x="798128" y="24612"/>
                  <a:pt x="804820" y="27915"/>
                  <a:pt x="810088" y="34521"/>
                </a:cubicBezTo>
                <a:lnTo>
                  <a:pt x="810088" y="26166"/>
                </a:lnTo>
                <a:lnTo>
                  <a:pt x="820840" y="26166"/>
                </a:lnTo>
                <a:lnTo>
                  <a:pt x="820840" y="85664"/>
                </a:lnTo>
                <a:cubicBezTo>
                  <a:pt x="820840" y="96379"/>
                  <a:pt x="819749" y="103972"/>
                  <a:pt x="817569" y="108444"/>
                </a:cubicBezTo>
                <a:cubicBezTo>
                  <a:pt x="815388" y="112916"/>
                  <a:pt x="811934" y="116447"/>
                  <a:pt x="807206" y="119040"/>
                </a:cubicBezTo>
                <a:cubicBezTo>
                  <a:pt x="802478" y="121633"/>
                  <a:pt x="796660" y="122930"/>
                  <a:pt x="789751" y="122930"/>
                </a:cubicBezTo>
                <a:cubicBezTo>
                  <a:pt x="781547" y="122930"/>
                  <a:pt x="774919" y="121078"/>
                  <a:pt x="769867" y="117376"/>
                </a:cubicBezTo>
                <a:cubicBezTo>
                  <a:pt x="764815" y="113673"/>
                  <a:pt x="762376" y="108098"/>
                  <a:pt x="762548" y="100649"/>
                </a:cubicBezTo>
                <a:moveTo>
                  <a:pt x="772199" y="59330"/>
                </a:moveTo>
                <a:cubicBezTo>
                  <a:pt x="772199" y="68331"/>
                  <a:pt x="773991" y="74899"/>
                  <a:pt x="777575" y="79033"/>
                </a:cubicBezTo>
                <a:cubicBezTo>
                  <a:pt x="781158" y="83168"/>
                  <a:pt x="785649" y="85235"/>
                  <a:pt x="791046" y="85235"/>
                </a:cubicBezTo>
                <a:cubicBezTo>
                  <a:pt x="796401" y="85235"/>
                  <a:pt x="800891" y="83178"/>
                  <a:pt x="804518" y="79066"/>
                </a:cubicBezTo>
                <a:cubicBezTo>
                  <a:pt x="808145" y="74953"/>
                  <a:pt x="809959" y="68503"/>
                  <a:pt x="809959" y="59716"/>
                </a:cubicBezTo>
                <a:cubicBezTo>
                  <a:pt x="809959" y="51318"/>
                  <a:pt x="808091" y="44987"/>
                  <a:pt x="804356" y="40723"/>
                </a:cubicBezTo>
                <a:cubicBezTo>
                  <a:pt x="800621" y="36459"/>
                  <a:pt x="796120" y="34327"/>
                  <a:pt x="790852" y="34327"/>
                </a:cubicBezTo>
                <a:cubicBezTo>
                  <a:pt x="785671" y="34327"/>
                  <a:pt x="781266" y="36427"/>
                  <a:pt x="777639" y="40626"/>
                </a:cubicBezTo>
                <a:cubicBezTo>
                  <a:pt x="774012" y="44825"/>
                  <a:pt x="772199" y="51059"/>
                  <a:pt x="772199" y="59330"/>
                </a:cubicBezTo>
                <a:close/>
                <a:moveTo>
                  <a:pt x="838177" y="94950"/>
                </a:moveTo>
                <a:lnTo>
                  <a:pt x="838177" y="0"/>
                </a:lnTo>
                <a:lnTo>
                  <a:pt x="849835" y="0"/>
                </a:lnTo>
                <a:lnTo>
                  <a:pt x="849835" y="94950"/>
                </a:lnTo>
                <a:lnTo>
                  <a:pt x="838177" y="94950"/>
                </a:lnTo>
                <a:close/>
                <a:moveTo>
                  <a:pt x="914969" y="72799"/>
                </a:moveTo>
                <a:lnTo>
                  <a:pt x="927016" y="74289"/>
                </a:lnTo>
                <a:cubicBezTo>
                  <a:pt x="925116" y="81327"/>
                  <a:pt x="921597" y="86789"/>
                  <a:pt x="916459" y="90675"/>
                </a:cubicBezTo>
                <a:cubicBezTo>
                  <a:pt x="911320" y="94561"/>
                  <a:pt x="904757" y="96504"/>
                  <a:pt x="896769" y="96504"/>
                </a:cubicBezTo>
                <a:cubicBezTo>
                  <a:pt x="886709" y="96504"/>
                  <a:pt x="878731" y="93406"/>
                  <a:pt x="872837" y="87210"/>
                </a:cubicBezTo>
                <a:cubicBezTo>
                  <a:pt x="866944" y="81014"/>
                  <a:pt x="863997" y="72324"/>
                  <a:pt x="863997" y="61141"/>
                </a:cubicBezTo>
                <a:cubicBezTo>
                  <a:pt x="863997" y="49569"/>
                  <a:pt x="866976" y="40588"/>
                  <a:pt x="872935" y="34198"/>
                </a:cubicBezTo>
                <a:cubicBezTo>
                  <a:pt x="878893" y="27807"/>
                  <a:pt x="886622" y="24612"/>
                  <a:pt x="896122" y="24612"/>
                </a:cubicBezTo>
                <a:cubicBezTo>
                  <a:pt x="905319" y="24612"/>
                  <a:pt x="912832" y="27738"/>
                  <a:pt x="918661" y="33989"/>
                </a:cubicBezTo>
                <a:cubicBezTo>
                  <a:pt x="924490" y="40239"/>
                  <a:pt x="927405" y="49033"/>
                  <a:pt x="927405" y="60370"/>
                </a:cubicBezTo>
                <a:cubicBezTo>
                  <a:pt x="927405" y="61059"/>
                  <a:pt x="927383" y="62094"/>
                  <a:pt x="927340" y="63473"/>
                </a:cubicBezTo>
                <a:lnTo>
                  <a:pt x="876043" y="63473"/>
                </a:lnTo>
                <a:cubicBezTo>
                  <a:pt x="876475" y="71007"/>
                  <a:pt x="878613" y="76777"/>
                  <a:pt x="882456" y="80782"/>
                </a:cubicBezTo>
                <a:cubicBezTo>
                  <a:pt x="886298" y="84787"/>
                  <a:pt x="891091" y="86789"/>
                  <a:pt x="896834" y="86789"/>
                </a:cubicBezTo>
                <a:cubicBezTo>
                  <a:pt x="901109" y="86789"/>
                  <a:pt x="904757" y="85677"/>
                  <a:pt x="907780" y="83454"/>
                </a:cubicBezTo>
                <a:cubicBezTo>
                  <a:pt x="910802" y="81229"/>
                  <a:pt x="913199" y="77677"/>
                  <a:pt x="914969" y="72799"/>
                </a:cubicBezTo>
                <a:moveTo>
                  <a:pt x="876691" y="53757"/>
                </a:moveTo>
                <a:lnTo>
                  <a:pt x="915099" y="53757"/>
                </a:lnTo>
                <a:cubicBezTo>
                  <a:pt x="914580" y="48066"/>
                  <a:pt x="913112" y="43797"/>
                  <a:pt x="910694" y="40952"/>
                </a:cubicBezTo>
                <a:cubicBezTo>
                  <a:pt x="906981" y="36535"/>
                  <a:pt x="902167" y="34327"/>
                  <a:pt x="896251" y="34327"/>
                </a:cubicBezTo>
                <a:cubicBezTo>
                  <a:pt x="890897" y="34327"/>
                  <a:pt x="886396" y="36090"/>
                  <a:pt x="882747" y="39616"/>
                </a:cubicBezTo>
                <a:cubicBezTo>
                  <a:pt x="879098" y="43140"/>
                  <a:pt x="877080" y="47854"/>
                  <a:pt x="876691" y="53757"/>
                </a:cubicBezTo>
                <a:close/>
                <a:moveTo>
                  <a:pt x="978574" y="13472"/>
                </a:moveTo>
                <a:lnTo>
                  <a:pt x="978574" y="0"/>
                </a:lnTo>
                <a:lnTo>
                  <a:pt x="990232" y="0"/>
                </a:lnTo>
                <a:lnTo>
                  <a:pt x="990232" y="13472"/>
                </a:lnTo>
                <a:lnTo>
                  <a:pt x="978574" y="13472"/>
                </a:lnTo>
                <a:moveTo>
                  <a:pt x="978574" y="94950"/>
                </a:moveTo>
                <a:lnTo>
                  <a:pt x="978574" y="26166"/>
                </a:lnTo>
                <a:lnTo>
                  <a:pt x="990232" y="26166"/>
                </a:lnTo>
                <a:lnTo>
                  <a:pt x="990232" y="94950"/>
                </a:lnTo>
                <a:lnTo>
                  <a:pt x="978574" y="94950"/>
                </a:lnTo>
                <a:close/>
                <a:moveTo>
                  <a:pt x="1003293" y="74354"/>
                </a:moveTo>
                <a:lnTo>
                  <a:pt x="1014821" y="72540"/>
                </a:lnTo>
                <a:cubicBezTo>
                  <a:pt x="1015469" y="77140"/>
                  <a:pt x="1017272" y="80665"/>
                  <a:pt x="1020229" y="83116"/>
                </a:cubicBezTo>
                <a:cubicBezTo>
                  <a:pt x="1023187" y="85565"/>
                  <a:pt x="1027322" y="86789"/>
                  <a:pt x="1032633" y="86789"/>
                </a:cubicBezTo>
                <a:cubicBezTo>
                  <a:pt x="1037987" y="86789"/>
                  <a:pt x="1041959" y="85708"/>
                  <a:pt x="1044550" y="83545"/>
                </a:cubicBezTo>
                <a:cubicBezTo>
                  <a:pt x="1047141" y="81380"/>
                  <a:pt x="1048436" y="78842"/>
                  <a:pt x="1048436" y="75930"/>
                </a:cubicBezTo>
                <a:cubicBezTo>
                  <a:pt x="1048436" y="73317"/>
                  <a:pt x="1047292" y="71260"/>
                  <a:pt x="1045003" y="69761"/>
                </a:cubicBezTo>
                <a:cubicBezTo>
                  <a:pt x="1043406" y="68733"/>
                  <a:pt x="1039433" y="67426"/>
                  <a:pt x="1033086" y="65841"/>
                </a:cubicBezTo>
                <a:cubicBezTo>
                  <a:pt x="1024537" y="63680"/>
                  <a:pt x="1018610" y="61812"/>
                  <a:pt x="1015307" y="60234"/>
                </a:cubicBezTo>
                <a:cubicBezTo>
                  <a:pt x="1012004" y="58657"/>
                  <a:pt x="1009500" y="56474"/>
                  <a:pt x="1007794" y="53687"/>
                </a:cubicBezTo>
                <a:cubicBezTo>
                  <a:pt x="1006088" y="50899"/>
                  <a:pt x="1005236" y="47820"/>
                  <a:pt x="1005236" y="44449"/>
                </a:cubicBezTo>
                <a:cubicBezTo>
                  <a:pt x="1005236" y="41381"/>
                  <a:pt x="1005937" y="38539"/>
                  <a:pt x="1007341" y="35924"/>
                </a:cubicBezTo>
                <a:cubicBezTo>
                  <a:pt x="1008744" y="33309"/>
                  <a:pt x="1010655" y="31137"/>
                  <a:pt x="1013073" y="29409"/>
                </a:cubicBezTo>
                <a:cubicBezTo>
                  <a:pt x="1014886" y="28069"/>
                  <a:pt x="1017358" y="26935"/>
                  <a:pt x="1020489" y="26006"/>
                </a:cubicBezTo>
                <a:cubicBezTo>
                  <a:pt x="1023619" y="25077"/>
                  <a:pt x="1026976" y="24612"/>
                  <a:pt x="1030560" y="24612"/>
                </a:cubicBezTo>
                <a:cubicBezTo>
                  <a:pt x="1035957" y="24612"/>
                  <a:pt x="1040696" y="25394"/>
                  <a:pt x="1044777" y="26960"/>
                </a:cubicBezTo>
                <a:cubicBezTo>
                  <a:pt x="1048857" y="28524"/>
                  <a:pt x="1051869" y="30643"/>
                  <a:pt x="1053812" y="33317"/>
                </a:cubicBezTo>
                <a:cubicBezTo>
                  <a:pt x="1055755" y="35990"/>
                  <a:pt x="1057093" y="39565"/>
                  <a:pt x="1057827" y="44042"/>
                </a:cubicBezTo>
                <a:lnTo>
                  <a:pt x="1046428" y="45597"/>
                </a:lnTo>
                <a:cubicBezTo>
                  <a:pt x="1045910" y="42056"/>
                  <a:pt x="1044410" y="39293"/>
                  <a:pt x="1041927" y="37306"/>
                </a:cubicBezTo>
                <a:cubicBezTo>
                  <a:pt x="1039444" y="35320"/>
                  <a:pt x="1035936" y="34327"/>
                  <a:pt x="1031402" y="34327"/>
                </a:cubicBezTo>
                <a:cubicBezTo>
                  <a:pt x="1026048" y="34327"/>
                  <a:pt x="1022227" y="35208"/>
                  <a:pt x="1019938" y="36970"/>
                </a:cubicBezTo>
                <a:cubicBezTo>
                  <a:pt x="1017650" y="38731"/>
                  <a:pt x="1016505" y="40794"/>
                  <a:pt x="1016505" y="43158"/>
                </a:cubicBezTo>
                <a:cubicBezTo>
                  <a:pt x="1016505" y="44661"/>
                  <a:pt x="1016980" y="46014"/>
                  <a:pt x="1017930" y="47218"/>
                </a:cubicBezTo>
                <a:cubicBezTo>
                  <a:pt x="1018880" y="48463"/>
                  <a:pt x="1020370" y="49494"/>
                  <a:pt x="1022399" y="50311"/>
                </a:cubicBezTo>
                <a:cubicBezTo>
                  <a:pt x="1023565" y="50741"/>
                  <a:pt x="1026998" y="51729"/>
                  <a:pt x="1032697" y="53276"/>
                </a:cubicBezTo>
                <a:cubicBezTo>
                  <a:pt x="1040944" y="55476"/>
                  <a:pt x="1046698" y="57278"/>
                  <a:pt x="1049958" y="58680"/>
                </a:cubicBezTo>
                <a:cubicBezTo>
                  <a:pt x="1053218" y="60082"/>
                  <a:pt x="1055776" y="62121"/>
                  <a:pt x="1057633" y="64796"/>
                </a:cubicBezTo>
                <a:cubicBezTo>
                  <a:pt x="1059490" y="67471"/>
                  <a:pt x="1060418" y="70792"/>
                  <a:pt x="1060418" y="74760"/>
                </a:cubicBezTo>
                <a:cubicBezTo>
                  <a:pt x="1060418" y="78644"/>
                  <a:pt x="1059285" y="82301"/>
                  <a:pt x="1057018" y="85731"/>
                </a:cubicBezTo>
                <a:cubicBezTo>
                  <a:pt x="1054751" y="89159"/>
                  <a:pt x="1051480" y="91812"/>
                  <a:pt x="1047205" y="93689"/>
                </a:cubicBezTo>
                <a:cubicBezTo>
                  <a:pt x="1042931" y="95566"/>
                  <a:pt x="1038095" y="96504"/>
                  <a:pt x="1032697" y="96504"/>
                </a:cubicBezTo>
                <a:cubicBezTo>
                  <a:pt x="1023759" y="96504"/>
                  <a:pt x="1016948" y="94642"/>
                  <a:pt x="1012263" y="90918"/>
                </a:cubicBezTo>
                <a:cubicBezTo>
                  <a:pt x="1007578" y="87194"/>
                  <a:pt x="1004588" y="81672"/>
                  <a:pt x="1003293" y="74354"/>
                </a:cubicBezTo>
                <a:close/>
                <a:moveTo>
                  <a:pt x="1158240" y="72799"/>
                </a:moveTo>
                <a:lnTo>
                  <a:pt x="1170287" y="74289"/>
                </a:lnTo>
                <a:cubicBezTo>
                  <a:pt x="1168387" y="81327"/>
                  <a:pt x="1164868" y="86789"/>
                  <a:pt x="1159730" y="90675"/>
                </a:cubicBezTo>
                <a:cubicBezTo>
                  <a:pt x="1154592" y="94561"/>
                  <a:pt x="1148029" y="96504"/>
                  <a:pt x="1140041" y="96504"/>
                </a:cubicBezTo>
                <a:cubicBezTo>
                  <a:pt x="1129980" y="96504"/>
                  <a:pt x="1122003" y="93406"/>
                  <a:pt x="1116109" y="87210"/>
                </a:cubicBezTo>
                <a:cubicBezTo>
                  <a:pt x="1110215" y="81014"/>
                  <a:pt x="1107268" y="72324"/>
                  <a:pt x="1107268" y="61141"/>
                </a:cubicBezTo>
                <a:cubicBezTo>
                  <a:pt x="1107268" y="49569"/>
                  <a:pt x="1110247" y="40588"/>
                  <a:pt x="1116206" y="34198"/>
                </a:cubicBezTo>
                <a:cubicBezTo>
                  <a:pt x="1122165" y="27807"/>
                  <a:pt x="1129894" y="24612"/>
                  <a:pt x="1139393" y="24612"/>
                </a:cubicBezTo>
                <a:cubicBezTo>
                  <a:pt x="1148590" y="24612"/>
                  <a:pt x="1156103" y="27738"/>
                  <a:pt x="1161932" y="33989"/>
                </a:cubicBezTo>
                <a:cubicBezTo>
                  <a:pt x="1167761" y="40239"/>
                  <a:pt x="1170676" y="49033"/>
                  <a:pt x="1170676" y="60370"/>
                </a:cubicBezTo>
                <a:cubicBezTo>
                  <a:pt x="1170676" y="61059"/>
                  <a:pt x="1170654" y="62094"/>
                  <a:pt x="1170611" y="63473"/>
                </a:cubicBezTo>
                <a:lnTo>
                  <a:pt x="1119315" y="63473"/>
                </a:lnTo>
                <a:cubicBezTo>
                  <a:pt x="1119747" y="71007"/>
                  <a:pt x="1121884" y="76777"/>
                  <a:pt x="1125727" y="80782"/>
                </a:cubicBezTo>
                <a:cubicBezTo>
                  <a:pt x="1129570" y="84787"/>
                  <a:pt x="1134363" y="86789"/>
                  <a:pt x="1140105" y="86789"/>
                </a:cubicBezTo>
                <a:cubicBezTo>
                  <a:pt x="1144380" y="86789"/>
                  <a:pt x="1148029" y="85677"/>
                  <a:pt x="1151051" y="83454"/>
                </a:cubicBezTo>
                <a:cubicBezTo>
                  <a:pt x="1154074" y="81229"/>
                  <a:pt x="1156470" y="77677"/>
                  <a:pt x="1158240" y="72799"/>
                </a:cubicBezTo>
                <a:moveTo>
                  <a:pt x="1119962" y="53757"/>
                </a:moveTo>
                <a:lnTo>
                  <a:pt x="1158370" y="53757"/>
                </a:lnTo>
                <a:cubicBezTo>
                  <a:pt x="1157852" y="48066"/>
                  <a:pt x="1156384" y="43797"/>
                  <a:pt x="1153966" y="40952"/>
                </a:cubicBezTo>
                <a:cubicBezTo>
                  <a:pt x="1150252" y="36535"/>
                  <a:pt x="1145438" y="34327"/>
                  <a:pt x="1139522" y="34327"/>
                </a:cubicBezTo>
                <a:cubicBezTo>
                  <a:pt x="1134168" y="34327"/>
                  <a:pt x="1129667" y="36090"/>
                  <a:pt x="1126018" y="39616"/>
                </a:cubicBezTo>
                <a:cubicBezTo>
                  <a:pt x="1122370" y="43140"/>
                  <a:pt x="1120351" y="47854"/>
                  <a:pt x="1119962" y="53757"/>
                </a:cubicBezTo>
                <a:close/>
                <a:moveTo>
                  <a:pt x="1228752" y="121375"/>
                </a:moveTo>
                <a:lnTo>
                  <a:pt x="1228752" y="87512"/>
                </a:lnTo>
                <a:cubicBezTo>
                  <a:pt x="1226939" y="90093"/>
                  <a:pt x="1224402" y="92237"/>
                  <a:pt x="1221142" y="93944"/>
                </a:cubicBezTo>
                <a:cubicBezTo>
                  <a:pt x="1217882" y="95651"/>
                  <a:pt x="1214417" y="96504"/>
                  <a:pt x="1210747" y="96504"/>
                </a:cubicBezTo>
                <a:cubicBezTo>
                  <a:pt x="1202586" y="96504"/>
                  <a:pt x="1195559" y="93244"/>
                  <a:pt x="1189665" y="86724"/>
                </a:cubicBezTo>
                <a:cubicBezTo>
                  <a:pt x="1183771" y="80204"/>
                  <a:pt x="1180824" y="71266"/>
                  <a:pt x="1180824" y="59910"/>
                </a:cubicBezTo>
                <a:cubicBezTo>
                  <a:pt x="1180824" y="53002"/>
                  <a:pt x="1182022" y="46806"/>
                  <a:pt x="1184419" y="41322"/>
                </a:cubicBezTo>
                <a:cubicBezTo>
                  <a:pt x="1186815" y="35838"/>
                  <a:pt x="1190291" y="31682"/>
                  <a:pt x="1194846" y="28854"/>
                </a:cubicBezTo>
                <a:cubicBezTo>
                  <a:pt x="1199402" y="26026"/>
                  <a:pt x="1204400" y="24612"/>
                  <a:pt x="1209840" y="24612"/>
                </a:cubicBezTo>
                <a:cubicBezTo>
                  <a:pt x="1218346" y="24612"/>
                  <a:pt x="1225039" y="28152"/>
                  <a:pt x="1229918" y="35234"/>
                </a:cubicBezTo>
                <a:lnTo>
                  <a:pt x="1229918" y="26166"/>
                </a:lnTo>
                <a:lnTo>
                  <a:pt x="1240411" y="26166"/>
                </a:lnTo>
                <a:lnTo>
                  <a:pt x="1240411" y="121375"/>
                </a:lnTo>
                <a:lnTo>
                  <a:pt x="1228752" y="121375"/>
                </a:lnTo>
                <a:moveTo>
                  <a:pt x="1192806" y="60234"/>
                </a:moveTo>
                <a:cubicBezTo>
                  <a:pt x="1192806" y="69086"/>
                  <a:pt x="1194663" y="75725"/>
                  <a:pt x="1198376" y="80150"/>
                </a:cubicBezTo>
                <a:cubicBezTo>
                  <a:pt x="1202089" y="84576"/>
                  <a:pt x="1206537" y="86789"/>
                  <a:pt x="1211718" y="86789"/>
                </a:cubicBezTo>
                <a:cubicBezTo>
                  <a:pt x="1216684" y="86789"/>
                  <a:pt x="1220959" y="84684"/>
                  <a:pt x="1224542" y="80474"/>
                </a:cubicBezTo>
                <a:cubicBezTo>
                  <a:pt x="1228126" y="76264"/>
                  <a:pt x="1229918" y="69863"/>
                  <a:pt x="1229918" y="61271"/>
                </a:cubicBezTo>
                <a:cubicBezTo>
                  <a:pt x="1229918" y="52117"/>
                  <a:pt x="1228029" y="45230"/>
                  <a:pt x="1224251" y="40610"/>
                </a:cubicBezTo>
                <a:cubicBezTo>
                  <a:pt x="1220473" y="35989"/>
                  <a:pt x="1216036" y="33679"/>
                  <a:pt x="1210941" y="33679"/>
                </a:cubicBezTo>
                <a:cubicBezTo>
                  <a:pt x="1205889" y="33679"/>
                  <a:pt x="1201604" y="35827"/>
                  <a:pt x="1198085" y="40124"/>
                </a:cubicBezTo>
                <a:cubicBezTo>
                  <a:pt x="1194566" y="44420"/>
                  <a:pt x="1192806" y="51124"/>
                  <a:pt x="1192806" y="60234"/>
                </a:cubicBezTo>
                <a:close/>
                <a:moveTo>
                  <a:pt x="1303733" y="94950"/>
                </a:moveTo>
                <a:lnTo>
                  <a:pt x="1303733" y="84846"/>
                </a:lnTo>
                <a:cubicBezTo>
                  <a:pt x="1298379" y="92618"/>
                  <a:pt x="1291103" y="96504"/>
                  <a:pt x="1281906" y="96504"/>
                </a:cubicBezTo>
                <a:cubicBezTo>
                  <a:pt x="1277848" y="96504"/>
                  <a:pt x="1274059" y="95727"/>
                  <a:pt x="1270540" y="94173"/>
                </a:cubicBezTo>
                <a:cubicBezTo>
                  <a:pt x="1267021" y="92618"/>
                  <a:pt x="1264408" y="90664"/>
                  <a:pt x="1262703" y="88311"/>
                </a:cubicBezTo>
                <a:cubicBezTo>
                  <a:pt x="1260997" y="85958"/>
                  <a:pt x="1259799" y="83076"/>
                  <a:pt x="1259108" y="79665"/>
                </a:cubicBezTo>
                <a:cubicBezTo>
                  <a:pt x="1258633" y="77376"/>
                  <a:pt x="1258396" y="73749"/>
                  <a:pt x="1258396" y="68784"/>
                </a:cubicBezTo>
                <a:lnTo>
                  <a:pt x="1258396" y="26166"/>
                </a:lnTo>
                <a:lnTo>
                  <a:pt x="1270054" y="26166"/>
                </a:lnTo>
                <a:lnTo>
                  <a:pt x="1270054" y="64315"/>
                </a:lnTo>
                <a:cubicBezTo>
                  <a:pt x="1270054" y="70403"/>
                  <a:pt x="1270291" y="74505"/>
                  <a:pt x="1270766" y="76621"/>
                </a:cubicBezTo>
                <a:cubicBezTo>
                  <a:pt x="1271500" y="79686"/>
                  <a:pt x="1273055" y="82093"/>
                  <a:pt x="1275430" y="83842"/>
                </a:cubicBezTo>
                <a:cubicBezTo>
                  <a:pt x="1277804" y="85591"/>
                  <a:pt x="1280741" y="86465"/>
                  <a:pt x="1284238" y="86465"/>
                </a:cubicBezTo>
                <a:cubicBezTo>
                  <a:pt x="1287736" y="86465"/>
                  <a:pt x="1291017" y="85569"/>
                  <a:pt x="1294083" y="83777"/>
                </a:cubicBezTo>
                <a:cubicBezTo>
                  <a:pt x="1297148" y="81985"/>
                  <a:pt x="1299318" y="79546"/>
                  <a:pt x="1300592" y="76459"/>
                </a:cubicBezTo>
                <a:cubicBezTo>
                  <a:pt x="1301866" y="73371"/>
                  <a:pt x="1302503" y="68892"/>
                  <a:pt x="1302503" y="63019"/>
                </a:cubicBezTo>
                <a:lnTo>
                  <a:pt x="1302503" y="26166"/>
                </a:lnTo>
                <a:lnTo>
                  <a:pt x="1314161" y="26166"/>
                </a:lnTo>
                <a:lnTo>
                  <a:pt x="1314161" y="94950"/>
                </a:lnTo>
                <a:lnTo>
                  <a:pt x="1303733" y="94950"/>
                </a:lnTo>
                <a:close/>
                <a:moveTo>
                  <a:pt x="1377290" y="86457"/>
                </a:moveTo>
                <a:cubicBezTo>
                  <a:pt x="1372972" y="90130"/>
                  <a:pt x="1368816" y="92723"/>
                  <a:pt x="1364822" y="94235"/>
                </a:cubicBezTo>
                <a:cubicBezTo>
                  <a:pt x="1360828" y="95748"/>
                  <a:pt x="1356542" y="96504"/>
                  <a:pt x="1351965" y="96504"/>
                </a:cubicBezTo>
                <a:cubicBezTo>
                  <a:pt x="1344409" y="96504"/>
                  <a:pt x="1338602" y="94657"/>
                  <a:pt x="1334543" y="90963"/>
                </a:cubicBezTo>
                <a:cubicBezTo>
                  <a:pt x="1330484" y="87268"/>
                  <a:pt x="1328455" y="82547"/>
                  <a:pt x="1328455" y="76801"/>
                </a:cubicBezTo>
                <a:cubicBezTo>
                  <a:pt x="1328455" y="73431"/>
                  <a:pt x="1329221" y="70354"/>
                  <a:pt x="1330754" y="67567"/>
                </a:cubicBezTo>
                <a:cubicBezTo>
                  <a:pt x="1332287" y="64779"/>
                  <a:pt x="1334294" y="62543"/>
                  <a:pt x="1336777" y="60858"/>
                </a:cubicBezTo>
                <a:cubicBezTo>
                  <a:pt x="1339260" y="59172"/>
                  <a:pt x="1342056" y="57898"/>
                  <a:pt x="1345165" y="57034"/>
                </a:cubicBezTo>
                <a:cubicBezTo>
                  <a:pt x="1347453" y="56428"/>
                  <a:pt x="1350907" y="55845"/>
                  <a:pt x="1355528" y="55284"/>
                </a:cubicBezTo>
                <a:cubicBezTo>
                  <a:pt x="1364940" y="54169"/>
                  <a:pt x="1371871" y="52840"/>
                  <a:pt x="1376318" y="51296"/>
                </a:cubicBezTo>
                <a:cubicBezTo>
                  <a:pt x="1376361" y="49705"/>
                  <a:pt x="1376383" y="48695"/>
                  <a:pt x="1376383" y="48264"/>
                </a:cubicBezTo>
                <a:cubicBezTo>
                  <a:pt x="1376383" y="43532"/>
                  <a:pt x="1375282" y="40199"/>
                  <a:pt x="1373080" y="38264"/>
                </a:cubicBezTo>
                <a:cubicBezTo>
                  <a:pt x="1370100" y="35639"/>
                  <a:pt x="1365675" y="34327"/>
                  <a:pt x="1359802" y="34327"/>
                </a:cubicBezTo>
                <a:cubicBezTo>
                  <a:pt x="1354319" y="34327"/>
                  <a:pt x="1350271" y="35288"/>
                  <a:pt x="1347658" y="37209"/>
                </a:cubicBezTo>
                <a:cubicBezTo>
                  <a:pt x="1345046" y="39131"/>
                  <a:pt x="1343114" y="42531"/>
                  <a:pt x="1341861" y="47410"/>
                </a:cubicBezTo>
                <a:lnTo>
                  <a:pt x="1330462" y="45856"/>
                </a:lnTo>
                <a:cubicBezTo>
                  <a:pt x="1331499" y="40962"/>
                  <a:pt x="1333204" y="37010"/>
                  <a:pt x="1335579" y="33999"/>
                </a:cubicBezTo>
                <a:cubicBezTo>
                  <a:pt x="1337954" y="30989"/>
                  <a:pt x="1341387" y="28672"/>
                  <a:pt x="1345877" y="27049"/>
                </a:cubicBezTo>
                <a:cubicBezTo>
                  <a:pt x="1350368" y="25424"/>
                  <a:pt x="1355571" y="24612"/>
                  <a:pt x="1361486" y="24612"/>
                </a:cubicBezTo>
                <a:cubicBezTo>
                  <a:pt x="1367358" y="24612"/>
                  <a:pt x="1372130" y="25303"/>
                  <a:pt x="1375800" y="26684"/>
                </a:cubicBezTo>
                <a:cubicBezTo>
                  <a:pt x="1379470" y="28066"/>
                  <a:pt x="1382169" y="29804"/>
                  <a:pt x="1383896" y="31898"/>
                </a:cubicBezTo>
                <a:cubicBezTo>
                  <a:pt x="1385623" y="33992"/>
                  <a:pt x="1386832" y="36637"/>
                  <a:pt x="1387523" y="39832"/>
                </a:cubicBezTo>
                <a:cubicBezTo>
                  <a:pt x="1387912" y="41819"/>
                  <a:pt x="1388106" y="45402"/>
                  <a:pt x="1388106" y="50584"/>
                </a:cubicBezTo>
                <a:lnTo>
                  <a:pt x="1388106" y="66128"/>
                </a:lnTo>
                <a:cubicBezTo>
                  <a:pt x="1388106" y="76966"/>
                  <a:pt x="1388354" y="83821"/>
                  <a:pt x="1388851" y="86692"/>
                </a:cubicBezTo>
                <a:cubicBezTo>
                  <a:pt x="1389347" y="89563"/>
                  <a:pt x="1390330" y="92316"/>
                  <a:pt x="1391798" y="94950"/>
                </a:cubicBezTo>
                <a:lnTo>
                  <a:pt x="1379621" y="94950"/>
                </a:lnTo>
                <a:cubicBezTo>
                  <a:pt x="1378412" y="92529"/>
                  <a:pt x="1377635" y="89698"/>
                  <a:pt x="1377290" y="86457"/>
                </a:cubicBezTo>
                <a:moveTo>
                  <a:pt x="1376318" y="60364"/>
                </a:moveTo>
                <a:cubicBezTo>
                  <a:pt x="1372087" y="62106"/>
                  <a:pt x="1365739" y="63586"/>
                  <a:pt x="1357276" y="64804"/>
                </a:cubicBezTo>
                <a:cubicBezTo>
                  <a:pt x="1352483" y="65498"/>
                  <a:pt x="1349094" y="66279"/>
                  <a:pt x="1347108" y="67146"/>
                </a:cubicBezTo>
                <a:cubicBezTo>
                  <a:pt x="1345121" y="68012"/>
                  <a:pt x="1343589" y="69281"/>
                  <a:pt x="1342509" y="70951"/>
                </a:cubicBezTo>
                <a:cubicBezTo>
                  <a:pt x="1341430" y="72620"/>
                  <a:pt x="1340890" y="74474"/>
                  <a:pt x="1340890" y="76511"/>
                </a:cubicBezTo>
                <a:cubicBezTo>
                  <a:pt x="1340890" y="79632"/>
                  <a:pt x="1342067" y="82234"/>
                  <a:pt x="1344420" y="84316"/>
                </a:cubicBezTo>
                <a:cubicBezTo>
                  <a:pt x="1346773" y="86396"/>
                  <a:pt x="1350217" y="87437"/>
                  <a:pt x="1354750" y="87437"/>
                </a:cubicBezTo>
                <a:cubicBezTo>
                  <a:pt x="1359241" y="87437"/>
                  <a:pt x="1363235" y="86450"/>
                  <a:pt x="1366732" y="84476"/>
                </a:cubicBezTo>
                <a:cubicBezTo>
                  <a:pt x="1370230" y="82502"/>
                  <a:pt x="1372799" y="79801"/>
                  <a:pt x="1374440" y="76374"/>
                </a:cubicBezTo>
                <a:cubicBezTo>
                  <a:pt x="1375692" y="73726"/>
                  <a:pt x="1376318" y="69821"/>
                  <a:pt x="1376318" y="64659"/>
                </a:cubicBezTo>
                <a:lnTo>
                  <a:pt x="1376318" y="60364"/>
                </a:lnTo>
                <a:close/>
                <a:moveTo>
                  <a:pt x="1405897" y="94950"/>
                </a:moveTo>
                <a:lnTo>
                  <a:pt x="1405897" y="0"/>
                </a:lnTo>
                <a:lnTo>
                  <a:pt x="1417555" y="0"/>
                </a:lnTo>
                <a:lnTo>
                  <a:pt x="1417555" y="94950"/>
                </a:lnTo>
                <a:lnTo>
                  <a:pt x="1405897" y="94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to0.5timestheproductofthesumof">
            <a:extLst xmlns:a="http://schemas.openxmlformats.org/drawingml/2006/main">
              <a:ext uri="{FF2B5EF4-FFF2-40B4-BE49-F238E27FC236}">
                <a16:creationId xmlns:a16="http://schemas.microsoft.com/office/drawing/2014/main" id="{84ABB887-41AC-4421-AA1D-66B92D4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23" y="2107776"/>
            <a:ext cx="2192079" cy="122930"/>
          </a:xfrm>
          <a:custGeom xmlns:a="http://schemas.openxmlformats.org/drawingml/2006/main">
            <a:pathLst>
              <a:path w="2192079" h="122930">
                <a:moveTo>
                  <a:pt x="31866" y="86206"/>
                </a:moveTo>
                <a:lnTo>
                  <a:pt x="33550" y="96504"/>
                </a:lnTo>
                <a:cubicBezTo>
                  <a:pt x="30268" y="97109"/>
                  <a:pt x="27332" y="97411"/>
                  <a:pt x="24741" y="97411"/>
                </a:cubicBezTo>
                <a:cubicBezTo>
                  <a:pt x="20510" y="97411"/>
                  <a:pt x="17228" y="96742"/>
                  <a:pt x="14897" y="95403"/>
                </a:cubicBezTo>
                <a:cubicBezTo>
                  <a:pt x="12565" y="94065"/>
                  <a:pt x="10924" y="92305"/>
                  <a:pt x="9974" y="90125"/>
                </a:cubicBezTo>
                <a:cubicBezTo>
                  <a:pt x="9024" y="87944"/>
                  <a:pt x="8549" y="83356"/>
                  <a:pt x="8549" y="76361"/>
                </a:cubicBezTo>
                <a:lnTo>
                  <a:pt x="8549" y="36788"/>
                </a:lnTo>
                <a:lnTo>
                  <a:pt x="0" y="36788"/>
                </a:lnTo>
                <a:lnTo>
                  <a:pt x="0" y="27721"/>
                </a:lnTo>
                <a:lnTo>
                  <a:pt x="8549" y="27721"/>
                </a:lnTo>
                <a:lnTo>
                  <a:pt x="8549" y="10640"/>
                </a:lnTo>
                <a:lnTo>
                  <a:pt x="20143" y="3627"/>
                </a:lnTo>
                <a:lnTo>
                  <a:pt x="20143" y="27721"/>
                </a:lnTo>
                <a:lnTo>
                  <a:pt x="31866" y="27721"/>
                </a:lnTo>
                <a:lnTo>
                  <a:pt x="31866" y="36788"/>
                </a:lnTo>
                <a:lnTo>
                  <a:pt x="20143" y="36788"/>
                </a:lnTo>
                <a:lnTo>
                  <a:pt x="20143" y="77009"/>
                </a:lnTo>
                <a:cubicBezTo>
                  <a:pt x="20143" y="80334"/>
                  <a:pt x="20348" y="82471"/>
                  <a:pt x="20758" y="83421"/>
                </a:cubicBezTo>
                <a:cubicBezTo>
                  <a:pt x="21168" y="84371"/>
                  <a:pt x="21838" y="85127"/>
                  <a:pt x="22766" y="85688"/>
                </a:cubicBezTo>
                <a:cubicBezTo>
                  <a:pt x="23694" y="86249"/>
                  <a:pt x="25022" y="86530"/>
                  <a:pt x="26749" y="86530"/>
                </a:cubicBezTo>
                <a:cubicBezTo>
                  <a:pt x="28045" y="86530"/>
                  <a:pt x="29750" y="86422"/>
                  <a:pt x="31866" y="86206"/>
                </a:cubicBezTo>
                <a:close/>
                <a:moveTo>
                  <a:pt x="38948" y="62113"/>
                </a:moveTo>
                <a:cubicBezTo>
                  <a:pt x="38948" y="49375"/>
                  <a:pt x="42488" y="39940"/>
                  <a:pt x="49570" y="33809"/>
                </a:cubicBezTo>
                <a:cubicBezTo>
                  <a:pt x="55485" y="28714"/>
                  <a:pt x="62696" y="26166"/>
                  <a:pt x="71202" y="26166"/>
                </a:cubicBezTo>
                <a:cubicBezTo>
                  <a:pt x="80658" y="26166"/>
                  <a:pt x="88387" y="29264"/>
                  <a:pt x="94389" y="35460"/>
                </a:cubicBezTo>
                <a:cubicBezTo>
                  <a:pt x="100391" y="41657"/>
                  <a:pt x="103392" y="50217"/>
                  <a:pt x="103392" y="61141"/>
                </a:cubicBezTo>
                <a:cubicBezTo>
                  <a:pt x="103392" y="69993"/>
                  <a:pt x="102064" y="76955"/>
                  <a:pt x="99409" y="82029"/>
                </a:cubicBezTo>
                <a:cubicBezTo>
                  <a:pt x="96753" y="87102"/>
                  <a:pt x="92889" y="91042"/>
                  <a:pt x="87815" y="93849"/>
                </a:cubicBezTo>
                <a:cubicBezTo>
                  <a:pt x="82742" y="96655"/>
                  <a:pt x="77204" y="98059"/>
                  <a:pt x="71202" y="98059"/>
                </a:cubicBezTo>
                <a:cubicBezTo>
                  <a:pt x="61573" y="98059"/>
                  <a:pt x="53790" y="94971"/>
                  <a:pt x="47853" y="88797"/>
                </a:cubicBezTo>
                <a:cubicBezTo>
                  <a:pt x="41916" y="82622"/>
                  <a:pt x="38948" y="73728"/>
                  <a:pt x="38948" y="62113"/>
                </a:cubicBezTo>
                <a:moveTo>
                  <a:pt x="50930" y="62080"/>
                </a:moveTo>
                <a:cubicBezTo>
                  <a:pt x="50930" y="70856"/>
                  <a:pt x="52851" y="77427"/>
                  <a:pt x="56694" y="81794"/>
                </a:cubicBezTo>
                <a:cubicBezTo>
                  <a:pt x="60537" y="86160"/>
                  <a:pt x="65373" y="88344"/>
                  <a:pt x="71202" y="88344"/>
                </a:cubicBezTo>
                <a:cubicBezTo>
                  <a:pt x="76988" y="88344"/>
                  <a:pt x="81803" y="86150"/>
                  <a:pt x="85645" y="81762"/>
                </a:cubicBezTo>
                <a:cubicBezTo>
                  <a:pt x="89488" y="77373"/>
                  <a:pt x="91410" y="70684"/>
                  <a:pt x="91410" y="61694"/>
                </a:cubicBezTo>
                <a:cubicBezTo>
                  <a:pt x="91410" y="53218"/>
                  <a:pt x="89478" y="46798"/>
                  <a:pt x="85613" y="42431"/>
                </a:cubicBezTo>
                <a:cubicBezTo>
                  <a:pt x="81749" y="38065"/>
                  <a:pt x="76945" y="35881"/>
                  <a:pt x="71202" y="35881"/>
                </a:cubicBezTo>
                <a:cubicBezTo>
                  <a:pt x="65373" y="35881"/>
                  <a:pt x="60537" y="38054"/>
                  <a:pt x="56694" y="42399"/>
                </a:cubicBezTo>
                <a:cubicBezTo>
                  <a:pt x="52851" y="46744"/>
                  <a:pt x="50930" y="53304"/>
                  <a:pt x="50930" y="62080"/>
                </a:cubicBezTo>
                <a:close/>
                <a:moveTo>
                  <a:pt x="150675" y="49645"/>
                </a:moveTo>
                <a:cubicBezTo>
                  <a:pt x="150675" y="38426"/>
                  <a:pt x="151830" y="29397"/>
                  <a:pt x="154140" y="22557"/>
                </a:cubicBezTo>
                <a:cubicBezTo>
                  <a:pt x="156450" y="15718"/>
                  <a:pt x="159883" y="10442"/>
                  <a:pt x="164438" y="6732"/>
                </a:cubicBezTo>
                <a:cubicBezTo>
                  <a:pt x="168993" y="3021"/>
                  <a:pt x="174725" y="1166"/>
                  <a:pt x="181634" y="1166"/>
                </a:cubicBezTo>
                <a:cubicBezTo>
                  <a:pt x="186729" y="1166"/>
                  <a:pt x="191198" y="2191"/>
                  <a:pt x="195041" y="4240"/>
                </a:cubicBezTo>
                <a:cubicBezTo>
                  <a:pt x="198884" y="6290"/>
                  <a:pt x="202058" y="9246"/>
                  <a:pt x="204562" y="13107"/>
                </a:cubicBezTo>
                <a:cubicBezTo>
                  <a:pt x="207066" y="16969"/>
                  <a:pt x="209031" y="21673"/>
                  <a:pt x="210456" y="27219"/>
                </a:cubicBezTo>
                <a:cubicBezTo>
                  <a:pt x="211881" y="32763"/>
                  <a:pt x="212593" y="40238"/>
                  <a:pt x="212593" y="49645"/>
                </a:cubicBezTo>
                <a:cubicBezTo>
                  <a:pt x="212593" y="60777"/>
                  <a:pt x="211449" y="69763"/>
                  <a:pt x="209160" y="76602"/>
                </a:cubicBezTo>
                <a:cubicBezTo>
                  <a:pt x="206872" y="83442"/>
                  <a:pt x="203450" y="88728"/>
                  <a:pt x="198895" y="92460"/>
                </a:cubicBezTo>
                <a:cubicBezTo>
                  <a:pt x="194339" y="96193"/>
                  <a:pt x="188586" y="98059"/>
                  <a:pt x="181634" y="98059"/>
                </a:cubicBezTo>
                <a:cubicBezTo>
                  <a:pt x="172480" y="98059"/>
                  <a:pt x="165291" y="94779"/>
                  <a:pt x="160066" y="88220"/>
                </a:cubicBezTo>
                <a:cubicBezTo>
                  <a:pt x="153805" y="80324"/>
                  <a:pt x="150675" y="67465"/>
                  <a:pt x="150675" y="49645"/>
                </a:cubicBezTo>
                <a:moveTo>
                  <a:pt x="162657" y="49612"/>
                </a:moveTo>
                <a:cubicBezTo>
                  <a:pt x="162657" y="65147"/>
                  <a:pt x="164481" y="75486"/>
                  <a:pt x="168130" y="80630"/>
                </a:cubicBezTo>
                <a:cubicBezTo>
                  <a:pt x="171778" y="85772"/>
                  <a:pt x="176280" y="88344"/>
                  <a:pt x="181634" y="88344"/>
                </a:cubicBezTo>
                <a:cubicBezTo>
                  <a:pt x="186988" y="88344"/>
                  <a:pt x="191490" y="85762"/>
                  <a:pt x="195138" y="80598"/>
                </a:cubicBezTo>
                <a:cubicBezTo>
                  <a:pt x="198787" y="75434"/>
                  <a:pt x="200611" y="65105"/>
                  <a:pt x="200611" y="49612"/>
                </a:cubicBezTo>
                <a:cubicBezTo>
                  <a:pt x="200611" y="34034"/>
                  <a:pt x="198787" y="23685"/>
                  <a:pt x="195138" y="18564"/>
                </a:cubicBezTo>
                <a:cubicBezTo>
                  <a:pt x="191490" y="13442"/>
                  <a:pt x="186945" y="10881"/>
                  <a:pt x="181504" y="10881"/>
                </a:cubicBezTo>
                <a:cubicBezTo>
                  <a:pt x="176150" y="10881"/>
                  <a:pt x="171876" y="13140"/>
                  <a:pt x="168680" y="17659"/>
                </a:cubicBezTo>
                <a:cubicBezTo>
                  <a:pt x="164665" y="23426"/>
                  <a:pt x="162657" y="34077"/>
                  <a:pt x="162657" y="49612"/>
                </a:cubicBezTo>
                <a:close/>
                <a:moveTo>
                  <a:pt x="230967" y="96504"/>
                </a:moveTo>
                <a:lnTo>
                  <a:pt x="230967" y="83162"/>
                </a:lnTo>
                <a:lnTo>
                  <a:pt x="244244" y="83162"/>
                </a:lnTo>
                <a:lnTo>
                  <a:pt x="244244" y="96504"/>
                </a:lnTo>
                <a:lnTo>
                  <a:pt x="230967" y="96504"/>
                </a:lnTo>
                <a:close/>
                <a:moveTo>
                  <a:pt x="261300" y="71504"/>
                </a:moveTo>
                <a:lnTo>
                  <a:pt x="273542" y="70468"/>
                </a:lnTo>
                <a:cubicBezTo>
                  <a:pt x="274448" y="76406"/>
                  <a:pt x="276553" y="80870"/>
                  <a:pt x="279856" y="83860"/>
                </a:cubicBezTo>
                <a:cubicBezTo>
                  <a:pt x="283160" y="86849"/>
                  <a:pt x="287143" y="88344"/>
                  <a:pt x="291806" y="88344"/>
                </a:cubicBezTo>
                <a:cubicBezTo>
                  <a:pt x="297419" y="88344"/>
                  <a:pt x="302169" y="86231"/>
                  <a:pt x="306055" y="82006"/>
                </a:cubicBezTo>
                <a:cubicBezTo>
                  <a:pt x="309941" y="77780"/>
                  <a:pt x="311884" y="72175"/>
                  <a:pt x="311884" y="65191"/>
                </a:cubicBezTo>
                <a:cubicBezTo>
                  <a:pt x="311884" y="58551"/>
                  <a:pt x="310017" y="53312"/>
                  <a:pt x="306282" y="49475"/>
                </a:cubicBezTo>
                <a:cubicBezTo>
                  <a:pt x="302547" y="45637"/>
                  <a:pt x="297657" y="43718"/>
                  <a:pt x="291612" y="43718"/>
                </a:cubicBezTo>
                <a:cubicBezTo>
                  <a:pt x="287855" y="43718"/>
                  <a:pt x="284466" y="44565"/>
                  <a:pt x="281443" y="46259"/>
                </a:cubicBezTo>
                <a:cubicBezTo>
                  <a:pt x="278421" y="47952"/>
                  <a:pt x="276046" y="50149"/>
                  <a:pt x="274319" y="52851"/>
                </a:cubicBezTo>
                <a:lnTo>
                  <a:pt x="263373" y="51426"/>
                </a:lnTo>
                <a:lnTo>
                  <a:pt x="272570" y="2720"/>
                </a:lnTo>
                <a:lnTo>
                  <a:pt x="319786" y="2720"/>
                </a:lnTo>
                <a:lnTo>
                  <a:pt x="319786" y="13731"/>
                </a:lnTo>
                <a:lnTo>
                  <a:pt x="281897" y="13731"/>
                </a:lnTo>
                <a:lnTo>
                  <a:pt x="276780" y="39314"/>
                </a:lnTo>
                <a:cubicBezTo>
                  <a:pt x="282480" y="35385"/>
                  <a:pt x="288460" y="33420"/>
                  <a:pt x="294721" y="33420"/>
                </a:cubicBezTo>
                <a:cubicBezTo>
                  <a:pt x="303011" y="33420"/>
                  <a:pt x="310006" y="36295"/>
                  <a:pt x="315706" y="42045"/>
                </a:cubicBezTo>
                <a:cubicBezTo>
                  <a:pt x="321405" y="47793"/>
                  <a:pt x="324255" y="55183"/>
                  <a:pt x="324255" y="64215"/>
                </a:cubicBezTo>
                <a:cubicBezTo>
                  <a:pt x="324255" y="72817"/>
                  <a:pt x="321751" y="80252"/>
                  <a:pt x="316742" y="86518"/>
                </a:cubicBezTo>
                <a:cubicBezTo>
                  <a:pt x="310654" y="94212"/>
                  <a:pt x="302342" y="98059"/>
                  <a:pt x="291806" y="98059"/>
                </a:cubicBezTo>
                <a:cubicBezTo>
                  <a:pt x="283170" y="98059"/>
                  <a:pt x="276122" y="95635"/>
                  <a:pt x="270659" y="90787"/>
                </a:cubicBezTo>
                <a:cubicBezTo>
                  <a:pt x="265197" y="85938"/>
                  <a:pt x="262078" y="79511"/>
                  <a:pt x="261300" y="71504"/>
                </a:cubicBezTo>
                <a:close/>
                <a:moveTo>
                  <a:pt x="400619" y="86206"/>
                </a:moveTo>
                <a:lnTo>
                  <a:pt x="402302" y="96504"/>
                </a:lnTo>
                <a:cubicBezTo>
                  <a:pt x="399021" y="97109"/>
                  <a:pt x="396085" y="97411"/>
                  <a:pt x="393494" y="97411"/>
                </a:cubicBezTo>
                <a:cubicBezTo>
                  <a:pt x="389263" y="97411"/>
                  <a:pt x="385981" y="96742"/>
                  <a:pt x="383649" y="95403"/>
                </a:cubicBezTo>
                <a:cubicBezTo>
                  <a:pt x="381318" y="94065"/>
                  <a:pt x="379677" y="92305"/>
                  <a:pt x="378727" y="90125"/>
                </a:cubicBezTo>
                <a:cubicBezTo>
                  <a:pt x="377777" y="87944"/>
                  <a:pt x="377302" y="83356"/>
                  <a:pt x="377302" y="76361"/>
                </a:cubicBezTo>
                <a:lnTo>
                  <a:pt x="377302" y="36788"/>
                </a:lnTo>
                <a:lnTo>
                  <a:pt x="368753" y="36788"/>
                </a:lnTo>
                <a:lnTo>
                  <a:pt x="368753" y="27721"/>
                </a:lnTo>
                <a:lnTo>
                  <a:pt x="377302" y="27721"/>
                </a:lnTo>
                <a:lnTo>
                  <a:pt x="377302" y="10640"/>
                </a:lnTo>
                <a:lnTo>
                  <a:pt x="388896" y="3627"/>
                </a:lnTo>
                <a:lnTo>
                  <a:pt x="388896" y="27721"/>
                </a:lnTo>
                <a:lnTo>
                  <a:pt x="400619" y="27721"/>
                </a:lnTo>
                <a:lnTo>
                  <a:pt x="400619" y="36788"/>
                </a:lnTo>
                <a:lnTo>
                  <a:pt x="388896" y="36788"/>
                </a:lnTo>
                <a:lnTo>
                  <a:pt x="388896" y="77009"/>
                </a:lnTo>
                <a:cubicBezTo>
                  <a:pt x="388896" y="80334"/>
                  <a:pt x="389101" y="82471"/>
                  <a:pt x="389511" y="83421"/>
                </a:cubicBezTo>
                <a:cubicBezTo>
                  <a:pt x="389921" y="84371"/>
                  <a:pt x="390590" y="85127"/>
                  <a:pt x="391519" y="85688"/>
                </a:cubicBezTo>
                <a:cubicBezTo>
                  <a:pt x="392447" y="86249"/>
                  <a:pt x="393775" y="86530"/>
                  <a:pt x="395502" y="86530"/>
                </a:cubicBezTo>
                <a:cubicBezTo>
                  <a:pt x="396797" y="86530"/>
                  <a:pt x="398503" y="86422"/>
                  <a:pt x="400619" y="86206"/>
                </a:cubicBezTo>
                <a:close/>
                <a:moveTo>
                  <a:pt x="412105" y="15026"/>
                </a:moveTo>
                <a:lnTo>
                  <a:pt x="412105" y="1554"/>
                </a:lnTo>
                <a:lnTo>
                  <a:pt x="423763" y="1554"/>
                </a:lnTo>
                <a:lnTo>
                  <a:pt x="423763" y="15026"/>
                </a:lnTo>
                <a:lnTo>
                  <a:pt x="412105" y="15026"/>
                </a:lnTo>
                <a:moveTo>
                  <a:pt x="412105" y="96504"/>
                </a:moveTo>
                <a:lnTo>
                  <a:pt x="412105" y="27721"/>
                </a:lnTo>
                <a:lnTo>
                  <a:pt x="423763" y="27721"/>
                </a:lnTo>
                <a:lnTo>
                  <a:pt x="423763" y="96504"/>
                </a:lnTo>
                <a:lnTo>
                  <a:pt x="412105" y="96504"/>
                </a:lnTo>
                <a:close/>
                <a:moveTo>
                  <a:pt x="441487" y="96504"/>
                </a:moveTo>
                <a:lnTo>
                  <a:pt x="441487" y="27721"/>
                </a:lnTo>
                <a:lnTo>
                  <a:pt x="451915" y="27721"/>
                </a:lnTo>
                <a:lnTo>
                  <a:pt x="451915" y="37306"/>
                </a:lnTo>
                <a:cubicBezTo>
                  <a:pt x="454074" y="33957"/>
                  <a:pt x="456945" y="31263"/>
                  <a:pt x="460529" y="29225"/>
                </a:cubicBezTo>
                <a:cubicBezTo>
                  <a:pt x="464113" y="27186"/>
                  <a:pt x="468193" y="26166"/>
                  <a:pt x="472770" y="26166"/>
                </a:cubicBezTo>
                <a:cubicBezTo>
                  <a:pt x="477865" y="26166"/>
                  <a:pt x="482043" y="27219"/>
                  <a:pt x="485303" y="29324"/>
                </a:cubicBezTo>
                <a:cubicBezTo>
                  <a:pt x="488563" y="31427"/>
                  <a:pt x="490862" y="34369"/>
                  <a:pt x="492201" y="38148"/>
                </a:cubicBezTo>
                <a:cubicBezTo>
                  <a:pt x="497641" y="30160"/>
                  <a:pt x="504722" y="26166"/>
                  <a:pt x="513445" y="26166"/>
                </a:cubicBezTo>
                <a:cubicBezTo>
                  <a:pt x="520267" y="26166"/>
                  <a:pt x="525513" y="28055"/>
                  <a:pt x="529183" y="31833"/>
                </a:cubicBezTo>
                <a:cubicBezTo>
                  <a:pt x="532853" y="35612"/>
                  <a:pt x="534688" y="41430"/>
                  <a:pt x="534688" y="49288"/>
                </a:cubicBezTo>
                <a:lnTo>
                  <a:pt x="534688" y="96504"/>
                </a:lnTo>
                <a:lnTo>
                  <a:pt x="523095" y="96504"/>
                </a:lnTo>
                <a:lnTo>
                  <a:pt x="523095" y="53128"/>
                </a:lnTo>
                <a:cubicBezTo>
                  <a:pt x="523095" y="48459"/>
                  <a:pt x="522717" y="45099"/>
                  <a:pt x="521962" y="43046"/>
                </a:cubicBezTo>
                <a:cubicBezTo>
                  <a:pt x="521206" y="40993"/>
                  <a:pt x="519835" y="39339"/>
                  <a:pt x="517849" y="38086"/>
                </a:cubicBezTo>
                <a:cubicBezTo>
                  <a:pt x="515863" y="36832"/>
                  <a:pt x="513531" y="36205"/>
                  <a:pt x="510854" y="36205"/>
                </a:cubicBezTo>
                <a:cubicBezTo>
                  <a:pt x="506018" y="36205"/>
                  <a:pt x="502002" y="37816"/>
                  <a:pt x="498807" y="41037"/>
                </a:cubicBezTo>
                <a:cubicBezTo>
                  <a:pt x="495612" y="44256"/>
                  <a:pt x="494014" y="49411"/>
                  <a:pt x="494014" y="56500"/>
                </a:cubicBezTo>
                <a:lnTo>
                  <a:pt x="494014" y="96504"/>
                </a:lnTo>
                <a:lnTo>
                  <a:pt x="482356" y="96504"/>
                </a:lnTo>
                <a:lnTo>
                  <a:pt x="482356" y="51766"/>
                </a:lnTo>
                <a:cubicBezTo>
                  <a:pt x="482356" y="46579"/>
                  <a:pt x="481406" y="42689"/>
                  <a:pt x="479506" y="40095"/>
                </a:cubicBezTo>
                <a:cubicBezTo>
                  <a:pt x="477606" y="37502"/>
                  <a:pt x="474497" y="36205"/>
                  <a:pt x="470179" y="36205"/>
                </a:cubicBezTo>
                <a:cubicBezTo>
                  <a:pt x="466898" y="36205"/>
                  <a:pt x="463865" y="37070"/>
                  <a:pt x="461080" y="38800"/>
                </a:cubicBezTo>
                <a:cubicBezTo>
                  <a:pt x="458295" y="40529"/>
                  <a:pt x="456276" y="43057"/>
                  <a:pt x="455024" y="46386"/>
                </a:cubicBezTo>
                <a:cubicBezTo>
                  <a:pt x="453772" y="49713"/>
                  <a:pt x="453146" y="54511"/>
                  <a:pt x="453146" y="60779"/>
                </a:cubicBezTo>
                <a:lnTo>
                  <a:pt x="453146" y="96504"/>
                </a:lnTo>
                <a:lnTo>
                  <a:pt x="441487" y="96504"/>
                </a:lnTo>
                <a:close/>
                <a:moveTo>
                  <a:pt x="599067" y="74354"/>
                </a:moveTo>
                <a:lnTo>
                  <a:pt x="611113" y="75843"/>
                </a:lnTo>
                <a:cubicBezTo>
                  <a:pt x="609214" y="82881"/>
                  <a:pt x="605694" y="88344"/>
                  <a:pt x="600556" y="92230"/>
                </a:cubicBezTo>
                <a:cubicBezTo>
                  <a:pt x="595418" y="96116"/>
                  <a:pt x="588855" y="98059"/>
                  <a:pt x="580867" y="98059"/>
                </a:cubicBezTo>
                <a:cubicBezTo>
                  <a:pt x="570806" y="98059"/>
                  <a:pt x="562829" y="94961"/>
                  <a:pt x="556935" y="88765"/>
                </a:cubicBezTo>
                <a:cubicBezTo>
                  <a:pt x="551041" y="82568"/>
                  <a:pt x="548094" y="73879"/>
                  <a:pt x="548094" y="62695"/>
                </a:cubicBezTo>
                <a:cubicBezTo>
                  <a:pt x="548094" y="51124"/>
                  <a:pt x="551073" y="42142"/>
                  <a:pt x="557032" y="35752"/>
                </a:cubicBezTo>
                <a:cubicBezTo>
                  <a:pt x="562991" y="29361"/>
                  <a:pt x="570720" y="26166"/>
                  <a:pt x="580219" y="26166"/>
                </a:cubicBezTo>
                <a:cubicBezTo>
                  <a:pt x="589416" y="26166"/>
                  <a:pt x="596929" y="29292"/>
                  <a:pt x="602758" y="35543"/>
                </a:cubicBezTo>
                <a:cubicBezTo>
                  <a:pt x="608587" y="41794"/>
                  <a:pt x="611502" y="50587"/>
                  <a:pt x="611502" y="61924"/>
                </a:cubicBezTo>
                <a:cubicBezTo>
                  <a:pt x="611502" y="62614"/>
                  <a:pt x="611480" y="63648"/>
                  <a:pt x="611437" y="65027"/>
                </a:cubicBezTo>
                <a:lnTo>
                  <a:pt x="560141" y="65027"/>
                </a:lnTo>
                <a:cubicBezTo>
                  <a:pt x="560573" y="72562"/>
                  <a:pt x="562710" y="78331"/>
                  <a:pt x="566553" y="82336"/>
                </a:cubicBezTo>
                <a:cubicBezTo>
                  <a:pt x="570396" y="86341"/>
                  <a:pt x="575189" y="88344"/>
                  <a:pt x="580932" y="88344"/>
                </a:cubicBezTo>
                <a:cubicBezTo>
                  <a:pt x="585206" y="88344"/>
                  <a:pt x="588855" y="87232"/>
                  <a:pt x="591877" y="85008"/>
                </a:cubicBezTo>
                <a:cubicBezTo>
                  <a:pt x="594900" y="82783"/>
                  <a:pt x="597296" y="79232"/>
                  <a:pt x="599067" y="74354"/>
                </a:cubicBezTo>
                <a:moveTo>
                  <a:pt x="560789" y="55312"/>
                </a:moveTo>
                <a:lnTo>
                  <a:pt x="599196" y="55312"/>
                </a:lnTo>
                <a:cubicBezTo>
                  <a:pt x="598678" y="49620"/>
                  <a:pt x="597210" y="45352"/>
                  <a:pt x="594792" y="42506"/>
                </a:cubicBezTo>
                <a:cubicBezTo>
                  <a:pt x="591079" y="38090"/>
                  <a:pt x="586264" y="35881"/>
                  <a:pt x="580349" y="35881"/>
                </a:cubicBezTo>
                <a:cubicBezTo>
                  <a:pt x="574994" y="35881"/>
                  <a:pt x="570493" y="37644"/>
                  <a:pt x="566844" y="41170"/>
                </a:cubicBezTo>
                <a:cubicBezTo>
                  <a:pt x="563196" y="44695"/>
                  <a:pt x="561177" y="49409"/>
                  <a:pt x="560789" y="55312"/>
                </a:cubicBezTo>
                <a:close/>
                <a:moveTo>
                  <a:pt x="621068" y="75908"/>
                </a:moveTo>
                <a:lnTo>
                  <a:pt x="632596" y="74095"/>
                </a:lnTo>
                <a:cubicBezTo>
                  <a:pt x="633244" y="78694"/>
                  <a:pt x="635047" y="82220"/>
                  <a:pt x="638004" y="84670"/>
                </a:cubicBezTo>
                <a:cubicBezTo>
                  <a:pt x="640962" y="87119"/>
                  <a:pt x="645096" y="88344"/>
                  <a:pt x="650407" y="88344"/>
                </a:cubicBezTo>
                <a:cubicBezTo>
                  <a:pt x="655762" y="88344"/>
                  <a:pt x="659734" y="87262"/>
                  <a:pt x="662325" y="85099"/>
                </a:cubicBezTo>
                <a:cubicBezTo>
                  <a:pt x="664916" y="82935"/>
                  <a:pt x="666211" y="80397"/>
                  <a:pt x="666211" y="77485"/>
                </a:cubicBezTo>
                <a:cubicBezTo>
                  <a:pt x="666211" y="74871"/>
                  <a:pt x="665067" y="72815"/>
                  <a:pt x="662778" y="71316"/>
                </a:cubicBezTo>
                <a:cubicBezTo>
                  <a:pt x="661181" y="70287"/>
                  <a:pt x="657208" y="68981"/>
                  <a:pt x="650861" y="67395"/>
                </a:cubicBezTo>
                <a:cubicBezTo>
                  <a:pt x="642311" y="65235"/>
                  <a:pt x="636385" y="63366"/>
                  <a:pt x="633082" y="61789"/>
                </a:cubicBezTo>
                <a:cubicBezTo>
                  <a:pt x="629779" y="60211"/>
                  <a:pt x="627275" y="58029"/>
                  <a:pt x="625569" y="55241"/>
                </a:cubicBezTo>
                <a:cubicBezTo>
                  <a:pt x="623863" y="52453"/>
                  <a:pt x="623011" y="49374"/>
                  <a:pt x="623011" y="46003"/>
                </a:cubicBezTo>
                <a:cubicBezTo>
                  <a:pt x="623011" y="42935"/>
                  <a:pt x="623712" y="40093"/>
                  <a:pt x="625116" y="37478"/>
                </a:cubicBezTo>
                <a:cubicBezTo>
                  <a:pt x="626519" y="34863"/>
                  <a:pt x="628430" y="32692"/>
                  <a:pt x="630848" y="30963"/>
                </a:cubicBezTo>
                <a:cubicBezTo>
                  <a:pt x="632661" y="29623"/>
                  <a:pt x="635133" y="28489"/>
                  <a:pt x="638263" y="27561"/>
                </a:cubicBezTo>
                <a:cubicBezTo>
                  <a:pt x="641394" y="26631"/>
                  <a:pt x="644751" y="26166"/>
                  <a:pt x="648335" y="26166"/>
                </a:cubicBezTo>
                <a:cubicBezTo>
                  <a:pt x="653732" y="26166"/>
                  <a:pt x="658471" y="26949"/>
                  <a:pt x="662551" y="28514"/>
                </a:cubicBezTo>
                <a:cubicBezTo>
                  <a:pt x="666632" y="30078"/>
                  <a:pt x="669644" y="32197"/>
                  <a:pt x="671587" y="34871"/>
                </a:cubicBezTo>
                <a:cubicBezTo>
                  <a:pt x="673530" y="37545"/>
                  <a:pt x="674868" y="41120"/>
                  <a:pt x="675602" y="45597"/>
                </a:cubicBezTo>
                <a:lnTo>
                  <a:pt x="664203" y="47151"/>
                </a:lnTo>
                <a:cubicBezTo>
                  <a:pt x="663685" y="43610"/>
                  <a:pt x="662184" y="40847"/>
                  <a:pt x="659702" y="38861"/>
                </a:cubicBezTo>
                <a:cubicBezTo>
                  <a:pt x="657219" y="36875"/>
                  <a:pt x="653711" y="35881"/>
                  <a:pt x="649177" y="35881"/>
                </a:cubicBezTo>
                <a:cubicBezTo>
                  <a:pt x="643823" y="35881"/>
                  <a:pt x="640001" y="36763"/>
                  <a:pt x="637713" y="38525"/>
                </a:cubicBezTo>
                <a:cubicBezTo>
                  <a:pt x="635424" y="40286"/>
                  <a:pt x="634280" y="42348"/>
                  <a:pt x="634280" y="44712"/>
                </a:cubicBezTo>
                <a:cubicBezTo>
                  <a:pt x="634280" y="46215"/>
                  <a:pt x="634755" y="47569"/>
                  <a:pt x="635705" y="48772"/>
                </a:cubicBezTo>
                <a:cubicBezTo>
                  <a:pt x="636655" y="50018"/>
                  <a:pt x="638145" y="51049"/>
                  <a:pt x="640174" y="51865"/>
                </a:cubicBezTo>
                <a:cubicBezTo>
                  <a:pt x="641340" y="52295"/>
                  <a:pt x="644773" y="53284"/>
                  <a:pt x="650472" y="54830"/>
                </a:cubicBezTo>
                <a:cubicBezTo>
                  <a:pt x="658719" y="57031"/>
                  <a:pt x="664473" y="58832"/>
                  <a:pt x="667733" y="60234"/>
                </a:cubicBezTo>
                <a:cubicBezTo>
                  <a:pt x="670993" y="61636"/>
                  <a:pt x="673551" y="63675"/>
                  <a:pt x="675408" y="66351"/>
                </a:cubicBezTo>
                <a:cubicBezTo>
                  <a:pt x="677265" y="69025"/>
                  <a:pt x="678193" y="72347"/>
                  <a:pt x="678193" y="76315"/>
                </a:cubicBezTo>
                <a:cubicBezTo>
                  <a:pt x="678193" y="80198"/>
                  <a:pt x="677060" y="83855"/>
                  <a:pt x="674793" y="87285"/>
                </a:cubicBezTo>
                <a:cubicBezTo>
                  <a:pt x="672526" y="90714"/>
                  <a:pt x="669255" y="93366"/>
                  <a:pt x="664980" y="95243"/>
                </a:cubicBezTo>
                <a:cubicBezTo>
                  <a:pt x="660706" y="97120"/>
                  <a:pt x="655870" y="98059"/>
                  <a:pt x="650472" y="98059"/>
                </a:cubicBezTo>
                <a:cubicBezTo>
                  <a:pt x="641534" y="98059"/>
                  <a:pt x="634723" y="96197"/>
                  <a:pt x="630038" y="92473"/>
                </a:cubicBezTo>
                <a:cubicBezTo>
                  <a:pt x="625353" y="88748"/>
                  <a:pt x="622363" y="83227"/>
                  <a:pt x="621068" y="75908"/>
                </a:cubicBezTo>
                <a:close/>
                <a:moveTo>
                  <a:pt x="754382" y="86206"/>
                </a:moveTo>
                <a:lnTo>
                  <a:pt x="756066" y="96504"/>
                </a:lnTo>
                <a:cubicBezTo>
                  <a:pt x="752785" y="97109"/>
                  <a:pt x="749849" y="97411"/>
                  <a:pt x="747258" y="97411"/>
                </a:cubicBezTo>
                <a:cubicBezTo>
                  <a:pt x="743026" y="97411"/>
                  <a:pt x="739745" y="96742"/>
                  <a:pt x="737413" y="95403"/>
                </a:cubicBezTo>
                <a:cubicBezTo>
                  <a:pt x="735082" y="94065"/>
                  <a:pt x="733441" y="92305"/>
                  <a:pt x="732491" y="90125"/>
                </a:cubicBezTo>
                <a:cubicBezTo>
                  <a:pt x="731541" y="87944"/>
                  <a:pt x="731066" y="83356"/>
                  <a:pt x="731066" y="76361"/>
                </a:cubicBezTo>
                <a:lnTo>
                  <a:pt x="731066" y="36788"/>
                </a:lnTo>
                <a:lnTo>
                  <a:pt x="722517" y="36788"/>
                </a:lnTo>
                <a:lnTo>
                  <a:pt x="722517" y="27721"/>
                </a:lnTo>
                <a:lnTo>
                  <a:pt x="731066" y="27721"/>
                </a:lnTo>
                <a:lnTo>
                  <a:pt x="731066" y="10640"/>
                </a:lnTo>
                <a:lnTo>
                  <a:pt x="742659" y="3627"/>
                </a:lnTo>
                <a:lnTo>
                  <a:pt x="742659" y="27721"/>
                </a:lnTo>
                <a:lnTo>
                  <a:pt x="754382" y="27721"/>
                </a:lnTo>
                <a:lnTo>
                  <a:pt x="754382" y="36788"/>
                </a:lnTo>
                <a:lnTo>
                  <a:pt x="742659" y="36788"/>
                </a:lnTo>
                <a:lnTo>
                  <a:pt x="742659" y="77009"/>
                </a:lnTo>
                <a:cubicBezTo>
                  <a:pt x="742659" y="80334"/>
                  <a:pt x="742865" y="82471"/>
                  <a:pt x="743275" y="83421"/>
                </a:cubicBezTo>
                <a:cubicBezTo>
                  <a:pt x="743685" y="84371"/>
                  <a:pt x="744354" y="85127"/>
                  <a:pt x="745283" y="85688"/>
                </a:cubicBezTo>
                <a:cubicBezTo>
                  <a:pt x="746211" y="86249"/>
                  <a:pt x="747539" y="86530"/>
                  <a:pt x="749266" y="86530"/>
                </a:cubicBezTo>
                <a:cubicBezTo>
                  <a:pt x="750561" y="86530"/>
                  <a:pt x="752267" y="86422"/>
                  <a:pt x="754382" y="86206"/>
                </a:cubicBezTo>
                <a:close/>
                <a:moveTo>
                  <a:pt x="765804" y="96504"/>
                </a:moveTo>
                <a:lnTo>
                  <a:pt x="765804" y="1554"/>
                </a:lnTo>
                <a:lnTo>
                  <a:pt x="777462" y="1554"/>
                </a:lnTo>
                <a:lnTo>
                  <a:pt x="777462" y="35622"/>
                </a:lnTo>
                <a:cubicBezTo>
                  <a:pt x="782902" y="29318"/>
                  <a:pt x="789768" y="26166"/>
                  <a:pt x="798058" y="26166"/>
                </a:cubicBezTo>
                <a:cubicBezTo>
                  <a:pt x="803153" y="26166"/>
                  <a:pt x="807579" y="27170"/>
                  <a:pt x="811335" y="29178"/>
                </a:cubicBezTo>
                <a:cubicBezTo>
                  <a:pt x="815092" y="31186"/>
                  <a:pt x="817780" y="33960"/>
                  <a:pt x="819399" y="37501"/>
                </a:cubicBezTo>
                <a:cubicBezTo>
                  <a:pt x="821018" y="41041"/>
                  <a:pt x="821828" y="46180"/>
                  <a:pt x="821828" y="52915"/>
                </a:cubicBezTo>
                <a:lnTo>
                  <a:pt x="821828" y="96504"/>
                </a:lnTo>
                <a:lnTo>
                  <a:pt x="810170" y="96504"/>
                </a:lnTo>
                <a:lnTo>
                  <a:pt x="810170" y="52915"/>
                </a:lnTo>
                <a:cubicBezTo>
                  <a:pt x="810170" y="47086"/>
                  <a:pt x="808907" y="42844"/>
                  <a:pt x="806381" y="40189"/>
                </a:cubicBezTo>
                <a:cubicBezTo>
                  <a:pt x="803855" y="37533"/>
                  <a:pt x="800282" y="36205"/>
                  <a:pt x="795662" y="36205"/>
                </a:cubicBezTo>
                <a:cubicBezTo>
                  <a:pt x="792207" y="36205"/>
                  <a:pt x="788958" y="37101"/>
                  <a:pt x="785914" y="38893"/>
                </a:cubicBezTo>
                <a:cubicBezTo>
                  <a:pt x="782870" y="40685"/>
                  <a:pt x="780700" y="43114"/>
                  <a:pt x="779405" y="46180"/>
                </a:cubicBezTo>
                <a:cubicBezTo>
                  <a:pt x="778109" y="49245"/>
                  <a:pt x="777462" y="53477"/>
                  <a:pt x="777462" y="58874"/>
                </a:cubicBezTo>
                <a:lnTo>
                  <a:pt x="777462" y="96504"/>
                </a:lnTo>
                <a:lnTo>
                  <a:pt x="765804" y="96504"/>
                </a:lnTo>
                <a:close/>
                <a:moveTo>
                  <a:pt x="886640" y="74354"/>
                </a:moveTo>
                <a:lnTo>
                  <a:pt x="898687" y="75843"/>
                </a:lnTo>
                <a:cubicBezTo>
                  <a:pt x="896787" y="82881"/>
                  <a:pt x="893268" y="88344"/>
                  <a:pt x="888130" y="92230"/>
                </a:cubicBezTo>
                <a:cubicBezTo>
                  <a:pt x="882992" y="96116"/>
                  <a:pt x="876429" y="98059"/>
                  <a:pt x="868441" y="98059"/>
                </a:cubicBezTo>
                <a:cubicBezTo>
                  <a:pt x="858380" y="98059"/>
                  <a:pt x="850403" y="94961"/>
                  <a:pt x="844509" y="88765"/>
                </a:cubicBezTo>
                <a:cubicBezTo>
                  <a:pt x="838615" y="82568"/>
                  <a:pt x="835668" y="73879"/>
                  <a:pt x="835668" y="62695"/>
                </a:cubicBezTo>
                <a:cubicBezTo>
                  <a:pt x="835668" y="51124"/>
                  <a:pt x="838647" y="42142"/>
                  <a:pt x="844606" y="35752"/>
                </a:cubicBezTo>
                <a:cubicBezTo>
                  <a:pt x="850565" y="29361"/>
                  <a:pt x="858294" y="26166"/>
                  <a:pt x="867793" y="26166"/>
                </a:cubicBezTo>
                <a:cubicBezTo>
                  <a:pt x="876990" y="26166"/>
                  <a:pt x="884503" y="29292"/>
                  <a:pt x="890332" y="35543"/>
                </a:cubicBezTo>
                <a:cubicBezTo>
                  <a:pt x="896161" y="41794"/>
                  <a:pt x="899076" y="50587"/>
                  <a:pt x="899076" y="61924"/>
                </a:cubicBezTo>
                <a:cubicBezTo>
                  <a:pt x="899076" y="62614"/>
                  <a:pt x="899054" y="63648"/>
                  <a:pt x="899011" y="65027"/>
                </a:cubicBezTo>
                <a:lnTo>
                  <a:pt x="847715" y="65027"/>
                </a:lnTo>
                <a:cubicBezTo>
                  <a:pt x="848147" y="72562"/>
                  <a:pt x="850284" y="78331"/>
                  <a:pt x="854127" y="82336"/>
                </a:cubicBezTo>
                <a:cubicBezTo>
                  <a:pt x="857970" y="86341"/>
                  <a:pt x="862763" y="88344"/>
                  <a:pt x="868505" y="88344"/>
                </a:cubicBezTo>
                <a:cubicBezTo>
                  <a:pt x="872780" y="88344"/>
                  <a:pt x="876429" y="87232"/>
                  <a:pt x="879451" y="85008"/>
                </a:cubicBezTo>
                <a:cubicBezTo>
                  <a:pt x="882474" y="82783"/>
                  <a:pt x="884870" y="79232"/>
                  <a:pt x="886640" y="74354"/>
                </a:cubicBezTo>
                <a:moveTo>
                  <a:pt x="848363" y="55312"/>
                </a:moveTo>
                <a:lnTo>
                  <a:pt x="886770" y="55312"/>
                </a:lnTo>
                <a:cubicBezTo>
                  <a:pt x="886252" y="49620"/>
                  <a:pt x="884784" y="45352"/>
                  <a:pt x="882366" y="42506"/>
                </a:cubicBezTo>
                <a:cubicBezTo>
                  <a:pt x="878652" y="38090"/>
                  <a:pt x="873838" y="35881"/>
                  <a:pt x="867923" y="35881"/>
                </a:cubicBezTo>
                <a:cubicBezTo>
                  <a:pt x="862568" y="35881"/>
                  <a:pt x="858067" y="37644"/>
                  <a:pt x="854418" y="41170"/>
                </a:cubicBezTo>
                <a:cubicBezTo>
                  <a:pt x="850770" y="44695"/>
                  <a:pt x="848751" y="49409"/>
                  <a:pt x="848363" y="55312"/>
                </a:cubicBezTo>
                <a:close/>
                <a:moveTo>
                  <a:pt x="950180" y="122930"/>
                </a:moveTo>
                <a:lnTo>
                  <a:pt x="950180" y="27721"/>
                </a:lnTo>
                <a:lnTo>
                  <a:pt x="960802" y="27721"/>
                </a:lnTo>
                <a:lnTo>
                  <a:pt x="960802" y="36594"/>
                </a:lnTo>
                <a:cubicBezTo>
                  <a:pt x="963306" y="33118"/>
                  <a:pt x="966135" y="30511"/>
                  <a:pt x="969287" y="28773"/>
                </a:cubicBezTo>
                <a:cubicBezTo>
                  <a:pt x="972439" y="27035"/>
                  <a:pt x="976260" y="26166"/>
                  <a:pt x="980750" y="26166"/>
                </a:cubicBezTo>
                <a:cubicBezTo>
                  <a:pt x="986623" y="26166"/>
                  <a:pt x="991804" y="27678"/>
                  <a:pt x="996295" y="30700"/>
                </a:cubicBezTo>
                <a:cubicBezTo>
                  <a:pt x="1000785" y="33723"/>
                  <a:pt x="1004175" y="37986"/>
                  <a:pt x="1006463" y="43492"/>
                </a:cubicBezTo>
                <a:cubicBezTo>
                  <a:pt x="1008752" y="48997"/>
                  <a:pt x="1009896" y="55031"/>
                  <a:pt x="1009896" y="61594"/>
                </a:cubicBezTo>
                <a:cubicBezTo>
                  <a:pt x="1009896" y="68632"/>
                  <a:pt x="1008633" y="74969"/>
                  <a:pt x="1006107" y="80604"/>
                </a:cubicBezTo>
                <a:cubicBezTo>
                  <a:pt x="1003581" y="86239"/>
                  <a:pt x="999911" y="90556"/>
                  <a:pt x="995097" y="93557"/>
                </a:cubicBezTo>
                <a:cubicBezTo>
                  <a:pt x="990282" y="96558"/>
                  <a:pt x="985219" y="98059"/>
                  <a:pt x="979909" y="98059"/>
                </a:cubicBezTo>
                <a:cubicBezTo>
                  <a:pt x="976022" y="98059"/>
                  <a:pt x="972536" y="97228"/>
                  <a:pt x="969448" y="95565"/>
                </a:cubicBezTo>
                <a:cubicBezTo>
                  <a:pt x="966361" y="93901"/>
                  <a:pt x="963824" y="91801"/>
                  <a:pt x="961838" y="89262"/>
                </a:cubicBezTo>
                <a:lnTo>
                  <a:pt x="961838" y="122930"/>
                </a:lnTo>
                <a:lnTo>
                  <a:pt x="950180" y="122930"/>
                </a:lnTo>
                <a:moveTo>
                  <a:pt x="960737" y="62404"/>
                </a:moveTo>
                <a:cubicBezTo>
                  <a:pt x="960737" y="71245"/>
                  <a:pt x="962529" y="77778"/>
                  <a:pt x="966113" y="82004"/>
                </a:cubicBezTo>
                <a:cubicBezTo>
                  <a:pt x="969697" y="86230"/>
                  <a:pt x="974036" y="88344"/>
                  <a:pt x="979131" y="88344"/>
                </a:cubicBezTo>
                <a:cubicBezTo>
                  <a:pt x="984313" y="88344"/>
                  <a:pt x="988749" y="86155"/>
                  <a:pt x="992441" y="81778"/>
                </a:cubicBezTo>
                <a:cubicBezTo>
                  <a:pt x="996133" y="77400"/>
                  <a:pt x="997979" y="70619"/>
                  <a:pt x="997979" y="61432"/>
                </a:cubicBezTo>
                <a:cubicBezTo>
                  <a:pt x="997979" y="52678"/>
                  <a:pt x="996176" y="46123"/>
                  <a:pt x="992571" y="41767"/>
                </a:cubicBezTo>
                <a:cubicBezTo>
                  <a:pt x="988965" y="37412"/>
                  <a:pt x="984658" y="35234"/>
                  <a:pt x="979649" y="35234"/>
                </a:cubicBezTo>
                <a:cubicBezTo>
                  <a:pt x="974684" y="35234"/>
                  <a:pt x="970290" y="37552"/>
                  <a:pt x="966469" y="42188"/>
                </a:cubicBezTo>
                <a:cubicBezTo>
                  <a:pt x="962648" y="46825"/>
                  <a:pt x="960737" y="53563"/>
                  <a:pt x="960737" y="62404"/>
                </a:cubicBezTo>
                <a:close/>
                <a:moveTo>
                  <a:pt x="1023801" y="96504"/>
                </a:moveTo>
                <a:lnTo>
                  <a:pt x="1023801" y="27721"/>
                </a:lnTo>
                <a:lnTo>
                  <a:pt x="1034293" y="27721"/>
                </a:lnTo>
                <a:lnTo>
                  <a:pt x="1034293" y="38084"/>
                </a:lnTo>
                <a:cubicBezTo>
                  <a:pt x="1036970" y="33231"/>
                  <a:pt x="1039442" y="30032"/>
                  <a:pt x="1041709" y="28486"/>
                </a:cubicBezTo>
                <a:cubicBezTo>
                  <a:pt x="1043976" y="26939"/>
                  <a:pt x="1046470" y="26166"/>
                  <a:pt x="1049190" y="26166"/>
                </a:cubicBezTo>
                <a:cubicBezTo>
                  <a:pt x="1053119" y="26166"/>
                  <a:pt x="1057113" y="27413"/>
                  <a:pt x="1061172" y="29907"/>
                </a:cubicBezTo>
                <a:lnTo>
                  <a:pt x="1057156" y="40674"/>
                </a:lnTo>
                <a:cubicBezTo>
                  <a:pt x="1054307" y="38990"/>
                  <a:pt x="1051457" y="38148"/>
                  <a:pt x="1048607" y="38148"/>
                </a:cubicBezTo>
                <a:cubicBezTo>
                  <a:pt x="1046059" y="38148"/>
                  <a:pt x="1043771" y="38916"/>
                  <a:pt x="1041742" y="40452"/>
                </a:cubicBezTo>
                <a:cubicBezTo>
                  <a:pt x="1039712" y="41986"/>
                  <a:pt x="1038266" y="44114"/>
                  <a:pt x="1037402" y="46837"/>
                </a:cubicBezTo>
                <a:cubicBezTo>
                  <a:pt x="1036107" y="50987"/>
                  <a:pt x="1035459" y="55525"/>
                  <a:pt x="1035459" y="60453"/>
                </a:cubicBezTo>
                <a:lnTo>
                  <a:pt x="1035459" y="96504"/>
                </a:lnTo>
                <a:lnTo>
                  <a:pt x="1023801" y="96504"/>
                </a:lnTo>
                <a:close/>
                <a:moveTo>
                  <a:pt x="1063762" y="62113"/>
                </a:moveTo>
                <a:cubicBezTo>
                  <a:pt x="1063762" y="49375"/>
                  <a:pt x="1067302" y="39940"/>
                  <a:pt x="1074384" y="33809"/>
                </a:cubicBezTo>
                <a:cubicBezTo>
                  <a:pt x="1080299" y="28714"/>
                  <a:pt x="1087510" y="26166"/>
                  <a:pt x="1096016" y="26166"/>
                </a:cubicBezTo>
                <a:cubicBezTo>
                  <a:pt x="1105472" y="26166"/>
                  <a:pt x="1113201" y="29264"/>
                  <a:pt x="1119203" y="35460"/>
                </a:cubicBezTo>
                <a:cubicBezTo>
                  <a:pt x="1125205" y="41657"/>
                  <a:pt x="1128206" y="50217"/>
                  <a:pt x="1128206" y="61141"/>
                </a:cubicBezTo>
                <a:cubicBezTo>
                  <a:pt x="1128206" y="69993"/>
                  <a:pt x="1126878" y="76955"/>
                  <a:pt x="1124222" y="82029"/>
                </a:cubicBezTo>
                <a:cubicBezTo>
                  <a:pt x="1121567" y="87102"/>
                  <a:pt x="1117703" y="91042"/>
                  <a:pt x="1112629" y="93849"/>
                </a:cubicBezTo>
                <a:cubicBezTo>
                  <a:pt x="1107556" y="96655"/>
                  <a:pt x="1102018" y="98059"/>
                  <a:pt x="1096016" y="98059"/>
                </a:cubicBezTo>
                <a:cubicBezTo>
                  <a:pt x="1086387" y="98059"/>
                  <a:pt x="1078604" y="94971"/>
                  <a:pt x="1072667" y="88797"/>
                </a:cubicBezTo>
                <a:cubicBezTo>
                  <a:pt x="1066730" y="82622"/>
                  <a:pt x="1063762" y="73728"/>
                  <a:pt x="1063762" y="62113"/>
                </a:cubicBezTo>
                <a:moveTo>
                  <a:pt x="1075744" y="62080"/>
                </a:moveTo>
                <a:cubicBezTo>
                  <a:pt x="1075744" y="70856"/>
                  <a:pt x="1077665" y="77427"/>
                  <a:pt x="1081508" y="81794"/>
                </a:cubicBezTo>
                <a:cubicBezTo>
                  <a:pt x="1085351" y="86160"/>
                  <a:pt x="1090187" y="88344"/>
                  <a:pt x="1096016" y="88344"/>
                </a:cubicBezTo>
                <a:cubicBezTo>
                  <a:pt x="1101802" y="88344"/>
                  <a:pt x="1106616" y="86150"/>
                  <a:pt x="1110459" y="81762"/>
                </a:cubicBezTo>
                <a:cubicBezTo>
                  <a:pt x="1114302" y="77373"/>
                  <a:pt x="1116224" y="70684"/>
                  <a:pt x="1116224" y="61694"/>
                </a:cubicBezTo>
                <a:cubicBezTo>
                  <a:pt x="1116224" y="53218"/>
                  <a:pt x="1114291" y="46798"/>
                  <a:pt x="1110427" y="42431"/>
                </a:cubicBezTo>
                <a:cubicBezTo>
                  <a:pt x="1106562" y="38065"/>
                  <a:pt x="1101759" y="35881"/>
                  <a:pt x="1096016" y="35881"/>
                </a:cubicBezTo>
                <a:cubicBezTo>
                  <a:pt x="1090187" y="35881"/>
                  <a:pt x="1085351" y="38054"/>
                  <a:pt x="1081508" y="42399"/>
                </a:cubicBezTo>
                <a:cubicBezTo>
                  <a:pt x="1077665" y="46744"/>
                  <a:pt x="1075744" y="53304"/>
                  <a:pt x="1075744" y="62080"/>
                </a:cubicBezTo>
                <a:close/>
                <a:moveTo>
                  <a:pt x="1186477" y="96504"/>
                </a:moveTo>
                <a:lnTo>
                  <a:pt x="1186477" y="87825"/>
                </a:lnTo>
                <a:cubicBezTo>
                  <a:pt x="1182116" y="94648"/>
                  <a:pt x="1175704" y="98059"/>
                  <a:pt x="1167241" y="98059"/>
                </a:cubicBezTo>
                <a:cubicBezTo>
                  <a:pt x="1161757" y="98059"/>
                  <a:pt x="1156716" y="96548"/>
                  <a:pt x="1152117" y="93525"/>
                </a:cubicBezTo>
                <a:cubicBezTo>
                  <a:pt x="1147519" y="90502"/>
                  <a:pt x="1143957" y="86282"/>
                  <a:pt x="1141431" y="80863"/>
                </a:cubicBezTo>
                <a:cubicBezTo>
                  <a:pt x="1138905" y="75444"/>
                  <a:pt x="1137642" y="69215"/>
                  <a:pt x="1137642" y="62177"/>
                </a:cubicBezTo>
                <a:cubicBezTo>
                  <a:pt x="1137642" y="55312"/>
                  <a:pt x="1138786" y="49083"/>
                  <a:pt x="1141074" y="43492"/>
                </a:cubicBezTo>
                <a:cubicBezTo>
                  <a:pt x="1143363" y="37900"/>
                  <a:pt x="1146796" y="33615"/>
                  <a:pt x="1151373" y="30635"/>
                </a:cubicBezTo>
                <a:cubicBezTo>
                  <a:pt x="1155949" y="27656"/>
                  <a:pt x="1161066" y="26166"/>
                  <a:pt x="1166723" y="26166"/>
                </a:cubicBezTo>
                <a:cubicBezTo>
                  <a:pt x="1170868" y="26166"/>
                  <a:pt x="1174559" y="27041"/>
                  <a:pt x="1177798" y="28789"/>
                </a:cubicBezTo>
                <a:cubicBezTo>
                  <a:pt x="1181036" y="30538"/>
                  <a:pt x="1183670" y="32816"/>
                  <a:pt x="1185700" y="35622"/>
                </a:cubicBezTo>
                <a:lnTo>
                  <a:pt x="1185700" y="1554"/>
                </a:lnTo>
                <a:lnTo>
                  <a:pt x="1197293" y="1554"/>
                </a:lnTo>
                <a:lnTo>
                  <a:pt x="1197293" y="96504"/>
                </a:lnTo>
                <a:lnTo>
                  <a:pt x="1186477" y="96504"/>
                </a:lnTo>
                <a:moveTo>
                  <a:pt x="1149624" y="62145"/>
                </a:moveTo>
                <a:cubicBezTo>
                  <a:pt x="1149624" y="70921"/>
                  <a:pt x="1151481" y="77481"/>
                  <a:pt x="1155194" y="81826"/>
                </a:cubicBezTo>
                <a:cubicBezTo>
                  <a:pt x="1158907" y="86171"/>
                  <a:pt x="1163290" y="88344"/>
                  <a:pt x="1168342" y="88344"/>
                </a:cubicBezTo>
                <a:cubicBezTo>
                  <a:pt x="1173437" y="88344"/>
                  <a:pt x="1177766" y="86268"/>
                  <a:pt x="1181328" y="82118"/>
                </a:cubicBezTo>
                <a:cubicBezTo>
                  <a:pt x="1184890" y="77966"/>
                  <a:pt x="1186671" y="71631"/>
                  <a:pt x="1186671" y="63112"/>
                </a:cubicBezTo>
                <a:cubicBezTo>
                  <a:pt x="1186671" y="53735"/>
                  <a:pt x="1184858" y="46852"/>
                  <a:pt x="1181231" y="42464"/>
                </a:cubicBezTo>
                <a:cubicBezTo>
                  <a:pt x="1177604" y="38075"/>
                  <a:pt x="1173135" y="35881"/>
                  <a:pt x="1167824" y="35881"/>
                </a:cubicBezTo>
                <a:cubicBezTo>
                  <a:pt x="1162642" y="35881"/>
                  <a:pt x="1158314" y="37990"/>
                  <a:pt x="1154838" y="42206"/>
                </a:cubicBezTo>
                <a:cubicBezTo>
                  <a:pt x="1151362" y="46422"/>
                  <a:pt x="1149624" y="53068"/>
                  <a:pt x="1149624" y="62145"/>
                </a:cubicBezTo>
                <a:close/>
                <a:moveTo>
                  <a:pt x="1260681" y="96504"/>
                </a:moveTo>
                <a:lnTo>
                  <a:pt x="1260681" y="86401"/>
                </a:lnTo>
                <a:cubicBezTo>
                  <a:pt x="1255327" y="94173"/>
                  <a:pt x="1248051" y="98059"/>
                  <a:pt x="1238854" y="98059"/>
                </a:cubicBezTo>
                <a:cubicBezTo>
                  <a:pt x="1234795" y="98059"/>
                  <a:pt x="1231006" y="97282"/>
                  <a:pt x="1227487" y="95727"/>
                </a:cubicBezTo>
                <a:cubicBezTo>
                  <a:pt x="1223968" y="94173"/>
                  <a:pt x="1221356" y="92219"/>
                  <a:pt x="1219650" y="89866"/>
                </a:cubicBezTo>
                <a:cubicBezTo>
                  <a:pt x="1217945" y="87512"/>
                  <a:pt x="1216747" y="84630"/>
                  <a:pt x="1216056" y="81219"/>
                </a:cubicBezTo>
                <a:cubicBezTo>
                  <a:pt x="1215581" y="78931"/>
                  <a:pt x="1215343" y="75304"/>
                  <a:pt x="1215343" y="70338"/>
                </a:cubicBezTo>
                <a:lnTo>
                  <a:pt x="1215343" y="27721"/>
                </a:lnTo>
                <a:lnTo>
                  <a:pt x="1227001" y="27721"/>
                </a:lnTo>
                <a:lnTo>
                  <a:pt x="1227001" y="65869"/>
                </a:lnTo>
                <a:cubicBezTo>
                  <a:pt x="1227001" y="71957"/>
                  <a:pt x="1227239" y="76059"/>
                  <a:pt x="1227714" y="78175"/>
                </a:cubicBezTo>
                <a:cubicBezTo>
                  <a:pt x="1228448" y="81241"/>
                  <a:pt x="1230002" y="83648"/>
                  <a:pt x="1232377" y="85397"/>
                </a:cubicBezTo>
                <a:cubicBezTo>
                  <a:pt x="1234752" y="87145"/>
                  <a:pt x="1237688" y="88020"/>
                  <a:pt x="1241186" y="88020"/>
                </a:cubicBezTo>
                <a:cubicBezTo>
                  <a:pt x="1244683" y="88020"/>
                  <a:pt x="1247965" y="87124"/>
                  <a:pt x="1251030" y="85332"/>
                </a:cubicBezTo>
                <a:cubicBezTo>
                  <a:pt x="1254096" y="83540"/>
                  <a:pt x="1256266" y="81100"/>
                  <a:pt x="1257540" y="78013"/>
                </a:cubicBezTo>
                <a:cubicBezTo>
                  <a:pt x="1258813" y="74926"/>
                  <a:pt x="1259450" y="70446"/>
                  <a:pt x="1259450" y="64574"/>
                </a:cubicBezTo>
                <a:lnTo>
                  <a:pt x="1259450" y="27721"/>
                </a:lnTo>
                <a:lnTo>
                  <a:pt x="1271108" y="27721"/>
                </a:lnTo>
                <a:lnTo>
                  <a:pt x="1271108" y="96504"/>
                </a:lnTo>
                <a:lnTo>
                  <a:pt x="1260681" y="96504"/>
                </a:lnTo>
                <a:close/>
                <a:moveTo>
                  <a:pt x="1334237" y="71245"/>
                </a:moveTo>
                <a:lnTo>
                  <a:pt x="1345701" y="72734"/>
                </a:lnTo>
                <a:cubicBezTo>
                  <a:pt x="1344449" y="80656"/>
                  <a:pt x="1341243" y="86858"/>
                  <a:pt x="1336083" y="91339"/>
                </a:cubicBezTo>
                <a:cubicBezTo>
                  <a:pt x="1330923" y="95819"/>
                  <a:pt x="1324586" y="98059"/>
                  <a:pt x="1317073" y="98059"/>
                </a:cubicBezTo>
                <a:cubicBezTo>
                  <a:pt x="1307660" y="98059"/>
                  <a:pt x="1300093" y="94982"/>
                  <a:pt x="1294372" y="88829"/>
                </a:cubicBezTo>
                <a:cubicBezTo>
                  <a:pt x="1288651" y="82676"/>
                  <a:pt x="1285790" y="73857"/>
                  <a:pt x="1285790" y="62372"/>
                </a:cubicBezTo>
                <a:cubicBezTo>
                  <a:pt x="1285790" y="54945"/>
                  <a:pt x="1287021" y="48446"/>
                  <a:pt x="1289482" y="42876"/>
                </a:cubicBezTo>
                <a:cubicBezTo>
                  <a:pt x="1291943" y="37306"/>
                  <a:pt x="1295689" y="33129"/>
                  <a:pt x="1300719" y="30344"/>
                </a:cubicBezTo>
                <a:cubicBezTo>
                  <a:pt x="1305750" y="27559"/>
                  <a:pt x="1311223" y="26166"/>
                  <a:pt x="1317138" y="26166"/>
                </a:cubicBezTo>
                <a:cubicBezTo>
                  <a:pt x="1324608" y="26166"/>
                  <a:pt x="1330718" y="28061"/>
                  <a:pt x="1335467" y="31852"/>
                </a:cubicBezTo>
                <a:cubicBezTo>
                  <a:pt x="1340217" y="35641"/>
                  <a:pt x="1343261" y="41021"/>
                  <a:pt x="1344600" y="47993"/>
                </a:cubicBezTo>
                <a:lnTo>
                  <a:pt x="1333265" y="49742"/>
                </a:lnTo>
                <a:cubicBezTo>
                  <a:pt x="1332186" y="45143"/>
                  <a:pt x="1330275" y="41684"/>
                  <a:pt x="1327533" y="39363"/>
                </a:cubicBezTo>
                <a:cubicBezTo>
                  <a:pt x="1324792" y="37042"/>
                  <a:pt x="1321478" y="35881"/>
                  <a:pt x="1317592" y="35881"/>
                </a:cubicBezTo>
                <a:cubicBezTo>
                  <a:pt x="1311719" y="35881"/>
                  <a:pt x="1306948" y="37976"/>
                  <a:pt x="1303278" y="42166"/>
                </a:cubicBezTo>
                <a:cubicBezTo>
                  <a:pt x="1299608" y="46354"/>
                  <a:pt x="1297773" y="52982"/>
                  <a:pt x="1297773" y="62048"/>
                </a:cubicBezTo>
                <a:cubicBezTo>
                  <a:pt x="1297773" y="71243"/>
                  <a:pt x="1299543" y="77925"/>
                  <a:pt x="1303083" y="82093"/>
                </a:cubicBezTo>
                <a:cubicBezTo>
                  <a:pt x="1306624" y="86260"/>
                  <a:pt x="1311244" y="88344"/>
                  <a:pt x="1316944" y="88344"/>
                </a:cubicBezTo>
                <a:cubicBezTo>
                  <a:pt x="1321521" y="88344"/>
                  <a:pt x="1325342" y="86946"/>
                  <a:pt x="1328408" y="84150"/>
                </a:cubicBezTo>
                <a:cubicBezTo>
                  <a:pt x="1331473" y="81354"/>
                  <a:pt x="1333416" y="77052"/>
                  <a:pt x="1334237" y="71245"/>
                </a:cubicBezTo>
                <a:close/>
                <a:moveTo>
                  <a:pt x="1381129" y="86206"/>
                </a:moveTo>
                <a:lnTo>
                  <a:pt x="1382813" y="96504"/>
                </a:lnTo>
                <a:cubicBezTo>
                  <a:pt x="1379531" y="97109"/>
                  <a:pt x="1376595" y="97411"/>
                  <a:pt x="1374004" y="97411"/>
                </a:cubicBezTo>
                <a:cubicBezTo>
                  <a:pt x="1369773" y="97411"/>
                  <a:pt x="1366491" y="96742"/>
                  <a:pt x="1364160" y="95403"/>
                </a:cubicBezTo>
                <a:cubicBezTo>
                  <a:pt x="1361828" y="94065"/>
                  <a:pt x="1360187" y="92305"/>
                  <a:pt x="1359237" y="90125"/>
                </a:cubicBezTo>
                <a:cubicBezTo>
                  <a:pt x="1358287" y="87944"/>
                  <a:pt x="1357812" y="83356"/>
                  <a:pt x="1357812" y="76361"/>
                </a:cubicBezTo>
                <a:lnTo>
                  <a:pt x="1357812" y="36788"/>
                </a:lnTo>
                <a:lnTo>
                  <a:pt x="1349263" y="36788"/>
                </a:lnTo>
                <a:lnTo>
                  <a:pt x="1349263" y="27721"/>
                </a:lnTo>
                <a:lnTo>
                  <a:pt x="1357812" y="27721"/>
                </a:lnTo>
                <a:lnTo>
                  <a:pt x="1357812" y="10640"/>
                </a:lnTo>
                <a:lnTo>
                  <a:pt x="1369406" y="3627"/>
                </a:lnTo>
                <a:lnTo>
                  <a:pt x="1369406" y="27721"/>
                </a:lnTo>
                <a:lnTo>
                  <a:pt x="1381129" y="27721"/>
                </a:lnTo>
                <a:lnTo>
                  <a:pt x="1381129" y="36788"/>
                </a:lnTo>
                <a:lnTo>
                  <a:pt x="1369406" y="36788"/>
                </a:lnTo>
                <a:lnTo>
                  <a:pt x="1369406" y="77009"/>
                </a:lnTo>
                <a:cubicBezTo>
                  <a:pt x="1369406" y="80334"/>
                  <a:pt x="1369611" y="82471"/>
                  <a:pt x="1370021" y="83421"/>
                </a:cubicBezTo>
                <a:cubicBezTo>
                  <a:pt x="1370431" y="84371"/>
                  <a:pt x="1371101" y="85127"/>
                  <a:pt x="1372029" y="85688"/>
                </a:cubicBezTo>
                <a:cubicBezTo>
                  <a:pt x="1372957" y="86249"/>
                  <a:pt x="1374285" y="86530"/>
                  <a:pt x="1376012" y="86530"/>
                </a:cubicBezTo>
                <a:cubicBezTo>
                  <a:pt x="1377307" y="86530"/>
                  <a:pt x="1379013" y="86422"/>
                  <a:pt x="1381129" y="86206"/>
                </a:cubicBezTo>
                <a:close/>
                <a:moveTo>
                  <a:pt x="1425086" y="62113"/>
                </a:moveTo>
                <a:cubicBezTo>
                  <a:pt x="1425086" y="49375"/>
                  <a:pt x="1428627" y="39940"/>
                  <a:pt x="1435708" y="33809"/>
                </a:cubicBezTo>
                <a:cubicBezTo>
                  <a:pt x="1441624" y="28714"/>
                  <a:pt x="1448834" y="26166"/>
                  <a:pt x="1457341" y="26166"/>
                </a:cubicBezTo>
                <a:cubicBezTo>
                  <a:pt x="1466797" y="26166"/>
                  <a:pt x="1474526" y="29264"/>
                  <a:pt x="1480528" y="35460"/>
                </a:cubicBezTo>
                <a:cubicBezTo>
                  <a:pt x="1486529" y="41657"/>
                  <a:pt x="1489530" y="50217"/>
                  <a:pt x="1489530" y="61141"/>
                </a:cubicBezTo>
                <a:cubicBezTo>
                  <a:pt x="1489530" y="69993"/>
                  <a:pt x="1488203" y="76955"/>
                  <a:pt x="1485547" y="82029"/>
                </a:cubicBezTo>
                <a:cubicBezTo>
                  <a:pt x="1482892" y="87102"/>
                  <a:pt x="1479027" y="91042"/>
                  <a:pt x="1473954" y="93849"/>
                </a:cubicBezTo>
                <a:cubicBezTo>
                  <a:pt x="1468880" y="96655"/>
                  <a:pt x="1463342" y="98059"/>
                  <a:pt x="1457341" y="98059"/>
                </a:cubicBezTo>
                <a:cubicBezTo>
                  <a:pt x="1447712" y="98059"/>
                  <a:pt x="1439929" y="94971"/>
                  <a:pt x="1433992" y="88797"/>
                </a:cubicBezTo>
                <a:cubicBezTo>
                  <a:pt x="1428055" y="82622"/>
                  <a:pt x="1425086" y="73728"/>
                  <a:pt x="1425086" y="62113"/>
                </a:cubicBezTo>
                <a:moveTo>
                  <a:pt x="1437068" y="62080"/>
                </a:moveTo>
                <a:cubicBezTo>
                  <a:pt x="1437068" y="70856"/>
                  <a:pt x="1438990" y="77427"/>
                  <a:pt x="1442833" y="81794"/>
                </a:cubicBezTo>
                <a:cubicBezTo>
                  <a:pt x="1446675" y="86160"/>
                  <a:pt x="1451511" y="88344"/>
                  <a:pt x="1457341" y="88344"/>
                </a:cubicBezTo>
                <a:cubicBezTo>
                  <a:pt x="1463127" y="88344"/>
                  <a:pt x="1467941" y="86150"/>
                  <a:pt x="1471784" y="81762"/>
                </a:cubicBezTo>
                <a:cubicBezTo>
                  <a:pt x="1475627" y="77373"/>
                  <a:pt x="1477548" y="70684"/>
                  <a:pt x="1477548" y="61694"/>
                </a:cubicBezTo>
                <a:cubicBezTo>
                  <a:pt x="1477548" y="53218"/>
                  <a:pt x="1475616" y="46798"/>
                  <a:pt x="1471751" y="42431"/>
                </a:cubicBezTo>
                <a:cubicBezTo>
                  <a:pt x="1467887" y="38065"/>
                  <a:pt x="1463083" y="35881"/>
                  <a:pt x="1457341" y="35881"/>
                </a:cubicBezTo>
                <a:cubicBezTo>
                  <a:pt x="1451511" y="35881"/>
                  <a:pt x="1446675" y="38054"/>
                  <a:pt x="1442833" y="42399"/>
                </a:cubicBezTo>
                <a:cubicBezTo>
                  <a:pt x="1438990" y="46744"/>
                  <a:pt x="1437068" y="53304"/>
                  <a:pt x="1437068" y="62080"/>
                </a:cubicBezTo>
                <a:close/>
                <a:moveTo>
                  <a:pt x="1505961" y="96504"/>
                </a:moveTo>
                <a:lnTo>
                  <a:pt x="1505961" y="36788"/>
                </a:lnTo>
                <a:lnTo>
                  <a:pt x="1495663" y="36788"/>
                </a:lnTo>
                <a:lnTo>
                  <a:pt x="1495663" y="27721"/>
                </a:lnTo>
                <a:lnTo>
                  <a:pt x="1505961" y="27721"/>
                </a:lnTo>
                <a:lnTo>
                  <a:pt x="1505961" y="20418"/>
                </a:lnTo>
                <a:cubicBezTo>
                  <a:pt x="1505961" y="15809"/>
                  <a:pt x="1506371" y="12384"/>
                  <a:pt x="1507192" y="10144"/>
                </a:cubicBezTo>
                <a:cubicBezTo>
                  <a:pt x="1508314" y="7130"/>
                  <a:pt x="1510290" y="4686"/>
                  <a:pt x="1513118" y="2811"/>
                </a:cubicBezTo>
                <a:cubicBezTo>
                  <a:pt x="1515946" y="937"/>
                  <a:pt x="1519908" y="0"/>
                  <a:pt x="1525003" y="0"/>
                </a:cubicBezTo>
                <a:cubicBezTo>
                  <a:pt x="1528284" y="0"/>
                  <a:pt x="1531911" y="389"/>
                  <a:pt x="1535884" y="1166"/>
                </a:cubicBezTo>
                <a:lnTo>
                  <a:pt x="1534135" y="11334"/>
                </a:lnTo>
                <a:cubicBezTo>
                  <a:pt x="1531717" y="10903"/>
                  <a:pt x="1529429" y="10687"/>
                  <a:pt x="1527270" y="10687"/>
                </a:cubicBezTo>
                <a:cubicBezTo>
                  <a:pt x="1523729" y="10687"/>
                  <a:pt x="1521225" y="11440"/>
                  <a:pt x="1519757" y="12946"/>
                </a:cubicBezTo>
                <a:cubicBezTo>
                  <a:pt x="1518288" y="14451"/>
                  <a:pt x="1517554" y="17269"/>
                  <a:pt x="1517554" y="21398"/>
                </a:cubicBezTo>
                <a:lnTo>
                  <a:pt x="1517554" y="27721"/>
                </a:lnTo>
                <a:lnTo>
                  <a:pt x="1530961" y="27721"/>
                </a:lnTo>
                <a:lnTo>
                  <a:pt x="1530961" y="36788"/>
                </a:lnTo>
                <a:lnTo>
                  <a:pt x="1517554" y="36788"/>
                </a:lnTo>
                <a:lnTo>
                  <a:pt x="1517554" y="96504"/>
                </a:lnTo>
                <a:lnTo>
                  <a:pt x="1505961" y="96504"/>
                </a:lnTo>
                <a:close/>
                <a:moveTo>
                  <a:pt x="1602380" y="86206"/>
                </a:moveTo>
                <a:lnTo>
                  <a:pt x="1604064" y="96504"/>
                </a:lnTo>
                <a:cubicBezTo>
                  <a:pt x="1600783" y="97109"/>
                  <a:pt x="1597847" y="97411"/>
                  <a:pt x="1595256" y="97411"/>
                </a:cubicBezTo>
                <a:cubicBezTo>
                  <a:pt x="1591024" y="97411"/>
                  <a:pt x="1587743" y="96742"/>
                  <a:pt x="1585411" y="95403"/>
                </a:cubicBezTo>
                <a:cubicBezTo>
                  <a:pt x="1583080" y="94065"/>
                  <a:pt x="1581439" y="92305"/>
                  <a:pt x="1580489" y="90125"/>
                </a:cubicBezTo>
                <a:cubicBezTo>
                  <a:pt x="1579539" y="87944"/>
                  <a:pt x="1579064" y="83356"/>
                  <a:pt x="1579064" y="76361"/>
                </a:cubicBezTo>
                <a:lnTo>
                  <a:pt x="1579064" y="36788"/>
                </a:lnTo>
                <a:lnTo>
                  <a:pt x="1570515" y="36788"/>
                </a:lnTo>
                <a:lnTo>
                  <a:pt x="1570515" y="27721"/>
                </a:lnTo>
                <a:lnTo>
                  <a:pt x="1579064" y="27721"/>
                </a:lnTo>
                <a:lnTo>
                  <a:pt x="1579064" y="10640"/>
                </a:lnTo>
                <a:lnTo>
                  <a:pt x="1590657" y="3627"/>
                </a:lnTo>
                <a:lnTo>
                  <a:pt x="1590657" y="27721"/>
                </a:lnTo>
                <a:lnTo>
                  <a:pt x="1602380" y="27721"/>
                </a:lnTo>
                <a:lnTo>
                  <a:pt x="1602380" y="36788"/>
                </a:lnTo>
                <a:lnTo>
                  <a:pt x="1590657" y="36788"/>
                </a:lnTo>
                <a:lnTo>
                  <a:pt x="1590657" y="77009"/>
                </a:lnTo>
                <a:cubicBezTo>
                  <a:pt x="1590657" y="80334"/>
                  <a:pt x="1590863" y="82471"/>
                  <a:pt x="1591273" y="83421"/>
                </a:cubicBezTo>
                <a:cubicBezTo>
                  <a:pt x="1591683" y="84371"/>
                  <a:pt x="1592352" y="85127"/>
                  <a:pt x="1593281" y="85688"/>
                </a:cubicBezTo>
                <a:cubicBezTo>
                  <a:pt x="1594209" y="86249"/>
                  <a:pt x="1595537" y="86530"/>
                  <a:pt x="1597264" y="86530"/>
                </a:cubicBezTo>
                <a:cubicBezTo>
                  <a:pt x="1598559" y="86530"/>
                  <a:pt x="1600265" y="86422"/>
                  <a:pt x="1602380" y="86206"/>
                </a:cubicBezTo>
                <a:close/>
                <a:moveTo>
                  <a:pt x="1613803" y="96504"/>
                </a:moveTo>
                <a:lnTo>
                  <a:pt x="1613803" y="1554"/>
                </a:lnTo>
                <a:lnTo>
                  <a:pt x="1625461" y="1554"/>
                </a:lnTo>
                <a:lnTo>
                  <a:pt x="1625461" y="35622"/>
                </a:lnTo>
                <a:cubicBezTo>
                  <a:pt x="1630901" y="29318"/>
                  <a:pt x="1637767" y="26166"/>
                  <a:pt x="1646057" y="26166"/>
                </a:cubicBezTo>
                <a:cubicBezTo>
                  <a:pt x="1651152" y="26166"/>
                  <a:pt x="1655578" y="27170"/>
                  <a:pt x="1659335" y="29178"/>
                </a:cubicBezTo>
                <a:cubicBezTo>
                  <a:pt x="1663091" y="31186"/>
                  <a:pt x="1665779" y="33960"/>
                  <a:pt x="1667398" y="37501"/>
                </a:cubicBezTo>
                <a:cubicBezTo>
                  <a:pt x="1669017" y="41041"/>
                  <a:pt x="1669827" y="46180"/>
                  <a:pt x="1669827" y="52915"/>
                </a:cubicBezTo>
                <a:lnTo>
                  <a:pt x="1669827" y="96504"/>
                </a:lnTo>
                <a:lnTo>
                  <a:pt x="1658169" y="96504"/>
                </a:lnTo>
                <a:lnTo>
                  <a:pt x="1658169" y="52915"/>
                </a:lnTo>
                <a:cubicBezTo>
                  <a:pt x="1658169" y="47086"/>
                  <a:pt x="1656906" y="42844"/>
                  <a:pt x="1654380" y="40189"/>
                </a:cubicBezTo>
                <a:cubicBezTo>
                  <a:pt x="1651854" y="37533"/>
                  <a:pt x="1648281" y="36205"/>
                  <a:pt x="1643661" y="36205"/>
                </a:cubicBezTo>
                <a:cubicBezTo>
                  <a:pt x="1640206" y="36205"/>
                  <a:pt x="1636957" y="37101"/>
                  <a:pt x="1633913" y="38893"/>
                </a:cubicBezTo>
                <a:cubicBezTo>
                  <a:pt x="1630869" y="40685"/>
                  <a:pt x="1628699" y="43114"/>
                  <a:pt x="1627404" y="46180"/>
                </a:cubicBezTo>
                <a:cubicBezTo>
                  <a:pt x="1626109" y="49245"/>
                  <a:pt x="1625461" y="53477"/>
                  <a:pt x="1625461" y="58874"/>
                </a:cubicBezTo>
                <a:lnTo>
                  <a:pt x="1625461" y="96504"/>
                </a:lnTo>
                <a:lnTo>
                  <a:pt x="1613803" y="96504"/>
                </a:lnTo>
                <a:close/>
                <a:moveTo>
                  <a:pt x="1734639" y="74354"/>
                </a:moveTo>
                <a:lnTo>
                  <a:pt x="1746686" y="75843"/>
                </a:lnTo>
                <a:cubicBezTo>
                  <a:pt x="1744786" y="82881"/>
                  <a:pt x="1741267" y="88344"/>
                  <a:pt x="1736129" y="92230"/>
                </a:cubicBezTo>
                <a:cubicBezTo>
                  <a:pt x="1730990" y="96116"/>
                  <a:pt x="1724427" y="98059"/>
                  <a:pt x="1716439" y="98059"/>
                </a:cubicBezTo>
                <a:cubicBezTo>
                  <a:pt x="1706379" y="98059"/>
                  <a:pt x="1698401" y="94961"/>
                  <a:pt x="1692507" y="88765"/>
                </a:cubicBezTo>
                <a:cubicBezTo>
                  <a:pt x="1686614" y="82568"/>
                  <a:pt x="1683667" y="73879"/>
                  <a:pt x="1683667" y="62695"/>
                </a:cubicBezTo>
                <a:cubicBezTo>
                  <a:pt x="1683667" y="51124"/>
                  <a:pt x="1686646" y="42142"/>
                  <a:pt x="1692605" y="35752"/>
                </a:cubicBezTo>
                <a:cubicBezTo>
                  <a:pt x="1698563" y="29361"/>
                  <a:pt x="1706292" y="26166"/>
                  <a:pt x="1715792" y="26166"/>
                </a:cubicBezTo>
                <a:cubicBezTo>
                  <a:pt x="1724989" y="26166"/>
                  <a:pt x="1732502" y="29292"/>
                  <a:pt x="1738331" y="35543"/>
                </a:cubicBezTo>
                <a:cubicBezTo>
                  <a:pt x="1744160" y="41794"/>
                  <a:pt x="1747075" y="50587"/>
                  <a:pt x="1747075" y="61924"/>
                </a:cubicBezTo>
                <a:cubicBezTo>
                  <a:pt x="1747075" y="62614"/>
                  <a:pt x="1747053" y="63648"/>
                  <a:pt x="1747010" y="65027"/>
                </a:cubicBezTo>
                <a:lnTo>
                  <a:pt x="1695713" y="65027"/>
                </a:lnTo>
                <a:cubicBezTo>
                  <a:pt x="1696145" y="72562"/>
                  <a:pt x="1698283" y="78331"/>
                  <a:pt x="1702126" y="82336"/>
                </a:cubicBezTo>
                <a:cubicBezTo>
                  <a:pt x="1705968" y="86341"/>
                  <a:pt x="1710761" y="88344"/>
                  <a:pt x="1716504" y="88344"/>
                </a:cubicBezTo>
                <a:cubicBezTo>
                  <a:pt x="1720779" y="88344"/>
                  <a:pt x="1724427" y="87232"/>
                  <a:pt x="1727450" y="85008"/>
                </a:cubicBezTo>
                <a:cubicBezTo>
                  <a:pt x="1730472" y="82783"/>
                  <a:pt x="1732869" y="79232"/>
                  <a:pt x="1734639" y="74354"/>
                </a:cubicBezTo>
                <a:moveTo>
                  <a:pt x="1696361" y="55312"/>
                </a:moveTo>
                <a:lnTo>
                  <a:pt x="1734769" y="55312"/>
                </a:lnTo>
                <a:cubicBezTo>
                  <a:pt x="1734250" y="49620"/>
                  <a:pt x="1732782" y="45352"/>
                  <a:pt x="1730364" y="42506"/>
                </a:cubicBezTo>
                <a:cubicBezTo>
                  <a:pt x="1726651" y="38090"/>
                  <a:pt x="1721837" y="35881"/>
                  <a:pt x="1715921" y="35881"/>
                </a:cubicBezTo>
                <a:cubicBezTo>
                  <a:pt x="1710567" y="35881"/>
                  <a:pt x="1706066" y="37644"/>
                  <a:pt x="1702417" y="41170"/>
                </a:cubicBezTo>
                <a:cubicBezTo>
                  <a:pt x="1698768" y="44695"/>
                  <a:pt x="1696750" y="49409"/>
                  <a:pt x="1696361" y="55312"/>
                </a:cubicBezTo>
                <a:close/>
                <a:moveTo>
                  <a:pt x="1793516" y="75908"/>
                </a:moveTo>
                <a:lnTo>
                  <a:pt x="1805044" y="74095"/>
                </a:lnTo>
                <a:cubicBezTo>
                  <a:pt x="1805692" y="78694"/>
                  <a:pt x="1807495" y="82220"/>
                  <a:pt x="1810452" y="84670"/>
                </a:cubicBezTo>
                <a:cubicBezTo>
                  <a:pt x="1813410" y="87119"/>
                  <a:pt x="1817544" y="88344"/>
                  <a:pt x="1822855" y="88344"/>
                </a:cubicBezTo>
                <a:cubicBezTo>
                  <a:pt x="1828210" y="88344"/>
                  <a:pt x="1832182" y="87262"/>
                  <a:pt x="1834773" y="85099"/>
                </a:cubicBezTo>
                <a:cubicBezTo>
                  <a:pt x="1837363" y="82935"/>
                  <a:pt x="1838659" y="80397"/>
                  <a:pt x="1838659" y="77485"/>
                </a:cubicBezTo>
                <a:cubicBezTo>
                  <a:pt x="1838659" y="74871"/>
                  <a:pt x="1837515" y="72815"/>
                  <a:pt x="1835226" y="71316"/>
                </a:cubicBezTo>
                <a:cubicBezTo>
                  <a:pt x="1833629" y="70287"/>
                  <a:pt x="1829656" y="68981"/>
                  <a:pt x="1823309" y="67395"/>
                </a:cubicBezTo>
                <a:cubicBezTo>
                  <a:pt x="1814759" y="65235"/>
                  <a:pt x="1808833" y="63366"/>
                  <a:pt x="1805530" y="61789"/>
                </a:cubicBezTo>
                <a:cubicBezTo>
                  <a:pt x="1802227" y="60211"/>
                  <a:pt x="1799722" y="58029"/>
                  <a:pt x="1798017" y="55241"/>
                </a:cubicBezTo>
                <a:cubicBezTo>
                  <a:pt x="1796311" y="52453"/>
                  <a:pt x="1795459" y="49374"/>
                  <a:pt x="1795459" y="46003"/>
                </a:cubicBezTo>
                <a:cubicBezTo>
                  <a:pt x="1795459" y="42935"/>
                  <a:pt x="1796160" y="40093"/>
                  <a:pt x="1797564" y="37478"/>
                </a:cubicBezTo>
                <a:cubicBezTo>
                  <a:pt x="1798967" y="34863"/>
                  <a:pt x="1800877" y="32692"/>
                  <a:pt x="1803296" y="30963"/>
                </a:cubicBezTo>
                <a:cubicBezTo>
                  <a:pt x="1805109" y="29623"/>
                  <a:pt x="1807581" y="28489"/>
                  <a:pt x="1810711" y="27561"/>
                </a:cubicBezTo>
                <a:cubicBezTo>
                  <a:pt x="1813842" y="26631"/>
                  <a:pt x="1817199" y="26166"/>
                  <a:pt x="1820783" y="26166"/>
                </a:cubicBezTo>
                <a:cubicBezTo>
                  <a:pt x="1826180" y="26166"/>
                  <a:pt x="1830919" y="26949"/>
                  <a:pt x="1834999" y="28514"/>
                </a:cubicBezTo>
                <a:cubicBezTo>
                  <a:pt x="1839080" y="30078"/>
                  <a:pt x="1842092" y="32197"/>
                  <a:pt x="1844035" y="34871"/>
                </a:cubicBezTo>
                <a:cubicBezTo>
                  <a:pt x="1845978" y="37545"/>
                  <a:pt x="1847316" y="41120"/>
                  <a:pt x="1848050" y="45597"/>
                </a:cubicBezTo>
                <a:lnTo>
                  <a:pt x="1836651" y="47151"/>
                </a:lnTo>
                <a:cubicBezTo>
                  <a:pt x="1836133" y="43610"/>
                  <a:pt x="1834632" y="40847"/>
                  <a:pt x="1832150" y="38861"/>
                </a:cubicBezTo>
                <a:cubicBezTo>
                  <a:pt x="1829667" y="36875"/>
                  <a:pt x="1826159" y="35881"/>
                  <a:pt x="1821625" y="35881"/>
                </a:cubicBezTo>
                <a:cubicBezTo>
                  <a:pt x="1816271" y="35881"/>
                  <a:pt x="1812449" y="36763"/>
                  <a:pt x="1810161" y="38525"/>
                </a:cubicBezTo>
                <a:cubicBezTo>
                  <a:pt x="1807872" y="40286"/>
                  <a:pt x="1806728" y="42348"/>
                  <a:pt x="1806728" y="44712"/>
                </a:cubicBezTo>
                <a:cubicBezTo>
                  <a:pt x="1806728" y="46215"/>
                  <a:pt x="1807203" y="47569"/>
                  <a:pt x="1808153" y="48772"/>
                </a:cubicBezTo>
                <a:cubicBezTo>
                  <a:pt x="1809103" y="50018"/>
                  <a:pt x="1810593" y="51049"/>
                  <a:pt x="1812622" y="51865"/>
                </a:cubicBezTo>
                <a:cubicBezTo>
                  <a:pt x="1813788" y="52295"/>
                  <a:pt x="1817221" y="53284"/>
                  <a:pt x="1822920" y="54830"/>
                </a:cubicBezTo>
                <a:cubicBezTo>
                  <a:pt x="1831167" y="57031"/>
                  <a:pt x="1836921" y="58832"/>
                  <a:pt x="1840181" y="60234"/>
                </a:cubicBezTo>
                <a:cubicBezTo>
                  <a:pt x="1843441" y="61636"/>
                  <a:pt x="1845999" y="63675"/>
                  <a:pt x="1847856" y="66351"/>
                </a:cubicBezTo>
                <a:cubicBezTo>
                  <a:pt x="1849713" y="69025"/>
                  <a:pt x="1850641" y="72347"/>
                  <a:pt x="1850641" y="76315"/>
                </a:cubicBezTo>
                <a:cubicBezTo>
                  <a:pt x="1850641" y="80198"/>
                  <a:pt x="1849507" y="83855"/>
                  <a:pt x="1847241" y="87285"/>
                </a:cubicBezTo>
                <a:cubicBezTo>
                  <a:pt x="1844974" y="90714"/>
                  <a:pt x="1841703" y="93366"/>
                  <a:pt x="1837428" y="95243"/>
                </a:cubicBezTo>
                <a:cubicBezTo>
                  <a:pt x="1833154" y="97120"/>
                  <a:pt x="1828318" y="98059"/>
                  <a:pt x="1822920" y="98059"/>
                </a:cubicBezTo>
                <a:cubicBezTo>
                  <a:pt x="1813982" y="98059"/>
                  <a:pt x="1807171" y="96197"/>
                  <a:pt x="1802486" y="92473"/>
                </a:cubicBezTo>
                <a:cubicBezTo>
                  <a:pt x="1797801" y="88748"/>
                  <a:pt x="1794811" y="83227"/>
                  <a:pt x="1793516" y="75908"/>
                </a:cubicBezTo>
                <a:close/>
                <a:moveTo>
                  <a:pt x="1909580" y="96504"/>
                </a:moveTo>
                <a:lnTo>
                  <a:pt x="1909580" y="86401"/>
                </a:lnTo>
                <a:cubicBezTo>
                  <a:pt x="1904226" y="94173"/>
                  <a:pt x="1896950" y="98059"/>
                  <a:pt x="1887753" y="98059"/>
                </a:cubicBezTo>
                <a:cubicBezTo>
                  <a:pt x="1883694" y="98059"/>
                  <a:pt x="1879905" y="97282"/>
                  <a:pt x="1876386" y="95727"/>
                </a:cubicBezTo>
                <a:cubicBezTo>
                  <a:pt x="1872867" y="94173"/>
                  <a:pt x="1870255" y="92219"/>
                  <a:pt x="1868549" y="89866"/>
                </a:cubicBezTo>
                <a:cubicBezTo>
                  <a:pt x="1866844" y="87512"/>
                  <a:pt x="1865646" y="84630"/>
                  <a:pt x="1864955" y="81219"/>
                </a:cubicBezTo>
                <a:cubicBezTo>
                  <a:pt x="1864480" y="78931"/>
                  <a:pt x="1864242" y="75304"/>
                  <a:pt x="1864242" y="70338"/>
                </a:cubicBezTo>
                <a:lnTo>
                  <a:pt x="1864242" y="27721"/>
                </a:lnTo>
                <a:lnTo>
                  <a:pt x="1875901" y="27721"/>
                </a:lnTo>
                <a:lnTo>
                  <a:pt x="1875901" y="65869"/>
                </a:lnTo>
                <a:cubicBezTo>
                  <a:pt x="1875901" y="71957"/>
                  <a:pt x="1876138" y="76059"/>
                  <a:pt x="1876613" y="78175"/>
                </a:cubicBezTo>
                <a:cubicBezTo>
                  <a:pt x="1877347" y="81241"/>
                  <a:pt x="1878901" y="83648"/>
                  <a:pt x="1881276" y="85397"/>
                </a:cubicBezTo>
                <a:cubicBezTo>
                  <a:pt x="1883651" y="87145"/>
                  <a:pt x="1886587" y="88020"/>
                  <a:pt x="1890085" y="88020"/>
                </a:cubicBezTo>
                <a:cubicBezTo>
                  <a:pt x="1893582" y="88020"/>
                  <a:pt x="1896864" y="87124"/>
                  <a:pt x="1899930" y="85332"/>
                </a:cubicBezTo>
                <a:cubicBezTo>
                  <a:pt x="1902995" y="83540"/>
                  <a:pt x="1905165" y="81100"/>
                  <a:pt x="1906439" y="78013"/>
                </a:cubicBezTo>
                <a:cubicBezTo>
                  <a:pt x="1907712" y="74926"/>
                  <a:pt x="1908349" y="70446"/>
                  <a:pt x="1908349" y="64574"/>
                </a:cubicBezTo>
                <a:lnTo>
                  <a:pt x="1908349" y="27721"/>
                </a:lnTo>
                <a:lnTo>
                  <a:pt x="1920008" y="27721"/>
                </a:lnTo>
                <a:lnTo>
                  <a:pt x="1920008" y="96504"/>
                </a:lnTo>
                <a:lnTo>
                  <a:pt x="1909580" y="96504"/>
                </a:lnTo>
                <a:close/>
                <a:moveTo>
                  <a:pt x="1938252" y="96504"/>
                </a:moveTo>
                <a:lnTo>
                  <a:pt x="1938252" y="27721"/>
                </a:lnTo>
                <a:lnTo>
                  <a:pt x="1948680" y="27721"/>
                </a:lnTo>
                <a:lnTo>
                  <a:pt x="1948680" y="37306"/>
                </a:lnTo>
                <a:cubicBezTo>
                  <a:pt x="1950839" y="33957"/>
                  <a:pt x="1953710" y="31263"/>
                  <a:pt x="1957294" y="29225"/>
                </a:cubicBezTo>
                <a:cubicBezTo>
                  <a:pt x="1960878" y="27186"/>
                  <a:pt x="1964958" y="26166"/>
                  <a:pt x="1969535" y="26166"/>
                </a:cubicBezTo>
                <a:cubicBezTo>
                  <a:pt x="1974630" y="26166"/>
                  <a:pt x="1978808" y="27219"/>
                  <a:pt x="1982068" y="29324"/>
                </a:cubicBezTo>
                <a:cubicBezTo>
                  <a:pt x="1985328" y="31427"/>
                  <a:pt x="1987627" y="34369"/>
                  <a:pt x="1988965" y="38148"/>
                </a:cubicBezTo>
                <a:cubicBezTo>
                  <a:pt x="1994406" y="30160"/>
                  <a:pt x="2001487" y="26166"/>
                  <a:pt x="2010209" y="26166"/>
                </a:cubicBezTo>
                <a:cubicBezTo>
                  <a:pt x="2017032" y="26166"/>
                  <a:pt x="2022278" y="28055"/>
                  <a:pt x="2025948" y="31833"/>
                </a:cubicBezTo>
                <a:cubicBezTo>
                  <a:pt x="2029618" y="35612"/>
                  <a:pt x="2031453" y="41430"/>
                  <a:pt x="2031453" y="49288"/>
                </a:cubicBezTo>
                <a:lnTo>
                  <a:pt x="2031453" y="96504"/>
                </a:lnTo>
                <a:lnTo>
                  <a:pt x="2019860" y="96504"/>
                </a:lnTo>
                <a:lnTo>
                  <a:pt x="2019860" y="53128"/>
                </a:lnTo>
                <a:cubicBezTo>
                  <a:pt x="2019860" y="48459"/>
                  <a:pt x="2019482" y="45099"/>
                  <a:pt x="2018726" y="43046"/>
                </a:cubicBezTo>
                <a:cubicBezTo>
                  <a:pt x="2017971" y="40993"/>
                  <a:pt x="2016600" y="39339"/>
                  <a:pt x="2014614" y="38086"/>
                </a:cubicBezTo>
                <a:cubicBezTo>
                  <a:pt x="2012627" y="36832"/>
                  <a:pt x="2010296" y="36205"/>
                  <a:pt x="2007619" y="36205"/>
                </a:cubicBezTo>
                <a:cubicBezTo>
                  <a:pt x="2002783" y="36205"/>
                  <a:pt x="1998767" y="37816"/>
                  <a:pt x="1995572" y="41037"/>
                </a:cubicBezTo>
                <a:cubicBezTo>
                  <a:pt x="1992377" y="44256"/>
                  <a:pt x="1990779" y="49411"/>
                  <a:pt x="1990779" y="56500"/>
                </a:cubicBezTo>
                <a:lnTo>
                  <a:pt x="1990779" y="96504"/>
                </a:lnTo>
                <a:lnTo>
                  <a:pt x="1979121" y="96504"/>
                </a:lnTo>
                <a:lnTo>
                  <a:pt x="1979121" y="51766"/>
                </a:lnTo>
                <a:cubicBezTo>
                  <a:pt x="1979121" y="46579"/>
                  <a:pt x="1978171" y="42689"/>
                  <a:pt x="1976271" y="40095"/>
                </a:cubicBezTo>
                <a:cubicBezTo>
                  <a:pt x="1974371" y="37502"/>
                  <a:pt x="1971262" y="36205"/>
                  <a:pt x="1966944" y="36205"/>
                </a:cubicBezTo>
                <a:cubicBezTo>
                  <a:pt x="1963663" y="36205"/>
                  <a:pt x="1960629" y="37070"/>
                  <a:pt x="1957844" y="38800"/>
                </a:cubicBezTo>
                <a:cubicBezTo>
                  <a:pt x="1955059" y="40529"/>
                  <a:pt x="1953041" y="43057"/>
                  <a:pt x="1951789" y="46386"/>
                </a:cubicBezTo>
                <a:cubicBezTo>
                  <a:pt x="1950536" y="49713"/>
                  <a:pt x="1949910" y="54511"/>
                  <a:pt x="1949910" y="60779"/>
                </a:cubicBezTo>
                <a:lnTo>
                  <a:pt x="1949910" y="96504"/>
                </a:lnTo>
                <a:lnTo>
                  <a:pt x="1938252" y="96504"/>
                </a:lnTo>
                <a:close/>
                <a:moveTo>
                  <a:pt x="2081281" y="62113"/>
                </a:moveTo>
                <a:cubicBezTo>
                  <a:pt x="2081281" y="49375"/>
                  <a:pt x="2084822" y="39940"/>
                  <a:pt x="2091903" y="33809"/>
                </a:cubicBezTo>
                <a:cubicBezTo>
                  <a:pt x="2097818" y="28714"/>
                  <a:pt x="2105029" y="26166"/>
                  <a:pt x="2113535" y="26166"/>
                </a:cubicBezTo>
                <a:cubicBezTo>
                  <a:pt x="2122992" y="26166"/>
                  <a:pt x="2130721" y="29264"/>
                  <a:pt x="2136722" y="35460"/>
                </a:cubicBezTo>
                <a:cubicBezTo>
                  <a:pt x="2142724" y="41657"/>
                  <a:pt x="2145725" y="50217"/>
                  <a:pt x="2145725" y="61141"/>
                </a:cubicBezTo>
                <a:cubicBezTo>
                  <a:pt x="2145725" y="69993"/>
                  <a:pt x="2144397" y="76955"/>
                  <a:pt x="2141742" y="82029"/>
                </a:cubicBezTo>
                <a:cubicBezTo>
                  <a:pt x="2139086" y="87102"/>
                  <a:pt x="2135222" y="91042"/>
                  <a:pt x="2130148" y="93849"/>
                </a:cubicBezTo>
                <a:cubicBezTo>
                  <a:pt x="2125075" y="96655"/>
                  <a:pt x="2119537" y="98059"/>
                  <a:pt x="2113535" y="98059"/>
                </a:cubicBezTo>
                <a:cubicBezTo>
                  <a:pt x="2103907" y="98059"/>
                  <a:pt x="2096124" y="94971"/>
                  <a:pt x="2090187" y="88797"/>
                </a:cubicBezTo>
                <a:cubicBezTo>
                  <a:pt x="2084250" y="82622"/>
                  <a:pt x="2081281" y="73728"/>
                  <a:pt x="2081281" y="62113"/>
                </a:cubicBezTo>
                <a:moveTo>
                  <a:pt x="2093263" y="62080"/>
                </a:moveTo>
                <a:cubicBezTo>
                  <a:pt x="2093263" y="70856"/>
                  <a:pt x="2095185" y="77427"/>
                  <a:pt x="2099027" y="81794"/>
                </a:cubicBezTo>
                <a:cubicBezTo>
                  <a:pt x="2102870" y="86160"/>
                  <a:pt x="2107706" y="88344"/>
                  <a:pt x="2113535" y="88344"/>
                </a:cubicBezTo>
                <a:cubicBezTo>
                  <a:pt x="2119321" y="88344"/>
                  <a:pt x="2124136" y="86150"/>
                  <a:pt x="2127979" y="81762"/>
                </a:cubicBezTo>
                <a:cubicBezTo>
                  <a:pt x="2131822" y="77373"/>
                  <a:pt x="2133743" y="70684"/>
                  <a:pt x="2133743" y="61694"/>
                </a:cubicBezTo>
                <a:cubicBezTo>
                  <a:pt x="2133743" y="53218"/>
                  <a:pt x="2131811" y="46798"/>
                  <a:pt x="2127946" y="42431"/>
                </a:cubicBezTo>
                <a:cubicBezTo>
                  <a:pt x="2124082" y="38065"/>
                  <a:pt x="2119278" y="35881"/>
                  <a:pt x="2113535" y="35881"/>
                </a:cubicBezTo>
                <a:cubicBezTo>
                  <a:pt x="2107706" y="35881"/>
                  <a:pt x="2102870" y="38054"/>
                  <a:pt x="2099027" y="42399"/>
                </a:cubicBezTo>
                <a:cubicBezTo>
                  <a:pt x="2095185" y="46744"/>
                  <a:pt x="2093263" y="53304"/>
                  <a:pt x="2093263" y="62080"/>
                </a:cubicBezTo>
                <a:close/>
                <a:moveTo>
                  <a:pt x="2162156" y="96504"/>
                </a:moveTo>
                <a:lnTo>
                  <a:pt x="2162156" y="36788"/>
                </a:lnTo>
                <a:lnTo>
                  <a:pt x="2151858" y="36788"/>
                </a:lnTo>
                <a:lnTo>
                  <a:pt x="2151858" y="27721"/>
                </a:lnTo>
                <a:lnTo>
                  <a:pt x="2162156" y="27721"/>
                </a:lnTo>
                <a:lnTo>
                  <a:pt x="2162156" y="20418"/>
                </a:lnTo>
                <a:cubicBezTo>
                  <a:pt x="2162156" y="15809"/>
                  <a:pt x="2162566" y="12384"/>
                  <a:pt x="2163386" y="10144"/>
                </a:cubicBezTo>
                <a:cubicBezTo>
                  <a:pt x="2164509" y="7130"/>
                  <a:pt x="2166485" y="4686"/>
                  <a:pt x="2169313" y="2811"/>
                </a:cubicBezTo>
                <a:cubicBezTo>
                  <a:pt x="2172141" y="937"/>
                  <a:pt x="2176103" y="0"/>
                  <a:pt x="2181198" y="0"/>
                </a:cubicBezTo>
                <a:cubicBezTo>
                  <a:pt x="2184479" y="0"/>
                  <a:pt x="2188106" y="389"/>
                  <a:pt x="2192079" y="1166"/>
                </a:cubicBezTo>
                <a:lnTo>
                  <a:pt x="2190330" y="11334"/>
                </a:lnTo>
                <a:cubicBezTo>
                  <a:pt x="2187912" y="10903"/>
                  <a:pt x="2185623" y="10687"/>
                  <a:pt x="2183465" y="10687"/>
                </a:cubicBezTo>
                <a:cubicBezTo>
                  <a:pt x="2179924" y="10687"/>
                  <a:pt x="2177420" y="11440"/>
                  <a:pt x="2175951" y="12946"/>
                </a:cubicBezTo>
                <a:cubicBezTo>
                  <a:pt x="2174483" y="14451"/>
                  <a:pt x="2173749" y="17269"/>
                  <a:pt x="2173749" y="21398"/>
                </a:cubicBezTo>
                <a:lnTo>
                  <a:pt x="2173749" y="27721"/>
                </a:lnTo>
                <a:lnTo>
                  <a:pt x="2187156" y="27721"/>
                </a:lnTo>
                <a:lnTo>
                  <a:pt x="2187156" y="36788"/>
                </a:lnTo>
                <a:lnTo>
                  <a:pt x="2173749" y="36788"/>
                </a:lnTo>
                <a:lnTo>
                  <a:pt x="2173749" y="96504"/>
                </a:lnTo>
                <a:lnTo>
                  <a:pt x="2162156" y="965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theanglesininertialnavigationmodule">
            <a:extLst xmlns:a="http://schemas.openxmlformats.org/drawingml/2006/main">
              <a:ext uri="{FF2B5EF4-FFF2-40B4-BE49-F238E27FC236}">
                <a16:creationId xmlns:a16="http://schemas.microsoft.com/office/drawing/2014/main" id="{387F4039-9E83-4908-8242-E02F835C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23" y="2270399"/>
            <a:ext cx="2285082" cy="122930"/>
          </a:xfrm>
          <a:custGeom xmlns:a="http://schemas.openxmlformats.org/drawingml/2006/main">
            <a:pathLst>
              <a:path w="2285082" h="122930">
                <a:moveTo>
                  <a:pt x="31866" y="84652"/>
                </a:moveTo>
                <a:lnTo>
                  <a:pt x="33550" y="94950"/>
                </a:lnTo>
                <a:cubicBezTo>
                  <a:pt x="30268" y="95554"/>
                  <a:pt x="27332" y="95857"/>
                  <a:pt x="24741" y="95857"/>
                </a:cubicBezTo>
                <a:cubicBezTo>
                  <a:pt x="20510" y="95857"/>
                  <a:pt x="17228" y="95187"/>
                  <a:pt x="14897" y="93849"/>
                </a:cubicBezTo>
                <a:cubicBezTo>
                  <a:pt x="12565" y="92510"/>
                  <a:pt x="10924" y="90751"/>
                  <a:pt x="9974" y="88570"/>
                </a:cubicBezTo>
                <a:cubicBezTo>
                  <a:pt x="9024" y="86390"/>
                  <a:pt x="8549" y="81802"/>
                  <a:pt x="8549" y="74807"/>
                </a:cubicBezTo>
                <a:lnTo>
                  <a:pt x="8549" y="35234"/>
                </a:lnTo>
                <a:lnTo>
                  <a:pt x="0" y="35234"/>
                </a:lnTo>
                <a:lnTo>
                  <a:pt x="0" y="26166"/>
                </a:lnTo>
                <a:lnTo>
                  <a:pt x="8549" y="26166"/>
                </a:lnTo>
                <a:lnTo>
                  <a:pt x="8549" y="9086"/>
                </a:lnTo>
                <a:lnTo>
                  <a:pt x="20143" y="2073"/>
                </a:lnTo>
                <a:lnTo>
                  <a:pt x="20143" y="26166"/>
                </a:lnTo>
                <a:lnTo>
                  <a:pt x="31866" y="26166"/>
                </a:lnTo>
                <a:lnTo>
                  <a:pt x="31866" y="35234"/>
                </a:lnTo>
                <a:lnTo>
                  <a:pt x="20143" y="35234"/>
                </a:lnTo>
                <a:lnTo>
                  <a:pt x="20143" y="75455"/>
                </a:lnTo>
                <a:cubicBezTo>
                  <a:pt x="20143" y="78779"/>
                  <a:pt x="20348" y="80917"/>
                  <a:pt x="20758" y="81867"/>
                </a:cubicBezTo>
                <a:cubicBezTo>
                  <a:pt x="21168" y="82817"/>
                  <a:pt x="21838" y="83572"/>
                  <a:pt x="22766" y="84134"/>
                </a:cubicBezTo>
                <a:cubicBezTo>
                  <a:pt x="23694" y="84695"/>
                  <a:pt x="25022" y="84976"/>
                  <a:pt x="26749" y="84976"/>
                </a:cubicBezTo>
                <a:cubicBezTo>
                  <a:pt x="28045" y="84976"/>
                  <a:pt x="29750" y="84868"/>
                  <a:pt x="31866" y="84652"/>
                </a:cubicBezTo>
                <a:close/>
                <a:moveTo>
                  <a:pt x="43287" y="94950"/>
                </a:moveTo>
                <a:lnTo>
                  <a:pt x="43287" y="0"/>
                </a:lnTo>
                <a:lnTo>
                  <a:pt x="54945" y="0"/>
                </a:lnTo>
                <a:lnTo>
                  <a:pt x="54945" y="34068"/>
                </a:lnTo>
                <a:cubicBezTo>
                  <a:pt x="60386" y="27764"/>
                  <a:pt x="67251" y="24612"/>
                  <a:pt x="75542" y="24612"/>
                </a:cubicBezTo>
                <a:cubicBezTo>
                  <a:pt x="80637" y="24612"/>
                  <a:pt x="85063" y="25616"/>
                  <a:pt x="88819" y="27624"/>
                </a:cubicBezTo>
                <a:cubicBezTo>
                  <a:pt x="92576" y="29631"/>
                  <a:pt x="95264" y="32406"/>
                  <a:pt x="96883" y="35946"/>
                </a:cubicBezTo>
                <a:cubicBezTo>
                  <a:pt x="98502" y="39487"/>
                  <a:pt x="99312" y="44625"/>
                  <a:pt x="99312" y="51361"/>
                </a:cubicBezTo>
                <a:lnTo>
                  <a:pt x="99312" y="94950"/>
                </a:lnTo>
                <a:lnTo>
                  <a:pt x="87653" y="94950"/>
                </a:lnTo>
                <a:lnTo>
                  <a:pt x="87653" y="51361"/>
                </a:lnTo>
                <a:cubicBezTo>
                  <a:pt x="87653" y="45532"/>
                  <a:pt x="86390" y="41290"/>
                  <a:pt x="83864" y="38634"/>
                </a:cubicBezTo>
                <a:cubicBezTo>
                  <a:pt x="81338" y="35979"/>
                  <a:pt x="77765" y="34651"/>
                  <a:pt x="73145" y="34651"/>
                </a:cubicBezTo>
                <a:cubicBezTo>
                  <a:pt x="69691" y="34651"/>
                  <a:pt x="66442" y="35547"/>
                  <a:pt x="63398" y="37339"/>
                </a:cubicBezTo>
                <a:cubicBezTo>
                  <a:pt x="60354" y="39131"/>
                  <a:pt x="58184" y="41559"/>
                  <a:pt x="56888" y="44625"/>
                </a:cubicBezTo>
                <a:cubicBezTo>
                  <a:pt x="55593" y="47691"/>
                  <a:pt x="54945" y="51922"/>
                  <a:pt x="54945" y="57320"/>
                </a:cubicBezTo>
                <a:lnTo>
                  <a:pt x="54945" y="94950"/>
                </a:lnTo>
                <a:lnTo>
                  <a:pt x="43287" y="94950"/>
                </a:lnTo>
                <a:close/>
                <a:moveTo>
                  <a:pt x="164124" y="72799"/>
                </a:moveTo>
                <a:lnTo>
                  <a:pt x="176171" y="74289"/>
                </a:lnTo>
                <a:cubicBezTo>
                  <a:pt x="174271" y="81327"/>
                  <a:pt x="170752" y="86789"/>
                  <a:pt x="165614" y="90675"/>
                </a:cubicBezTo>
                <a:cubicBezTo>
                  <a:pt x="160476" y="94561"/>
                  <a:pt x="153912" y="96504"/>
                  <a:pt x="145924" y="96504"/>
                </a:cubicBezTo>
                <a:cubicBezTo>
                  <a:pt x="135864" y="96504"/>
                  <a:pt x="127886" y="93406"/>
                  <a:pt x="121993" y="87210"/>
                </a:cubicBezTo>
                <a:cubicBezTo>
                  <a:pt x="116099" y="81014"/>
                  <a:pt x="113152" y="72324"/>
                  <a:pt x="113152" y="61141"/>
                </a:cubicBezTo>
                <a:cubicBezTo>
                  <a:pt x="113152" y="49569"/>
                  <a:pt x="116131" y="40588"/>
                  <a:pt x="122090" y="34198"/>
                </a:cubicBezTo>
                <a:cubicBezTo>
                  <a:pt x="128048" y="27807"/>
                  <a:pt x="135777" y="24612"/>
                  <a:pt x="145277" y="24612"/>
                </a:cubicBezTo>
                <a:cubicBezTo>
                  <a:pt x="154474" y="24612"/>
                  <a:pt x="161987" y="27738"/>
                  <a:pt x="167816" y="33989"/>
                </a:cubicBezTo>
                <a:cubicBezTo>
                  <a:pt x="173645" y="40239"/>
                  <a:pt x="176560" y="49033"/>
                  <a:pt x="176560" y="60370"/>
                </a:cubicBezTo>
                <a:cubicBezTo>
                  <a:pt x="176560" y="61059"/>
                  <a:pt x="176538" y="62094"/>
                  <a:pt x="176495" y="63473"/>
                </a:cubicBezTo>
                <a:lnTo>
                  <a:pt x="125199" y="63473"/>
                </a:lnTo>
                <a:cubicBezTo>
                  <a:pt x="125630" y="71007"/>
                  <a:pt x="127768" y="76777"/>
                  <a:pt x="131611" y="80782"/>
                </a:cubicBezTo>
                <a:cubicBezTo>
                  <a:pt x="135454" y="84787"/>
                  <a:pt x="140246" y="86789"/>
                  <a:pt x="145989" y="86789"/>
                </a:cubicBezTo>
                <a:cubicBezTo>
                  <a:pt x="150264" y="86789"/>
                  <a:pt x="153912" y="85677"/>
                  <a:pt x="156935" y="83454"/>
                </a:cubicBezTo>
                <a:cubicBezTo>
                  <a:pt x="159957" y="81229"/>
                  <a:pt x="162354" y="77677"/>
                  <a:pt x="164124" y="72799"/>
                </a:cubicBezTo>
                <a:moveTo>
                  <a:pt x="125846" y="53757"/>
                </a:moveTo>
                <a:lnTo>
                  <a:pt x="164254" y="53757"/>
                </a:lnTo>
                <a:cubicBezTo>
                  <a:pt x="163736" y="48066"/>
                  <a:pt x="162268" y="43797"/>
                  <a:pt x="159850" y="40952"/>
                </a:cubicBezTo>
                <a:cubicBezTo>
                  <a:pt x="156136" y="36535"/>
                  <a:pt x="151322" y="34327"/>
                  <a:pt x="145406" y="34327"/>
                </a:cubicBezTo>
                <a:cubicBezTo>
                  <a:pt x="140052" y="34327"/>
                  <a:pt x="135551" y="36090"/>
                  <a:pt x="131902" y="39616"/>
                </a:cubicBezTo>
                <a:cubicBezTo>
                  <a:pt x="128254" y="43140"/>
                  <a:pt x="126235" y="47854"/>
                  <a:pt x="125846" y="53757"/>
                </a:cubicBezTo>
                <a:close/>
                <a:moveTo>
                  <a:pt x="272548" y="86457"/>
                </a:moveTo>
                <a:cubicBezTo>
                  <a:pt x="268230" y="90130"/>
                  <a:pt x="264074" y="92723"/>
                  <a:pt x="260080" y="94235"/>
                </a:cubicBezTo>
                <a:cubicBezTo>
                  <a:pt x="256086" y="95748"/>
                  <a:pt x="251800" y="96504"/>
                  <a:pt x="247223" y="96504"/>
                </a:cubicBezTo>
                <a:cubicBezTo>
                  <a:pt x="239667" y="96504"/>
                  <a:pt x="233860" y="94657"/>
                  <a:pt x="229801" y="90963"/>
                </a:cubicBezTo>
                <a:cubicBezTo>
                  <a:pt x="225742" y="87268"/>
                  <a:pt x="223713" y="82547"/>
                  <a:pt x="223713" y="76801"/>
                </a:cubicBezTo>
                <a:cubicBezTo>
                  <a:pt x="223713" y="73431"/>
                  <a:pt x="224479" y="70354"/>
                  <a:pt x="226012" y="67567"/>
                </a:cubicBezTo>
                <a:cubicBezTo>
                  <a:pt x="227545" y="64779"/>
                  <a:pt x="229552" y="62543"/>
                  <a:pt x="232035" y="60858"/>
                </a:cubicBezTo>
                <a:cubicBezTo>
                  <a:pt x="234518" y="59172"/>
                  <a:pt x="237314" y="57898"/>
                  <a:pt x="240423" y="57034"/>
                </a:cubicBezTo>
                <a:cubicBezTo>
                  <a:pt x="242711" y="56428"/>
                  <a:pt x="246165" y="55845"/>
                  <a:pt x="250786" y="55284"/>
                </a:cubicBezTo>
                <a:cubicBezTo>
                  <a:pt x="260199" y="54169"/>
                  <a:pt x="267129" y="52840"/>
                  <a:pt x="271576" y="51296"/>
                </a:cubicBezTo>
                <a:cubicBezTo>
                  <a:pt x="271619" y="49705"/>
                  <a:pt x="271641" y="48695"/>
                  <a:pt x="271641" y="48264"/>
                </a:cubicBezTo>
                <a:cubicBezTo>
                  <a:pt x="271641" y="43532"/>
                  <a:pt x="270540" y="40199"/>
                  <a:pt x="268338" y="38264"/>
                </a:cubicBezTo>
                <a:cubicBezTo>
                  <a:pt x="265358" y="35639"/>
                  <a:pt x="260933" y="34327"/>
                  <a:pt x="255060" y="34327"/>
                </a:cubicBezTo>
                <a:cubicBezTo>
                  <a:pt x="249577" y="34327"/>
                  <a:pt x="245529" y="35288"/>
                  <a:pt x="242916" y="37209"/>
                </a:cubicBezTo>
                <a:cubicBezTo>
                  <a:pt x="240304" y="39131"/>
                  <a:pt x="238372" y="42531"/>
                  <a:pt x="237120" y="47410"/>
                </a:cubicBezTo>
                <a:lnTo>
                  <a:pt x="225720" y="45856"/>
                </a:lnTo>
                <a:cubicBezTo>
                  <a:pt x="226757" y="40962"/>
                  <a:pt x="228462" y="37010"/>
                  <a:pt x="230837" y="33999"/>
                </a:cubicBezTo>
                <a:cubicBezTo>
                  <a:pt x="233212" y="30989"/>
                  <a:pt x="236645" y="28672"/>
                  <a:pt x="241135" y="27049"/>
                </a:cubicBezTo>
                <a:cubicBezTo>
                  <a:pt x="245626" y="25424"/>
                  <a:pt x="250829" y="24612"/>
                  <a:pt x="256744" y="24612"/>
                </a:cubicBezTo>
                <a:cubicBezTo>
                  <a:pt x="262617" y="24612"/>
                  <a:pt x="267388" y="25303"/>
                  <a:pt x="271058" y="26684"/>
                </a:cubicBezTo>
                <a:cubicBezTo>
                  <a:pt x="274728" y="28066"/>
                  <a:pt x="277427" y="29804"/>
                  <a:pt x="279154" y="31898"/>
                </a:cubicBezTo>
                <a:cubicBezTo>
                  <a:pt x="280881" y="33992"/>
                  <a:pt x="282090" y="36637"/>
                  <a:pt x="282781" y="39832"/>
                </a:cubicBezTo>
                <a:cubicBezTo>
                  <a:pt x="283170" y="41819"/>
                  <a:pt x="283364" y="45402"/>
                  <a:pt x="283364" y="50584"/>
                </a:cubicBezTo>
                <a:lnTo>
                  <a:pt x="283364" y="66128"/>
                </a:lnTo>
                <a:cubicBezTo>
                  <a:pt x="283364" y="76966"/>
                  <a:pt x="283612" y="83821"/>
                  <a:pt x="284109" y="86692"/>
                </a:cubicBezTo>
                <a:cubicBezTo>
                  <a:pt x="284605" y="89563"/>
                  <a:pt x="285588" y="92316"/>
                  <a:pt x="287056" y="94950"/>
                </a:cubicBezTo>
                <a:lnTo>
                  <a:pt x="274879" y="94950"/>
                </a:lnTo>
                <a:cubicBezTo>
                  <a:pt x="273670" y="92529"/>
                  <a:pt x="272893" y="89698"/>
                  <a:pt x="272548" y="86457"/>
                </a:cubicBezTo>
                <a:moveTo>
                  <a:pt x="271576" y="60364"/>
                </a:moveTo>
                <a:cubicBezTo>
                  <a:pt x="267345" y="62106"/>
                  <a:pt x="260997" y="63586"/>
                  <a:pt x="252534" y="64804"/>
                </a:cubicBezTo>
                <a:cubicBezTo>
                  <a:pt x="247741" y="65498"/>
                  <a:pt x="244352" y="66279"/>
                  <a:pt x="242366" y="67146"/>
                </a:cubicBezTo>
                <a:cubicBezTo>
                  <a:pt x="240380" y="68012"/>
                  <a:pt x="238847" y="69281"/>
                  <a:pt x="237767" y="70951"/>
                </a:cubicBezTo>
                <a:cubicBezTo>
                  <a:pt x="236688" y="72620"/>
                  <a:pt x="236148" y="74474"/>
                  <a:pt x="236148" y="76511"/>
                </a:cubicBezTo>
                <a:cubicBezTo>
                  <a:pt x="236148" y="79632"/>
                  <a:pt x="237325" y="82234"/>
                  <a:pt x="239678" y="84316"/>
                </a:cubicBezTo>
                <a:cubicBezTo>
                  <a:pt x="242031" y="86396"/>
                  <a:pt x="245475" y="87437"/>
                  <a:pt x="250008" y="87437"/>
                </a:cubicBezTo>
                <a:cubicBezTo>
                  <a:pt x="254499" y="87437"/>
                  <a:pt x="258493" y="86450"/>
                  <a:pt x="261990" y="84476"/>
                </a:cubicBezTo>
                <a:cubicBezTo>
                  <a:pt x="265488" y="82502"/>
                  <a:pt x="268057" y="79801"/>
                  <a:pt x="269698" y="76374"/>
                </a:cubicBezTo>
                <a:cubicBezTo>
                  <a:pt x="270950" y="73726"/>
                  <a:pt x="271576" y="69821"/>
                  <a:pt x="271576" y="64659"/>
                </a:cubicBezTo>
                <a:lnTo>
                  <a:pt x="271576" y="60364"/>
                </a:lnTo>
                <a:close/>
                <a:moveTo>
                  <a:pt x="301414" y="94950"/>
                </a:moveTo>
                <a:lnTo>
                  <a:pt x="301414" y="26166"/>
                </a:lnTo>
                <a:lnTo>
                  <a:pt x="311906" y="26166"/>
                </a:lnTo>
                <a:lnTo>
                  <a:pt x="311906" y="35881"/>
                </a:lnTo>
                <a:cubicBezTo>
                  <a:pt x="316958" y="28368"/>
                  <a:pt x="324256" y="24612"/>
                  <a:pt x="333798" y="24612"/>
                </a:cubicBezTo>
                <a:cubicBezTo>
                  <a:pt x="337943" y="24612"/>
                  <a:pt x="341754" y="25357"/>
                  <a:pt x="345230" y="26846"/>
                </a:cubicBezTo>
                <a:cubicBezTo>
                  <a:pt x="348705" y="28336"/>
                  <a:pt x="351307" y="30290"/>
                  <a:pt x="353034" y="32708"/>
                </a:cubicBezTo>
                <a:cubicBezTo>
                  <a:pt x="354761" y="35126"/>
                  <a:pt x="355970" y="37997"/>
                  <a:pt x="356661" y="41322"/>
                </a:cubicBezTo>
                <a:cubicBezTo>
                  <a:pt x="357093" y="43481"/>
                  <a:pt x="357309" y="47259"/>
                  <a:pt x="357309" y="52656"/>
                </a:cubicBezTo>
                <a:lnTo>
                  <a:pt x="357309" y="94950"/>
                </a:lnTo>
                <a:lnTo>
                  <a:pt x="345651" y="94950"/>
                </a:lnTo>
                <a:lnTo>
                  <a:pt x="345651" y="53065"/>
                </a:lnTo>
                <a:cubicBezTo>
                  <a:pt x="345651" y="48310"/>
                  <a:pt x="345197" y="44755"/>
                  <a:pt x="344290" y="42399"/>
                </a:cubicBezTo>
                <a:cubicBezTo>
                  <a:pt x="343384" y="40043"/>
                  <a:pt x="341775" y="38163"/>
                  <a:pt x="339465" y="36758"/>
                </a:cubicBezTo>
                <a:cubicBezTo>
                  <a:pt x="337155" y="35353"/>
                  <a:pt x="334446" y="34651"/>
                  <a:pt x="331337" y="34651"/>
                </a:cubicBezTo>
                <a:cubicBezTo>
                  <a:pt x="326371" y="34651"/>
                  <a:pt x="322086" y="36229"/>
                  <a:pt x="318480" y="39385"/>
                </a:cubicBezTo>
                <a:cubicBezTo>
                  <a:pt x="314875" y="42540"/>
                  <a:pt x="313072" y="48526"/>
                  <a:pt x="313072" y="57344"/>
                </a:cubicBezTo>
                <a:lnTo>
                  <a:pt x="313072" y="94950"/>
                </a:lnTo>
                <a:lnTo>
                  <a:pt x="301414" y="94950"/>
                </a:lnTo>
                <a:close/>
                <a:moveTo>
                  <a:pt x="373027" y="100649"/>
                </a:moveTo>
                <a:lnTo>
                  <a:pt x="384362" y="102333"/>
                </a:lnTo>
                <a:cubicBezTo>
                  <a:pt x="384837" y="105831"/>
                  <a:pt x="386154" y="108378"/>
                  <a:pt x="388313" y="109976"/>
                </a:cubicBezTo>
                <a:cubicBezTo>
                  <a:pt x="391206" y="112135"/>
                  <a:pt x="395156" y="113214"/>
                  <a:pt x="400165" y="113214"/>
                </a:cubicBezTo>
                <a:cubicBezTo>
                  <a:pt x="405562" y="113214"/>
                  <a:pt x="409729" y="112132"/>
                  <a:pt x="412665" y="109968"/>
                </a:cubicBezTo>
                <a:cubicBezTo>
                  <a:pt x="415602" y="107805"/>
                  <a:pt x="417588" y="104776"/>
                  <a:pt x="418624" y="100880"/>
                </a:cubicBezTo>
                <a:cubicBezTo>
                  <a:pt x="419229" y="98501"/>
                  <a:pt x="419509" y="93503"/>
                  <a:pt x="419466" y="85886"/>
                </a:cubicBezTo>
                <a:cubicBezTo>
                  <a:pt x="414371" y="91929"/>
                  <a:pt x="408024" y="94950"/>
                  <a:pt x="400424" y="94950"/>
                </a:cubicBezTo>
                <a:cubicBezTo>
                  <a:pt x="390968" y="94950"/>
                  <a:pt x="383649" y="91539"/>
                  <a:pt x="378468" y="84717"/>
                </a:cubicBezTo>
                <a:cubicBezTo>
                  <a:pt x="373286" y="77894"/>
                  <a:pt x="370696" y="69712"/>
                  <a:pt x="370696" y="60169"/>
                </a:cubicBezTo>
                <a:cubicBezTo>
                  <a:pt x="370696" y="53606"/>
                  <a:pt x="371883" y="47551"/>
                  <a:pt x="374258" y="42002"/>
                </a:cubicBezTo>
                <a:cubicBezTo>
                  <a:pt x="376633" y="36454"/>
                  <a:pt x="380076" y="32168"/>
                  <a:pt x="384588" y="29146"/>
                </a:cubicBezTo>
                <a:cubicBezTo>
                  <a:pt x="389101" y="26123"/>
                  <a:pt x="394401" y="24612"/>
                  <a:pt x="400489" y="24612"/>
                </a:cubicBezTo>
                <a:cubicBezTo>
                  <a:pt x="408607" y="24612"/>
                  <a:pt x="415299" y="27915"/>
                  <a:pt x="420567" y="34521"/>
                </a:cubicBezTo>
                <a:lnTo>
                  <a:pt x="420567" y="26166"/>
                </a:lnTo>
                <a:lnTo>
                  <a:pt x="431319" y="26166"/>
                </a:lnTo>
                <a:lnTo>
                  <a:pt x="431319" y="85664"/>
                </a:lnTo>
                <a:cubicBezTo>
                  <a:pt x="431319" y="96379"/>
                  <a:pt x="430228" y="103972"/>
                  <a:pt x="428048" y="108444"/>
                </a:cubicBezTo>
                <a:cubicBezTo>
                  <a:pt x="425867" y="112916"/>
                  <a:pt x="422413" y="116447"/>
                  <a:pt x="417685" y="119040"/>
                </a:cubicBezTo>
                <a:cubicBezTo>
                  <a:pt x="412957" y="121633"/>
                  <a:pt x="407138" y="122930"/>
                  <a:pt x="400230" y="122930"/>
                </a:cubicBezTo>
                <a:cubicBezTo>
                  <a:pt x="392026" y="122930"/>
                  <a:pt x="385398" y="121078"/>
                  <a:pt x="380346" y="117376"/>
                </a:cubicBezTo>
                <a:cubicBezTo>
                  <a:pt x="375294" y="113673"/>
                  <a:pt x="372855" y="108098"/>
                  <a:pt x="373027" y="100649"/>
                </a:cubicBezTo>
                <a:moveTo>
                  <a:pt x="382678" y="59330"/>
                </a:moveTo>
                <a:cubicBezTo>
                  <a:pt x="382678" y="68331"/>
                  <a:pt x="384470" y="74899"/>
                  <a:pt x="388054" y="79033"/>
                </a:cubicBezTo>
                <a:cubicBezTo>
                  <a:pt x="391637" y="83168"/>
                  <a:pt x="396128" y="85235"/>
                  <a:pt x="401525" y="85235"/>
                </a:cubicBezTo>
                <a:cubicBezTo>
                  <a:pt x="406879" y="85235"/>
                  <a:pt x="411370" y="83178"/>
                  <a:pt x="414997" y="79066"/>
                </a:cubicBezTo>
                <a:cubicBezTo>
                  <a:pt x="418624" y="74953"/>
                  <a:pt x="420438" y="68503"/>
                  <a:pt x="420438" y="59716"/>
                </a:cubicBezTo>
                <a:cubicBezTo>
                  <a:pt x="420438" y="51318"/>
                  <a:pt x="418570" y="44987"/>
                  <a:pt x="414835" y="40723"/>
                </a:cubicBezTo>
                <a:cubicBezTo>
                  <a:pt x="411100" y="36459"/>
                  <a:pt x="406599" y="34327"/>
                  <a:pt x="401331" y="34327"/>
                </a:cubicBezTo>
                <a:cubicBezTo>
                  <a:pt x="396150" y="34327"/>
                  <a:pt x="391745" y="36427"/>
                  <a:pt x="388118" y="40626"/>
                </a:cubicBezTo>
                <a:cubicBezTo>
                  <a:pt x="384491" y="44825"/>
                  <a:pt x="382678" y="51059"/>
                  <a:pt x="382678" y="59330"/>
                </a:cubicBezTo>
                <a:close/>
                <a:moveTo>
                  <a:pt x="448656" y="94950"/>
                </a:moveTo>
                <a:lnTo>
                  <a:pt x="448656" y="0"/>
                </a:lnTo>
                <a:lnTo>
                  <a:pt x="460315" y="0"/>
                </a:lnTo>
                <a:lnTo>
                  <a:pt x="460315" y="94950"/>
                </a:lnTo>
                <a:lnTo>
                  <a:pt x="448656" y="94950"/>
                </a:lnTo>
                <a:close/>
                <a:moveTo>
                  <a:pt x="525449" y="72799"/>
                </a:moveTo>
                <a:lnTo>
                  <a:pt x="537496" y="74289"/>
                </a:lnTo>
                <a:cubicBezTo>
                  <a:pt x="535596" y="81327"/>
                  <a:pt x="532077" y="86789"/>
                  <a:pt x="526938" y="90675"/>
                </a:cubicBezTo>
                <a:cubicBezTo>
                  <a:pt x="521800" y="94561"/>
                  <a:pt x="515237" y="96504"/>
                  <a:pt x="507249" y="96504"/>
                </a:cubicBezTo>
                <a:cubicBezTo>
                  <a:pt x="497188" y="96504"/>
                  <a:pt x="489211" y="93406"/>
                  <a:pt x="483317" y="87210"/>
                </a:cubicBezTo>
                <a:cubicBezTo>
                  <a:pt x="477423" y="81014"/>
                  <a:pt x="474476" y="72324"/>
                  <a:pt x="474476" y="61141"/>
                </a:cubicBezTo>
                <a:cubicBezTo>
                  <a:pt x="474476" y="49569"/>
                  <a:pt x="477456" y="40588"/>
                  <a:pt x="483414" y="34198"/>
                </a:cubicBezTo>
                <a:cubicBezTo>
                  <a:pt x="489373" y="27807"/>
                  <a:pt x="497102" y="24612"/>
                  <a:pt x="506601" y="24612"/>
                </a:cubicBezTo>
                <a:cubicBezTo>
                  <a:pt x="515798" y="24612"/>
                  <a:pt x="523311" y="27738"/>
                  <a:pt x="529141" y="33989"/>
                </a:cubicBezTo>
                <a:cubicBezTo>
                  <a:pt x="534970" y="40239"/>
                  <a:pt x="537884" y="49033"/>
                  <a:pt x="537884" y="60370"/>
                </a:cubicBezTo>
                <a:cubicBezTo>
                  <a:pt x="537884" y="61059"/>
                  <a:pt x="537863" y="62094"/>
                  <a:pt x="537819" y="63473"/>
                </a:cubicBezTo>
                <a:lnTo>
                  <a:pt x="486523" y="63473"/>
                </a:lnTo>
                <a:cubicBezTo>
                  <a:pt x="486955" y="71007"/>
                  <a:pt x="489092" y="76777"/>
                  <a:pt x="492935" y="80782"/>
                </a:cubicBezTo>
                <a:cubicBezTo>
                  <a:pt x="496778" y="84787"/>
                  <a:pt x="501571" y="86789"/>
                  <a:pt x="507314" y="86789"/>
                </a:cubicBezTo>
                <a:cubicBezTo>
                  <a:pt x="511588" y="86789"/>
                  <a:pt x="515237" y="85677"/>
                  <a:pt x="518260" y="83454"/>
                </a:cubicBezTo>
                <a:cubicBezTo>
                  <a:pt x="521282" y="81229"/>
                  <a:pt x="523678" y="77677"/>
                  <a:pt x="525449" y="72799"/>
                </a:cubicBezTo>
                <a:moveTo>
                  <a:pt x="487171" y="53757"/>
                </a:moveTo>
                <a:lnTo>
                  <a:pt x="525578" y="53757"/>
                </a:lnTo>
                <a:cubicBezTo>
                  <a:pt x="525060" y="48066"/>
                  <a:pt x="523592" y="43797"/>
                  <a:pt x="521174" y="40952"/>
                </a:cubicBezTo>
                <a:cubicBezTo>
                  <a:pt x="517461" y="36535"/>
                  <a:pt x="512646" y="34327"/>
                  <a:pt x="506731" y="34327"/>
                </a:cubicBezTo>
                <a:cubicBezTo>
                  <a:pt x="501377" y="34327"/>
                  <a:pt x="496875" y="36090"/>
                  <a:pt x="493227" y="39616"/>
                </a:cubicBezTo>
                <a:cubicBezTo>
                  <a:pt x="489578" y="43140"/>
                  <a:pt x="487560" y="47854"/>
                  <a:pt x="487171" y="53757"/>
                </a:cubicBezTo>
                <a:close/>
                <a:moveTo>
                  <a:pt x="547450" y="74354"/>
                </a:moveTo>
                <a:lnTo>
                  <a:pt x="558978" y="72540"/>
                </a:lnTo>
                <a:cubicBezTo>
                  <a:pt x="559626" y="77140"/>
                  <a:pt x="561429" y="80665"/>
                  <a:pt x="564386" y="83116"/>
                </a:cubicBezTo>
                <a:cubicBezTo>
                  <a:pt x="567344" y="85565"/>
                  <a:pt x="571478" y="86789"/>
                  <a:pt x="576789" y="86789"/>
                </a:cubicBezTo>
                <a:cubicBezTo>
                  <a:pt x="582144" y="86789"/>
                  <a:pt x="586116" y="85708"/>
                  <a:pt x="588707" y="83545"/>
                </a:cubicBezTo>
                <a:cubicBezTo>
                  <a:pt x="591297" y="81380"/>
                  <a:pt x="592593" y="78842"/>
                  <a:pt x="592593" y="75930"/>
                </a:cubicBezTo>
                <a:cubicBezTo>
                  <a:pt x="592593" y="73317"/>
                  <a:pt x="591449" y="71260"/>
                  <a:pt x="589160" y="69761"/>
                </a:cubicBezTo>
                <a:cubicBezTo>
                  <a:pt x="587562" y="68733"/>
                  <a:pt x="583590" y="67426"/>
                  <a:pt x="577243" y="65841"/>
                </a:cubicBezTo>
                <a:cubicBezTo>
                  <a:pt x="568693" y="63680"/>
                  <a:pt x="562767" y="61812"/>
                  <a:pt x="559464" y="60234"/>
                </a:cubicBezTo>
                <a:cubicBezTo>
                  <a:pt x="556161" y="58657"/>
                  <a:pt x="553656" y="56474"/>
                  <a:pt x="551951" y="53687"/>
                </a:cubicBezTo>
                <a:cubicBezTo>
                  <a:pt x="550245" y="50899"/>
                  <a:pt x="549393" y="47820"/>
                  <a:pt x="549393" y="44449"/>
                </a:cubicBezTo>
                <a:cubicBezTo>
                  <a:pt x="549393" y="41381"/>
                  <a:pt x="550094" y="38539"/>
                  <a:pt x="551498" y="35924"/>
                </a:cubicBezTo>
                <a:cubicBezTo>
                  <a:pt x="552901" y="33309"/>
                  <a:pt x="554811" y="31137"/>
                  <a:pt x="557229" y="29409"/>
                </a:cubicBezTo>
                <a:cubicBezTo>
                  <a:pt x="559043" y="28069"/>
                  <a:pt x="561515" y="26935"/>
                  <a:pt x="564645" y="26006"/>
                </a:cubicBezTo>
                <a:cubicBezTo>
                  <a:pt x="567776" y="25077"/>
                  <a:pt x="571133" y="24612"/>
                  <a:pt x="574717" y="24612"/>
                </a:cubicBezTo>
                <a:cubicBezTo>
                  <a:pt x="580114" y="24612"/>
                  <a:pt x="584853" y="25394"/>
                  <a:pt x="588933" y="26960"/>
                </a:cubicBezTo>
                <a:cubicBezTo>
                  <a:pt x="593014" y="28524"/>
                  <a:pt x="596026" y="30643"/>
                  <a:pt x="597969" y="33317"/>
                </a:cubicBezTo>
                <a:cubicBezTo>
                  <a:pt x="599912" y="35990"/>
                  <a:pt x="601250" y="39565"/>
                  <a:pt x="601984" y="44042"/>
                </a:cubicBezTo>
                <a:lnTo>
                  <a:pt x="590585" y="45597"/>
                </a:lnTo>
                <a:cubicBezTo>
                  <a:pt x="590067" y="42056"/>
                  <a:pt x="588566" y="39293"/>
                  <a:pt x="586084" y="37306"/>
                </a:cubicBezTo>
                <a:cubicBezTo>
                  <a:pt x="583601" y="35320"/>
                  <a:pt x="580093" y="34327"/>
                  <a:pt x="575559" y="34327"/>
                </a:cubicBezTo>
                <a:cubicBezTo>
                  <a:pt x="570205" y="34327"/>
                  <a:pt x="566383" y="35208"/>
                  <a:pt x="564095" y="36970"/>
                </a:cubicBezTo>
                <a:cubicBezTo>
                  <a:pt x="561806" y="38731"/>
                  <a:pt x="560662" y="40794"/>
                  <a:pt x="560662" y="43158"/>
                </a:cubicBezTo>
                <a:cubicBezTo>
                  <a:pt x="560662" y="44661"/>
                  <a:pt x="561137" y="46014"/>
                  <a:pt x="562087" y="47218"/>
                </a:cubicBezTo>
                <a:cubicBezTo>
                  <a:pt x="563037" y="48463"/>
                  <a:pt x="564527" y="49494"/>
                  <a:pt x="566556" y="50311"/>
                </a:cubicBezTo>
                <a:cubicBezTo>
                  <a:pt x="567722" y="50741"/>
                  <a:pt x="571155" y="51729"/>
                  <a:pt x="576854" y="53276"/>
                </a:cubicBezTo>
                <a:cubicBezTo>
                  <a:pt x="585101" y="55476"/>
                  <a:pt x="590855" y="57278"/>
                  <a:pt x="594115" y="58680"/>
                </a:cubicBezTo>
                <a:cubicBezTo>
                  <a:pt x="597375" y="60082"/>
                  <a:pt x="599933" y="62121"/>
                  <a:pt x="601790" y="64796"/>
                </a:cubicBezTo>
                <a:cubicBezTo>
                  <a:pt x="603647" y="67471"/>
                  <a:pt x="604575" y="70792"/>
                  <a:pt x="604575" y="74760"/>
                </a:cubicBezTo>
                <a:cubicBezTo>
                  <a:pt x="604575" y="78644"/>
                  <a:pt x="603441" y="82301"/>
                  <a:pt x="601175" y="85731"/>
                </a:cubicBezTo>
                <a:cubicBezTo>
                  <a:pt x="598908" y="89159"/>
                  <a:pt x="595637" y="91812"/>
                  <a:pt x="591362" y="93689"/>
                </a:cubicBezTo>
                <a:cubicBezTo>
                  <a:pt x="587088" y="95566"/>
                  <a:pt x="582252" y="96504"/>
                  <a:pt x="576854" y="96504"/>
                </a:cubicBezTo>
                <a:cubicBezTo>
                  <a:pt x="567916" y="96504"/>
                  <a:pt x="561105" y="94642"/>
                  <a:pt x="556420" y="90918"/>
                </a:cubicBezTo>
                <a:cubicBezTo>
                  <a:pt x="551735" y="87194"/>
                  <a:pt x="548745" y="81672"/>
                  <a:pt x="547450" y="74354"/>
                </a:cubicBezTo>
                <a:close/>
                <a:moveTo>
                  <a:pt x="655375" y="13472"/>
                </a:moveTo>
                <a:lnTo>
                  <a:pt x="655375" y="0"/>
                </a:lnTo>
                <a:lnTo>
                  <a:pt x="667034" y="0"/>
                </a:lnTo>
                <a:lnTo>
                  <a:pt x="667034" y="13472"/>
                </a:lnTo>
                <a:lnTo>
                  <a:pt x="655375" y="13472"/>
                </a:lnTo>
                <a:moveTo>
                  <a:pt x="655375" y="94950"/>
                </a:moveTo>
                <a:lnTo>
                  <a:pt x="655375" y="26166"/>
                </a:lnTo>
                <a:lnTo>
                  <a:pt x="667034" y="26166"/>
                </a:lnTo>
                <a:lnTo>
                  <a:pt x="667034" y="94950"/>
                </a:lnTo>
                <a:lnTo>
                  <a:pt x="655375" y="94950"/>
                </a:lnTo>
                <a:close/>
                <a:moveTo>
                  <a:pt x="684758" y="94950"/>
                </a:moveTo>
                <a:lnTo>
                  <a:pt x="684758" y="26166"/>
                </a:lnTo>
                <a:lnTo>
                  <a:pt x="695250" y="26166"/>
                </a:lnTo>
                <a:lnTo>
                  <a:pt x="695250" y="35881"/>
                </a:lnTo>
                <a:cubicBezTo>
                  <a:pt x="700302" y="28368"/>
                  <a:pt x="707599" y="24612"/>
                  <a:pt x="717142" y="24612"/>
                </a:cubicBezTo>
                <a:cubicBezTo>
                  <a:pt x="721287" y="24612"/>
                  <a:pt x="725098" y="25357"/>
                  <a:pt x="728574" y="26846"/>
                </a:cubicBezTo>
                <a:cubicBezTo>
                  <a:pt x="732049" y="28336"/>
                  <a:pt x="734651" y="30290"/>
                  <a:pt x="736378" y="32708"/>
                </a:cubicBezTo>
                <a:cubicBezTo>
                  <a:pt x="738105" y="35126"/>
                  <a:pt x="739314" y="37997"/>
                  <a:pt x="740005" y="41322"/>
                </a:cubicBezTo>
                <a:cubicBezTo>
                  <a:pt x="740437" y="43481"/>
                  <a:pt x="740653" y="47259"/>
                  <a:pt x="740653" y="52656"/>
                </a:cubicBezTo>
                <a:lnTo>
                  <a:pt x="740653" y="94950"/>
                </a:lnTo>
                <a:lnTo>
                  <a:pt x="728995" y="94950"/>
                </a:lnTo>
                <a:lnTo>
                  <a:pt x="728995" y="53065"/>
                </a:lnTo>
                <a:cubicBezTo>
                  <a:pt x="728995" y="48310"/>
                  <a:pt x="728541" y="44755"/>
                  <a:pt x="727634" y="42399"/>
                </a:cubicBezTo>
                <a:cubicBezTo>
                  <a:pt x="726728" y="40043"/>
                  <a:pt x="725119" y="38163"/>
                  <a:pt x="722809" y="36758"/>
                </a:cubicBezTo>
                <a:cubicBezTo>
                  <a:pt x="720499" y="35353"/>
                  <a:pt x="717790" y="34651"/>
                  <a:pt x="714681" y="34651"/>
                </a:cubicBezTo>
                <a:cubicBezTo>
                  <a:pt x="709715" y="34651"/>
                  <a:pt x="705430" y="36229"/>
                  <a:pt x="701824" y="39385"/>
                </a:cubicBezTo>
                <a:cubicBezTo>
                  <a:pt x="698219" y="42540"/>
                  <a:pt x="696416" y="48526"/>
                  <a:pt x="696416" y="57344"/>
                </a:cubicBezTo>
                <a:lnTo>
                  <a:pt x="696416" y="94950"/>
                </a:lnTo>
                <a:lnTo>
                  <a:pt x="684758" y="94950"/>
                </a:lnTo>
                <a:close/>
                <a:moveTo>
                  <a:pt x="795448" y="13472"/>
                </a:moveTo>
                <a:lnTo>
                  <a:pt x="795448" y="0"/>
                </a:lnTo>
                <a:lnTo>
                  <a:pt x="807107" y="0"/>
                </a:lnTo>
                <a:lnTo>
                  <a:pt x="807107" y="13472"/>
                </a:lnTo>
                <a:lnTo>
                  <a:pt x="795448" y="13472"/>
                </a:lnTo>
                <a:moveTo>
                  <a:pt x="795448" y="94950"/>
                </a:moveTo>
                <a:lnTo>
                  <a:pt x="795448" y="26166"/>
                </a:lnTo>
                <a:lnTo>
                  <a:pt x="807107" y="26166"/>
                </a:lnTo>
                <a:lnTo>
                  <a:pt x="807107" y="94950"/>
                </a:lnTo>
                <a:lnTo>
                  <a:pt x="795448" y="94950"/>
                </a:lnTo>
                <a:close/>
                <a:moveTo>
                  <a:pt x="824831" y="94950"/>
                </a:moveTo>
                <a:lnTo>
                  <a:pt x="824831" y="26166"/>
                </a:lnTo>
                <a:lnTo>
                  <a:pt x="835323" y="26166"/>
                </a:lnTo>
                <a:lnTo>
                  <a:pt x="835323" y="35881"/>
                </a:lnTo>
                <a:cubicBezTo>
                  <a:pt x="840375" y="28368"/>
                  <a:pt x="847672" y="24612"/>
                  <a:pt x="857215" y="24612"/>
                </a:cubicBezTo>
                <a:cubicBezTo>
                  <a:pt x="861360" y="24612"/>
                  <a:pt x="865170" y="25357"/>
                  <a:pt x="868646" y="26846"/>
                </a:cubicBezTo>
                <a:cubicBezTo>
                  <a:pt x="872122" y="28336"/>
                  <a:pt x="874724" y="30290"/>
                  <a:pt x="876451" y="32708"/>
                </a:cubicBezTo>
                <a:cubicBezTo>
                  <a:pt x="878178" y="35126"/>
                  <a:pt x="879387" y="37997"/>
                  <a:pt x="880078" y="41322"/>
                </a:cubicBezTo>
                <a:cubicBezTo>
                  <a:pt x="880509" y="43481"/>
                  <a:pt x="880725" y="47259"/>
                  <a:pt x="880725" y="52656"/>
                </a:cubicBezTo>
                <a:lnTo>
                  <a:pt x="880725" y="94950"/>
                </a:lnTo>
                <a:lnTo>
                  <a:pt x="869067" y="94950"/>
                </a:lnTo>
                <a:lnTo>
                  <a:pt x="869067" y="53065"/>
                </a:lnTo>
                <a:cubicBezTo>
                  <a:pt x="869067" y="48310"/>
                  <a:pt x="868614" y="44755"/>
                  <a:pt x="867707" y="42399"/>
                </a:cubicBezTo>
                <a:cubicBezTo>
                  <a:pt x="866800" y="40043"/>
                  <a:pt x="865192" y="38163"/>
                  <a:pt x="862882" y="36758"/>
                </a:cubicBezTo>
                <a:cubicBezTo>
                  <a:pt x="860572" y="35353"/>
                  <a:pt x="857862" y="34651"/>
                  <a:pt x="854753" y="34651"/>
                </a:cubicBezTo>
                <a:cubicBezTo>
                  <a:pt x="849788" y="34651"/>
                  <a:pt x="845502" y="36229"/>
                  <a:pt x="841897" y="39385"/>
                </a:cubicBezTo>
                <a:cubicBezTo>
                  <a:pt x="838292" y="42540"/>
                  <a:pt x="836489" y="48526"/>
                  <a:pt x="836489" y="57344"/>
                </a:cubicBezTo>
                <a:lnTo>
                  <a:pt x="836489" y="94950"/>
                </a:lnTo>
                <a:lnTo>
                  <a:pt x="824831" y="94950"/>
                </a:lnTo>
                <a:close/>
                <a:moveTo>
                  <a:pt x="945668" y="72799"/>
                </a:moveTo>
                <a:lnTo>
                  <a:pt x="957714" y="74289"/>
                </a:lnTo>
                <a:cubicBezTo>
                  <a:pt x="955815" y="81327"/>
                  <a:pt x="952296" y="86789"/>
                  <a:pt x="947157" y="90675"/>
                </a:cubicBezTo>
                <a:cubicBezTo>
                  <a:pt x="942019" y="94561"/>
                  <a:pt x="935456" y="96504"/>
                  <a:pt x="927468" y="96504"/>
                </a:cubicBezTo>
                <a:cubicBezTo>
                  <a:pt x="917407" y="96504"/>
                  <a:pt x="909430" y="93406"/>
                  <a:pt x="903536" y="87210"/>
                </a:cubicBezTo>
                <a:cubicBezTo>
                  <a:pt x="897642" y="81014"/>
                  <a:pt x="894695" y="72324"/>
                  <a:pt x="894695" y="61141"/>
                </a:cubicBezTo>
                <a:cubicBezTo>
                  <a:pt x="894695" y="49569"/>
                  <a:pt x="897675" y="40588"/>
                  <a:pt x="903633" y="34198"/>
                </a:cubicBezTo>
                <a:cubicBezTo>
                  <a:pt x="909592" y="27807"/>
                  <a:pt x="917321" y="24612"/>
                  <a:pt x="926820" y="24612"/>
                </a:cubicBezTo>
                <a:cubicBezTo>
                  <a:pt x="936017" y="24612"/>
                  <a:pt x="943530" y="27738"/>
                  <a:pt x="949359" y="33989"/>
                </a:cubicBezTo>
                <a:cubicBezTo>
                  <a:pt x="955188" y="40239"/>
                  <a:pt x="958103" y="49033"/>
                  <a:pt x="958103" y="60370"/>
                </a:cubicBezTo>
                <a:cubicBezTo>
                  <a:pt x="958103" y="61059"/>
                  <a:pt x="958081" y="62094"/>
                  <a:pt x="958038" y="63473"/>
                </a:cubicBezTo>
                <a:lnTo>
                  <a:pt x="906742" y="63473"/>
                </a:lnTo>
                <a:cubicBezTo>
                  <a:pt x="907174" y="71007"/>
                  <a:pt x="909311" y="76777"/>
                  <a:pt x="913154" y="80782"/>
                </a:cubicBezTo>
                <a:cubicBezTo>
                  <a:pt x="916997" y="84787"/>
                  <a:pt x="921790" y="86789"/>
                  <a:pt x="927533" y="86789"/>
                </a:cubicBezTo>
                <a:cubicBezTo>
                  <a:pt x="931807" y="86789"/>
                  <a:pt x="935456" y="85677"/>
                  <a:pt x="938478" y="83454"/>
                </a:cubicBezTo>
                <a:cubicBezTo>
                  <a:pt x="941501" y="81229"/>
                  <a:pt x="943897" y="77677"/>
                  <a:pt x="945668" y="72799"/>
                </a:cubicBezTo>
                <a:moveTo>
                  <a:pt x="907390" y="53757"/>
                </a:moveTo>
                <a:lnTo>
                  <a:pt x="945797" y="53757"/>
                </a:lnTo>
                <a:cubicBezTo>
                  <a:pt x="945279" y="48066"/>
                  <a:pt x="943811" y="43797"/>
                  <a:pt x="941393" y="40952"/>
                </a:cubicBezTo>
                <a:cubicBezTo>
                  <a:pt x="937680" y="36535"/>
                  <a:pt x="932865" y="34327"/>
                  <a:pt x="926950" y="34327"/>
                </a:cubicBezTo>
                <a:cubicBezTo>
                  <a:pt x="921595" y="34327"/>
                  <a:pt x="917094" y="36090"/>
                  <a:pt x="913446" y="39616"/>
                </a:cubicBezTo>
                <a:cubicBezTo>
                  <a:pt x="909797" y="43140"/>
                  <a:pt x="907778" y="47854"/>
                  <a:pt x="907390" y="53757"/>
                </a:cubicBezTo>
                <a:close/>
                <a:moveTo>
                  <a:pt x="972202" y="94950"/>
                </a:moveTo>
                <a:lnTo>
                  <a:pt x="972202" y="26166"/>
                </a:lnTo>
                <a:lnTo>
                  <a:pt x="982695" y="26166"/>
                </a:lnTo>
                <a:lnTo>
                  <a:pt x="982695" y="36529"/>
                </a:lnTo>
                <a:cubicBezTo>
                  <a:pt x="985372" y="31677"/>
                  <a:pt x="987844" y="28478"/>
                  <a:pt x="990111" y="26931"/>
                </a:cubicBezTo>
                <a:cubicBezTo>
                  <a:pt x="992378" y="25385"/>
                  <a:pt x="994871" y="24612"/>
                  <a:pt x="997591" y="24612"/>
                </a:cubicBezTo>
                <a:cubicBezTo>
                  <a:pt x="1001521" y="24612"/>
                  <a:pt x="1005515" y="25859"/>
                  <a:pt x="1009574" y="28352"/>
                </a:cubicBezTo>
                <a:lnTo>
                  <a:pt x="1005558" y="39120"/>
                </a:lnTo>
                <a:cubicBezTo>
                  <a:pt x="1002708" y="37436"/>
                  <a:pt x="999858" y="36594"/>
                  <a:pt x="997009" y="36594"/>
                </a:cubicBezTo>
                <a:cubicBezTo>
                  <a:pt x="994461" y="36594"/>
                  <a:pt x="992172" y="37362"/>
                  <a:pt x="990143" y="38897"/>
                </a:cubicBezTo>
                <a:cubicBezTo>
                  <a:pt x="988114" y="40431"/>
                  <a:pt x="986667" y="42560"/>
                  <a:pt x="985804" y="45283"/>
                </a:cubicBezTo>
                <a:cubicBezTo>
                  <a:pt x="984508" y="49432"/>
                  <a:pt x="983861" y="53971"/>
                  <a:pt x="983861" y="58898"/>
                </a:cubicBezTo>
                <a:lnTo>
                  <a:pt x="983861" y="94950"/>
                </a:lnTo>
                <a:lnTo>
                  <a:pt x="972202" y="94950"/>
                </a:lnTo>
                <a:close/>
                <a:moveTo>
                  <a:pt x="1041956" y="84652"/>
                </a:moveTo>
                <a:lnTo>
                  <a:pt x="1043640" y="94950"/>
                </a:lnTo>
                <a:cubicBezTo>
                  <a:pt x="1040359" y="95554"/>
                  <a:pt x="1037423" y="95857"/>
                  <a:pt x="1034832" y="95857"/>
                </a:cubicBezTo>
                <a:cubicBezTo>
                  <a:pt x="1030600" y="95857"/>
                  <a:pt x="1027319" y="95187"/>
                  <a:pt x="1024987" y="93849"/>
                </a:cubicBezTo>
                <a:cubicBezTo>
                  <a:pt x="1022656" y="92510"/>
                  <a:pt x="1021015" y="90751"/>
                  <a:pt x="1020065" y="88570"/>
                </a:cubicBezTo>
                <a:cubicBezTo>
                  <a:pt x="1019115" y="86390"/>
                  <a:pt x="1018640" y="81802"/>
                  <a:pt x="1018640" y="74807"/>
                </a:cubicBezTo>
                <a:lnTo>
                  <a:pt x="1018640" y="35234"/>
                </a:lnTo>
                <a:lnTo>
                  <a:pt x="1010091" y="35234"/>
                </a:lnTo>
                <a:lnTo>
                  <a:pt x="1010091" y="26166"/>
                </a:lnTo>
                <a:lnTo>
                  <a:pt x="1018640" y="26166"/>
                </a:lnTo>
                <a:lnTo>
                  <a:pt x="1018640" y="9086"/>
                </a:lnTo>
                <a:lnTo>
                  <a:pt x="1030233" y="2073"/>
                </a:lnTo>
                <a:lnTo>
                  <a:pt x="1030233" y="26166"/>
                </a:lnTo>
                <a:lnTo>
                  <a:pt x="1041956" y="26166"/>
                </a:lnTo>
                <a:lnTo>
                  <a:pt x="1041956" y="35234"/>
                </a:lnTo>
                <a:lnTo>
                  <a:pt x="1030233" y="35234"/>
                </a:lnTo>
                <a:lnTo>
                  <a:pt x="1030233" y="75455"/>
                </a:lnTo>
                <a:cubicBezTo>
                  <a:pt x="1030233" y="78779"/>
                  <a:pt x="1030438" y="80917"/>
                  <a:pt x="1030849" y="81867"/>
                </a:cubicBezTo>
                <a:cubicBezTo>
                  <a:pt x="1031259" y="82817"/>
                  <a:pt x="1031928" y="83572"/>
                  <a:pt x="1032856" y="84134"/>
                </a:cubicBezTo>
                <a:cubicBezTo>
                  <a:pt x="1033785" y="84695"/>
                  <a:pt x="1035113" y="84976"/>
                  <a:pt x="1036840" y="84976"/>
                </a:cubicBezTo>
                <a:cubicBezTo>
                  <a:pt x="1038135" y="84976"/>
                  <a:pt x="1039841" y="84868"/>
                  <a:pt x="1041956" y="84652"/>
                </a:cubicBezTo>
                <a:close/>
                <a:moveTo>
                  <a:pt x="1053442" y="13472"/>
                </a:moveTo>
                <a:lnTo>
                  <a:pt x="1053442" y="0"/>
                </a:lnTo>
                <a:lnTo>
                  <a:pt x="1065100" y="0"/>
                </a:lnTo>
                <a:lnTo>
                  <a:pt x="1065100" y="13472"/>
                </a:lnTo>
                <a:lnTo>
                  <a:pt x="1053442" y="13472"/>
                </a:lnTo>
                <a:moveTo>
                  <a:pt x="1053442" y="94950"/>
                </a:moveTo>
                <a:lnTo>
                  <a:pt x="1053442" y="26166"/>
                </a:lnTo>
                <a:lnTo>
                  <a:pt x="1065100" y="26166"/>
                </a:lnTo>
                <a:lnTo>
                  <a:pt x="1065100" y="94950"/>
                </a:lnTo>
                <a:lnTo>
                  <a:pt x="1053442" y="94950"/>
                </a:lnTo>
                <a:close/>
                <a:moveTo>
                  <a:pt x="1127709" y="86457"/>
                </a:moveTo>
                <a:cubicBezTo>
                  <a:pt x="1123391" y="90130"/>
                  <a:pt x="1119235" y="92723"/>
                  <a:pt x="1115241" y="94235"/>
                </a:cubicBezTo>
                <a:cubicBezTo>
                  <a:pt x="1111247" y="95748"/>
                  <a:pt x="1106962" y="96504"/>
                  <a:pt x="1102385" y="96504"/>
                </a:cubicBezTo>
                <a:cubicBezTo>
                  <a:pt x="1094829" y="96504"/>
                  <a:pt x="1089021" y="94657"/>
                  <a:pt x="1084962" y="90963"/>
                </a:cubicBezTo>
                <a:cubicBezTo>
                  <a:pt x="1080903" y="87268"/>
                  <a:pt x="1078874" y="82547"/>
                  <a:pt x="1078874" y="76801"/>
                </a:cubicBezTo>
                <a:cubicBezTo>
                  <a:pt x="1078874" y="73431"/>
                  <a:pt x="1079640" y="70354"/>
                  <a:pt x="1081173" y="67567"/>
                </a:cubicBezTo>
                <a:cubicBezTo>
                  <a:pt x="1082706" y="64779"/>
                  <a:pt x="1084714" y="62543"/>
                  <a:pt x="1087197" y="60858"/>
                </a:cubicBezTo>
                <a:cubicBezTo>
                  <a:pt x="1089679" y="59172"/>
                  <a:pt x="1092475" y="57898"/>
                  <a:pt x="1095584" y="57034"/>
                </a:cubicBezTo>
                <a:cubicBezTo>
                  <a:pt x="1097873" y="56428"/>
                  <a:pt x="1101327" y="55845"/>
                  <a:pt x="1105947" y="55284"/>
                </a:cubicBezTo>
                <a:cubicBezTo>
                  <a:pt x="1115360" y="54169"/>
                  <a:pt x="1122290" y="52840"/>
                  <a:pt x="1126738" y="51296"/>
                </a:cubicBezTo>
                <a:cubicBezTo>
                  <a:pt x="1126781" y="49705"/>
                  <a:pt x="1126802" y="48695"/>
                  <a:pt x="1126802" y="48264"/>
                </a:cubicBezTo>
                <a:cubicBezTo>
                  <a:pt x="1126802" y="43532"/>
                  <a:pt x="1125701" y="40199"/>
                  <a:pt x="1123499" y="38264"/>
                </a:cubicBezTo>
                <a:cubicBezTo>
                  <a:pt x="1120520" y="35639"/>
                  <a:pt x="1116094" y="34327"/>
                  <a:pt x="1110222" y="34327"/>
                </a:cubicBezTo>
                <a:cubicBezTo>
                  <a:pt x="1104738" y="34327"/>
                  <a:pt x="1100690" y="35288"/>
                  <a:pt x="1098078" y="37209"/>
                </a:cubicBezTo>
                <a:cubicBezTo>
                  <a:pt x="1095465" y="39131"/>
                  <a:pt x="1093533" y="42531"/>
                  <a:pt x="1092281" y="47410"/>
                </a:cubicBezTo>
                <a:lnTo>
                  <a:pt x="1080882" y="45856"/>
                </a:lnTo>
                <a:cubicBezTo>
                  <a:pt x="1081918" y="40962"/>
                  <a:pt x="1083624" y="37010"/>
                  <a:pt x="1085998" y="33999"/>
                </a:cubicBezTo>
                <a:cubicBezTo>
                  <a:pt x="1088373" y="30989"/>
                  <a:pt x="1091806" y="28672"/>
                  <a:pt x="1096297" y="27049"/>
                </a:cubicBezTo>
                <a:cubicBezTo>
                  <a:pt x="1100787" y="25424"/>
                  <a:pt x="1105990" y="24612"/>
                  <a:pt x="1111906" y="24612"/>
                </a:cubicBezTo>
                <a:cubicBezTo>
                  <a:pt x="1117778" y="24612"/>
                  <a:pt x="1122549" y="25303"/>
                  <a:pt x="1126219" y="26684"/>
                </a:cubicBezTo>
                <a:cubicBezTo>
                  <a:pt x="1129890" y="28066"/>
                  <a:pt x="1132588" y="29804"/>
                  <a:pt x="1134315" y="31898"/>
                </a:cubicBezTo>
                <a:cubicBezTo>
                  <a:pt x="1136043" y="33992"/>
                  <a:pt x="1137252" y="36637"/>
                  <a:pt x="1137942" y="39832"/>
                </a:cubicBezTo>
                <a:cubicBezTo>
                  <a:pt x="1138331" y="41819"/>
                  <a:pt x="1138525" y="45402"/>
                  <a:pt x="1138525" y="50584"/>
                </a:cubicBezTo>
                <a:lnTo>
                  <a:pt x="1138525" y="66128"/>
                </a:lnTo>
                <a:cubicBezTo>
                  <a:pt x="1138525" y="76966"/>
                  <a:pt x="1138774" y="83821"/>
                  <a:pt x="1139270" y="86692"/>
                </a:cubicBezTo>
                <a:cubicBezTo>
                  <a:pt x="1139767" y="89563"/>
                  <a:pt x="1140749" y="92316"/>
                  <a:pt x="1142217" y="94950"/>
                </a:cubicBezTo>
                <a:lnTo>
                  <a:pt x="1130041" y="94950"/>
                </a:lnTo>
                <a:cubicBezTo>
                  <a:pt x="1128832" y="92529"/>
                  <a:pt x="1128055" y="89698"/>
                  <a:pt x="1127709" y="86457"/>
                </a:cubicBezTo>
                <a:moveTo>
                  <a:pt x="1126738" y="60364"/>
                </a:moveTo>
                <a:cubicBezTo>
                  <a:pt x="1122506" y="62106"/>
                  <a:pt x="1116159" y="63586"/>
                  <a:pt x="1107696" y="64804"/>
                </a:cubicBezTo>
                <a:cubicBezTo>
                  <a:pt x="1102903" y="65498"/>
                  <a:pt x="1099513" y="66279"/>
                  <a:pt x="1097527" y="67146"/>
                </a:cubicBezTo>
                <a:cubicBezTo>
                  <a:pt x="1095541" y="68012"/>
                  <a:pt x="1094008" y="69281"/>
                  <a:pt x="1092929" y="70951"/>
                </a:cubicBezTo>
                <a:cubicBezTo>
                  <a:pt x="1091849" y="72620"/>
                  <a:pt x="1091309" y="74474"/>
                  <a:pt x="1091309" y="76511"/>
                </a:cubicBezTo>
                <a:cubicBezTo>
                  <a:pt x="1091309" y="79632"/>
                  <a:pt x="1092486" y="82234"/>
                  <a:pt x="1094839" y="84316"/>
                </a:cubicBezTo>
                <a:cubicBezTo>
                  <a:pt x="1097193" y="86396"/>
                  <a:pt x="1100636" y="87437"/>
                  <a:pt x="1105170" y="87437"/>
                </a:cubicBezTo>
                <a:cubicBezTo>
                  <a:pt x="1109660" y="87437"/>
                  <a:pt x="1113654" y="86450"/>
                  <a:pt x="1117152" y="84476"/>
                </a:cubicBezTo>
                <a:cubicBezTo>
                  <a:pt x="1120649" y="82502"/>
                  <a:pt x="1123218" y="79801"/>
                  <a:pt x="1124859" y="76374"/>
                </a:cubicBezTo>
                <a:cubicBezTo>
                  <a:pt x="1126111" y="73726"/>
                  <a:pt x="1126738" y="69821"/>
                  <a:pt x="1126738" y="64659"/>
                </a:cubicBezTo>
                <a:lnTo>
                  <a:pt x="1126738" y="60364"/>
                </a:lnTo>
                <a:close/>
                <a:moveTo>
                  <a:pt x="1156316" y="94950"/>
                </a:moveTo>
                <a:lnTo>
                  <a:pt x="1156316" y="0"/>
                </a:lnTo>
                <a:lnTo>
                  <a:pt x="1167974" y="0"/>
                </a:lnTo>
                <a:lnTo>
                  <a:pt x="1167974" y="94950"/>
                </a:lnTo>
                <a:lnTo>
                  <a:pt x="1156316" y="94950"/>
                </a:lnTo>
                <a:close/>
                <a:moveTo>
                  <a:pt x="1222898" y="94950"/>
                </a:moveTo>
                <a:lnTo>
                  <a:pt x="1222898" y="26166"/>
                </a:lnTo>
                <a:lnTo>
                  <a:pt x="1233390" y="26166"/>
                </a:lnTo>
                <a:lnTo>
                  <a:pt x="1233390" y="35881"/>
                </a:lnTo>
                <a:cubicBezTo>
                  <a:pt x="1238442" y="28368"/>
                  <a:pt x="1245739" y="24612"/>
                  <a:pt x="1255282" y="24612"/>
                </a:cubicBezTo>
                <a:cubicBezTo>
                  <a:pt x="1259427" y="24612"/>
                  <a:pt x="1263237" y="25357"/>
                  <a:pt x="1266713" y="26846"/>
                </a:cubicBezTo>
                <a:cubicBezTo>
                  <a:pt x="1270189" y="28336"/>
                  <a:pt x="1272791" y="30290"/>
                  <a:pt x="1274518" y="32708"/>
                </a:cubicBezTo>
                <a:cubicBezTo>
                  <a:pt x="1276245" y="35126"/>
                  <a:pt x="1277454" y="37997"/>
                  <a:pt x="1278145" y="41322"/>
                </a:cubicBezTo>
                <a:cubicBezTo>
                  <a:pt x="1278577" y="43481"/>
                  <a:pt x="1278793" y="47259"/>
                  <a:pt x="1278793" y="52656"/>
                </a:cubicBezTo>
                <a:lnTo>
                  <a:pt x="1278793" y="94950"/>
                </a:lnTo>
                <a:lnTo>
                  <a:pt x="1267134" y="94950"/>
                </a:lnTo>
                <a:lnTo>
                  <a:pt x="1267134" y="53065"/>
                </a:lnTo>
                <a:cubicBezTo>
                  <a:pt x="1267134" y="48310"/>
                  <a:pt x="1266681" y="44755"/>
                  <a:pt x="1265774" y="42399"/>
                </a:cubicBezTo>
                <a:cubicBezTo>
                  <a:pt x="1264867" y="40043"/>
                  <a:pt x="1263259" y="38163"/>
                  <a:pt x="1260949" y="36758"/>
                </a:cubicBezTo>
                <a:cubicBezTo>
                  <a:pt x="1258639" y="35353"/>
                  <a:pt x="1255929" y="34651"/>
                  <a:pt x="1252821" y="34651"/>
                </a:cubicBezTo>
                <a:cubicBezTo>
                  <a:pt x="1247855" y="34651"/>
                  <a:pt x="1243570" y="36229"/>
                  <a:pt x="1239964" y="39385"/>
                </a:cubicBezTo>
                <a:cubicBezTo>
                  <a:pt x="1236359" y="42540"/>
                  <a:pt x="1234556" y="48526"/>
                  <a:pt x="1234556" y="57344"/>
                </a:cubicBezTo>
                <a:lnTo>
                  <a:pt x="1234556" y="94950"/>
                </a:lnTo>
                <a:lnTo>
                  <a:pt x="1222898" y="94950"/>
                </a:lnTo>
                <a:close/>
                <a:moveTo>
                  <a:pt x="1341532" y="86457"/>
                </a:moveTo>
                <a:cubicBezTo>
                  <a:pt x="1337215" y="90130"/>
                  <a:pt x="1333059" y="92723"/>
                  <a:pt x="1329065" y="94235"/>
                </a:cubicBezTo>
                <a:cubicBezTo>
                  <a:pt x="1325071" y="95748"/>
                  <a:pt x="1320785" y="96504"/>
                  <a:pt x="1316208" y="96504"/>
                </a:cubicBezTo>
                <a:cubicBezTo>
                  <a:pt x="1308652" y="96504"/>
                  <a:pt x="1302844" y="94657"/>
                  <a:pt x="1298785" y="90963"/>
                </a:cubicBezTo>
                <a:cubicBezTo>
                  <a:pt x="1294727" y="87268"/>
                  <a:pt x="1292697" y="82547"/>
                  <a:pt x="1292697" y="76801"/>
                </a:cubicBezTo>
                <a:cubicBezTo>
                  <a:pt x="1292697" y="73431"/>
                  <a:pt x="1293464" y="70354"/>
                  <a:pt x="1294997" y="67567"/>
                </a:cubicBezTo>
                <a:cubicBezTo>
                  <a:pt x="1296529" y="64779"/>
                  <a:pt x="1298537" y="62543"/>
                  <a:pt x="1301020" y="60858"/>
                </a:cubicBezTo>
                <a:cubicBezTo>
                  <a:pt x="1303503" y="59172"/>
                  <a:pt x="1306299" y="57898"/>
                  <a:pt x="1309407" y="57034"/>
                </a:cubicBezTo>
                <a:cubicBezTo>
                  <a:pt x="1311696" y="56428"/>
                  <a:pt x="1315150" y="55845"/>
                  <a:pt x="1319770" y="55284"/>
                </a:cubicBezTo>
                <a:cubicBezTo>
                  <a:pt x="1329183" y="54169"/>
                  <a:pt x="1336113" y="52840"/>
                  <a:pt x="1340561" y="51296"/>
                </a:cubicBezTo>
                <a:cubicBezTo>
                  <a:pt x="1340604" y="49705"/>
                  <a:pt x="1340626" y="48695"/>
                  <a:pt x="1340626" y="48264"/>
                </a:cubicBezTo>
                <a:cubicBezTo>
                  <a:pt x="1340626" y="43532"/>
                  <a:pt x="1339525" y="40199"/>
                  <a:pt x="1337322" y="38264"/>
                </a:cubicBezTo>
                <a:cubicBezTo>
                  <a:pt x="1334343" y="35639"/>
                  <a:pt x="1329917" y="34327"/>
                  <a:pt x="1324045" y="34327"/>
                </a:cubicBezTo>
                <a:cubicBezTo>
                  <a:pt x="1318561" y="34327"/>
                  <a:pt x="1314513" y="35288"/>
                  <a:pt x="1311901" y="37209"/>
                </a:cubicBezTo>
                <a:cubicBezTo>
                  <a:pt x="1309289" y="39131"/>
                  <a:pt x="1307356" y="42531"/>
                  <a:pt x="1306104" y="47410"/>
                </a:cubicBezTo>
                <a:lnTo>
                  <a:pt x="1294705" y="45856"/>
                </a:lnTo>
                <a:cubicBezTo>
                  <a:pt x="1295741" y="40962"/>
                  <a:pt x="1297447" y="37010"/>
                  <a:pt x="1299822" y="33999"/>
                </a:cubicBezTo>
                <a:cubicBezTo>
                  <a:pt x="1302197" y="30989"/>
                  <a:pt x="1305629" y="28672"/>
                  <a:pt x="1310120" y="27049"/>
                </a:cubicBezTo>
                <a:cubicBezTo>
                  <a:pt x="1314610" y="25424"/>
                  <a:pt x="1319814" y="24612"/>
                  <a:pt x="1325729" y="24612"/>
                </a:cubicBezTo>
                <a:cubicBezTo>
                  <a:pt x="1331601" y="24612"/>
                  <a:pt x="1336373" y="25303"/>
                  <a:pt x="1340043" y="26684"/>
                </a:cubicBezTo>
                <a:cubicBezTo>
                  <a:pt x="1343713" y="28066"/>
                  <a:pt x="1346412" y="29804"/>
                  <a:pt x="1348139" y="31898"/>
                </a:cubicBezTo>
                <a:cubicBezTo>
                  <a:pt x="1349866" y="33992"/>
                  <a:pt x="1351075" y="36637"/>
                  <a:pt x="1351766" y="39832"/>
                </a:cubicBezTo>
                <a:cubicBezTo>
                  <a:pt x="1352154" y="41819"/>
                  <a:pt x="1352349" y="45402"/>
                  <a:pt x="1352349" y="50584"/>
                </a:cubicBezTo>
                <a:lnTo>
                  <a:pt x="1352349" y="66128"/>
                </a:lnTo>
                <a:cubicBezTo>
                  <a:pt x="1352349" y="76966"/>
                  <a:pt x="1352597" y="83821"/>
                  <a:pt x="1353093" y="86692"/>
                </a:cubicBezTo>
                <a:cubicBezTo>
                  <a:pt x="1353590" y="89563"/>
                  <a:pt x="1354572" y="92316"/>
                  <a:pt x="1356040" y="94950"/>
                </a:cubicBezTo>
                <a:lnTo>
                  <a:pt x="1343864" y="94950"/>
                </a:lnTo>
                <a:cubicBezTo>
                  <a:pt x="1342655" y="92529"/>
                  <a:pt x="1341878" y="89698"/>
                  <a:pt x="1341532" y="86457"/>
                </a:cubicBezTo>
                <a:moveTo>
                  <a:pt x="1340561" y="60364"/>
                </a:moveTo>
                <a:cubicBezTo>
                  <a:pt x="1336329" y="62106"/>
                  <a:pt x="1329982" y="63586"/>
                  <a:pt x="1321519" y="64804"/>
                </a:cubicBezTo>
                <a:cubicBezTo>
                  <a:pt x="1316726" y="65498"/>
                  <a:pt x="1313337" y="66279"/>
                  <a:pt x="1311350" y="67146"/>
                </a:cubicBezTo>
                <a:cubicBezTo>
                  <a:pt x="1309364" y="68012"/>
                  <a:pt x="1307831" y="69281"/>
                  <a:pt x="1306752" y="70951"/>
                </a:cubicBezTo>
                <a:cubicBezTo>
                  <a:pt x="1305672" y="72620"/>
                  <a:pt x="1305133" y="74474"/>
                  <a:pt x="1305133" y="76511"/>
                </a:cubicBezTo>
                <a:cubicBezTo>
                  <a:pt x="1305133" y="79632"/>
                  <a:pt x="1306309" y="82234"/>
                  <a:pt x="1308663" y="84316"/>
                </a:cubicBezTo>
                <a:cubicBezTo>
                  <a:pt x="1311016" y="86396"/>
                  <a:pt x="1314459" y="87437"/>
                  <a:pt x="1318993" y="87437"/>
                </a:cubicBezTo>
                <a:cubicBezTo>
                  <a:pt x="1323484" y="87437"/>
                  <a:pt x="1327478" y="86450"/>
                  <a:pt x="1330975" y="84476"/>
                </a:cubicBezTo>
                <a:cubicBezTo>
                  <a:pt x="1334473" y="82502"/>
                  <a:pt x="1337042" y="79801"/>
                  <a:pt x="1338683" y="76374"/>
                </a:cubicBezTo>
                <a:cubicBezTo>
                  <a:pt x="1339935" y="73726"/>
                  <a:pt x="1340561" y="69821"/>
                  <a:pt x="1340561" y="64659"/>
                </a:cubicBezTo>
                <a:lnTo>
                  <a:pt x="1340561" y="60364"/>
                </a:lnTo>
                <a:close/>
                <a:moveTo>
                  <a:pt x="1389505" y="94950"/>
                </a:moveTo>
                <a:lnTo>
                  <a:pt x="1363339" y="26166"/>
                </a:lnTo>
                <a:lnTo>
                  <a:pt x="1375645" y="26166"/>
                </a:lnTo>
                <a:lnTo>
                  <a:pt x="1390412" y="67359"/>
                </a:lnTo>
                <a:cubicBezTo>
                  <a:pt x="1392010" y="71806"/>
                  <a:pt x="1393478" y="76426"/>
                  <a:pt x="1394816" y="81219"/>
                </a:cubicBezTo>
                <a:cubicBezTo>
                  <a:pt x="1395853" y="77592"/>
                  <a:pt x="1397299" y="73231"/>
                  <a:pt x="1399156" y="68136"/>
                </a:cubicBezTo>
                <a:lnTo>
                  <a:pt x="1414441" y="26166"/>
                </a:lnTo>
                <a:lnTo>
                  <a:pt x="1426423" y="26166"/>
                </a:lnTo>
                <a:lnTo>
                  <a:pt x="1400386" y="94950"/>
                </a:lnTo>
                <a:lnTo>
                  <a:pt x="1389505" y="94950"/>
                </a:lnTo>
                <a:close/>
                <a:moveTo>
                  <a:pt x="1436786" y="13472"/>
                </a:moveTo>
                <a:lnTo>
                  <a:pt x="1436786" y="0"/>
                </a:lnTo>
                <a:lnTo>
                  <a:pt x="1448444" y="0"/>
                </a:lnTo>
                <a:lnTo>
                  <a:pt x="1448444" y="13472"/>
                </a:lnTo>
                <a:lnTo>
                  <a:pt x="1436786" y="13472"/>
                </a:lnTo>
                <a:moveTo>
                  <a:pt x="1436786" y="94950"/>
                </a:moveTo>
                <a:lnTo>
                  <a:pt x="1436786" y="26166"/>
                </a:lnTo>
                <a:lnTo>
                  <a:pt x="1448444" y="26166"/>
                </a:lnTo>
                <a:lnTo>
                  <a:pt x="1448444" y="94950"/>
                </a:lnTo>
                <a:lnTo>
                  <a:pt x="1436786" y="94950"/>
                </a:lnTo>
                <a:close/>
                <a:moveTo>
                  <a:pt x="1464031" y="100649"/>
                </a:moveTo>
                <a:lnTo>
                  <a:pt x="1475366" y="102333"/>
                </a:lnTo>
                <a:cubicBezTo>
                  <a:pt x="1475841" y="105831"/>
                  <a:pt x="1477157" y="108378"/>
                  <a:pt x="1479316" y="109976"/>
                </a:cubicBezTo>
                <a:cubicBezTo>
                  <a:pt x="1482209" y="112135"/>
                  <a:pt x="1486160" y="113214"/>
                  <a:pt x="1491169" y="113214"/>
                </a:cubicBezTo>
                <a:cubicBezTo>
                  <a:pt x="1496566" y="113214"/>
                  <a:pt x="1500733" y="112132"/>
                  <a:pt x="1503669" y="109968"/>
                </a:cubicBezTo>
                <a:cubicBezTo>
                  <a:pt x="1506605" y="107805"/>
                  <a:pt x="1508592" y="104776"/>
                  <a:pt x="1509628" y="100880"/>
                </a:cubicBezTo>
                <a:cubicBezTo>
                  <a:pt x="1510232" y="98501"/>
                  <a:pt x="1510513" y="93503"/>
                  <a:pt x="1510470" y="85886"/>
                </a:cubicBezTo>
                <a:cubicBezTo>
                  <a:pt x="1505375" y="91929"/>
                  <a:pt x="1499027" y="94950"/>
                  <a:pt x="1491428" y="94950"/>
                </a:cubicBezTo>
                <a:cubicBezTo>
                  <a:pt x="1481972" y="94950"/>
                  <a:pt x="1474653" y="91539"/>
                  <a:pt x="1469472" y="84717"/>
                </a:cubicBezTo>
                <a:cubicBezTo>
                  <a:pt x="1464290" y="77894"/>
                  <a:pt x="1461699" y="69712"/>
                  <a:pt x="1461699" y="60169"/>
                </a:cubicBezTo>
                <a:cubicBezTo>
                  <a:pt x="1461699" y="53606"/>
                  <a:pt x="1462887" y="47551"/>
                  <a:pt x="1465262" y="42002"/>
                </a:cubicBezTo>
                <a:cubicBezTo>
                  <a:pt x="1467637" y="36454"/>
                  <a:pt x="1471080" y="32168"/>
                  <a:pt x="1475592" y="29146"/>
                </a:cubicBezTo>
                <a:cubicBezTo>
                  <a:pt x="1480104" y="26123"/>
                  <a:pt x="1485405" y="24612"/>
                  <a:pt x="1491493" y="24612"/>
                </a:cubicBezTo>
                <a:cubicBezTo>
                  <a:pt x="1499610" y="24612"/>
                  <a:pt x="1506303" y="27915"/>
                  <a:pt x="1511571" y="34521"/>
                </a:cubicBezTo>
                <a:lnTo>
                  <a:pt x="1511571" y="26166"/>
                </a:lnTo>
                <a:lnTo>
                  <a:pt x="1522322" y="26166"/>
                </a:lnTo>
                <a:lnTo>
                  <a:pt x="1522322" y="85664"/>
                </a:lnTo>
                <a:cubicBezTo>
                  <a:pt x="1522322" y="96379"/>
                  <a:pt x="1521232" y="103972"/>
                  <a:pt x="1519052" y="108444"/>
                </a:cubicBezTo>
                <a:cubicBezTo>
                  <a:pt x="1516871" y="112916"/>
                  <a:pt x="1513417" y="116447"/>
                  <a:pt x="1508689" y="119040"/>
                </a:cubicBezTo>
                <a:cubicBezTo>
                  <a:pt x="1503961" y="121633"/>
                  <a:pt x="1498142" y="122930"/>
                  <a:pt x="1491234" y="122930"/>
                </a:cubicBezTo>
                <a:cubicBezTo>
                  <a:pt x="1483030" y="122930"/>
                  <a:pt x="1476402" y="121078"/>
                  <a:pt x="1471350" y="117376"/>
                </a:cubicBezTo>
                <a:cubicBezTo>
                  <a:pt x="1466298" y="113673"/>
                  <a:pt x="1463858" y="108098"/>
                  <a:pt x="1464031" y="100649"/>
                </a:cubicBezTo>
                <a:moveTo>
                  <a:pt x="1473682" y="59330"/>
                </a:moveTo>
                <a:cubicBezTo>
                  <a:pt x="1473682" y="68331"/>
                  <a:pt x="1475473" y="74899"/>
                  <a:pt x="1479057" y="79033"/>
                </a:cubicBezTo>
                <a:cubicBezTo>
                  <a:pt x="1482641" y="83168"/>
                  <a:pt x="1487132" y="85235"/>
                  <a:pt x="1492529" y="85235"/>
                </a:cubicBezTo>
                <a:cubicBezTo>
                  <a:pt x="1497883" y="85235"/>
                  <a:pt x="1502374" y="83178"/>
                  <a:pt x="1506001" y="79066"/>
                </a:cubicBezTo>
                <a:cubicBezTo>
                  <a:pt x="1509628" y="74953"/>
                  <a:pt x="1511441" y="68503"/>
                  <a:pt x="1511441" y="59716"/>
                </a:cubicBezTo>
                <a:cubicBezTo>
                  <a:pt x="1511441" y="51318"/>
                  <a:pt x="1509574" y="44987"/>
                  <a:pt x="1505839" y="40723"/>
                </a:cubicBezTo>
                <a:cubicBezTo>
                  <a:pt x="1502104" y="36459"/>
                  <a:pt x="1497603" y="34327"/>
                  <a:pt x="1492335" y="34327"/>
                </a:cubicBezTo>
                <a:cubicBezTo>
                  <a:pt x="1487153" y="34327"/>
                  <a:pt x="1482749" y="36427"/>
                  <a:pt x="1479122" y="40626"/>
                </a:cubicBezTo>
                <a:cubicBezTo>
                  <a:pt x="1475495" y="44825"/>
                  <a:pt x="1473682" y="51059"/>
                  <a:pt x="1473682" y="59330"/>
                </a:cubicBezTo>
                <a:close/>
                <a:moveTo>
                  <a:pt x="1584803" y="86457"/>
                </a:moveTo>
                <a:cubicBezTo>
                  <a:pt x="1580485" y="90130"/>
                  <a:pt x="1576330" y="92723"/>
                  <a:pt x="1572336" y="94235"/>
                </a:cubicBezTo>
                <a:cubicBezTo>
                  <a:pt x="1568341" y="95748"/>
                  <a:pt x="1564056" y="96504"/>
                  <a:pt x="1559479" y="96504"/>
                </a:cubicBezTo>
                <a:cubicBezTo>
                  <a:pt x="1551923" y="96504"/>
                  <a:pt x="1546115" y="94657"/>
                  <a:pt x="1542056" y="90963"/>
                </a:cubicBezTo>
                <a:cubicBezTo>
                  <a:pt x="1537998" y="87268"/>
                  <a:pt x="1535968" y="82547"/>
                  <a:pt x="1535968" y="76801"/>
                </a:cubicBezTo>
                <a:cubicBezTo>
                  <a:pt x="1535968" y="73431"/>
                  <a:pt x="1536735" y="70354"/>
                  <a:pt x="1538268" y="67567"/>
                </a:cubicBezTo>
                <a:cubicBezTo>
                  <a:pt x="1539800" y="64779"/>
                  <a:pt x="1541808" y="62543"/>
                  <a:pt x="1544291" y="60858"/>
                </a:cubicBezTo>
                <a:cubicBezTo>
                  <a:pt x="1546774" y="59172"/>
                  <a:pt x="1549570" y="57898"/>
                  <a:pt x="1552678" y="57034"/>
                </a:cubicBezTo>
                <a:cubicBezTo>
                  <a:pt x="1554967" y="56428"/>
                  <a:pt x="1558421" y="55845"/>
                  <a:pt x="1563041" y="55284"/>
                </a:cubicBezTo>
                <a:cubicBezTo>
                  <a:pt x="1572454" y="54169"/>
                  <a:pt x="1579384" y="52840"/>
                  <a:pt x="1583832" y="51296"/>
                </a:cubicBezTo>
                <a:cubicBezTo>
                  <a:pt x="1583875" y="49705"/>
                  <a:pt x="1583897" y="48695"/>
                  <a:pt x="1583897" y="48264"/>
                </a:cubicBezTo>
                <a:cubicBezTo>
                  <a:pt x="1583897" y="43532"/>
                  <a:pt x="1582796" y="40199"/>
                  <a:pt x="1580593" y="38264"/>
                </a:cubicBezTo>
                <a:cubicBezTo>
                  <a:pt x="1577614" y="35639"/>
                  <a:pt x="1573188" y="34327"/>
                  <a:pt x="1567316" y="34327"/>
                </a:cubicBezTo>
                <a:cubicBezTo>
                  <a:pt x="1561832" y="34327"/>
                  <a:pt x="1557784" y="35288"/>
                  <a:pt x="1555172" y="37209"/>
                </a:cubicBezTo>
                <a:cubicBezTo>
                  <a:pt x="1552560" y="39131"/>
                  <a:pt x="1550627" y="42531"/>
                  <a:pt x="1549375" y="47410"/>
                </a:cubicBezTo>
                <a:lnTo>
                  <a:pt x="1537976" y="45856"/>
                </a:lnTo>
                <a:cubicBezTo>
                  <a:pt x="1539012" y="40962"/>
                  <a:pt x="1540718" y="37010"/>
                  <a:pt x="1543093" y="33999"/>
                </a:cubicBezTo>
                <a:cubicBezTo>
                  <a:pt x="1545468" y="30989"/>
                  <a:pt x="1548900" y="28672"/>
                  <a:pt x="1553391" y="27049"/>
                </a:cubicBezTo>
                <a:cubicBezTo>
                  <a:pt x="1557881" y="25424"/>
                  <a:pt x="1563084" y="24612"/>
                  <a:pt x="1569000" y="24612"/>
                </a:cubicBezTo>
                <a:cubicBezTo>
                  <a:pt x="1574872" y="24612"/>
                  <a:pt x="1579643" y="25303"/>
                  <a:pt x="1583314" y="26684"/>
                </a:cubicBezTo>
                <a:cubicBezTo>
                  <a:pt x="1586984" y="28066"/>
                  <a:pt x="1589683" y="29804"/>
                  <a:pt x="1591410" y="31898"/>
                </a:cubicBezTo>
                <a:cubicBezTo>
                  <a:pt x="1593137" y="33992"/>
                  <a:pt x="1594346" y="36637"/>
                  <a:pt x="1595037" y="39832"/>
                </a:cubicBezTo>
                <a:cubicBezTo>
                  <a:pt x="1595425" y="41819"/>
                  <a:pt x="1595620" y="45402"/>
                  <a:pt x="1595620" y="50584"/>
                </a:cubicBezTo>
                <a:lnTo>
                  <a:pt x="1595620" y="66128"/>
                </a:lnTo>
                <a:cubicBezTo>
                  <a:pt x="1595620" y="76966"/>
                  <a:pt x="1595868" y="83821"/>
                  <a:pt x="1596364" y="86692"/>
                </a:cubicBezTo>
                <a:cubicBezTo>
                  <a:pt x="1596861" y="89563"/>
                  <a:pt x="1597843" y="92316"/>
                  <a:pt x="1599311" y="94950"/>
                </a:cubicBezTo>
                <a:lnTo>
                  <a:pt x="1587135" y="94950"/>
                </a:lnTo>
                <a:cubicBezTo>
                  <a:pt x="1585926" y="92529"/>
                  <a:pt x="1585149" y="89698"/>
                  <a:pt x="1584803" y="86457"/>
                </a:cubicBezTo>
                <a:moveTo>
                  <a:pt x="1583832" y="60364"/>
                </a:moveTo>
                <a:cubicBezTo>
                  <a:pt x="1579600" y="62106"/>
                  <a:pt x="1573253" y="63586"/>
                  <a:pt x="1564790" y="64804"/>
                </a:cubicBezTo>
                <a:cubicBezTo>
                  <a:pt x="1559997" y="65498"/>
                  <a:pt x="1556608" y="66279"/>
                  <a:pt x="1554621" y="67146"/>
                </a:cubicBezTo>
                <a:cubicBezTo>
                  <a:pt x="1552635" y="68012"/>
                  <a:pt x="1551102" y="69281"/>
                  <a:pt x="1550023" y="70951"/>
                </a:cubicBezTo>
                <a:cubicBezTo>
                  <a:pt x="1548943" y="72620"/>
                  <a:pt x="1548404" y="74474"/>
                  <a:pt x="1548404" y="76511"/>
                </a:cubicBezTo>
                <a:cubicBezTo>
                  <a:pt x="1548404" y="79632"/>
                  <a:pt x="1549580" y="82234"/>
                  <a:pt x="1551934" y="84316"/>
                </a:cubicBezTo>
                <a:cubicBezTo>
                  <a:pt x="1554287" y="86396"/>
                  <a:pt x="1557730" y="87437"/>
                  <a:pt x="1562264" y="87437"/>
                </a:cubicBezTo>
                <a:cubicBezTo>
                  <a:pt x="1566755" y="87437"/>
                  <a:pt x="1570749" y="86450"/>
                  <a:pt x="1574246" y="84476"/>
                </a:cubicBezTo>
                <a:cubicBezTo>
                  <a:pt x="1577744" y="82502"/>
                  <a:pt x="1580313" y="79801"/>
                  <a:pt x="1581954" y="76374"/>
                </a:cubicBezTo>
                <a:cubicBezTo>
                  <a:pt x="1583206" y="73726"/>
                  <a:pt x="1583832" y="69821"/>
                  <a:pt x="1583832" y="64659"/>
                </a:cubicBezTo>
                <a:lnTo>
                  <a:pt x="1583832" y="60364"/>
                </a:lnTo>
                <a:close/>
                <a:moveTo>
                  <a:pt x="1639123" y="84652"/>
                </a:moveTo>
                <a:lnTo>
                  <a:pt x="1640807" y="94950"/>
                </a:lnTo>
                <a:cubicBezTo>
                  <a:pt x="1637525" y="95554"/>
                  <a:pt x="1634589" y="95857"/>
                  <a:pt x="1631999" y="95857"/>
                </a:cubicBezTo>
                <a:cubicBezTo>
                  <a:pt x="1627767" y="95857"/>
                  <a:pt x="1624485" y="95187"/>
                  <a:pt x="1622154" y="93849"/>
                </a:cubicBezTo>
                <a:cubicBezTo>
                  <a:pt x="1619822" y="92510"/>
                  <a:pt x="1618181" y="90751"/>
                  <a:pt x="1617231" y="88570"/>
                </a:cubicBezTo>
                <a:cubicBezTo>
                  <a:pt x="1616282" y="86390"/>
                  <a:pt x="1615807" y="81802"/>
                  <a:pt x="1615807" y="74807"/>
                </a:cubicBezTo>
                <a:lnTo>
                  <a:pt x="1615807" y="35234"/>
                </a:lnTo>
                <a:lnTo>
                  <a:pt x="1607257" y="35234"/>
                </a:lnTo>
                <a:lnTo>
                  <a:pt x="1607257" y="26166"/>
                </a:lnTo>
                <a:lnTo>
                  <a:pt x="1615807" y="26166"/>
                </a:lnTo>
                <a:lnTo>
                  <a:pt x="1615807" y="9086"/>
                </a:lnTo>
                <a:lnTo>
                  <a:pt x="1627400" y="2073"/>
                </a:lnTo>
                <a:lnTo>
                  <a:pt x="1627400" y="26166"/>
                </a:lnTo>
                <a:lnTo>
                  <a:pt x="1639123" y="26166"/>
                </a:lnTo>
                <a:lnTo>
                  <a:pt x="1639123" y="35234"/>
                </a:lnTo>
                <a:lnTo>
                  <a:pt x="1627400" y="35234"/>
                </a:lnTo>
                <a:lnTo>
                  <a:pt x="1627400" y="75455"/>
                </a:lnTo>
                <a:cubicBezTo>
                  <a:pt x="1627400" y="78779"/>
                  <a:pt x="1627605" y="80917"/>
                  <a:pt x="1628015" y="81867"/>
                </a:cubicBezTo>
                <a:cubicBezTo>
                  <a:pt x="1628426" y="82817"/>
                  <a:pt x="1629095" y="83572"/>
                  <a:pt x="1630023" y="84134"/>
                </a:cubicBezTo>
                <a:cubicBezTo>
                  <a:pt x="1630951" y="84695"/>
                  <a:pt x="1632279" y="84976"/>
                  <a:pt x="1634006" y="84976"/>
                </a:cubicBezTo>
                <a:cubicBezTo>
                  <a:pt x="1635302" y="84976"/>
                  <a:pt x="1637007" y="84868"/>
                  <a:pt x="1639123" y="84652"/>
                </a:cubicBezTo>
                <a:close/>
                <a:moveTo>
                  <a:pt x="1650610" y="13472"/>
                </a:moveTo>
                <a:lnTo>
                  <a:pt x="1650610" y="0"/>
                </a:lnTo>
                <a:lnTo>
                  <a:pt x="1662268" y="0"/>
                </a:lnTo>
                <a:lnTo>
                  <a:pt x="1662268" y="13472"/>
                </a:lnTo>
                <a:lnTo>
                  <a:pt x="1650610" y="13472"/>
                </a:lnTo>
                <a:moveTo>
                  <a:pt x="1650610" y="94950"/>
                </a:moveTo>
                <a:lnTo>
                  <a:pt x="1650610" y="26166"/>
                </a:lnTo>
                <a:lnTo>
                  <a:pt x="1662268" y="26166"/>
                </a:lnTo>
                <a:lnTo>
                  <a:pt x="1662268" y="94950"/>
                </a:lnTo>
                <a:lnTo>
                  <a:pt x="1650610" y="94950"/>
                </a:lnTo>
                <a:close/>
                <a:moveTo>
                  <a:pt x="1675652" y="60558"/>
                </a:moveTo>
                <a:cubicBezTo>
                  <a:pt x="1675652" y="47820"/>
                  <a:pt x="1679193" y="38386"/>
                  <a:pt x="1686274" y="32254"/>
                </a:cubicBezTo>
                <a:cubicBezTo>
                  <a:pt x="1692190" y="27159"/>
                  <a:pt x="1699401" y="24612"/>
                  <a:pt x="1707907" y="24612"/>
                </a:cubicBezTo>
                <a:cubicBezTo>
                  <a:pt x="1717363" y="24612"/>
                  <a:pt x="1725092" y="27710"/>
                  <a:pt x="1731094" y="33906"/>
                </a:cubicBezTo>
                <a:cubicBezTo>
                  <a:pt x="1737096" y="40102"/>
                  <a:pt x="1740096" y="48662"/>
                  <a:pt x="1740096" y="59587"/>
                </a:cubicBezTo>
                <a:cubicBezTo>
                  <a:pt x="1740096" y="68438"/>
                  <a:pt x="1738769" y="75401"/>
                  <a:pt x="1736113" y="80474"/>
                </a:cubicBezTo>
                <a:cubicBezTo>
                  <a:pt x="1733458" y="85548"/>
                  <a:pt x="1729593" y="89488"/>
                  <a:pt x="1724520" y="92294"/>
                </a:cubicBezTo>
                <a:cubicBezTo>
                  <a:pt x="1719446" y="95101"/>
                  <a:pt x="1713909" y="96504"/>
                  <a:pt x="1707907" y="96504"/>
                </a:cubicBezTo>
                <a:cubicBezTo>
                  <a:pt x="1698278" y="96504"/>
                  <a:pt x="1690495" y="93417"/>
                  <a:pt x="1684558" y="87242"/>
                </a:cubicBezTo>
                <a:cubicBezTo>
                  <a:pt x="1678621" y="81068"/>
                  <a:pt x="1675652" y="72173"/>
                  <a:pt x="1675652" y="60558"/>
                </a:cubicBezTo>
                <a:moveTo>
                  <a:pt x="1687634" y="60526"/>
                </a:moveTo>
                <a:cubicBezTo>
                  <a:pt x="1687634" y="69302"/>
                  <a:pt x="1689556" y="75873"/>
                  <a:pt x="1693399" y="80239"/>
                </a:cubicBezTo>
                <a:cubicBezTo>
                  <a:pt x="1697242" y="84606"/>
                  <a:pt x="1702078" y="86789"/>
                  <a:pt x="1707907" y="86789"/>
                </a:cubicBezTo>
                <a:cubicBezTo>
                  <a:pt x="1713693" y="86789"/>
                  <a:pt x="1718507" y="84595"/>
                  <a:pt x="1722350" y="80207"/>
                </a:cubicBezTo>
                <a:cubicBezTo>
                  <a:pt x="1726193" y="75819"/>
                  <a:pt x="1728114" y="69130"/>
                  <a:pt x="1728114" y="60139"/>
                </a:cubicBezTo>
                <a:cubicBezTo>
                  <a:pt x="1728114" y="51664"/>
                  <a:pt x="1726182" y="45243"/>
                  <a:pt x="1722318" y="40877"/>
                </a:cubicBezTo>
                <a:cubicBezTo>
                  <a:pt x="1718453" y="36510"/>
                  <a:pt x="1713650" y="34327"/>
                  <a:pt x="1707907" y="34327"/>
                </a:cubicBezTo>
                <a:cubicBezTo>
                  <a:pt x="1702078" y="34327"/>
                  <a:pt x="1697242" y="36499"/>
                  <a:pt x="1693399" y="40844"/>
                </a:cubicBezTo>
                <a:cubicBezTo>
                  <a:pt x="1689556" y="45189"/>
                  <a:pt x="1687634" y="51750"/>
                  <a:pt x="1687634" y="60526"/>
                </a:cubicBezTo>
                <a:close/>
                <a:moveTo>
                  <a:pt x="1753742" y="94950"/>
                </a:moveTo>
                <a:lnTo>
                  <a:pt x="1753742" y="26166"/>
                </a:lnTo>
                <a:lnTo>
                  <a:pt x="1764235" y="26166"/>
                </a:lnTo>
                <a:lnTo>
                  <a:pt x="1764235" y="35881"/>
                </a:lnTo>
                <a:cubicBezTo>
                  <a:pt x="1769287" y="28368"/>
                  <a:pt x="1776584" y="24612"/>
                  <a:pt x="1786126" y="24612"/>
                </a:cubicBezTo>
                <a:cubicBezTo>
                  <a:pt x="1790272" y="24612"/>
                  <a:pt x="1794082" y="25357"/>
                  <a:pt x="1797558" y="26846"/>
                </a:cubicBezTo>
                <a:cubicBezTo>
                  <a:pt x="1801034" y="28336"/>
                  <a:pt x="1803635" y="30290"/>
                  <a:pt x="1805363" y="32708"/>
                </a:cubicBezTo>
                <a:cubicBezTo>
                  <a:pt x="1807090" y="35126"/>
                  <a:pt x="1808299" y="37997"/>
                  <a:pt x="1808990" y="41322"/>
                </a:cubicBezTo>
                <a:cubicBezTo>
                  <a:pt x="1809421" y="43481"/>
                  <a:pt x="1809637" y="47259"/>
                  <a:pt x="1809637" y="52656"/>
                </a:cubicBezTo>
                <a:lnTo>
                  <a:pt x="1809637" y="94950"/>
                </a:lnTo>
                <a:lnTo>
                  <a:pt x="1797979" y="94950"/>
                </a:lnTo>
                <a:lnTo>
                  <a:pt x="1797979" y="53065"/>
                </a:lnTo>
                <a:cubicBezTo>
                  <a:pt x="1797979" y="48310"/>
                  <a:pt x="1797526" y="44755"/>
                  <a:pt x="1796619" y="42399"/>
                </a:cubicBezTo>
                <a:cubicBezTo>
                  <a:pt x="1795712" y="40043"/>
                  <a:pt x="1794104" y="38163"/>
                  <a:pt x="1791794" y="36758"/>
                </a:cubicBezTo>
                <a:cubicBezTo>
                  <a:pt x="1789484" y="35353"/>
                  <a:pt x="1786774" y="34651"/>
                  <a:pt x="1783665" y="34651"/>
                </a:cubicBezTo>
                <a:cubicBezTo>
                  <a:pt x="1778700" y="34651"/>
                  <a:pt x="1774414" y="36229"/>
                  <a:pt x="1770809" y="39385"/>
                </a:cubicBezTo>
                <a:cubicBezTo>
                  <a:pt x="1767203" y="42540"/>
                  <a:pt x="1765401" y="48526"/>
                  <a:pt x="1765401" y="57344"/>
                </a:cubicBezTo>
                <a:lnTo>
                  <a:pt x="1765401" y="94950"/>
                </a:lnTo>
                <a:lnTo>
                  <a:pt x="1753742" y="94950"/>
                </a:lnTo>
                <a:close/>
                <a:moveTo>
                  <a:pt x="1864369" y="94950"/>
                </a:moveTo>
                <a:lnTo>
                  <a:pt x="1864369" y="26166"/>
                </a:lnTo>
                <a:lnTo>
                  <a:pt x="1874796" y="26166"/>
                </a:lnTo>
                <a:lnTo>
                  <a:pt x="1874796" y="35752"/>
                </a:lnTo>
                <a:cubicBezTo>
                  <a:pt x="1876955" y="32403"/>
                  <a:pt x="1879826" y="29709"/>
                  <a:pt x="1883410" y="27670"/>
                </a:cubicBezTo>
                <a:cubicBezTo>
                  <a:pt x="1886994" y="25631"/>
                  <a:pt x="1891075" y="24612"/>
                  <a:pt x="1895651" y="24612"/>
                </a:cubicBezTo>
                <a:cubicBezTo>
                  <a:pt x="1900747" y="24612"/>
                  <a:pt x="1904924" y="25664"/>
                  <a:pt x="1908184" y="27769"/>
                </a:cubicBezTo>
                <a:cubicBezTo>
                  <a:pt x="1911444" y="29873"/>
                  <a:pt x="1913743" y="32814"/>
                  <a:pt x="1915082" y="36594"/>
                </a:cubicBezTo>
                <a:cubicBezTo>
                  <a:pt x="1920522" y="28606"/>
                  <a:pt x="1927604" y="24612"/>
                  <a:pt x="1936326" y="24612"/>
                </a:cubicBezTo>
                <a:cubicBezTo>
                  <a:pt x="1943148" y="24612"/>
                  <a:pt x="1948394" y="26501"/>
                  <a:pt x="1952064" y="30279"/>
                </a:cubicBezTo>
                <a:cubicBezTo>
                  <a:pt x="1955735" y="34057"/>
                  <a:pt x="1957570" y="39875"/>
                  <a:pt x="1957570" y="47734"/>
                </a:cubicBezTo>
                <a:lnTo>
                  <a:pt x="1957570" y="94950"/>
                </a:lnTo>
                <a:lnTo>
                  <a:pt x="1945976" y="94950"/>
                </a:lnTo>
                <a:lnTo>
                  <a:pt x="1945976" y="51574"/>
                </a:lnTo>
                <a:cubicBezTo>
                  <a:pt x="1945976" y="46905"/>
                  <a:pt x="1945598" y="43544"/>
                  <a:pt x="1944843" y="41492"/>
                </a:cubicBezTo>
                <a:cubicBezTo>
                  <a:pt x="1944087" y="39438"/>
                  <a:pt x="1942716" y="37785"/>
                  <a:pt x="1940730" y="36531"/>
                </a:cubicBezTo>
                <a:cubicBezTo>
                  <a:pt x="1938744" y="35278"/>
                  <a:pt x="1936412" y="34651"/>
                  <a:pt x="1933735" y="34651"/>
                </a:cubicBezTo>
                <a:cubicBezTo>
                  <a:pt x="1928899" y="34651"/>
                  <a:pt x="1924883" y="36261"/>
                  <a:pt x="1921688" y="39482"/>
                </a:cubicBezTo>
                <a:cubicBezTo>
                  <a:pt x="1918493" y="42702"/>
                  <a:pt x="1916895" y="47856"/>
                  <a:pt x="1916895" y="54946"/>
                </a:cubicBezTo>
                <a:lnTo>
                  <a:pt x="1916895" y="94950"/>
                </a:lnTo>
                <a:lnTo>
                  <a:pt x="1905237" y="94950"/>
                </a:lnTo>
                <a:lnTo>
                  <a:pt x="1905237" y="50211"/>
                </a:lnTo>
                <a:cubicBezTo>
                  <a:pt x="1905237" y="45025"/>
                  <a:pt x="1904287" y="41134"/>
                  <a:pt x="1902387" y="38541"/>
                </a:cubicBezTo>
                <a:cubicBezTo>
                  <a:pt x="1900487" y="35948"/>
                  <a:pt x="1897379" y="34651"/>
                  <a:pt x="1893061" y="34651"/>
                </a:cubicBezTo>
                <a:cubicBezTo>
                  <a:pt x="1889779" y="34651"/>
                  <a:pt x="1886746" y="35516"/>
                  <a:pt x="1883961" y="37246"/>
                </a:cubicBezTo>
                <a:cubicBezTo>
                  <a:pt x="1881176" y="38974"/>
                  <a:pt x="1879157" y="41503"/>
                  <a:pt x="1877905" y="44832"/>
                </a:cubicBezTo>
                <a:cubicBezTo>
                  <a:pt x="1876653" y="48159"/>
                  <a:pt x="1876027" y="52957"/>
                  <a:pt x="1876027" y="59224"/>
                </a:cubicBezTo>
                <a:lnTo>
                  <a:pt x="1876027" y="94950"/>
                </a:lnTo>
                <a:lnTo>
                  <a:pt x="1864369" y="94950"/>
                </a:lnTo>
                <a:close/>
                <a:moveTo>
                  <a:pt x="1970522" y="60558"/>
                </a:moveTo>
                <a:cubicBezTo>
                  <a:pt x="1970522" y="47820"/>
                  <a:pt x="1974063" y="38386"/>
                  <a:pt x="1981144" y="32254"/>
                </a:cubicBezTo>
                <a:cubicBezTo>
                  <a:pt x="1987059" y="27159"/>
                  <a:pt x="1994270" y="24612"/>
                  <a:pt x="2002776" y="24612"/>
                </a:cubicBezTo>
                <a:cubicBezTo>
                  <a:pt x="2012233" y="24612"/>
                  <a:pt x="2019962" y="27710"/>
                  <a:pt x="2025963" y="33906"/>
                </a:cubicBezTo>
                <a:cubicBezTo>
                  <a:pt x="2031965" y="40102"/>
                  <a:pt x="2034966" y="48662"/>
                  <a:pt x="2034966" y="59587"/>
                </a:cubicBezTo>
                <a:cubicBezTo>
                  <a:pt x="2034966" y="68438"/>
                  <a:pt x="2033638" y="75401"/>
                  <a:pt x="2030983" y="80474"/>
                </a:cubicBezTo>
                <a:cubicBezTo>
                  <a:pt x="2028327" y="85548"/>
                  <a:pt x="2024463" y="89488"/>
                  <a:pt x="2019389" y="92294"/>
                </a:cubicBezTo>
                <a:cubicBezTo>
                  <a:pt x="2014316" y="95101"/>
                  <a:pt x="2008778" y="96504"/>
                  <a:pt x="2002776" y="96504"/>
                </a:cubicBezTo>
                <a:cubicBezTo>
                  <a:pt x="1993148" y="96504"/>
                  <a:pt x="1985365" y="93417"/>
                  <a:pt x="1979428" y="87242"/>
                </a:cubicBezTo>
                <a:cubicBezTo>
                  <a:pt x="1973491" y="81068"/>
                  <a:pt x="1970522" y="72173"/>
                  <a:pt x="1970522" y="60558"/>
                </a:cubicBezTo>
                <a:moveTo>
                  <a:pt x="1982504" y="60526"/>
                </a:moveTo>
                <a:cubicBezTo>
                  <a:pt x="1982504" y="69302"/>
                  <a:pt x="1984426" y="75873"/>
                  <a:pt x="1988268" y="80239"/>
                </a:cubicBezTo>
                <a:cubicBezTo>
                  <a:pt x="1992111" y="84606"/>
                  <a:pt x="1996947" y="86789"/>
                  <a:pt x="2002776" y="86789"/>
                </a:cubicBezTo>
                <a:cubicBezTo>
                  <a:pt x="2008562" y="86789"/>
                  <a:pt x="2013377" y="84595"/>
                  <a:pt x="2017220" y="80207"/>
                </a:cubicBezTo>
                <a:cubicBezTo>
                  <a:pt x="2021063" y="75819"/>
                  <a:pt x="2022984" y="69130"/>
                  <a:pt x="2022984" y="60139"/>
                </a:cubicBezTo>
                <a:cubicBezTo>
                  <a:pt x="2022984" y="51664"/>
                  <a:pt x="2021052" y="45243"/>
                  <a:pt x="2017187" y="40877"/>
                </a:cubicBezTo>
                <a:cubicBezTo>
                  <a:pt x="2013323" y="36510"/>
                  <a:pt x="2008519" y="34327"/>
                  <a:pt x="2002776" y="34327"/>
                </a:cubicBezTo>
                <a:cubicBezTo>
                  <a:pt x="1996947" y="34327"/>
                  <a:pt x="1992111" y="36499"/>
                  <a:pt x="1988268" y="40844"/>
                </a:cubicBezTo>
                <a:cubicBezTo>
                  <a:pt x="1984426" y="45189"/>
                  <a:pt x="1982504" y="51750"/>
                  <a:pt x="1982504" y="60526"/>
                </a:cubicBezTo>
                <a:close/>
                <a:moveTo>
                  <a:pt x="2093237" y="94950"/>
                </a:moveTo>
                <a:lnTo>
                  <a:pt x="2093237" y="86271"/>
                </a:lnTo>
                <a:cubicBezTo>
                  <a:pt x="2088876" y="93093"/>
                  <a:pt x="2082464" y="96504"/>
                  <a:pt x="2074001" y="96504"/>
                </a:cubicBezTo>
                <a:cubicBezTo>
                  <a:pt x="2068517" y="96504"/>
                  <a:pt x="2063476" y="94993"/>
                  <a:pt x="2058878" y="91971"/>
                </a:cubicBezTo>
                <a:cubicBezTo>
                  <a:pt x="2054279" y="88948"/>
                  <a:pt x="2050717" y="84727"/>
                  <a:pt x="2048191" y="79308"/>
                </a:cubicBezTo>
                <a:cubicBezTo>
                  <a:pt x="2045665" y="73889"/>
                  <a:pt x="2044402" y="67661"/>
                  <a:pt x="2044402" y="60623"/>
                </a:cubicBezTo>
                <a:cubicBezTo>
                  <a:pt x="2044402" y="53757"/>
                  <a:pt x="2045546" y="47529"/>
                  <a:pt x="2047835" y="41937"/>
                </a:cubicBezTo>
                <a:cubicBezTo>
                  <a:pt x="2050123" y="36346"/>
                  <a:pt x="2053556" y="32060"/>
                  <a:pt x="2058133" y="29081"/>
                </a:cubicBezTo>
                <a:cubicBezTo>
                  <a:pt x="2062710" y="26101"/>
                  <a:pt x="2067827" y="24612"/>
                  <a:pt x="2073483" y="24612"/>
                </a:cubicBezTo>
                <a:cubicBezTo>
                  <a:pt x="2077628" y="24612"/>
                  <a:pt x="2081320" y="25486"/>
                  <a:pt x="2084558" y="27235"/>
                </a:cubicBezTo>
                <a:cubicBezTo>
                  <a:pt x="2087797" y="28984"/>
                  <a:pt x="2090431" y="31261"/>
                  <a:pt x="2092460" y="34068"/>
                </a:cubicBezTo>
                <a:lnTo>
                  <a:pt x="2092460" y="0"/>
                </a:lnTo>
                <a:lnTo>
                  <a:pt x="2104054" y="0"/>
                </a:lnTo>
                <a:lnTo>
                  <a:pt x="2104054" y="94950"/>
                </a:lnTo>
                <a:lnTo>
                  <a:pt x="2093237" y="94950"/>
                </a:lnTo>
                <a:moveTo>
                  <a:pt x="2056384" y="60590"/>
                </a:moveTo>
                <a:cubicBezTo>
                  <a:pt x="2056384" y="69367"/>
                  <a:pt x="2058241" y="75927"/>
                  <a:pt x="2061954" y="80272"/>
                </a:cubicBezTo>
                <a:cubicBezTo>
                  <a:pt x="2065668" y="84617"/>
                  <a:pt x="2070050" y="86789"/>
                  <a:pt x="2075102" y="86789"/>
                </a:cubicBezTo>
                <a:cubicBezTo>
                  <a:pt x="2080197" y="86789"/>
                  <a:pt x="2084526" y="84714"/>
                  <a:pt x="2088088" y="80563"/>
                </a:cubicBezTo>
                <a:cubicBezTo>
                  <a:pt x="2091650" y="76411"/>
                  <a:pt x="2093432" y="70076"/>
                  <a:pt x="2093432" y="61558"/>
                </a:cubicBezTo>
                <a:cubicBezTo>
                  <a:pt x="2093432" y="52180"/>
                  <a:pt x="2091618" y="45297"/>
                  <a:pt x="2087991" y="40909"/>
                </a:cubicBezTo>
                <a:cubicBezTo>
                  <a:pt x="2084364" y="36521"/>
                  <a:pt x="2079895" y="34327"/>
                  <a:pt x="2074584" y="34327"/>
                </a:cubicBezTo>
                <a:cubicBezTo>
                  <a:pt x="2069403" y="34327"/>
                  <a:pt x="2065074" y="36435"/>
                  <a:pt x="2061598" y="40652"/>
                </a:cubicBezTo>
                <a:cubicBezTo>
                  <a:pt x="2058122" y="44867"/>
                  <a:pt x="2056384" y="51513"/>
                  <a:pt x="2056384" y="60590"/>
                </a:cubicBezTo>
                <a:close/>
                <a:moveTo>
                  <a:pt x="2167441" y="94950"/>
                </a:moveTo>
                <a:lnTo>
                  <a:pt x="2167441" y="84846"/>
                </a:lnTo>
                <a:cubicBezTo>
                  <a:pt x="2162087" y="92618"/>
                  <a:pt x="2154811" y="96504"/>
                  <a:pt x="2145614" y="96504"/>
                </a:cubicBezTo>
                <a:cubicBezTo>
                  <a:pt x="2141555" y="96504"/>
                  <a:pt x="2137766" y="95727"/>
                  <a:pt x="2134247" y="94173"/>
                </a:cubicBezTo>
                <a:cubicBezTo>
                  <a:pt x="2130728" y="92618"/>
                  <a:pt x="2128116" y="90664"/>
                  <a:pt x="2126410" y="88311"/>
                </a:cubicBezTo>
                <a:cubicBezTo>
                  <a:pt x="2124705" y="85958"/>
                  <a:pt x="2123506" y="83076"/>
                  <a:pt x="2122816" y="79665"/>
                </a:cubicBezTo>
                <a:cubicBezTo>
                  <a:pt x="2122341" y="77376"/>
                  <a:pt x="2122103" y="73749"/>
                  <a:pt x="2122103" y="68784"/>
                </a:cubicBezTo>
                <a:lnTo>
                  <a:pt x="2122103" y="26166"/>
                </a:lnTo>
                <a:lnTo>
                  <a:pt x="2133761" y="26166"/>
                </a:lnTo>
                <a:lnTo>
                  <a:pt x="2133761" y="64315"/>
                </a:lnTo>
                <a:cubicBezTo>
                  <a:pt x="2133761" y="70403"/>
                  <a:pt x="2133999" y="74505"/>
                  <a:pt x="2134474" y="76621"/>
                </a:cubicBezTo>
                <a:cubicBezTo>
                  <a:pt x="2135208" y="79686"/>
                  <a:pt x="2136762" y="82093"/>
                  <a:pt x="2139137" y="83842"/>
                </a:cubicBezTo>
                <a:cubicBezTo>
                  <a:pt x="2141512" y="85591"/>
                  <a:pt x="2144448" y="86465"/>
                  <a:pt x="2147946" y="86465"/>
                </a:cubicBezTo>
                <a:cubicBezTo>
                  <a:pt x="2151443" y="86465"/>
                  <a:pt x="2154725" y="85569"/>
                  <a:pt x="2157790" y="83777"/>
                </a:cubicBezTo>
                <a:cubicBezTo>
                  <a:pt x="2160856" y="81985"/>
                  <a:pt x="2163026" y="79546"/>
                  <a:pt x="2164299" y="76459"/>
                </a:cubicBezTo>
                <a:cubicBezTo>
                  <a:pt x="2165573" y="73371"/>
                  <a:pt x="2166210" y="68892"/>
                  <a:pt x="2166210" y="63019"/>
                </a:cubicBezTo>
                <a:lnTo>
                  <a:pt x="2166210" y="26166"/>
                </a:lnTo>
                <a:lnTo>
                  <a:pt x="2177868" y="26166"/>
                </a:lnTo>
                <a:lnTo>
                  <a:pt x="2177868" y="94950"/>
                </a:lnTo>
                <a:lnTo>
                  <a:pt x="2167441" y="94950"/>
                </a:lnTo>
                <a:close/>
                <a:moveTo>
                  <a:pt x="2195854" y="94950"/>
                </a:moveTo>
                <a:lnTo>
                  <a:pt x="2195854" y="0"/>
                </a:lnTo>
                <a:lnTo>
                  <a:pt x="2207512" y="0"/>
                </a:lnTo>
                <a:lnTo>
                  <a:pt x="2207512" y="94950"/>
                </a:lnTo>
                <a:lnTo>
                  <a:pt x="2195854" y="94950"/>
                </a:lnTo>
                <a:close/>
                <a:moveTo>
                  <a:pt x="2272646" y="72799"/>
                </a:moveTo>
                <a:lnTo>
                  <a:pt x="2284693" y="74289"/>
                </a:lnTo>
                <a:cubicBezTo>
                  <a:pt x="2282793" y="81327"/>
                  <a:pt x="2279274" y="86789"/>
                  <a:pt x="2274136" y="90675"/>
                </a:cubicBezTo>
                <a:cubicBezTo>
                  <a:pt x="2268998" y="94561"/>
                  <a:pt x="2262435" y="96504"/>
                  <a:pt x="2254446" y="96504"/>
                </a:cubicBezTo>
                <a:cubicBezTo>
                  <a:pt x="2244386" y="96504"/>
                  <a:pt x="2236409" y="93406"/>
                  <a:pt x="2230515" y="87210"/>
                </a:cubicBezTo>
                <a:cubicBezTo>
                  <a:pt x="2224621" y="81014"/>
                  <a:pt x="2221674" y="72324"/>
                  <a:pt x="2221674" y="61141"/>
                </a:cubicBezTo>
                <a:cubicBezTo>
                  <a:pt x="2221674" y="49569"/>
                  <a:pt x="2224653" y="40588"/>
                  <a:pt x="2230612" y="34198"/>
                </a:cubicBezTo>
                <a:cubicBezTo>
                  <a:pt x="2236571" y="27807"/>
                  <a:pt x="2244300" y="24612"/>
                  <a:pt x="2253799" y="24612"/>
                </a:cubicBezTo>
                <a:cubicBezTo>
                  <a:pt x="2262996" y="24612"/>
                  <a:pt x="2270509" y="27738"/>
                  <a:pt x="2276338" y="33989"/>
                </a:cubicBezTo>
                <a:cubicBezTo>
                  <a:pt x="2282167" y="40239"/>
                  <a:pt x="2285082" y="49033"/>
                  <a:pt x="2285082" y="60370"/>
                </a:cubicBezTo>
                <a:cubicBezTo>
                  <a:pt x="2285082" y="61059"/>
                  <a:pt x="2285060" y="62094"/>
                  <a:pt x="2285017" y="63473"/>
                </a:cubicBezTo>
                <a:lnTo>
                  <a:pt x="2233721" y="63473"/>
                </a:lnTo>
                <a:cubicBezTo>
                  <a:pt x="2234153" y="71007"/>
                  <a:pt x="2236290" y="76777"/>
                  <a:pt x="2240133" y="80782"/>
                </a:cubicBezTo>
                <a:cubicBezTo>
                  <a:pt x="2243976" y="84787"/>
                  <a:pt x="2248768" y="86789"/>
                  <a:pt x="2254511" y="86789"/>
                </a:cubicBezTo>
                <a:cubicBezTo>
                  <a:pt x="2258786" y="86789"/>
                  <a:pt x="2262435" y="85677"/>
                  <a:pt x="2265457" y="83454"/>
                </a:cubicBezTo>
                <a:cubicBezTo>
                  <a:pt x="2268480" y="81229"/>
                  <a:pt x="2270876" y="77677"/>
                  <a:pt x="2272646" y="72799"/>
                </a:cubicBezTo>
                <a:moveTo>
                  <a:pt x="2234368" y="53757"/>
                </a:moveTo>
                <a:lnTo>
                  <a:pt x="2272776" y="53757"/>
                </a:lnTo>
                <a:cubicBezTo>
                  <a:pt x="2272258" y="48066"/>
                  <a:pt x="2270790" y="43797"/>
                  <a:pt x="2268372" y="40952"/>
                </a:cubicBezTo>
                <a:cubicBezTo>
                  <a:pt x="2264658" y="36535"/>
                  <a:pt x="2259844" y="34327"/>
                  <a:pt x="2253928" y="34327"/>
                </a:cubicBezTo>
                <a:cubicBezTo>
                  <a:pt x="2248574" y="34327"/>
                  <a:pt x="2244073" y="36090"/>
                  <a:pt x="2240424" y="39616"/>
                </a:cubicBezTo>
                <a:cubicBezTo>
                  <a:pt x="2236776" y="43140"/>
                  <a:pt x="2234757" y="47854"/>
                  <a:pt x="2234368" y="53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1andinertialnavigationmodule2,">
            <a:extLst xmlns:a="http://schemas.openxmlformats.org/drawingml/2006/main">
              <a:ext uri="{FF2B5EF4-FFF2-40B4-BE49-F238E27FC236}">
                <a16:creationId xmlns:a16="http://schemas.microsoft.com/office/drawing/2014/main" id="{42517C46-5E00-493B-A8FF-84C7C8C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535" y="2431080"/>
            <a:ext cx="1993928" cy="123318"/>
          </a:xfrm>
          <a:custGeom xmlns:a="http://schemas.openxmlformats.org/drawingml/2006/main">
            <a:pathLst>
              <a:path w="1993928" h="123318">
                <a:moveTo>
                  <a:pt x="34975" y="95338"/>
                </a:moveTo>
                <a:lnTo>
                  <a:pt x="23316" y="95338"/>
                </a:lnTo>
                <a:lnTo>
                  <a:pt x="23316" y="21050"/>
                </a:lnTo>
                <a:cubicBezTo>
                  <a:pt x="20510" y="23727"/>
                  <a:pt x="16829" y="26404"/>
                  <a:pt x="12274" y="29081"/>
                </a:cubicBezTo>
                <a:cubicBezTo>
                  <a:pt x="7718" y="31758"/>
                  <a:pt x="3627" y="33766"/>
                  <a:pt x="0" y="35104"/>
                </a:cubicBezTo>
                <a:lnTo>
                  <a:pt x="0" y="23835"/>
                </a:lnTo>
                <a:cubicBezTo>
                  <a:pt x="6520" y="20769"/>
                  <a:pt x="12220" y="17056"/>
                  <a:pt x="17099" y="12695"/>
                </a:cubicBezTo>
                <a:cubicBezTo>
                  <a:pt x="21978" y="8333"/>
                  <a:pt x="25432" y="4102"/>
                  <a:pt x="27462" y="0"/>
                </a:cubicBezTo>
                <a:lnTo>
                  <a:pt x="34975" y="0"/>
                </a:lnTo>
                <a:lnTo>
                  <a:pt x="34975" y="95338"/>
                </a:lnTo>
                <a:close/>
                <a:moveTo>
                  <a:pt x="149810" y="86846"/>
                </a:moveTo>
                <a:cubicBezTo>
                  <a:pt x="145493" y="90519"/>
                  <a:pt x="141337" y="93111"/>
                  <a:pt x="137343" y="94624"/>
                </a:cubicBezTo>
                <a:cubicBezTo>
                  <a:pt x="133349" y="96137"/>
                  <a:pt x="129063" y="96893"/>
                  <a:pt x="124486" y="96893"/>
                </a:cubicBezTo>
                <a:cubicBezTo>
                  <a:pt x="116930" y="96893"/>
                  <a:pt x="111122" y="95046"/>
                  <a:pt x="107064" y="91351"/>
                </a:cubicBezTo>
                <a:cubicBezTo>
                  <a:pt x="103005" y="87657"/>
                  <a:pt x="100975" y="82936"/>
                  <a:pt x="100975" y="77189"/>
                </a:cubicBezTo>
                <a:cubicBezTo>
                  <a:pt x="100975" y="73820"/>
                  <a:pt x="101742" y="70742"/>
                  <a:pt x="103275" y="67956"/>
                </a:cubicBezTo>
                <a:cubicBezTo>
                  <a:pt x="104808" y="65168"/>
                  <a:pt x="106815" y="62932"/>
                  <a:pt x="109298" y="61246"/>
                </a:cubicBezTo>
                <a:cubicBezTo>
                  <a:pt x="111781" y="59561"/>
                  <a:pt x="114577" y="58286"/>
                  <a:pt x="117686" y="57423"/>
                </a:cubicBezTo>
                <a:cubicBezTo>
                  <a:pt x="119974" y="56817"/>
                  <a:pt x="123428" y="56233"/>
                  <a:pt x="128048" y="55672"/>
                </a:cubicBezTo>
                <a:cubicBezTo>
                  <a:pt x="137461" y="54558"/>
                  <a:pt x="144392" y="53228"/>
                  <a:pt x="148839" y="51685"/>
                </a:cubicBezTo>
                <a:cubicBezTo>
                  <a:pt x="148882" y="50094"/>
                  <a:pt x="148904" y="49083"/>
                  <a:pt x="148904" y="48653"/>
                </a:cubicBezTo>
                <a:cubicBezTo>
                  <a:pt x="148904" y="43921"/>
                  <a:pt x="147803" y="40587"/>
                  <a:pt x="145601" y="38652"/>
                </a:cubicBezTo>
                <a:cubicBezTo>
                  <a:pt x="142621" y="36028"/>
                  <a:pt x="138195" y="34716"/>
                  <a:pt x="132323" y="34716"/>
                </a:cubicBezTo>
                <a:cubicBezTo>
                  <a:pt x="126839" y="34716"/>
                  <a:pt x="122791" y="35676"/>
                  <a:pt x="120179" y="37598"/>
                </a:cubicBezTo>
                <a:cubicBezTo>
                  <a:pt x="117567" y="39519"/>
                  <a:pt x="115635" y="42920"/>
                  <a:pt x="114382" y="47799"/>
                </a:cubicBezTo>
                <a:lnTo>
                  <a:pt x="102983" y="46244"/>
                </a:lnTo>
                <a:cubicBezTo>
                  <a:pt x="104019" y="41350"/>
                  <a:pt x="105725" y="37398"/>
                  <a:pt x="108100" y="34388"/>
                </a:cubicBezTo>
                <a:cubicBezTo>
                  <a:pt x="110475" y="31377"/>
                  <a:pt x="113907" y="29061"/>
                  <a:pt x="118398" y="27437"/>
                </a:cubicBezTo>
                <a:cubicBezTo>
                  <a:pt x="122889" y="25813"/>
                  <a:pt x="128092" y="25000"/>
                  <a:pt x="134007" y="25000"/>
                </a:cubicBezTo>
                <a:cubicBezTo>
                  <a:pt x="139879" y="25000"/>
                  <a:pt x="144651" y="25691"/>
                  <a:pt x="148321" y="27073"/>
                </a:cubicBezTo>
                <a:cubicBezTo>
                  <a:pt x="151991" y="28455"/>
                  <a:pt x="154690" y="30193"/>
                  <a:pt x="156417" y="32287"/>
                </a:cubicBezTo>
                <a:cubicBezTo>
                  <a:pt x="158144" y="34381"/>
                  <a:pt x="159353" y="37026"/>
                  <a:pt x="160044" y="40221"/>
                </a:cubicBezTo>
                <a:cubicBezTo>
                  <a:pt x="160432" y="42207"/>
                  <a:pt x="160627" y="45791"/>
                  <a:pt x="160627" y="50972"/>
                </a:cubicBezTo>
                <a:lnTo>
                  <a:pt x="160627" y="66517"/>
                </a:lnTo>
                <a:cubicBezTo>
                  <a:pt x="160627" y="77355"/>
                  <a:pt x="160875" y="84209"/>
                  <a:pt x="161372" y="87081"/>
                </a:cubicBezTo>
                <a:cubicBezTo>
                  <a:pt x="161868" y="89952"/>
                  <a:pt x="162850" y="92705"/>
                  <a:pt x="164319" y="95338"/>
                </a:cubicBezTo>
                <a:lnTo>
                  <a:pt x="152142" y="95338"/>
                </a:lnTo>
                <a:cubicBezTo>
                  <a:pt x="150933" y="92918"/>
                  <a:pt x="150156" y="90087"/>
                  <a:pt x="149810" y="86846"/>
                </a:cubicBezTo>
                <a:moveTo>
                  <a:pt x="148839" y="60752"/>
                </a:moveTo>
                <a:cubicBezTo>
                  <a:pt x="144607" y="62494"/>
                  <a:pt x="138260" y="63975"/>
                  <a:pt x="129797" y="65193"/>
                </a:cubicBezTo>
                <a:cubicBezTo>
                  <a:pt x="125004" y="65887"/>
                  <a:pt x="121615" y="66667"/>
                  <a:pt x="119629" y="67535"/>
                </a:cubicBezTo>
                <a:cubicBezTo>
                  <a:pt x="117642" y="68401"/>
                  <a:pt x="116110" y="69669"/>
                  <a:pt x="115030" y="71340"/>
                </a:cubicBezTo>
                <a:cubicBezTo>
                  <a:pt x="113951" y="73009"/>
                  <a:pt x="113411" y="74862"/>
                  <a:pt x="113411" y="76900"/>
                </a:cubicBezTo>
                <a:cubicBezTo>
                  <a:pt x="113411" y="80021"/>
                  <a:pt x="114587" y="82622"/>
                  <a:pt x="116941" y="84704"/>
                </a:cubicBezTo>
                <a:cubicBezTo>
                  <a:pt x="119294" y="86785"/>
                  <a:pt x="122737" y="87825"/>
                  <a:pt x="127271" y="87825"/>
                </a:cubicBezTo>
                <a:cubicBezTo>
                  <a:pt x="131762" y="87825"/>
                  <a:pt x="135756" y="86838"/>
                  <a:pt x="139253" y="84864"/>
                </a:cubicBezTo>
                <a:cubicBezTo>
                  <a:pt x="142751" y="82890"/>
                  <a:pt x="145320" y="80190"/>
                  <a:pt x="146961" y="76762"/>
                </a:cubicBezTo>
                <a:cubicBezTo>
                  <a:pt x="148213" y="74115"/>
                  <a:pt x="148839" y="70210"/>
                  <a:pt x="148839" y="65047"/>
                </a:cubicBezTo>
                <a:lnTo>
                  <a:pt x="148839" y="60752"/>
                </a:lnTo>
                <a:close/>
                <a:moveTo>
                  <a:pt x="178677" y="95338"/>
                </a:moveTo>
                <a:lnTo>
                  <a:pt x="178677" y="26555"/>
                </a:lnTo>
                <a:lnTo>
                  <a:pt x="189169" y="26555"/>
                </a:lnTo>
                <a:lnTo>
                  <a:pt x="189169" y="36270"/>
                </a:lnTo>
                <a:cubicBezTo>
                  <a:pt x="194221" y="28757"/>
                  <a:pt x="201518" y="25000"/>
                  <a:pt x="211061" y="25000"/>
                </a:cubicBezTo>
                <a:cubicBezTo>
                  <a:pt x="215206" y="25000"/>
                  <a:pt x="219017" y="25745"/>
                  <a:pt x="222492" y="27235"/>
                </a:cubicBezTo>
                <a:cubicBezTo>
                  <a:pt x="225968" y="28725"/>
                  <a:pt x="228570" y="30678"/>
                  <a:pt x="230297" y="33096"/>
                </a:cubicBezTo>
                <a:cubicBezTo>
                  <a:pt x="232024" y="35514"/>
                  <a:pt x="233233" y="38386"/>
                  <a:pt x="233924" y="41711"/>
                </a:cubicBezTo>
                <a:cubicBezTo>
                  <a:pt x="234356" y="43870"/>
                  <a:pt x="234572" y="47648"/>
                  <a:pt x="234572" y="53045"/>
                </a:cubicBezTo>
                <a:lnTo>
                  <a:pt x="234572" y="95338"/>
                </a:lnTo>
                <a:lnTo>
                  <a:pt x="222913" y="95338"/>
                </a:lnTo>
                <a:lnTo>
                  <a:pt x="222913" y="53454"/>
                </a:lnTo>
                <a:cubicBezTo>
                  <a:pt x="222913" y="48699"/>
                  <a:pt x="222460" y="45143"/>
                  <a:pt x="221553" y="42787"/>
                </a:cubicBezTo>
                <a:cubicBezTo>
                  <a:pt x="220647" y="40431"/>
                  <a:pt x="219038" y="38551"/>
                  <a:pt x="216728" y="37146"/>
                </a:cubicBezTo>
                <a:cubicBezTo>
                  <a:pt x="214418" y="35742"/>
                  <a:pt x="211709" y="35039"/>
                  <a:pt x="208600" y="35039"/>
                </a:cubicBezTo>
                <a:cubicBezTo>
                  <a:pt x="203634" y="35039"/>
                  <a:pt x="199349" y="36618"/>
                  <a:pt x="195743" y="39774"/>
                </a:cubicBezTo>
                <a:cubicBezTo>
                  <a:pt x="192138" y="42928"/>
                  <a:pt x="190335" y="48915"/>
                  <a:pt x="190335" y="57733"/>
                </a:cubicBezTo>
                <a:lnTo>
                  <a:pt x="190335" y="95338"/>
                </a:lnTo>
                <a:lnTo>
                  <a:pt x="178677" y="95338"/>
                </a:lnTo>
                <a:close/>
                <a:moveTo>
                  <a:pt x="297052" y="95338"/>
                </a:moveTo>
                <a:lnTo>
                  <a:pt x="297052" y="86660"/>
                </a:lnTo>
                <a:cubicBezTo>
                  <a:pt x="292691" y="93482"/>
                  <a:pt x="286279" y="96893"/>
                  <a:pt x="277816" y="96893"/>
                </a:cubicBezTo>
                <a:cubicBezTo>
                  <a:pt x="272333" y="96893"/>
                  <a:pt x="267292" y="95382"/>
                  <a:pt x="262693" y="92359"/>
                </a:cubicBezTo>
                <a:cubicBezTo>
                  <a:pt x="258094" y="89337"/>
                  <a:pt x="254532" y="85116"/>
                  <a:pt x="252006" y="79697"/>
                </a:cubicBezTo>
                <a:cubicBezTo>
                  <a:pt x="249480" y="74278"/>
                  <a:pt x="248217" y="68050"/>
                  <a:pt x="248217" y="61011"/>
                </a:cubicBezTo>
                <a:cubicBezTo>
                  <a:pt x="248217" y="54146"/>
                  <a:pt x="249362" y="47918"/>
                  <a:pt x="251650" y="42326"/>
                </a:cubicBezTo>
                <a:cubicBezTo>
                  <a:pt x="253939" y="36734"/>
                  <a:pt x="257371" y="32449"/>
                  <a:pt x="261948" y="29469"/>
                </a:cubicBezTo>
                <a:cubicBezTo>
                  <a:pt x="266525" y="26490"/>
                  <a:pt x="271642" y="25000"/>
                  <a:pt x="277298" y="25000"/>
                </a:cubicBezTo>
                <a:cubicBezTo>
                  <a:pt x="281443" y="25000"/>
                  <a:pt x="285135" y="25875"/>
                  <a:pt x="288373" y="27624"/>
                </a:cubicBezTo>
                <a:cubicBezTo>
                  <a:pt x="291612" y="29372"/>
                  <a:pt x="294246" y="31650"/>
                  <a:pt x="296275" y="34457"/>
                </a:cubicBezTo>
                <a:lnTo>
                  <a:pt x="296275" y="389"/>
                </a:lnTo>
                <a:lnTo>
                  <a:pt x="307869" y="389"/>
                </a:lnTo>
                <a:lnTo>
                  <a:pt x="307869" y="95338"/>
                </a:lnTo>
                <a:lnTo>
                  <a:pt x="297052" y="95338"/>
                </a:lnTo>
                <a:moveTo>
                  <a:pt x="260199" y="60979"/>
                </a:moveTo>
                <a:cubicBezTo>
                  <a:pt x="260199" y="69755"/>
                  <a:pt x="262056" y="76316"/>
                  <a:pt x="265769" y="80660"/>
                </a:cubicBezTo>
                <a:cubicBezTo>
                  <a:pt x="269483" y="85005"/>
                  <a:pt x="273865" y="87178"/>
                  <a:pt x="278917" y="87178"/>
                </a:cubicBezTo>
                <a:cubicBezTo>
                  <a:pt x="284012" y="87178"/>
                  <a:pt x="288341" y="85102"/>
                  <a:pt x="291903" y="80952"/>
                </a:cubicBezTo>
                <a:cubicBezTo>
                  <a:pt x="295466" y="76800"/>
                  <a:pt x="297247" y="70465"/>
                  <a:pt x="297247" y="61947"/>
                </a:cubicBezTo>
                <a:cubicBezTo>
                  <a:pt x="297247" y="52569"/>
                  <a:pt x="295433" y="45686"/>
                  <a:pt x="291806" y="41298"/>
                </a:cubicBezTo>
                <a:cubicBezTo>
                  <a:pt x="288179" y="36910"/>
                  <a:pt x="283710" y="34716"/>
                  <a:pt x="278399" y="34716"/>
                </a:cubicBezTo>
                <a:cubicBezTo>
                  <a:pt x="273218" y="34716"/>
                  <a:pt x="268889" y="36824"/>
                  <a:pt x="265413" y="41041"/>
                </a:cubicBezTo>
                <a:cubicBezTo>
                  <a:pt x="261937" y="45256"/>
                  <a:pt x="260199" y="51902"/>
                  <a:pt x="260199" y="60979"/>
                </a:cubicBezTo>
                <a:close/>
                <a:moveTo>
                  <a:pt x="363118" y="13860"/>
                </a:moveTo>
                <a:lnTo>
                  <a:pt x="363118" y="389"/>
                </a:lnTo>
                <a:lnTo>
                  <a:pt x="374776" y="389"/>
                </a:lnTo>
                <a:lnTo>
                  <a:pt x="374776" y="13860"/>
                </a:lnTo>
                <a:lnTo>
                  <a:pt x="363118" y="13860"/>
                </a:lnTo>
                <a:moveTo>
                  <a:pt x="363118" y="95338"/>
                </a:moveTo>
                <a:lnTo>
                  <a:pt x="363118" y="26555"/>
                </a:lnTo>
                <a:lnTo>
                  <a:pt x="374776" y="26555"/>
                </a:lnTo>
                <a:lnTo>
                  <a:pt x="374776" y="95338"/>
                </a:lnTo>
                <a:lnTo>
                  <a:pt x="363118" y="95338"/>
                </a:lnTo>
                <a:close/>
                <a:moveTo>
                  <a:pt x="392500" y="95338"/>
                </a:moveTo>
                <a:lnTo>
                  <a:pt x="392500" y="26555"/>
                </a:lnTo>
                <a:lnTo>
                  <a:pt x="402993" y="26555"/>
                </a:lnTo>
                <a:lnTo>
                  <a:pt x="402993" y="36270"/>
                </a:lnTo>
                <a:cubicBezTo>
                  <a:pt x="408045" y="28757"/>
                  <a:pt x="415342" y="25000"/>
                  <a:pt x="424884" y="25000"/>
                </a:cubicBezTo>
                <a:cubicBezTo>
                  <a:pt x="429030" y="25000"/>
                  <a:pt x="432840" y="25745"/>
                  <a:pt x="436316" y="27235"/>
                </a:cubicBezTo>
                <a:cubicBezTo>
                  <a:pt x="439792" y="28725"/>
                  <a:pt x="442393" y="30678"/>
                  <a:pt x="444121" y="33096"/>
                </a:cubicBezTo>
                <a:cubicBezTo>
                  <a:pt x="445848" y="35514"/>
                  <a:pt x="447057" y="38386"/>
                  <a:pt x="447748" y="41711"/>
                </a:cubicBezTo>
                <a:cubicBezTo>
                  <a:pt x="448179" y="43870"/>
                  <a:pt x="448395" y="47648"/>
                  <a:pt x="448395" y="53045"/>
                </a:cubicBezTo>
                <a:lnTo>
                  <a:pt x="448395" y="95338"/>
                </a:lnTo>
                <a:lnTo>
                  <a:pt x="436737" y="95338"/>
                </a:lnTo>
                <a:lnTo>
                  <a:pt x="436737" y="53454"/>
                </a:lnTo>
                <a:cubicBezTo>
                  <a:pt x="436737" y="48699"/>
                  <a:pt x="436284" y="45143"/>
                  <a:pt x="435377" y="42787"/>
                </a:cubicBezTo>
                <a:cubicBezTo>
                  <a:pt x="434470" y="40431"/>
                  <a:pt x="432862" y="38551"/>
                  <a:pt x="430552" y="37146"/>
                </a:cubicBezTo>
                <a:cubicBezTo>
                  <a:pt x="428242" y="35742"/>
                  <a:pt x="425532" y="35039"/>
                  <a:pt x="422423" y="35039"/>
                </a:cubicBezTo>
                <a:cubicBezTo>
                  <a:pt x="417458" y="35039"/>
                  <a:pt x="413172" y="36618"/>
                  <a:pt x="409567" y="39774"/>
                </a:cubicBezTo>
                <a:cubicBezTo>
                  <a:pt x="405961" y="42928"/>
                  <a:pt x="404159" y="48915"/>
                  <a:pt x="404159" y="57733"/>
                </a:cubicBezTo>
                <a:lnTo>
                  <a:pt x="404159" y="95338"/>
                </a:lnTo>
                <a:lnTo>
                  <a:pt x="392500" y="95338"/>
                </a:lnTo>
                <a:close/>
                <a:moveTo>
                  <a:pt x="513337" y="73188"/>
                </a:moveTo>
                <a:lnTo>
                  <a:pt x="525384" y="74678"/>
                </a:lnTo>
                <a:cubicBezTo>
                  <a:pt x="523484" y="81716"/>
                  <a:pt x="519965" y="87178"/>
                  <a:pt x="514827" y="91064"/>
                </a:cubicBezTo>
                <a:cubicBezTo>
                  <a:pt x="509689" y="94950"/>
                  <a:pt x="503125" y="96893"/>
                  <a:pt x="495137" y="96893"/>
                </a:cubicBezTo>
                <a:cubicBezTo>
                  <a:pt x="485077" y="96893"/>
                  <a:pt x="477099" y="93795"/>
                  <a:pt x="471206" y="87599"/>
                </a:cubicBezTo>
                <a:cubicBezTo>
                  <a:pt x="465312" y="81403"/>
                  <a:pt x="462365" y="72713"/>
                  <a:pt x="462365" y="61530"/>
                </a:cubicBezTo>
                <a:cubicBezTo>
                  <a:pt x="462365" y="49958"/>
                  <a:pt x="465344" y="40977"/>
                  <a:pt x="471303" y="34586"/>
                </a:cubicBezTo>
                <a:cubicBezTo>
                  <a:pt x="477261" y="28196"/>
                  <a:pt x="484990" y="25000"/>
                  <a:pt x="494490" y="25000"/>
                </a:cubicBezTo>
                <a:cubicBezTo>
                  <a:pt x="503687" y="25000"/>
                  <a:pt x="511200" y="28126"/>
                  <a:pt x="517029" y="34378"/>
                </a:cubicBezTo>
                <a:cubicBezTo>
                  <a:pt x="522858" y="40628"/>
                  <a:pt x="525773" y="49421"/>
                  <a:pt x="525773" y="60758"/>
                </a:cubicBezTo>
                <a:cubicBezTo>
                  <a:pt x="525773" y="61448"/>
                  <a:pt x="525751" y="62482"/>
                  <a:pt x="525708" y="63861"/>
                </a:cubicBezTo>
                <a:lnTo>
                  <a:pt x="474412" y="63861"/>
                </a:lnTo>
                <a:cubicBezTo>
                  <a:pt x="474843" y="71396"/>
                  <a:pt x="476981" y="77166"/>
                  <a:pt x="480824" y="81170"/>
                </a:cubicBezTo>
                <a:cubicBezTo>
                  <a:pt x="484667" y="85175"/>
                  <a:pt x="489459" y="87178"/>
                  <a:pt x="495202" y="87178"/>
                </a:cubicBezTo>
                <a:cubicBezTo>
                  <a:pt x="499477" y="87178"/>
                  <a:pt x="503125" y="86066"/>
                  <a:pt x="506148" y="83842"/>
                </a:cubicBezTo>
                <a:cubicBezTo>
                  <a:pt x="509170" y="81617"/>
                  <a:pt x="511567" y="78066"/>
                  <a:pt x="513337" y="73188"/>
                </a:cubicBezTo>
                <a:moveTo>
                  <a:pt x="475059" y="54146"/>
                </a:moveTo>
                <a:lnTo>
                  <a:pt x="513467" y="54146"/>
                </a:lnTo>
                <a:cubicBezTo>
                  <a:pt x="512949" y="48455"/>
                  <a:pt x="511480" y="44186"/>
                  <a:pt x="509062" y="41340"/>
                </a:cubicBezTo>
                <a:cubicBezTo>
                  <a:pt x="505349" y="36924"/>
                  <a:pt x="500535" y="34716"/>
                  <a:pt x="494619" y="34716"/>
                </a:cubicBezTo>
                <a:cubicBezTo>
                  <a:pt x="489265" y="34716"/>
                  <a:pt x="484764" y="36479"/>
                  <a:pt x="481115" y="40004"/>
                </a:cubicBezTo>
                <a:cubicBezTo>
                  <a:pt x="477466" y="43529"/>
                  <a:pt x="475448" y="48243"/>
                  <a:pt x="475059" y="54146"/>
                </a:cubicBezTo>
                <a:close/>
                <a:moveTo>
                  <a:pt x="539872" y="95338"/>
                </a:moveTo>
                <a:lnTo>
                  <a:pt x="539872" y="26555"/>
                </a:lnTo>
                <a:lnTo>
                  <a:pt x="550364" y="26555"/>
                </a:lnTo>
                <a:lnTo>
                  <a:pt x="550364" y="36918"/>
                </a:lnTo>
                <a:cubicBezTo>
                  <a:pt x="553041" y="32066"/>
                  <a:pt x="555513" y="28866"/>
                  <a:pt x="557780" y="27320"/>
                </a:cubicBezTo>
                <a:cubicBezTo>
                  <a:pt x="560047" y="25774"/>
                  <a:pt x="562540" y="25000"/>
                  <a:pt x="565261" y="25000"/>
                </a:cubicBezTo>
                <a:cubicBezTo>
                  <a:pt x="569190" y="25000"/>
                  <a:pt x="573184" y="26247"/>
                  <a:pt x="577243" y="28741"/>
                </a:cubicBezTo>
                <a:lnTo>
                  <a:pt x="573227" y="39508"/>
                </a:lnTo>
                <a:cubicBezTo>
                  <a:pt x="570377" y="37825"/>
                  <a:pt x="567528" y="36983"/>
                  <a:pt x="564678" y="36983"/>
                </a:cubicBezTo>
                <a:cubicBezTo>
                  <a:pt x="562130" y="36983"/>
                  <a:pt x="559842" y="37750"/>
                  <a:pt x="557812" y="39286"/>
                </a:cubicBezTo>
                <a:cubicBezTo>
                  <a:pt x="555783" y="40820"/>
                  <a:pt x="554337" y="42949"/>
                  <a:pt x="553473" y="45672"/>
                </a:cubicBezTo>
                <a:cubicBezTo>
                  <a:pt x="552178" y="49821"/>
                  <a:pt x="551530" y="54359"/>
                  <a:pt x="551530" y="59287"/>
                </a:cubicBezTo>
                <a:lnTo>
                  <a:pt x="551530" y="95338"/>
                </a:lnTo>
                <a:lnTo>
                  <a:pt x="539872" y="95338"/>
                </a:lnTo>
                <a:close/>
                <a:moveTo>
                  <a:pt x="609626" y="85040"/>
                </a:moveTo>
                <a:lnTo>
                  <a:pt x="611310" y="95338"/>
                </a:lnTo>
                <a:cubicBezTo>
                  <a:pt x="608028" y="95943"/>
                  <a:pt x="605092" y="96245"/>
                  <a:pt x="602501" y="96245"/>
                </a:cubicBezTo>
                <a:cubicBezTo>
                  <a:pt x="598270" y="96245"/>
                  <a:pt x="594988" y="95576"/>
                  <a:pt x="592656" y="94237"/>
                </a:cubicBezTo>
                <a:cubicBezTo>
                  <a:pt x="590325" y="92899"/>
                  <a:pt x="588684" y="91139"/>
                  <a:pt x="587734" y="88959"/>
                </a:cubicBezTo>
                <a:cubicBezTo>
                  <a:pt x="586784" y="86778"/>
                  <a:pt x="586309" y="82191"/>
                  <a:pt x="586309" y="75196"/>
                </a:cubicBezTo>
                <a:lnTo>
                  <a:pt x="586309" y="35622"/>
                </a:lnTo>
                <a:lnTo>
                  <a:pt x="577760" y="35622"/>
                </a:lnTo>
                <a:lnTo>
                  <a:pt x="577760" y="26555"/>
                </a:lnTo>
                <a:lnTo>
                  <a:pt x="586309" y="26555"/>
                </a:lnTo>
                <a:lnTo>
                  <a:pt x="586309" y="9474"/>
                </a:lnTo>
                <a:lnTo>
                  <a:pt x="597903" y="2461"/>
                </a:lnTo>
                <a:lnTo>
                  <a:pt x="597903" y="26555"/>
                </a:lnTo>
                <a:lnTo>
                  <a:pt x="609626" y="26555"/>
                </a:lnTo>
                <a:lnTo>
                  <a:pt x="609626" y="35622"/>
                </a:lnTo>
                <a:lnTo>
                  <a:pt x="597903" y="35622"/>
                </a:lnTo>
                <a:lnTo>
                  <a:pt x="597903" y="75843"/>
                </a:lnTo>
                <a:cubicBezTo>
                  <a:pt x="597903" y="79168"/>
                  <a:pt x="598108" y="81305"/>
                  <a:pt x="598518" y="82255"/>
                </a:cubicBezTo>
                <a:cubicBezTo>
                  <a:pt x="598928" y="83205"/>
                  <a:pt x="599597" y="83961"/>
                  <a:pt x="600526" y="84522"/>
                </a:cubicBezTo>
                <a:cubicBezTo>
                  <a:pt x="601454" y="85084"/>
                  <a:pt x="602782" y="85364"/>
                  <a:pt x="604509" y="85364"/>
                </a:cubicBezTo>
                <a:cubicBezTo>
                  <a:pt x="605804" y="85364"/>
                  <a:pt x="607510" y="85256"/>
                  <a:pt x="609626" y="85040"/>
                </a:cubicBezTo>
                <a:close/>
                <a:moveTo>
                  <a:pt x="621112" y="13860"/>
                </a:moveTo>
                <a:lnTo>
                  <a:pt x="621112" y="389"/>
                </a:lnTo>
                <a:lnTo>
                  <a:pt x="632770" y="389"/>
                </a:lnTo>
                <a:lnTo>
                  <a:pt x="632770" y="13860"/>
                </a:lnTo>
                <a:lnTo>
                  <a:pt x="621112" y="13860"/>
                </a:lnTo>
                <a:moveTo>
                  <a:pt x="621112" y="95338"/>
                </a:moveTo>
                <a:lnTo>
                  <a:pt x="621112" y="26555"/>
                </a:lnTo>
                <a:lnTo>
                  <a:pt x="632770" y="26555"/>
                </a:lnTo>
                <a:lnTo>
                  <a:pt x="632770" y="95338"/>
                </a:lnTo>
                <a:lnTo>
                  <a:pt x="621112" y="95338"/>
                </a:lnTo>
                <a:close/>
                <a:moveTo>
                  <a:pt x="695379" y="86846"/>
                </a:moveTo>
                <a:cubicBezTo>
                  <a:pt x="691061" y="90519"/>
                  <a:pt x="686905" y="93111"/>
                  <a:pt x="682911" y="94624"/>
                </a:cubicBezTo>
                <a:cubicBezTo>
                  <a:pt x="678917" y="96137"/>
                  <a:pt x="674631" y="96893"/>
                  <a:pt x="670054" y="96893"/>
                </a:cubicBezTo>
                <a:cubicBezTo>
                  <a:pt x="662498" y="96893"/>
                  <a:pt x="656691" y="95046"/>
                  <a:pt x="652632" y="91351"/>
                </a:cubicBezTo>
                <a:cubicBezTo>
                  <a:pt x="648573" y="87657"/>
                  <a:pt x="646544" y="82936"/>
                  <a:pt x="646544" y="77189"/>
                </a:cubicBezTo>
                <a:cubicBezTo>
                  <a:pt x="646544" y="73820"/>
                  <a:pt x="647310" y="70742"/>
                  <a:pt x="648843" y="67956"/>
                </a:cubicBezTo>
                <a:cubicBezTo>
                  <a:pt x="650376" y="65168"/>
                  <a:pt x="652383" y="62932"/>
                  <a:pt x="654866" y="61246"/>
                </a:cubicBezTo>
                <a:cubicBezTo>
                  <a:pt x="657349" y="59561"/>
                  <a:pt x="660145" y="58286"/>
                  <a:pt x="663254" y="57423"/>
                </a:cubicBezTo>
                <a:cubicBezTo>
                  <a:pt x="665542" y="56817"/>
                  <a:pt x="668996" y="56233"/>
                  <a:pt x="673617" y="55672"/>
                </a:cubicBezTo>
                <a:cubicBezTo>
                  <a:pt x="683030" y="54558"/>
                  <a:pt x="689960" y="53228"/>
                  <a:pt x="694407" y="51685"/>
                </a:cubicBezTo>
                <a:cubicBezTo>
                  <a:pt x="694450" y="50094"/>
                  <a:pt x="694472" y="49083"/>
                  <a:pt x="694472" y="48653"/>
                </a:cubicBezTo>
                <a:cubicBezTo>
                  <a:pt x="694472" y="43921"/>
                  <a:pt x="693371" y="40587"/>
                  <a:pt x="691169" y="38652"/>
                </a:cubicBezTo>
                <a:cubicBezTo>
                  <a:pt x="688189" y="36028"/>
                  <a:pt x="683764" y="34716"/>
                  <a:pt x="677891" y="34716"/>
                </a:cubicBezTo>
                <a:cubicBezTo>
                  <a:pt x="672408" y="34716"/>
                  <a:pt x="668360" y="35676"/>
                  <a:pt x="665747" y="37598"/>
                </a:cubicBezTo>
                <a:cubicBezTo>
                  <a:pt x="663135" y="39519"/>
                  <a:pt x="661203" y="42920"/>
                  <a:pt x="659951" y="47799"/>
                </a:cubicBezTo>
                <a:lnTo>
                  <a:pt x="648551" y="46244"/>
                </a:lnTo>
                <a:cubicBezTo>
                  <a:pt x="649588" y="41350"/>
                  <a:pt x="651293" y="37398"/>
                  <a:pt x="653668" y="34388"/>
                </a:cubicBezTo>
                <a:cubicBezTo>
                  <a:pt x="656043" y="31377"/>
                  <a:pt x="659476" y="29061"/>
                  <a:pt x="663966" y="27437"/>
                </a:cubicBezTo>
                <a:cubicBezTo>
                  <a:pt x="668457" y="25813"/>
                  <a:pt x="673660" y="25000"/>
                  <a:pt x="679575" y="25000"/>
                </a:cubicBezTo>
                <a:cubicBezTo>
                  <a:pt x="685448" y="25000"/>
                  <a:pt x="690219" y="25691"/>
                  <a:pt x="693889" y="27073"/>
                </a:cubicBezTo>
                <a:cubicBezTo>
                  <a:pt x="697559" y="28455"/>
                  <a:pt x="700258" y="30193"/>
                  <a:pt x="701985" y="32287"/>
                </a:cubicBezTo>
                <a:cubicBezTo>
                  <a:pt x="703712" y="34381"/>
                  <a:pt x="704921" y="37026"/>
                  <a:pt x="705612" y="40221"/>
                </a:cubicBezTo>
                <a:cubicBezTo>
                  <a:pt x="706001" y="42207"/>
                  <a:pt x="706195" y="45791"/>
                  <a:pt x="706195" y="50972"/>
                </a:cubicBezTo>
                <a:lnTo>
                  <a:pt x="706195" y="66517"/>
                </a:lnTo>
                <a:cubicBezTo>
                  <a:pt x="706195" y="77355"/>
                  <a:pt x="706443" y="84209"/>
                  <a:pt x="706940" y="87081"/>
                </a:cubicBezTo>
                <a:cubicBezTo>
                  <a:pt x="707436" y="89952"/>
                  <a:pt x="708419" y="92705"/>
                  <a:pt x="709887" y="95338"/>
                </a:cubicBezTo>
                <a:lnTo>
                  <a:pt x="697710" y="95338"/>
                </a:lnTo>
                <a:cubicBezTo>
                  <a:pt x="696501" y="92918"/>
                  <a:pt x="695724" y="90087"/>
                  <a:pt x="695379" y="86846"/>
                </a:cubicBezTo>
                <a:moveTo>
                  <a:pt x="694407" y="60752"/>
                </a:moveTo>
                <a:cubicBezTo>
                  <a:pt x="690176" y="62494"/>
                  <a:pt x="683828" y="63975"/>
                  <a:pt x="675365" y="65193"/>
                </a:cubicBezTo>
                <a:cubicBezTo>
                  <a:pt x="670573" y="65887"/>
                  <a:pt x="667183" y="66667"/>
                  <a:pt x="665197" y="67535"/>
                </a:cubicBezTo>
                <a:cubicBezTo>
                  <a:pt x="663211" y="68401"/>
                  <a:pt x="661678" y="69669"/>
                  <a:pt x="660598" y="71340"/>
                </a:cubicBezTo>
                <a:cubicBezTo>
                  <a:pt x="659519" y="73009"/>
                  <a:pt x="658979" y="74862"/>
                  <a:pt x="658979" y="76900"/>
                </a:cubicBezTo>
                <a:cubicBezTo>
                  <a:pt x="658979" y="80021"/>
                  <a:pt x="660156" y="82622"/>
                  <a:pt x="662509" y="84704"/>
                </a:cubicBezTo>
                <a:cubicBezTo>
                  <a:pt x="664862" y="86785"/>
                  <a:pt x="668306" y="87825"/>
                  <a:pt x="672839" y="87825"/>
                </a:cubicBezTo>
                <a:cubicBezTo>
                  <a:pt x="677330" y="87825"/>
                  <a:pt x="681324" y="86838"/>
                  <a:pt x="684821" y="84864"/>
                </a:cubicBezTo>
                <a:cubicBezTo>
                  <a:pt x="688319" y="82890"/>
                  <a:pt x="690888" y="80190"/>
                  <a:pt x="692529" y="76762"/>
                </a:cubicBezTo>
                <a:cubicBezTo>
                  <a:pt x="693781" y="74115"/>
                  <a:pt x="694407" y="70210"/>
                  <a:pt x="694407" y="65047"/>
                </a:cubicBezTo>
                <a:lnTo>
                  <a:pt x="694407" y="60752"/>
                </a:lnTo>
                <a:close/>
                <a:moveTo>
                  <a:pt x="723986" y="95338"/>
                </a:moveTo>
                <a:lnTo>
                  <a:pt x="723986" y="389"/>
                </a:lnTo>
                <a:lnTo>
                  <a:pt x="735644" y="389"/>
                </a:lnTo>
                <a:lnTo>
                  <a:pt x="735644" y="95338"/>
                </a:lnTo>
                <a:lnTo>
                  <a:pt x="723986" y="95338"/>
                </a:lnTo>
                <a:close/>
                <a:moveTo>
                  <a:pt x="790568" y="95338"/>
                </a:moveTo>
                <a:lnTo>
                  <a:pt x="790568" y="26555"/>
                </a:lnTo>
                <a:lnTo>
                  <a:pt x="801060" y="26555"/>
                </a:lnTo>
                <a:lnTo>
                  <a:pt x="801060" y="36270"/>
                </a:lnTo>
                <a:cubicBezTo>
                  <a:pt x="806112" y="28757"/>
                  <a:pt x="813409" y="25000"/>
                  <a:pt x="822952" y="25000"/>
                </a:cubicBezTo>
                <a:cubicBezTo>
                  <a:pt x="827097" y="25000"/>
                  <a:pt x="830907" y="25745"/>
                  <a:pt x="834383" y="27235"/>
                </a:cubicBezTo>
                <a:cubicBezTo>
                  <a:pt x="837859" y="28725"/>
                  <a:pt x="840461" y="30678"/>
                  <a:pt x="842188" y="33096"/>
                </a:cubicBezTo>
                <a:cubicBezTo>
                  <a:pt x="843915" y="35514"/>
                  <a:pt x="845124" y="38386"/>
                  <a:pt x="845815" y="41711"/>
                </a:cubicBezTo>
                <a:cubicBezTo>
                  <a:pt x="846247" y="43870"/>
                  <a:pt x="846462" y="47648"/>
                  <a:pt x="846462" y="53045"/>
                </a:cubicBezTo>
                <a:lnTo>
                  <a:pt x="846462" y="95338"/>
                </a:lnTo>
                <a:lnTo>
                  <a:pt x="834804" y="95338"/>
                </a:lnTo>
                <a:lnTo>
                  <a:pt x="834804" y="53454"/>
                </a:lnTo>
                <a:cubicBezTo>
                  <a:pt x="834804" y="48699"/>
                  <a:pt x="834351" y="45143"/>
                  <a:pt x="833444" y="42787"/>
                </a:cubicBezTo>
                <a:cubicBezTo>
                  <a:pt x="832537" y="40431"/>
                  <a:pt x="830929" y="38551"/>
                  <a:pt x="828619" y="37146"/>
                </a:cubicBezTo>
                <a:cubicBezTo>
                  <a:pt x="826309" y="35742"/>
                  <a:pt x="823599" y="35039"/>
                  <a:pt x="820490" y="35039"/>
                </a:cubicBezTo>
                <a:cubicBezTo>
                  <a:pt x="815525" y="35039"/>
                  <a:pt x="811239" y="36618"/>
                  <a:pt x="807634" y="39774"/>
                </a:cubicBezTo>
                <a:cubicBezTo>
                  <a:pt x="804029" y="42928"/>
                  <a:pt x="802226" y="48915"/>
                  <a:pt x="802226" y="57733"/>
                </a:cubicBezTo>
                <a:lnTo>
                  <a:pt x="802226" y="95338"/>
                </a:lnTo>
                <a:lnTo>
                  <a:pt x="790568" y="95338"/>
                </a:lnTo>
                <a:close/>
                <a:moveTo>
                  <a:pt x="909202" y="86846"/>
                </a:moveTo>
                <a:cubicBezTo>
                  <a:pt x="904884" y="90519"/>
                  <a:pt x="900728" y="93111"/>
                  <a:pt x="896734" y="94624"/>
                </a:cubicBezTo>
                <a:cubicBezTo>
                  <a:pt x="892740" y="96137"/>
                  <a:pt x="888455" y="96893"/>
                  <a:pt x="883878" y="96893"/>
                </a:cubicBezTo>
                <a:cubicBezTo>
                  <a:pt x="876321" y="96893"/>
                  <a:pt x="870514" y="95046"/>
                  <a:pt x="866455" y="91351"/>
                </a:cubicBezTo>
                <a:cubicBezTo>
                  <a:pt x="862396" y="87657"/>
                  <a:pt x="860367" y="82936"/>
                  <a:pt x="860367" y="77189"/>
                </a:cubicBezTo>
                <a:cubicBezTo>
                  <a:pt x="860367" y="73820"/>
                  <a:pt x="861133" y="70742"/>
                  <a:pt x="862666" y="67956"/>
                </a:cubicBezTo>
                <a:cubicBezTo>
                  <a:pt x="864199" y="65168"/>
                  <a:pt x="866207" y="62932"/>
                  <a:pt x="868690" y="61246"/>
                </a:cubicBezTo>
                <a:cubicBezTo>
                  <a:pt x="871172" y="59561"/>
                  <a:pt x="873968" y="58286"/>
                  <a:pt x="877077" y="57423"/>
                </a:cubicBezTo>
                <a:cubicBezTo>
                  <a:pt x="879365" y="56817"/>
                  <a:pt x="882820" y="56233"/>
                  <a:pt x="887440" y="55672"/>
                </a:cubicBezTo>
                <a:cubicBezTo>
                  <a:pt x="896853" y="54558"/>
                  <a:pt x="903783" y="53228"/>
                  <a:pt x="908230" y="51685"/>
                </a:cubicBezTo>
                <a:cubicBezTo>
                  <a:pt x="908274" y="50094"/>
                  <a:pt x="908295" y="49083"/>
                  <a:pt x="908295" y="48653"/>
                </a:cubicBezTo>
                <a:cubicBezTo>
                  <a:pt x="908295" y="43921"/>
                  <a:pt x="907194" y="40587"/>
                  <a:pt x="904992" y="38652"/>
                </a:cubicBezTo>
                <a:cubicBezTo>
                  <a:pt x="902013" y="36028"/>
                  <a:pt x="897587" y="34716"/>
                  <a:pt x="891715" y="34716"/>
                </a:cubicBezTo>
                <a:cubicBezTo>
                  <a:pt x="886231" y="34716"/>
                  <a:pt x="882183" y="35676"/>
                  <a:pt x="879571" y="37598"/>
                </a:cubicBezTo>
                <a:cubicBezTo>
                  <a:pt x="876958" y="39519"/>
                  <a:pt x="875026" y="42920"/>
                  <a:pt x="873774" y="47799"/>
                </a:cubicBezTo>
                <a:lnTo>
                  <a:pt x="862375" y="46244"/>
                </a:lnTo>
                <a:cubicBezTo>
                  <a:pt x="863411" y="41350"/>
                  <a:pt x="865117" y="37398"/>
                  <a:pt x="867491" y="34388"/>
                </a:cubicBezTo>
                <a:cubicBezTo>
                  <a:pt x="869866" y="31377"/>
                  <a:pt x="873299" y="29061"/>
                  <a:pt x="877789" y="27437"/>
                </a:cubicBezTo>
                <a:cubicBezTo>
                  <a:pt x="882280" y="25813"/>
                  <a:pt x="887483" y="25000"/>
                  <a:pt x="893399" y="25000"/>
                </a:cubicBezTo>
                <a:cubicBezTo>
                  <a:pt x="899271" y="25000"/>
                  <a:pt x="904042" y="25691"/>
                  <a:pt x="907712" y="27073"/>
                </a:cubicBezTo>
                <a:cubicBezTo>
                  <a:pt x="911382" y="28455"/>
                  <a:pt x="914081" y="30193"/>
                  <a:pt x="915808" y="32287"/>
                </a:cubicBezTo>
                <a:cubicBezTo>
                  <a:pt x="917535" y="34381"/>
                  <a:pt x="918744" y="37026"/>
                  <a:pt x="919435" y="40221"/>
                </a:cubicBezTo>
                <a:cubicBezTo>
                  <a:pt x="919824" y="42207"/>
                  <a:pt x="920018" y="45791"/>
                  <a:pt x="920018" y="50972"/>
                </a:cubicBezTo>
                <a:lnTo>
                  <a:pt x="920018" y="66517"/>
                </a:lnTo>
                <a:cubicBezTo>
                  <a:pt x="920018" y="77355"/>
                  <a:pt x="920266" y="84209"/>
                  <a:pt x="920763" y="87081"/>
                </a:cubicBezTo>
                <a:cubicBezTo>
                  <a:pt x="921260" y="89952"/>
                  <a:pt x="922242" y="92705"/>
                  <a:pt x="923710" y="95338"/>
                </a:cubicBezTo>
                <a:lnTo>
                  <a:pt x="911534" y="95338"/>
                </a:lnTo>
                <a:cubicBezTo>
                  <a:pt x="910325" y="92918"/>
                  <a:pt x="909547" y="90087"/>
                  <a:pt x="909202" y="86846"/>
                </a:cubicBezTo>
                <a:moveTo>
                  <a:pt x="908230" y="60752"/>
                </a:moveTo>
                <a:cubicBezTo>
                  <a:pt x="903999" y="62494"/>
                  <a:pt x="897652" y="63975"/>
                  <a:pt x="889189" y="65193"/>
                </a:cubicBezTo>
                <a:cubicBezTo>
                  <a:pt x="884396" y="65887"/>
                  <a:pt x="881006" y="66667"/>
                  <a:pt x="879020" y="67535"/>
                </a:cubicBezTo>
                <a:cubicBezTo>
                  <a:pt x="877034" y="68401"/>
                  <a:pt x="875501" y="69669"/>
                  <a:pt x="874422" y="71340"/>
                </a:cubicBezTo>
                <a:cubicBezTo>
                  <a:pt x="873342" y="73009"/>
                  <a:pt x="872802" y="74862"/>
                  <a:pt x="872802" y="76900"/>
                </a:cubicBezTo>
                <a:cubicBezTo>
                  <a:pt x="872802" y="80021"/>
                  <a:pt x="873979" y="82622"/>
                  <a:pt x="876332" y="84704"/>
                </a:cubicBezTo>
                <a:cubicBezTo>
                  <a:pt x="878685" y="86785"/>
                  <a:pt x="882129" y="87825"/>
                  <a:pt x="886663" y="87825"/>
                </a:cubicBezTo>
                <a:cubicBezTo>
                  <a:pt x="891153" y="87825"/>
                  <a:pt x="895147" y="86838"/>
                  <a:pt x="898645" y="84864"/>
                </a:cubicBezTo>
                <a:cubicBezTo>
                  <a:pt x="902142" y="82890"/>
                  <a:pt x="904711" y="80190"/>
                  <a:pt x="906352" y="76762"/>
                </a:cubicBezTo>
                <a:cubicBezTo>
                  <a:pt x="907604" y="74115"/>
                  <a:pt x="908230" y="70210"/>
                  <a:pt x="908230" y="65047"/>
                </a:cubicBezTo>
                <a:lnTo>
                  <a:pt x="908230" y="60752"/>
                </a:lnTo>
                <a:close/>
                <a:moveTo>
                  <a:pt x="957175" y="95338"/>
                </a:moveTo>
                <a:lnTo>
                  <a:pt x="931009" y="26555"/>
                </a:lnTo>
                <a:lnTo>
                  <a:pt x="943315" y="26555"/>
                </a:lnTo>
                <a:lnTo>
                  <a:pt x="958082" y="67747"/>
                </a:lnTo>
                <a:cubicBezTo>
                  <a:pt x="959679" y="72195"/>
                  <a:pt x="961147" y="76815"/>
                  <a:pt x="962486" y="81608"/>
                </a:cubicBezTo>
                <a:cubicBezTo>
                  <a:pt x="963522" y="77981"/>
                  <a:pt x="964969" y="73620"/>
                  <a:pt x="966825" y="68525"/>
                </a:cubicBezTo>
                <a:lnTo>
                  <a:pt x="982111" y="26555"/>
                </a:lnTo>
                <a:lnTo>
                  <a:pt x="994093" y="26555"/>
                </a:lnTo>
                <a:lnTo>
                  <a:pt x="968056" y="95338"/>
                </a:lnTo>
                <a:lnTo>
                  <a:pt x="957175" y="95338"/>
                </a:lnTo>
                <a:close/>
                <a:moveTo>
                  <a:pt x="1004456" y="13860"/>
                </a:moveTo>
                <a:lnTo>
                  <a:pt x="1004456" y="389"/>
                </a:lnTo>
                <a:lnTo>
                  <a:pt x="1016114" y="389"/>
                </a:lnTo>
                <a:lnTo>
                  <a:pt x="1016114" y="13860"/>
                </a:lnTo>
                <a:lnTo>
                  <a:pt x="1004456" y="13860"/>
                </a:lnTo>
                <a:moveTo>
                  <a:pt x="1004456" y="95338"/>
                </a:moveTo>
                <a:lnTo>
                  <a:pt x="1004456" y="26555"/>
                </a:lnTo>
                <a:lnTo>
                  <a:pt x="1016114" y="26555"/>
                </a:lnTo>
                <a:lnTo>
                  <a:pt x="1016114" y="95338"/>
                </a:lnTo>
                <a:lnTo>
                  <a:pt x="1004456" y="95338"/>
                </a:lnTo>
                <a:close/>
                <a:moveTo>
                  <a:pt x="1031700" y="101038"/>
                </a:moveTo>
                <a:lnTo>
                  <a:pt x="1043035" y="102722"/>
                </a:lnTo>
                <a:cubicBezTo>
                  <a:pt x="1043510" y="106220"/>
                  <a:pt x="1044827" y="108767"/>
                  <a:pt x="1046986" y="110365"/>
                </a:cubicBezTo>
                <a:cubicBezTo>
                  <a:pt x="1049879" y="112524"/>
                  <a:pt x="1053829" y="113603"/>
                  <a:pt x="1058838" y="113603"/>
                </a:cubicBezTo>
                <a:cubicBezTo>
                  <a:pt x="1064236" y="113603"/>
                  <a:pt x="1068402" y="112521"/>
                  <a:pt x="1071338" y="110357"/>
                </a:cubicBezTo>
                <a:cubicBezTo>
                  <a:pt x="1074275" y="108194"/>
                  <a:pt x="1076261" y="105164"/>
                  <a:pt x="1077297" y="101269"/>
                </a:cubicBezTo>
                <a:cubicBezTo>
                  <a:pt x="1077902" y="98890"/>
                  <a:pt x="1078182" y="93892"/>
                  <a:pt x="1078139" y="86275"/>
                </a:cubicBezTo>
                <a:cubicBezTo>
                  <a:pt x="1073044" y="92317"/>
                  <a:pt x="1066697" y="95338"/>
                  <a:pt x="1059097" y="95338"/>
                </a:cubicBezTo>
                <a:cubicBezTo>
                  <a:pt x="1049641" y="95338"/>
                  <a:pt x="1042322" y="91927"/>
                  <a:pt x="1037141" y="85105"/>
                </a:cubicBezTo>
                <a:cubicBezTo>
                  <a:pt x="1031959" y="78283"/>
                  <a:pt x="1029369" y="70101"/>
                  <a:pt x="1029369" y="60558"/>
                </a:cubicBezTo>
                <a:cubicBezTo>
                  <a:pt x="1029369" y="53995"/>
                  <a:pt x="1030556" y="47939"/>
                  <a:pt x="1032931" y="42391"/>
                </a:cubicBezTo>
                <a:cubicBezTo>
                  <a:pt x="1035306" y="36842"/>
                  <a:pt x="1038749" y="32557"/>
                  <a:pt x="1043262" y="29534"/>
                </a:cubicBezTo>
                <a:cubicBezTo>
                  <a:pt x="1047774" y="26512"/>
                  <a:pt x="1053074" y="25000"/>
                  <a:pt x="1059162" y="25000"/>
                </a:cubicBezTo>
                <a:cubicBezTo>
                  <a:pt x="1067280" y="25000"/>
                  <a:pt x="1073972" y="28304"/>
                  <a:pt x="1079240" y="34910"/>
                </a:cubicBezTo>
                <a:lnTo>
                  <a:pt x="1079240" y="26555"/>
                </a:lnTo>
                <a:lnTo>
                  <a:pt x="1089992" y="26555"/>
                </a:lnTo>
                <a:lnTo>
                  <a:pt x="1089992" y="86052"/>
                </a:lnTo>
                <a:cubicBezTo>
                  <a:pt x="1089992" y="96767"/>
                  <a:pt x="1088901" y="104361"/>
                  <a:pt x="1086721" y="108833"/>
                </a:cubicBezTo>
                <a:cubicBezTo>
                  <a:pt x="1084540" y="113304"/>
                  <a:pt x="1081086" y="116836"/>
                  <a:pt x="1076358" y="119428"/>
                </a:cubicBezTo>
                <a:cubicBezTo>
                  <a:pt x="1071630" y="122022"/>
                  <a:pt x="1065812" y="123318"/>
                  <a:pt x="1058903" y="123318"/>
                </a:cubicBezTo>
                <a:cubicBezTo>
                  <a:pt x="1050699" y="123318"/>
                  <a:pt x="1044071" y="121467"/>
                  <a:pt x="1039019" y="117764"/>
                </a:cubicBezTo>
                <a:cubicBezTo>
                  <a:pt x="1033967" y="114062"/>
                  <a:pt x="1031528" y="108486"/>
                  <a:pt x="1031700" y="101038"/>
                </a:cubicBezTo>
                <a:moveTo>
                  <a:pt x="1041351" y="59718"/>
                </a:moveTo>
                <a:cubicBezTo>
                  <a:pt x="1041351" y="68720"/>
                  <a:pt x="1043143" y="75287"/>
                  <a:pt x="1046727" y="79422"/>
                </a:cubicBezTo>
                <a:cubicBezTo>
                  <a:pt x="1050310" y="83556"/>
                  <a:pt x="1054801" y="85623"/>
                  <a:pt x="1060198" y="85623"/>
                </a:cubicBezTo>
                <a:cubicBezTo>
                  <a:pt x="1065553" y="85623"/>
                  <a:pt x="1070043" y="83567"/>
                  <a:pt x="1073670" y="79454"/>
                </a:cubicBezTo>
                <a:cubicBezTo>
                  <a:pt x="1077297" y="75341"/>
                  <a:pt x="1079111" y="68892"/>
                  <a:pt x="1079111" y="60105"/>
                </a:cubicBezTo>
                <a:cubicBezTo>
                  <a:pt x="1079111" y="51706"/>
                  <a:pt x="1077243" y="45375"/>
                  <a:pt x="1073508" y="41111"/>
                </a:cubicBezTo>
                <a:cubicBezTo>
                  <a:pt x="1069773" y="36848"/>
                  <a:pt x="1065272" y="34716"/>
                  <a:pt x="1060004" y="34716"/>
                </a:cubicBezTo>
                <a:cubicBezTo>
                  <a:pt x="1054823" y="34716"/>
                  <a:pt x="1050418" y="36815"/>
                  <a:pt x="1046791" y="41014"/>
                </a:cubicBezTo>
                <a:cubicBezTo>
                  <a:pt x="1043164" y="45213"/>
                  <a:pt x="1041351" y="51448"/>
                  <a:pt x="1041351" y="59718"/>
                </a:cubicBezTo>
                <a:close/>
                <a:moveTo>
                  <a:pt x="1152473" y="86846"/>
                </a:moveTo>
                <a:cubicBezTo>
                  <a:pt x="1148155" y="90519"/>
                  <a:pt x="1143999" y="93111"/>
                  <a:pt x="1140005" y="94624"/>
                </a:cubicBezTo>
                <a:cubicBezTo>
                  <a:pt x="1136011" y="96137"/>
                  <a:pt x="1131725" y="96893"/>
                  <a:pt x="1127148" y="96893"/>
                </a:cubicBezTo>
                <a:cubicBezTo>
                  <a:pt x="1119592" y="96893"/>
                  <a:pt x="1113785" y="95046"/>
                  <a:pt x="1109726" y="91351"/>
                </a:cubicBezTo>
                <a:cubicBezTo>
                  <a:pt x="1105667" y="87657"/>
                  <a:pt x="1103638" y="82936"/>
                  <a:pt x="1103638" y="77189"/>
                </a:cubicBezTo>
                <a:cubicBezTo>
                  <a:pt x="1103638" y="73820"/>
                  <a:pt x="1104404" y="70742"/>
                  <a:pt x="1105937" y="67956"/>
                </a:cubicBezTo>
                <a:cubicBezTo>
                  <a:pt x="1107470" y="65168"/>
                  <a:pt x="1109477" y="62932"/>
                  <a:pt x="1111960" y="61246"/>
                </a:cubicBezTo>
                <a:cubicBezTo>
                  <a:pt x="1114443" y="59561"/>
                  <a:pt x="1117239" y="58286"/>
                  <a:pt x="1120348" y="57423"/>
                </a:cubicBezTo>
                <a:cubicBezTo>
                  <a:pt x="1122636" y="56817"/>
                  <a:pt x="1126090" y="56233"/>
                  <a:pt x="1130711" y="55672"/>
                </a:cubicBezTo>
                <a:cubicBezTo>
                  <a:pt x="1140124" y="54558"/>
                  <a:pt x="1147054" y="53228"/>
                  <a:pt x="1151501" y="51685"/>
                </a:cubicBezTo>
                <a:cubicBezTo>
                  <a:pt x="1151544" y="50094"/>
                  <a:pt x="1151566" y="49083"/>
                  <a:pt x="1151566" y="48653"/>
                </a:cubicBezTo>
                <a:cubicBezTo>
                  <a:pt x="1151566" y="43921"/>
                  <a:pt x="1150465" y="40587"/>
                  <a:pt x="1148263" y="38652"/>
                </a:cubicBezTo>
                <a:cubicBezTo>
                  <a:pt x="1145283" y="36028"/>
                  <a:pt x="1140858" y="34716"/>
                  <a:pt x="1134985" y="34716"/>
                </a:cubicBezTo>
                <a:cubicBezTo>
                  <a:pt x="1129502" y="34716"/>
                  <a:pt x="1125454" y="35676"/>
                  <a:pt x="1122841" y="37598"/>
                </a:cubicBezTo>
                <a:cubicBezTo>
                  <a:pt x="1120229" y="39519"/>
                  <a:pt x="1118297" y="42920"/>
                  <a:pt x="1117045" y="47799"/>
                </a:cubicBezTo>
                <a:lnTo>
                  <a:pt x="1105645" y="46244"/>
                </a:lnTo>
                <a:cubicBezTo>
                  <a:pt x="1106682" y="41350"/>
                  <a:pt x="1108387" y="37398"/>
                  <a:pt x="1110762" y="34388"/>
                </a:cubicBezTo>
                <a:cubicBezTo>
                  <a:pt x="1113137" y="31377"/>
                  <a:pt x="1116570" y="29061"/>
                  <a:pt x="1121060" y="27437"/>
                </a:cubicBezTo>
                <a:cubicBezTo>
                  <a:pt x="1125551" y="25813"/>
                  <a:pt x="1130754" y="25000"/>
                  <a:pt x="1136669" y="25000"/>
                </a:cubicBezTo>
                <a:cubicBezTo>
                  <a:pt x="1142542" y="25000"/>
                  <a:pt x="1147313" y="25691"/>
                  <a:pt x="1150983" y="27073"/>
                </a:cubicBezTo>
                <a:cubicBezTo>
                  <a:pt x="1154653" y="28455"/>
                  <a:pt x="1157352" y="30193"/>
                  <a:pt x="1159079" y="32287"/>
                </a:cubicBezTo>
                <a:cubicBezTo>
                  <a:pt x="1160806" y="34381"/>
                  <a:pt x="1162015" y="37026"/>
                  <a:pt x="1162706" y="40221"/>
                </a:cubicBezTo>
                <a:cubicBezTo>
                  <a:pt x="1163095" y="42207"/>
                  <a:pt x="1163289" y="45791"/>
                  <a:pt x="1163289" y="50972"/>
                </a:cubicBezTo>
                <a:lnTo>
                  <a:pt x="1163289" y="66517"/>
                </a:lnTo>
                <a:cubicBezTo>
                  <a:pt x="1163289" y="77355"/>
                  <a:pt x="1163537" y="84209"/>
                  <a:pt x="1164034" y="87081"/>
                </a:cubicBezTo>
                <a:cubicBezTo>
                  <a:pt x="1164530" y="89952"/>
                  <a:pt x="1165513" y="92705"/>
                  <a:pt x="1166981" y="95338"/>
                </a:cubicBezTo>
                <a:lnTo>
                  <a:pt x="1154804" y="95338"/>
                </a:lnTo>
                <a:cubicBezTo>
                  <a:pt x="1153595" y="92918"/>
                  <a:pt x="1152818" y="90087"/>
                  <a:pt x="1152473" y="86846"/>
                </a:cubicBezTo>
                <a:moveTo>
                  <a:pt x="1151501" y="60752"/>
                </a:moveTo>
                <a:cubicBezTo>
                  <a:pt x="1147270" y="62494"/>
                  <a:pt x="1140922" y="63975"/>
                  <a:pt x="1132459" y="65193"/>
                </a:cubicBezTo>
                <a:cubicBezTo>
                  <a:pt x="1127666" y="65887"/>
                  <a:pt x="1124277" y="66667"/>
                  <a:pt x="1122291" y="67535"/>
                </a:cubicBezTo>
                <a:cubicBezTo>
                  <a:pt x="1120305" y="68401"/>
                  <a:pt x="1118772" y="69669"/>
                  <a:pt x="1117692" y="71340"/>
                </a:cubicBezTo>
                <a:cubicBezTo>
                  <a:pt x="1116613" y="73009"/>
                  <a:pt x="1116073" y="74862"/>
                  <a:pt x="1116073" y="76900"/>
                </a:cubicBezTo>
                <a:cubicBezTo>
                  <a:pt x="1116073" y="80021"/>
                  <a:pt x="1117250" y="82622"/>
                  <a:pt x="1119603" y="84704"/>
                </a:cubicBezTo>
                <a:cubicBezTo>
                  <a:pt x="1121956" y="86785"/>
                  <a:pt x="1125400" y="87825"/>
                  <a:pt x="1129933" y="87825"/>
                </a:cubicBezTo>
                <a:cubicBezTo>
                  <a:pt x="1134424" y="87825"/>
                  <a:pt x="1138418" y="86838"/>
                  <a:pt x="1141915" y="84864"/>
                </a:cubicBezTo>
                <a:cubicBezTo>
                  <a:pt x="1145413" y="82890"/>
                  <a:pt x="1147982" y="80190"/>
                  <a:pt x="1149623" y="76762"/>
                </a:cubicBezTo>
                <a:cubicBezTo>
                  <a:pt x="1150875" y="74115"/>
                  <a:pt x="1151501" y="70210"/>
                  <a:pt x="1151501" y="65047"/>
                </a:cubicBezTo>
                <a:lnTo>
                  <a:pt x="1151501" y="60752"/>
                </a:lnTo>
                <a:close/>
                <a:moveTo>
                  <a:pt x="1206793" y="85040"/>
                </a:moveTo>
                <a:lnTo>
                  <a:pt x="1208477" y="95338"/>
                </a:lnTo>
                <a:cubicBezTo>
                  <a:pt x="1205195" y="95943"/>
                  <a:pt x="1202259" y="96245"/>
                  <a:pt x="1199668" y="96245"/>
                </a:cubicBezTo>
                <a:cubicBezTo>
                  <a:pt x="1195437" y="96245"/>
                  <a:pt x="1192155" y="95576"/>
                  <a:pt x="1189823" y="94237"/>
                </a:cubicBezTo>
                <a:cubicBezTo>
                  <a:pt x="1187492" y="92899"/>
                  <a:pt x="1185851" y="91139"/>
                  <a:pt x="1184901" y="88959"/>
                </a:cubicBezTo>
                <a:cubicBezTo>
                  <a:pt x="1183951" y="86778"/>
                  <a:pt x="1183476" y="82191"/>
                  <a:pt x="1183476" y="75196"/>
                </a:cubicBezTo>
                <a:lnTo>
                  <a:pt x="1183476" y="35622"/>
                </a:lnTo>
                <a:lnTo>
                  <a:pt x="1174927" y="35622"/>
                </a:lnTo>
                <a:lnTo>
                  <a:pt x="1174927" y="26555"/>
                </a:lnTo>
                <a:lnTo>
                  <a:pt x="1183476" y="26555"/>
                </a:lnTo>
                <a:lnTo>
                  <a:pt x="1183476" y="9474"/>
                </a:lnTo>
                <a:lnTo>
                  <a:pt x="1195070" y="2461"/>
                </a:lnTo>
                <a:lnTo>
                  <a:pt x="1195070" y="26555"/>
                </a:lnTo>
                <a:lnTo>
                  <a:pt x="1206793" y="26555"/>
                </a:lnTo>
                <a:lnTo>
                  <a:pt x="1206793" y="35622"/>
                </a:lnTo>
                <a:lnTo>
                  <a:pt x="1195070" y="35622"/>
                </a:lnTo>
                <a:lnTo>
                  <a:pt x="1195070" y="75843"/>
                </a:lnTo>
                <a:cubicBezTo>
                  <a:pt x="1195070" y="79168"/>
                  <a:pt x="1195275" y="81305"/>
                  <a:pt x="1195685" y="82255"/>
                </a:cubicBezTo>
                <a:cubicBezTo>
                  <a:pt x="1196095" y="83205"/>
                  <a:pt x="1196764" y="83961"/>
                  <a:pt x="1197693" y="84522"/>
                </a:cubicBezTo>
                <a:cubicBezTo>
                  <a:pt x="1198621" y="85084"/>
                  <a:pt x="1199949" y="85364"/>
                  <a:pt x="1201676" y="85364"/>
                </a:cubicBezTo>
                <a:cubicBezTo>
                  <a:pt x="1202971" y="85364"/>
                  <a:pt x="1204677" y="85256"/>
                  <a:pt x="1206793" y="85040"/>
                </a:cubicBezTo>
                <a:close/>
                <a:moveTo>
                  <a:pt x="1218279" y="13860"/>
                </a:moveTo>
                <a:lnTo>
                  <a:pt x="1218279" y="389"/>
                </a:lnTo>
                <a:lnTo>
                  <a:pt x="1229937" y="389"/>
                </a:lnTo>
                <a:lnTo>
                  <a:pt x="1229937" y="13860"/>
                </a:lnTo>
                <a:lnTo>
                  <a:pt x="1218279" y="13860"/>
                </a:lnTo>
                <a:moveTo>
                  <a:pt x="1218279" y="95338"/>
                </a:moveTo>
                <a:lnTo>
                  <a:pt x="1218279" y="26555"/>
                </a:lnTo>
                <a:lnTo>
                  <a:pt x="1229937" y="26555"/>
                </a:lnTo>
                <a:lnTo>
                  <a:pt x="1229937" y="95338"/>
                </a:lnTo>
                <a:lnTo>
                  <a:pt x="1218279" y="95338"/>
                </a:lnTo>
                <a:close/>
                <a:moveTo>
                  <a:pt x="1243322" y="60947"/>
                </a:moveTo>
                <a:cubicBezTo>
                  <a:pt x="1243322" y="48209"/>
                  <a:pt x="1246863" y="38774"/>
                  <a:pt x="1253944" y="32643"/>
                </a:cubicBezTo>
                <a:cubicBezTo>
                  <a:pt x="1259859" y="27548"/>
                  <a:pt x="1267070" y="25000"/>
                  <a:pt x="1275576" y="25000"/>
                </a:cubicBezTo>
                <a:cubicBezTo>
                  <a:pt x="1285032" y="25000"/>
                  <a:pt x="1292761" y="28099"/>
                  <a:pt x="1298763" y="34295"/>
                </a:cubicBezTo>
                <a:cubicBezTo>
                  <a:pt x="1304765" y="40491"/>
                  <a:pt x="1307766" y="49051"/>
                  <a:pt x="1307766" y="59975"/>
                </a:cubicBezTo>
                <a:cubicBezTo>
                  <a:pt x="1307766" y="68827"/>
                  <a:pt x="1306438" y="75789"/>
                  <a:pt x="1303783" y="80863"/>
                </a:cubicBezTo>
                <a:cubicBezTo>
                  <a:pt x="1301127" y="85936"/>
                  <a:pt x="1297263" y="89876"/>
                  <a:pt x="1292189" y="92683"/>
                </a:cubicBezTo>
                <a:cubicBezTo>
                  <a:pt x="1287116" y="95490"/>
                  <a:pt x="1281578" y="96893"/>
                  <a:pt x="1275576" y="96893"/>
                </a:cubicBezTo>
                <a:cubicBezTo>
                  <a:pt x="1265948" y="96893"/>
                  <a:pt x="1258165" y="93806"/>
                  <a:pt x="1252227" y="87631"/>
                </a:cubicBezTo>
                <a:cubicBezTo>
                  <a:pt x="1246290" y="81457"/>
                  <a:pt x="1243322" y="72562"/>
                  <a:pt x="1243322" y="60947"/>
                </a:cubicBezTo>
                <a:moveTo>
                  <a:pt x="1255304" y="60914"/>
                </a:moveTo>
                <a:cubicBezTo>
                  <a:pt x="1255304" y="69690"/>
                  <a:pt x="1257225" y="76262"/>
                  <a:pt x="1261068" y="80628"/>
                </a:cubicBezTo>
                <a:cubicBezTo>
                  <a:pt x="1264911" y="84995"/>
                  <a:pt x="1269747" y="87178"/>
                  <a:pt x="1275576" y="87178"/>
                </a:cubicBezTo>
                <a:cubicBezTo>
                  <a:pt x="1281362" y="87178"/>
                  <a:pt x="1286177" y="84984"/>
                  <a:pt x="1290020" y="80596"/>
                </a:cubicBezTo>
                <a:cubicBezTo>
                  <a:pt x="1293863" y="76208"/>
                  <a:pt x="1295784" y="69518"/>
                  <a:pt x="1295784" y="60528"/>
                </a:cubicBezTo>
                <a:cubicBezTo>
                  <a:pt x="1295784" y="52053"/>
                  <a:pt x="1293852" y="45632"/>
                  <a:pt x="1289987" y="41265"/>
                </a:cubicBezTo>
                <a:cubicBezTo>
                  <a:pt x="1286123" y="36899"/>
                  <a:pt x="1281319" y="34716"/>
                  <a:pt x="1275576" y="34716"/>
                </a:cubicBezTo>
                <a:cubicBezTo>
                  <a:pt x="1269747" y="34716"/>
                  <a:pt x="1264911" y="36888"/>
                  <a:pt x="1261068" y="41233"/>
                </a:cubicBezTo>
                <a:cubicBezTo>
                  <a:pt x="1257225" y="45578"/>
                  <a:pt x="1255304" y="52138"/>
                  <a:pt x="1255304" y="60914"/>
                </a:cubicBezTo>
                <a:close/>
                <a:moveTo>
                  <a:pt x="1321412" y="95338"/>
                </a:moveTo>
                <a:lnTo>
                  <a:pt x="1321412" y="26555"/>
                </a:lnTo>
                <a:lnTo>
                  <a:pt x="1331904" y="26555"/>
                </a:lnTo>
                <a:lnTo>
                  <a:pt x="1331904" y="36270"/>
                </a:lnTo>
                <a:cubicBezTo>
                  <a:pt x="1336956" y="28757"/>
                  <a:pt x="1344253" y="25000"/>
                  <a:pt x="1353796" y="25000"/>
                </a:cubicBezTo>
                <a:cubicBezTo>
                  <a:pt x="1357941" y="25000"/>
                  <a:pt x="1361751" y="25745"/>
                  <a:pt x="1365227" y="27235"/>
                </a:cubicBezTo>
                <a:cubicBezTo>
                  <a:pt x="1368703" y="28725"/>
                  <a:pt x="1371305" y="30678"/>
                  <a:pt x="1373032" y="33096"/>
                </a:cubicBezTo>
                <a:cubicBezTo>
                  <a:pt x="1374759" y="35514"/>
                  <a:pt x="1375968" y="38386"/>
                  <a:pt x="1376659" y="41711"/>
                </a:cubicBezTo>
                <a:cubicBezTo>
                  <a:pt x="1377091" y="43870"/>
                  <a:pt x="1377306" y="47648"/>
                  <a:pt x="1377306" y="53045"/>
                </a:cubicBezTo>
                <a:lnTo>
                  <a:pt x="1377306" y="95338"/>
                </a:lnTo>
                <a:lnTo>
                  <a:pt x="1365648" y="95338"/>
                </a:lnTo>
                <a:lnTo>
                  <a:pt x="1365648" y="53454"/>
                </a:lnTo>
                <a:cubicBezTo>
                  <a:pt x="1365648" y="48699"/>
                  <a:pt x="1365195" y="45143"/>
                  <a:pt x="1364288" y="42787"/>
                </a:cubicBezTo>
                <a:cubicBezTo>
                  <a:pt x="1363381" y="40431"/>
                  <a:pt x="1361773" y="38551"/>
                  <a:pt x="1359463" y="37146"/>
                </a:cubicBezTo>
                <a:cubicBezTo>
                  <a:pt x="1357153" y="35742"/>
                  <a:pt x="1354443" y="35039"/>
                  <a:pt x="1351335" y="35039"/>
                </a:cubicBezTo>
                <a:cubicBezTo>
                  <a:pt x="1346369" y="35039"/>
                  <a:pt x="1342083" y="36618"/>
                  <a:pt x="1338478" y="39774"/>
                </a:cubicBezTo>
                <a:cubicBezTo>
                  <a:pt x="1334873" y="42928"/>
                  <a:pt x="1333070" y="48915"/>
                  <a:pt x="1333070" y="57733"/>
                </a:cubicBezTo>
                <a:lnTo>
                  <a:pt x="1333070" y="95338"/>
                </a:lnTo>
                <a:lnTo>
                  <a:pt x="1321412" y="95338"/>
                </a:lnTo>
                <a:close/>
                <a:moveTo>
                  <a:pt x="1432038" y="95338"/>
                </a:moveTo>
                <a:lnTo>
                  <a:pt x="1432038" y="26555"/>
                </a:lnTo>
                <a:lnTo>
                  <a:pt x="1442465" y="26555"/>
                </a:lnTo>
                <a:lnTo>
                  <a:pt x="1442465" y="36141"/>
                </a:lnTo>
                <a:cubicBezTo>
                  <a:pt x="1444624" y="32791"/>
                  <a:pt x="1447496" y="30098"/>
                  <a:pt x="1451080" y="28059"/>
                </a:cubicBezTo>
                <a:cubicBezTo>
                  <a:pt x="1454663" y="26020"/>
                  <a:pt x="1458744" y="25000"/>
                  <a:pt x="1463321" y="25000"/>
                </a:cubicBezTo>
                <a:cubicBezTo>
                  <a:pt x="1468416" y="25000"/>
                  <a:pt x="1472593" y="26053"/>
                  <a:pt x="1475853" y="28158"/>
                </a:cubicBezTo>
                <a:cubicBezTo>
                  <a:pt x="1479113" y="30261"/>
                  <a:pt x="1481413" y="33203"/>
                  <a:pt x="1482751" y="36983"/>
                </a:cubicBezTo>
                <a:cubicBezTo>
                  <a:pt x="1488192" y="28994"/>
                  <a:pt x="1495273" y="25000"/>
                  <a:pt x="1503995" y="25000"/>
                </a:cubicBezTo>
                <a:cubicBezTo>
                  <a:pt x="1510817" y="25000"/>
                  <a:pt x="1516064" y="26890"/>
                  <a:pt x="1519734" y="30668"/>
                </a:cubicBezTo>
                <a:cubicBezTo>
                  <a:pt x="1523404" y="34446"/>
                  <a:pt x="1525239" y="40264"/>
                  <a:pt x="1525239" y="48123"/>
                </a:cubicBezTo>
                <a:lnTo>
                  <a:pt x="1525239" y="95338"/>
                </a:lnTo>
                <a:lnTo>
                  <a:pt x="1513646" y="95338"/>
                </a:lnTo>
                <a:lnTo>
                  <a:pt x="1513646" y="51962"/>
                </a:lnTo>
                <a:cubicBezTo>
                  <a:pt x="1513646" y="47293"/>
                  <a:pt x="1513268" y="43933"/>
                  <a:pt x="1512512" y="41881"/>
                </a:cubicBezTo>
                <a:cubicBezTo>
                  <a:pt x="1511756" y="39827"/>
                  <a:pt x="1510386" y="38173"/>
                  <a:pt x="1508399" y="36920"/>
                </a:cubicBezTo>
                <a:cubicBezTo>
                  <a:pt x="1506413" y="35666"/>
                  <a:pt x="1504081" y="35039"/>
                  <a:pt x="1501404" y="35039"/>
                </a:cubicBezTo>
                <a:cubicBezTo>
                  <a:pt x="1496568" y="35039"/>
                  <a:pt x="1492553" y="36650"/>
                  <a:pt x="1489358" y="39871"/>
                </a:cubicBezTo>
                <a:cubicBezTo>
                  <a:pt x="1486162" y="43090"/>
                  <a:pt x="1484565" y="48245"/>
                  <a:pt x="1484565" y="55334"/>
                </a:cubicBezTo>
                <a:lnTo>
                  <a:pt x="1484565" y="95338"/>
                </a:lnTo>
                <a:lnTo>
                  <a:pt x="1472906" y="95338"/>
                </a:lnTo>
                <a:lnTo>
                  <a:pt x="1472906" y="50600"/>
                </a:lnTo>
                <a:cubicBezTo>
                  <a:pt x="1472906" y="45413"/>
                  <a:pt x="1471957" y="41523"/>
                  <a:pt x="1470057" y="38930"/>
                </a:cubicBezTo>
                <a:cubicBezTo>
                  <a:pt x="1468157" y="36336"/>
                  <a:pt x="1465048" y="35039"/>
                  <a:pt x="1460730" y="35039"/>
                </a:cubicBezTo>
                <a:cubicBezTo>
                  <a:pt x="1457448" y="35039"/>
                  <a:pt x="1454415" y="35904"/>
                  <a:pt x="1451630" y="37634"/>
                </a:cubicBezTo>
                <a:cubicBezTo>
                  <a:pt x="1448845" y="39363"/>
                  <a:pt x="1446827" y="41891"/>
                  <a:pt x="1445574" y="45220"/>
                </a:cubicBezTo>
                <a:cubicBezTo>
                  <a:pt x="1444322" y="48548"/>
                  <a:pt x="1443696" y="53345"/>
                  <a:pt x="1443696" y="59613"/>
                </a:cubicBezTo>
                <a:lnTo>
                  <a:pt x="1443696" y="95338"/>
                </a:lnTo>
                <a:lnTo>
                  <a:pt x="1432038" y="95338"/>
                </a:lnTo>
                <a:close/>
                <a:moveTo>
                  <a:pt x="1538192" y="60947"/>
                </a:moveTo>
                <a:cubicBezTo>
                  <a:pt x="1538192" y="48209"/>
                  <a:pt x="1541732" y="38774"/>
                  <a:pt x="1548814" y="32643"/>
                </a:cubicBezTo>
                <a:cubicBezTo>
                  <a:pt x="1554729" y="27548"/>
                  <a:pt x="1561940" y="25000"/>
                  <a:pt x="1570446" y="25000"/>
                </a:cubicBezTo>
                <a:cubicBezTo>
                  <a:pt x="1579902" y="25000"/>
                  <a:pt x="1587631" y="28099"/>
                  <a:pt x="1593633" y="34295"/>
                </a:cubicBezTo>
                <a:cubicBezTo>
                  <a:pt x="1599635" y="40491"/>
                  <a:pt x="1602636" y="49051"/>
                  <a:pt x="1602636" y="59975"/>
                </a:cubicBezTo>
                <a:cubicBezTo>
                  <a:pt x="1602636" y="68827"/>
                  <a:pt x="1601308" y="75789"/>
                  <a:pt x="1598653" y="80863"/>
                </a:cubicBezTo>
                <a:cubicBezTo>
                  <a:pt x="1595997" y="85936"/>
                  <a:pt x="1592133" y="89876"/>
                  <a:pt x="1587059" y="92683"/>
                </a:cubicBezTo>
                <a:cubicBezTo>
                  <a:pt x="1581986" y="95490"/>
                  <a:pt x="1576448" y="96893"/>
                  <a:pt x="1570446" y="96893"/>
                </a:cubicBezTo>
                <a:cubicBezTo>
                  <a:pt x="1560817" y="96893"/>
                  <a:pt x="1553034" y="93806"/>
                  <a:pt x="1547097" y="87631"/>
                </a:cubicBezTo>
                <a:cubicBezTo>
                  <a:pt x="1541160" y="81457"/>
                  <a:pt x="1538192" y="72562"/>
                  <a:pt x="1538192" y="60947"/>
                </a:cubicBezTo>
                <a:moveTo>
                  <a:pt x="1550174" y="60914"/>
                </a:moveTo>
                <a:cubicBezTo>
                  <a:pt x="1550174" y="69690"/>
                  <a:pt x="1552095" y="76262"/>
                  <a:pt x="1555938" y="80628"/>
                </a:cubicBezTo>
                <a:cubicBezTo>
                  <a:pt x="1559781" y="84995"/>
                  <a:pt x="1564617" y="87178"/>
                  <a:pt x="1570446" y="87178"/>
                </a:cubicBezTo>
                <a:cubicBezTo>
                  <a:pt x="1576232" y="87178"/>
                  <a:pt x="1581046" y="84984"/>
                  <a:pt x="1584889" y="80596"/>
                </a:cubicBezTo>
                <a:cubicBezTo>
                  <a:pt x="1588732" y="76208"/>
                  <a:pt x="1590654" y="69518"/>
                  <a:pt x="1590654" y="60528"/>
                </a:cubicBezTo>
                <a:cubicBezTo>
                  <a:pt x="1590654" y="52053"/>
                  <a:pt x="1588721" y="45632"/>
                  <a:pt x="1584857" y="41265"/>
                </a:cubicBezTo>
                <a:cubicBezTo>
                  <a:pt x="1580992" y="36899"/>
                  <a:pt x="1576189" y="34716"/>
                  <a:pt x="1570446" y="34716"/>
                </a:cubicBezTo>
                <a:cubicBezTo>
                  <a:pt x="1564617" y="34716"/>
                  <a:pt x="1559781" y="36888"/>
                  <a:pt x="1555938" y="41233"/>
                </a:cubicBezTo>
                <a:cubicBezTo>
                  <a:pt x="1552095" y="45578"/>
                  <a:pt x="1550174" y="52138"/>
                  <a:pt x="1550174" y="60914"/>
                </a:cubicBezTo>
                <a:close/>
                <a:moveTo>
                  <a:pt x="1660907" y="95338"/>
                </a:moveTo>
                <a:lnTo>
                  <a:pt x="1660907" y="86660"/>
                </a:lnTo>
                <a:cubicBezTo>
                  <a:pt x="1656546" y="93482"/>
                  <a:pt x="1650133" y="96893"/>
                  <a:pt x="1641670" y="96893"/>
                </a:cubicBezTo>
                <a:cubicBezTo>
                  <a:pt x="1636187" y="96893"/>
                  <a:pt x="1631146" y="95382"/>
                  <a:pt x="1626547" y="92359"/>
                </a:cubicBezTo>
                <a:cubicBezTo>
                  <a:pt x="1621949" y="89337"/>
                  <a:pt x="1618386" y="85116"/>
                  <a:pt x="1615860" y="79697"/>
                </a:cubicBezTo>
                <a:cubicBezTo>
                  <a:pt x="1613334" y="74278"/>
                  <a:pt x="1612072" y="68050"/>
                  <a:pt x="1612072" y="61011"/>
                </a:cubicBezTo>
                <a:cubicBezTo>
                  <a:pt x="1612072" y="54146"/>
                  <a:pt x="1613216" y="47918"/>
                  <a:pt x="1615504" y="42326"/>
                </a:cubicBezTo>
                <a:cubicBezTo>
                  <a:pt x="1617793" y="36734"/>
                  <a:pt x="1621225" y="32449"/>
                  <a:pt x="1625802" y="29469"/>
                </a:cubicBezTo>
                <a:cubicBezTo>
                  <a:pt x="1630379" y="26490"/>
                  <a:pt x="1635496" y="25000"/>
                  <a:pt x="1641152" y="25000"/>
                </a:cubicBezTo>
                <a:cubicBezTo>
                  <a:pt x="1645297" y="25000"/>
                  <a:pt x="1648989" y="25875"/>
                  <a:pt x="1652228" y="27624"/>
                </a:cubicBezTo>
                <a:cubicBezTo>
                  <a:pt x="1655466" y="29372"/>
                  <a:pt x="1658100" y="31650"/>
                  <a:pt x="1660129" y="34457"/>
                </a:cubicBezTo>
                <a:lnTo>
                  <a:pt x="1660129" y="389"/>
                </a:lnTo>
                <a:lnTo>
                  <a:pt x="1671723" y="389"/>
                </a:lnTo>
                <a:lnTo>
                  <a:pt x="1671723" y="95338"/>
                </a:lnTo>
                <a:lnTo>
                  <a:pt x="1660907" y="95338"/>
                </a:lnTo>
                <a:moveTo>
                  <a:pt x="1624054" y="60979"/>
                </a:moveTo>
                <a:cubicBezTo>
                  <a:pt x="1624054" y="69755"/>
                  <a:pt x="1625910" y="76316"/>
                  <a:pt x="1629624" y="80660"/>
                </a:cubicBezTo>
                <a:cubicBezTo>
                  <a:pt x="1633337" y="85005"/>
                  <a:pt x="1637720" y="87178"/>
                  <a:pt x="1642772" y="87178"/>
                </a:cubicBezTo>
                <a:cubicBezTo>
                  <a:pt x="1647867" y="87178"/>
                  <a:pt x="1652195" y="85102"/>
                  <a:pt x="1655758" y="80952"/>
                </a:cubicBezTo>
                <a:cubicBezTo>
                  <a:pt x="1659320" y="76800"/>
                  <a:pt x="1661101" y="70465"/>
                  <a:pt x="1661101" y="61947"/>
                </a:cubicBezTo>
                <a:cubicBezTo>
                  <a:pt x="1661101" y="52569"/>
                  <a:pt x="1659287" y="45686"/>
                  <a:pt x="1655660" y="41298"/>
                </a:cubicBezTo>
                <a:cubicBezTo>
                  <a:pt x="1652033" y="36910"/>
                  <a:pt x="1647564" y="34716"/>
                  <a:pt x="1642253" y="34716"/>
                </a:cubicBezTo>
                <a:cubicBezTo>
                  <a:pt x="1637072" y="34716"/>
                  <a:pt x="1632743" y="36824"/>
                  <a:pt x="1629267" y="41041"/>
                </a:cubicBezTo>
                <a:cubicBezTo>
                  <a:pt x="1625792" y="45256"/>
                  <a:pt x="1624054" y="51902"/>
                  <a:pt x="1624054" y="60979"/>
                </a:cubicBezTo>
                <a:close/>
                <a:moveTo>
                  <a:pt x="1735111" y="95338"/>
                </a:moveTo>
                <a:lnTo>
                  <a:pt x="1735111" y="85235"/>
                </a:lnTo>
                <a:cubicBezTo>
                  <a:pt x="1729756" y="93007"/>
                  <a:pt x="1722481" y="96893"/>
                  <a:pt x="1713284" y="96893"/>
                </a:cubicBezTo>
                <a:cubicBezTo>
                  <a:pt x="1709225" y="96893"/>
                  <a:pt x="1705436" y="96116"/>
                  <a:pt x="1701917" y="94561"/>
                </a:cubicBezTo>
                <a:cubicBezTo>
                  <a:pt x="1698398" y="93007"/>
                  <a:pt x="1695786" y="91053"/>
                  <a:pt x="1694080" y="88700"/>
                </a:cubicBezTo>
                <a:cubicBezTo>
                  <a:pt x="1692375" y="86347"/>
                  <a:pt x="1691176" y="83464"/>
                  <a:pt x="1690485" y="80053"/>
                </a:cubicBezTo>
                <a:cubicBezTo>
                  <a:pt x="1690010" y="77765"/>
                  <a:pt x="1689773" y="74138"/>
                  <a:pt x="1689773" y="69172"/>
                </a:cubicBezTo>
                <a:lnTo>
                  <a:pt x="1689773" y="26555"/>
                </a:lnTo>
                <a:lnTo>
                  <a:pt x="1701431" y="26555"/>
                </a:lnTo>
                <a:lnTo>
                  <a:pt x="1701431" y="64703"/>
                </a:lnTo>
                <a:cubicBezTo>
                  <a:pt x="1701431" y="70791"/>
                  <a:pt x="1701669" y="74893"/>
                  <a:pt x="1702144" y="77009"/>
                </a:cubicBezTo>
                <a:cubicBezTo>
                  <a:pt x="1702878" y="80075"/>
                  <a:pt x="1704432" y="82482"/>
                  <a:pt x="1706807" y="84231"/>
                </a:cubicBezTo>
                <a:cubicBezTo>
                  <a:pt x="1709182" y="85980"/>
                  <a:pt x="1712118" y="86854"/>
                  <a:pt x="1715615" y="86854"/>
                </a:cubicBezTo>
                <a:cubicBezTo>
                  <a:pt x="1719113" y="86854"/>
                  <a:pt x="1722394" y="85958"/>
                  <a:pt x="1725460" y="84166"/>
                </a:cubicBezTo>
                <a:cubicBezTo>
                  <a:pt x="1728526" y="82374"/>
                  <a:pt x="1730696" y="79935"/>
                  <a:pt x="1731969" y="76847"/>
                </a:cubicBezTo>
                <a:cubicBezTo>
                  <a:pt x="1733243" y="73760"/>
                  <a:pt x="1733880" y="69280"/>
                  <a:pt x="1733880" y="63408"/>
                </a:cubicBezTo>
                <a:lnTo>
                  <a:pt x="1733880" y="26555"/>
                </a:lnTo>
                <a:lnTo>
                  <a:pt x="1745538" y="26555"/>
                </a:lnTo>
                <a:lnTo>
                  <a:pt x="1745538" y="95338"/>
                </a:lnTo>
                <a:lnTo>
                  <a:pt x="1735111" y="95338"/>
                </a:lnTo>
                <a:close/>
                <a:moveTo>
                  <a:pt x="1763524" y="95338"/>
                </a:moveTo>
                <a:lnTo>
                  <a:pt x="1763524" y="389"/>
                </a:lnTo>
                <a:lnTo>
                  <a:pt x="1775182" y="389"/>
                </a:lnTo>
                <a:lnTo>
                  <a:pt x="1775182" y="95338"/>
                </a:lnTo>
                <a:lnTo>
                  <a:pt x="1763524" y="95338"/>
                </a:lnTo>
                <a:close/>
                <a:moveTo>
                  <a:pt x="1840316" y="73188"/>
                </a:moveTo>
                <a:lnTo>
                  <a:pt x="1852362" y="74678"/>
                </a:lnTo>
                <a:cubicBezTo>
                  <a:pt x="1850463" y="81716"/>
                  <a:pt x="1846944" y="87178"/>
                  <a:pt x="1841805" y="91064"/>
                </a:cubicBezTo>
                <a:cubicBezTo>
                  <a:pt x="1836667" y="94950"/>
                  <a:pt x="1830104" y="96893"/>
                  <a:pt x="1822116" y="96893"/>
                </a:cubicBezTo>
                <a:cubicBezTo>
                  <a:pt x="1812055" y="96893"/>
                  <a:pt x="1804078" y="93795"/>
                  <a:pt x="1798184" y="87599"/>
                </a:cubicBezTo>
                <a:cubicBezTo>
                  <a:pt x="1792290" y="81403"/>
                  <a:pt x="1789343" y="72713"/>
                  <a:pt x="1789343" y="61530"/>
                </a:cubicBezTo>
                <a:cubicBezTo>
                  <a:pt x="1789343" y="49958"/>
                  <a:pt x="1792323" y="40977"/>
                  <a:pt x="1798281" y="34586"/>
                </a:cubicBezTo>
                <a:cubicBezTo>
                  <a:pt x="1804240" y="28196"/>
                  <a:pt x="1811969" y="25000"/>
                  <a:pt x="1821468" y="25000"/>
                </a:cubicBezTo>
                <a:cubicBezTo>
                  <a:pt x="1830665" y="25000"/>
                  <a:pt x="1838178" y="28126"/>
                  <a:pt x="1844007" y="34378"/>
                </a:cubicBezTo>
                <a:cubicBezTo>
                  <a:pt x="1849836" y="40628"/>
                  <a:pt x="1852751" y="49421"/>
                  <a:pt x="1852751" y="60758"/>
                </a:cubicBezTo>
                <a:cubicBezTo>
                  <a:pt x="1852751" y="61448"/>
                  <a:pt x="1852729" y="62482"/>
                  <a:pt x="1852686" y="63861"/>
                </a:cubicBezTo>
                <a:lnTo>
                  <a:pt x="1801390" y="63861"/>
                </a:lnTo>
                <a:cubicBezTo>
                  <a:pt x="1801822" y="71396"/>
                  <a:pt x="1803959" y="77166"/>
                  <a:pt x="1807802" y="81170"/>
                </a:cubicBezTo>
                <a:cubicBezTo>
                  <a:pt x="1811645" y="85175"/>
                  <a:pt x="1816438" y="87178"/>
                  <a:pt x="1822181" y="87178"/>
                </a:cubicBezTo>
                <a:cubicBezTo>
                  <a:pt x="1826455" y="87178"/>
                  <a:pt x="1830104" y="86066"/>
                  <a:pt x="1833126" y="83842"/>
                </a:cubicBezTo>
                <a:cubicBezTo>
                  <a:pt x="1836149" y="81617"/>
                  <a:pt x="1838545" y="78066"/>
                  <a:pt x="1840316" y="73188"/>
                </a:cubicBezTo>
                <a:moveTo>
                  <a:pt x="1802038" y="54146"/>
                </a:moveTo>
                <a:lnTo>
                  <a:pt x="1840445" y="54146"/>
                </a:lnTo>
                <a:cubicBezTo>
                  <a:pt x="1839927" y="48455"/>
                  <a:pt x="1838459" y="44186"/>
                  <a:pt x="1836041" y="41340"/>
                </a:cubicBezTo>
                <a:cubicBezTo>
                  <a:pt x="1832328" y="36924"/>
                  <a:pt x="1827513" y="34716"/>
                  <a:pt x="1821598" y="34716"/>
                </a:cubicBezTo>
                <a:cubicBezTo>
                  <a:pt x="1816243" y="34716"/>
                  <a:pt x="1811742" y="36479"/>
                  <a:pt x="1808094" y="40004"/>
                </a:cubicBezTo>
                <a:cubicBezTo>
                  <a:pt x="1804445" y="43529"/>
                  <a:pt x="1802426" y="48243"/>
                  <a:pt x="1802038" y="54146"/>
                </a:cubicBezTo>
                <a:close/>
                <a:moveTo>
                  <a:pt x="1961887" y="84134"/>
                </a:moveTo>
                <a:lnTo>
                  <a:pt x="1961887" y="95338"/>
                </a:lnTo>
                <a:lnTo>
                  <a:pt x="1899127" y="95338"/>
                </a:lnTo>
                <a:cubicBezTo>
                  <a:pt x="1899041" y="92533"/>
                  <a:pt x="1899494" y="89836"/>
                  <a:pt x="1900487" y="87247"/>
                </a:cubicBezTo>
                <a:cubicBezTo>
                  <a:pt x="1902085" y="82975"/>
                  <a:pt x="1904643" y="78767"/>
                  <a:pt x="1908162" y="74625"/>
                </a:cubicBezTo>
                <a:cubicBezTo>
                  <a:pt x="1911681" y="70482"/>
                  <a:pt x="1916766" y="65692"/>
                  <a:pt x="1923415" y="60254"/>
                </a:cubicBezTo>
                <a:cubicBezTo>
                  <a:pt x="1933735" y="51800"/>
                  <a:pt x="1940708" y="45102"/>
                  <a:pt x="1944335" y="40162"/>
                </a:cubicBezTo>
                <a:cubicBezTo>
                  <a:pt x="1947962" y="35222"/>
                  <a:pt x="1949776" y="30552"/>
                  <a:pt x="1949776" y="26152"/>
                </a:cubicBezTo>
                <a:cubicBezTo>
                  <a:pt x="1949776" y="21536"/>
                  <a:pt x="1948124" y="17643"/>
                  <a:pt x="1944821" y="14472"/>
                </a:cubicBezTo>
                <a:cubicBezTo>
                  <a:pt x="1941518" y="11301"/>
                  <a:pt x="1937211" y="9715"/>
                  <a:pt x="1931900" y="9715"/>
                </a:cubicBezTo>
                <a:cubicBezTo>
                  <a:pt x="1926287" y="9715"/>
                  <a:pt x="1921796" y="11399"/>
                  <a:pt x="1918428" y="14767"/>
                </a:cubicBezTo>
                <a:cubicBezTo>
                  <a:pt x="1915060" y="18135"/>
                  <a:pt x="1913355" y="22798"/>
                  <a:pt x="1913311" y="28757"/>
                </a:cubicBezTo>
                <a:lnTo>
                  <a:pt x="1901329" y="27524"/>
                </a:lnTo>
                <a:cubicBezTo>
                  <a:pt x="1902150" y="18566"/>
                  <a:pt x="1905237" y="11739"/>
                  <a:pt x="1910591" y="7044"/>
                </a:cubicBezTo>
                <a:cubicBezTo>
                  <a:pt x="1915945" y="2348"/>
                  <a:pt x="1923135" y="0"/>
                  <a:pt x="1932159" y="0"/>
                </a:cubicBezTo>
                <a:cubicBezTo>
                  <a:pt x="1941270" y="0"/>
                  <a:pt x="1948481" y="2527"/>
                  <a:pt x="1953791" y="7580"/>
                </a:cubicBezTo>
                <a:cubicBezTo>
                  <a:pt x="1959102" y="12633"/>
                  <a:pt x="1961758" y="18896"/>
                  <a:pt x="1961758" y="26369"/>
                </a:cubicBezTo>
                <a:cubicBezTo>
                  <a:pt x="1961758" y="30170"/>
                  <a:pt x="1960981" y="33906"/>
                  <a:pt x="1959426" y="37578"/>
                </a:cubicBezTo>
                <a:cubicBezTo>
                  <a:pt x="1957872" y="41249"/>
                  <a:pt x="1955292" y="45115"/>
                  <a:pt x="1951687" y="49175"/>
                </a:cubicBezTo>
                <a:cubicBezTo>
                  <a:pt x="1948081" y="53234"/>
                  <a:pt x="1942090" y="58805"/>
                  <a:pt x="1933713" y="65889"/>
                </a:cubicBezTo>
                <a:cubicBezTo>
                  <a:pt x="1926718" y="71755"/>
                  <a:pt x="1922228" y="75734"/>
                  <a:pt x="1920242" y="77827"/>
                </a:cubicBezTo>
                <a:cubicBezTo>
                  <a:pt x="1918255" y="79918"/>
                  <a:pt x="1916615" y="82021"/>
                  <a:pt x="1915319" y="84134"/>
                </a:cubicBezTo>
                <a:lnTo>
                  <a:pt x="1961887" y="84134"/>
                </a:lnTo>
                <a:close/>
                <a:moveTo>
                  <a:pt x="1980650" y="95338"/>
                </a:moveTo>
                <a:lnTo>
                  <a:pt x="1980650" y="81996"/>
                </a:lnTo>
                <a:lnTo>
                  <a:pt x="1993928" y="81996"/>
                </a:lnTo>
                <a:lnTo>
                  <a:pt x="1993928" y="95300"/>
                </a:lnTo>
                <a:cubicBezTo>
                  <a:pt x="1993928" y="100190"/>
                  <a:pt x="1993064" y="104138"/>
                  <a:pt x="1991337" y="107144"/>
                </a:cubicBezTo>
                <a:cubicBezTo>
                  <a:pt x="1989610" y="110152"/>
                  <a:pt x="1986868" y="112478"/>
                  <a:pt x="1983111" y="114121"/>
                </a:cubicBezTo>
                <a:lnTo>
                  <a:pt x="1979873" y="109069"/>
                </a:lnTo>
                <a:cubicBezTo>
                  <a:pt x="1982334" y="107995"/>
                  <a:pt x="1984148" y="106416"/>
                  <a:pt x="1985313" y="104331"/>
                </a:cubicBezTo>
                <a:cubicBezTo>
                  <a:pt x="1986479" y="102246"/>
                  <a:pt x="1987127" y="99249"/>
                  <a:pt x="1987256" y="95338"/>
                </a:cubicBezTo>
                <a:lnTo>
                  <a:pt x="1980650" y="953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98466-1818-4240-BAC3-429E09D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087" y="2403248"/>
            <a:ext cx="236866" cy="151594"/>
          </a:xfrm>
          <a:custGeom xmlns:a="http://schemas.openxmlformats.org/drawingml/2006/main">
            <a:pathLst>
              <a:path w="236866" h="151594">
                <a:moveTo>
                  <a:pt x="0" y="0"/>
                </a:moveTo>
                <a:lnTo>
                  <a:pt x="236866" y="0"/>
                </a:lnTo>
                <a:lnTo>
                  <a:pt x="236866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and">
            <a:extLst xmlns:a="http://schemas.openxmlformats.org/drawingml/2006/main">
              <a:ext uri="{FF2B5EF4-FFF2-40B4-BE49-F238E27FC236}">
                <a16:creationId xmlns:a16="http://schemas.microsoft.com/office/drawing/2014/main" id="{0A7338C0-A875-4F3E-BE80-8D6CA081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147" y="2431468"/>
            <a:ext cx="222674" cy="96504"/>
          </a:xfrm>
          <a:custGeom xmlns:a="http://schemas.openxmlformats.org/drawingml/2006/main">
            <a:pathLst>
              <a:path w="222674" h="96504">
                <a:moveTo>
                  <a:pt x="18394" y="47410"/>
                </a:moveTo>
                <a:lnTo>
                  <a:pt x="1878" y="44431"/>
                </a:lnTo>
                <a:cubicBezTo>
                  <a:pt x="3735" y="37694"/>
                  <a:pt x="6930" y="32706"/>
                  <a:pt x="11464" y="29469"/>
                </a:cubicBezTo>
                <a:cubicBezTo>
                  <a:pt x="15998" y="26231"/>
                  <a:pt x="22734" y="24612"/>
                  <a:pt x="31672" y="24612"/>
                </a:cubicBezTo>
                <a:cubicBezTo>
                  <a:pt x="39789" y="24612"/>
                  <a:pt x="45834" y="25573"/>
                  <a:pt x="49807" y="27494"/>
                </a:cubicBezTo>
                <a:cubicBezTo>
                  <a:pt x="53779" y="29415"/>
                  <a:pt x="56575" y="31855"/>
                  <a:pt x="58194" y="34813"/>
                </a:cubicBezTo>
                <a:cubicBezTo>
                  <a:pt x="59813" y="37771"/>
                  <a:pt x="60623" y="43200"/>
                  <a:pt x="60623" y="51102"/>
                </a:cubicBezTo>
                <a:lnTo>
                  <a:pt x="60429" y="72346"/>
                </a:lnTo>
                <a:cubicBezTo>
                  <a:pt x="60429" y="78391"/>
                  <a:pt x="60720" y="82849"/>
                  <a:pt x="61303" y="85720"/>
                </a:cubicBezTo>
                <a:cubicBezTo>
                  <a:pt x="61886" y="88592"/>
                  <a:pt x="62976" y="91668"/>
                  <a:pt x="64574" y="94950"/>
                </a:cubicBezTo>
                <a:lnTo>
                  <a:pt x="46568" y="94950"/>
                </a:lnTo>
                <a:cubicBezTo>
                  <a:pt x="46093" y="93741"/>
                  <a:pt x="45510" y="91949"/>
                  <a:pt x="44819" y="89574"/>
                </a:cubicBezTo>
                <a:cubicBezTo>
                  <a:pt x="44517" y="88495"/>
                  <a:pt x="44301" y="87782"/>
                  <a:pt x="44172" y="87437"/>
                </a:cubicBezTo>
                <a:cubicBezTo>
                  <a:pt x="41063" y="90459"/>
                  <a:pt x="37738" y="92726"/>
                  <a:pt x="34198" y="94237"/>
                </a:cubicBezTo>
                <a:cubicBezTo>
                  <a:pt x="30657" y="95749"/>
                  <a:pt x="26879" y="96504"/>
                  <a:pt x="22863" y="96504"/>
                </a:cubicBezTo>
                <a:cubicBezTo>
                  <a:pt x="15782" y="96504"/>
                  <a:pt x="10201" y="94591"/>
                  <a:pt x="6121" y="90764"/>
                </a:cubicBezTo>
                <a:cubicBezTo>
                  <a:pt x="2040" y="86938"/>
                  <a:pt x="0" y="82100"/>
                  <a:pt x="0" y="76252"/>
                </a:cubicBezTo>
                <a:cubicBezTo>
                  <a:pt x="0" y="72382"/>
                  <a:pt x="928" y="68932"/>
                  <a:pt x="2785" y="65901"/>
                </a:cubicBezTo>
                <a:cubicBezTo>
                  <a:pt x="4642" y="62869"/>
                  <a:pt x="7243" y="60547"/>
                  <a:pt x="10590" y="58935"/>
                </a:cubicBezTo>
                <a:cubicBezTo>
                  <a:pt x="13936" y="57322"/>
                  <a:pt x="18761" y="55914"/>
                  <a:pt x="25065" y="54711"/>
                </a:cubicBezTo>
                <a:cubicBezTo>
                  <a:pt x="33571" y="53120"/>
                  <a:pt x="39465" y="51636"/>
                  <a:pt x="42747" y="50260"/>
                </a:cubicBezTo>
                <a:lnTo>
                  <a:pt x="42747" y="48426"/>
                </a:lnTo>
                <a:cubicBezTo>
                  <a:pt x="42747" y="44890"/>
                  <a:pt x="41883" y="42368"/>
                  <a:pt x="40156" y="40863"/>
                </a:cubicBezTo>
                <a:cubicBezTo>
                  <a:pt x="38429" y="39355"/>
                  <a:pt x="35169" y="38602"/>
                  <a:pt x="30376" y="38602"/>
                </a:cubicBezTo>
                <a:cubicBezTo>
                  <a:pt x="27138" y="38602"/>
                  <a:pt x="24612" y="39253"/>
                  <a:pt x="22798" y="40557"/>
                </a:cubicBezTo>
                <a:cubicBezTo>
                  <a:pt x="20985" y="41859"/>
                  <a:pt x="19517" y="44143"/>
                  <a:pt x="18394" y="47410"/>
                </a:cubicBezTo>
                <a:moveTo>
                  <a:pt x="42747" y="62177"/>
                </a:moveTo>
                <a:cubicBezTo>
                  <a:pt x="40415" y="62945"/>
                  <a:pt x="36723" y="63863"/>
                  <a:pt x="31672" y="64930"/>
                </a:cubicBezTo>
                <a:cubicBezTo>
                  <a:pt x="26620" y="65996"/>
                  <a:pt x="23316" y="67041"/>
                  <a:pt x="21762" y="68065"/>
                </a:cubicBezTo>
                <a:cubicBezTo>
                  <a:pt x="19387" y="69729"/>
                  <a:pt x="18200" y="71841"/>
                  <a:pt x="18200" y="74400"/>
                </a:cubicBezTo>
                <a:cubicBezTo>
                  <a:pt x="18200" y="76918"/>
                  <a:pt x="19150" y="79095"/>
                  <a:pt x="21050" y="80930"/>
                </a:cubicBezTo>
                <a:cubicBezTo>
                  <a:pt x="22949" y="82763"/>
                  <a:pt x="25367" y="83680"/>
                  <a:pt x="28304" y="83680"/>
                </a:cubicBezTo>
                <a:cubicBezTo>
                  <a:pt x="31585" y="83680"/>
                  <a:pt x="34716" y="82614"/>
                  <a:pt x="37695" y="80480"/>
                </a:cubicBezTo>
                <a:cubicBezTo>
                  <a:pt x="39897" y="78860"/>
                  <a:pt x="41344" y="76876"/>
                  <a:pt x="42034" y="74528"/>
                </a:cubicBezTo>
                <a:cubicBezTo>
                  <a:pt x="42509" y="72992"/>
                  <a:pt x="42747" y="70070"/>
                  <a:pt x="42747" y="65762"/>
                </a:cubicBezTo>
                <a:lnTo>
                  <a:pt x="42747" y="62177"/>
                </a:lnTo>
                <a:close/>
                <a:moveTo>
                  <a:pt x="141109" y="94950"/>
                </a:moveTo>
                <a:lnTo>
                  <a:pt x="122910" y="94950"/>
                </a:lnTo>
                <a:lnTo>
                  <a:pt x="122910" y="59886"/>
                </a:lnTo>
                <a:cubicBezTo>
                  <a:pt x="122910" y="52467"/>
                  <a:pt x="122521" y="47669"/>
                  <a:pt x="121744" y="45491"/>
                </a:cubicBezTo>
                <a:cubicBezTo>
                  <a:pt x="120967" y="43314"/>
                  <a:pt x="119704" y="41621"/>
                  <a:pt x="117955" y="40413"/>
                </a:cubicBezTo>
                <a:cubicBezTo>
                  <a:pt x="116206" y="39206"/>
                  <a:pt x="114101" y="38602"/>
                  <a:pt x="111640" y="38602"/>
                </a:cubicBezTo>
                <a:cubicBezTo>
                  <a:pt x="108488" y="38602"/>
                  <a:pt x="105660" y="39465"/>
                  <a:pt x="103155" y="41190"/>
                </a:cubicBezTo>
                <a:cubicBezTo>
                  <a:pt x="100651" y="42915"/>
                  <a:pt x="98935" y="45201"/>
                  <a:pt x="98006" y="48048"/>
                </a:cubicBezTo>
                <a:cubicBezTo>
                  <a:pt x="97078" y="50893"/>
                  <a:pt x="96614" y="56155"/>
                  <a:pt x="96614" y="63833"/>
                </a:cubicBezTo>
                <a:lnTo>
                  <a:pt x="96614" y="94950"/>
                </a:lnTo>
                <a:lnTo>
                  <a:pt x="78414" y="94950"/>
                </a:lnTo>
                <a:lnTo>
                  <a:pt x="78414" y="26166"/>
                </a:lnTo>
                <a:lnTo>
                  <a:pt x="95318" y="26166"/>
                </a:lnTo>
                <a:lnTo>
                  <a:pt x="95318" y="36270"/>
                </a:lnTo>
                <a:cubicBezTo>
                  <a:pt x="101320" y="28498"/>
                  <a:pt x="108876" y="24612"/>
                  <a:pt x="117987" y="24612"/>
                </a:cubicBezTo>
                <a:cubicBezTo>
                  <a:pt x="122003" y="24612"/>
                  <a:pt x="125673" y="25335"/>
                  <a:pt x="128998" y="26782"/>
                </a:cubicBezTo>
                <a:cubicBezTo>
                  <a:pt x="132323" y="28228"/>
                  <a:pt x="134838" y="30074"/>
                  <a:pt x="136543" y="32319"/>
                </a:cubicBezTo>
                <a:cubicBezTo>
                  <a:pt x="138249" y="34565"/>
                  <a:pt x="139436" y="37112"/>
                  <a:pt x="140105" y="39962"/>
                </a:cubicBezTo>
                <a:cubicBezTo>
                  <a:pt x="140775" y="42812"/>
                  <a:pt x="141109" y="46892"/>
                  <a:pt x="141109" y="52203"/>
                </a:cubicBezTo>
                <a:lnTo>
                  <a:pt x="141109" y="94950"/>
                </a:lnTo>
                <a:close/>
                <a:moveTo>
                  <a:pt x="222674" y="94950"/>
                </a:moveTo>
                <a:lnTo>
                  <a:pt x="205769" y="94950"/>
                </a:lnTo>
                <a:lnTo>
                  <a:pt x="205769" y="84846"/>
                </a:lnTo>
                <a:cubicBezTo>
                  <a:pt x="202963" y="88775"/>
                  <a:pt x="199649" y="91701"/>
                  <a:pt x="195827" y="93622"/>
                </a:cubicBezTo>
                <a:cubicBezTo>
                  <a:pt x="192006" y="95544"/>
                  <a:pt x="188152" y="96504"/>
                  <a:pt x="184266" y="96504"/>
                </a:cubicBezTo>
                <a:cubicBezTo>
                  <a:pt x="176365" y="96504"/>
                  <a:pt x="169596" y="93320"/>
                  <a:pt x="163961" y="86951"/>
                </a:cubicBezTo>
                <a:cubicBezTo>
                  <a:pt x="158327" y="80582"/>
                  <a:pt x="155509" y="71698"/>
                  <a:pt x="155509" y="60299"/>
                </a:cubicBezTo>
                <a:cubicBezTo>
                  <a:pt x="155509" y="48641"/>
                  <a:pt x="158251" y="39778"/>
                  <a:pt x="163735" y="33712"/>
                </a:cubicBezTo>
                <a:cubicBezTo>
                  <a:pt x="169218" y="27645"/>
                  <a:pt x="176149" y="24612"/>
                  <a:pt x="184525" y="24612"/>
                </a:cubicBezTo>
                <a:cubicBezTo>
                  <a:pt x="192211" y="24612"/>
                  <a:pt x="198861" y="27807"/>
                  <a:pt x="204474" y="34198"/>
                </a:cubicBezTo>
                <a:lnTo>
                  <a:pt x="204474" y="0"/>
                </a:lnTo>
                <a:lnTo>
                  <a:pt x="222674" y="0"/>
                </a:lnTo>
                <a:lnTo>
                  <a:pt x="222674" y="94950"/>
                </a:lnTo>
                <a:moveTo>
                  <a:pt x="174098" y="59103"/>
                </a:moveTo>
                <a:cubicBezTo>
                  <a:pt x="174098" y="66432"/>
                  <a:pt x="175112" y="71735"/>
                  <a:pt x="177142" y="75011"/>
                </a:cubicBezTo>
                <a:cubicBezTo>
                  <a:pt x="180078" y="79754"/>
                  <a:pt x="184180" y="82126"/>
                  <a:pt x="189448" y="82126"/>
                </a:cubicBezTo>
                <a:cubicBezTo>
                  <a:pt x="193636" y="82126"/>
                  <a:pt x="197198" y="80347"/>
                  <a:pt x="200134" y="76791"/>
                </a:cubicBezTo>
                <a:cubicBezTo>
                  <a:pt x="203071" y="73234"/>
                  <a:pt x="204539" y="67920"/>
                  <a:pt x="204539" y="60850"/>
                </a:cubicBezTo>
                <a:cubicBezTo>
                  <a:pt x="204539" y="52959"/>
                  <a:pt x="203114" y="47278"/>
                  <a:pt x="200264" y="43807"/>
                </a:cubicBezTo>
                <a:cubicBezTo>
                  <a:pt x="197414" y="40337"/>
                  <a:pt x="193766" y="38602"/>
                  <a:pt x="189318" y="38602"/>
                </a:cubicBezTo>
                <a:cubicBezTo>
                  <a:pt x="185000" y="38602"/>
                  <a:pt x="181384" y="40315"/>
                  <a:pt x="178469" y="43743"/>
                </a:cubicBezTo>
                <a:cubicBezTo>
                  <a:pt x="175555" y="47170"/>
                  <a:pt x="174098" y="52290"/>
                  <a:pt x="174098" y="591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thereasonableflagsofbothinertial">
            <a:extLst xmlns:a="http://schemas.openxmlformats.org/drawingml/2006/main">
              <a:ext uri="{FF2B5EF4-FFF2-40B4-BE49-F238E27FC236}">
                <a16:creationId xmlns:a16="http://schemas.microsoft.com/office/drawing/2014/main" id="{41FA3627-9DFB-41FE-9578-17B5938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23" y="2581508"/>
            <a:ext cx="2052848" cy="124484"/>
          </a:xfrm>
          <a:custGeom xmlns:a="http://schemas.openxmlformats.org/drawingml/2006/main">
            <a:pathLst>
              <a:path w="2052848" h="124484">
                <a:moveTo>
                  <a:pt x="31866" y="86206"/>
                </a:moveTo>
                <a:lnTo>
                  <a:pt x="33550" y="96504"/>
                </a:lnTo>
                <a:cubicBezTo>
                  <a:pt x="30268" y="97109"/>
                  <a:pt x="27332" y="97411"/>
                  <a:pt x="24741" y="97411"/>
                </a:cubicBezTo>
                <a:cubicBezTo>
                  <a:pt x="20510" y="97411"/>
                  <a:pt x="17228" y="96742"/>
                  <a:pt x="14897" y="95403"/>
                </a:cubicBezTo>
                <a:cubicBezTo>
                  <a:pt x="12565" y="94065"/>
                  <a:pt x="10924" y="92305"/>
                  <a:pt x="9974" y="90125"/>
                </a:cubicBezTo>
                <a:cubicBezTo>
                  <a:pt x="9024" y="87944"/>
                  <a:pt x="8549" y="83356"/>
                  <a:pt x="8549" y="76361"/>
                </a:cubicBezTo>
                <a:lnTo>
                  <a:pt x="8549" y="36788"/>
                </a:lnTo>
                <a:lnTo>
                  <a:pt x="0" y="36788"/>
                </a:lnTo>
                <a:lnTo>
                  <a:pt x="0" y="27721"/>
                </a:lnTo>
                <a:lnTo>
                  <a:pt x="8549" y="27721"/>
                </a:lnTo>
                <a:lnTo>
                  <a:pt x="8549" y="10640"/>
                </a:lnTo>
                <a:lnTo>
                  <a:pt x="20143" y="3627"/>
                </a:lnTo>
                <a:lnTo>
                  <a:pt x="20143" y="27721"/>
                </a:lnTo>
                <a:lnTo>
                  <a:pt x="31866" y="27721"/>
                </a:lnTo>
                <a:lnTo>
                  <a:pt x="31866" y="36788"/>
                </a:lnTo>
                <a:lnTo>
                  <a:pt x="20143" y="36788"/>
                </a:lnTo>
                <a:lnTo>
                  <a:pt x="20143" y="77009"/>
                </a:lnTo>
                <a:cubicBezTo>
                  <a:pt x="20143" y="80334"/>
                  <a:pt x="20348" y="82471"/>
                  <a:pt x="20758" y="83421"/>
                </a:cubicBezTo>
                <a:cubicBezTo>
                  <a:pt x="21168" y="84371"/>
                  <a:pt x="21838" y="85127"/>
                  <a:pt x="22766" y="85688"/>
                </a:cubicBezTo>
                <a:cubicBezTo>
                  <a:pt x="23694" y="86249"/>
                  <a:pt x="25022" y="86530"/>
                  <a:pt x="26749" y="86530"/>
                </a:cubicBezTo>
                <a:cubicBezTo>
                  <a:pt x="28045" y="86530"/>
                  <a:pt x="29750" y="86422"/>
                  <a:pt x="31866" y="86206"/>
                </a:cubicBezTo>
                <a:close/>
                <a:moveTo>
                  <a:pt x="43287" y="96504"/>
                </a:moveTo>
                <a:lnTo>
                  <a:pt x="43287" y="1554"/>
                </a:lnTo>
                <a:lnTo>
                  <a:pt x="54945" y="1554"/>
                </a:lnTo>
                <a:lnTo>
                  <a:pt x="54945" y="35622"/>
                </a:lnTo>
                <a:cubicBezTo>
                  <a:pt x="60386" y="29318"/>
                  <a:pt x="67251" y="26166"/>
                  <a:pt x="75542" y="26166"/>
                </a:cubicBezTo>
                <a:cubicBezTo>
                  <a:pt x="80637" y="26166"/>
                  <a:pt x="85063" y="27170"/>
                  <a:pt x="88819" y="29178"/>
                </a:cubicBezTo>
                <a:cubicBezTo>
                  <a:pt x="92576" y="31186"/>
                  <a:pt x="95264" y="33960"/>
                  <a:pt x="96883" y="37501"/>
                </a:cubicBezTo>
                <a:cubicBezTo>
                  <a:pt x="98502" y="41041"/>
                  <a:pt x="99312" y="46180"/>
                  <a:pt x="99312" y="52915"/>
                </a:cubicBezTo>
                <a:lnTo>
                  <a:pt x="99312" y="96504"/>
                </a:lnTo>
                <a:lnTo>
                  <a:pt x="87653" y="96504"/>
                </a:lnTo>
                <a:lnTo>
                  <a:pt x="87653" y="52915"/>
                </a:lnTo>
                <a:cubicBezTo>
                  <a:pt x="87653" y="47086"/>
                  <a:pt x="86390" y="42844"/>
                  <a:pt x="83864" y="40189"/>
                </a:cubicBezTo>
                <a:cubicBezTo>
                  <a:pt x="81338" y="37533"/>
                  <a:pt x="77765" y="36205"/>
                  <a:pt x="73145" y="36205"/>
                </a:cubicBezTo>
                <a:cubicBezTo>
                  <a:pt x="69691" y="36205"/>
                  <a:pt x="66442" y="37101"/>
                  <a:pt x="63398" y="38893"/>
                </a:cubicBezTo>
                <a:cubicBezTo>
                  <a:pt x="60354" y="40685"/>
                  <a:pt x="58184" y="43114"/>
                  <a:pt x="56888" y="46180"/>
                </a:cubicBezTo>
                <a:cubicBezTo>
                  <a:pt x="55593" y="49245"/>
                  <a:pt x="54945" y="53477"/>
                  <a:pt x="54945" y="58874"/>
                </a:cubicBezTo>
                <a:lnTo>
                  <a:pt x="54945" y="96504"/>
                </a:lnTo>
                <a:lnTo>
                  <a:pt x="43287" y="96504"/>
                </a:lnTo>
                <a:close/>
                <a:moveTo>
                  <a:pt x="164124" y="74354"/>
                </a:moveTo>
                <a:lnTo>
                  <a:pt x="176171" y="75843"/>
                </a:lnTo>
                <a:cubicBezTo>
                  <a:pt x="174271" y="82881"/>
                  <a:pt x="170752" y="88344"/>
                  <a:pt x="165614" y="92230"/>
                </a:cubicBezTo>
                <a:cubicBezTo>
                  <a:pt x="160476" y="96116"/>
                  <a:pt x="153912" y="98059"/>
                  <a:pt x="145924" y="98059"/>
                </a:cubicBezTo>
                <a:cubicBezTo>
                  <a:pt x="135864" y="98059"/>
                  <a:pt x="127886" y="94961"/>
                  <a:pt x="121993" y="88765"/>
                </a:cubicBezTo>
                <a:cubicBezTo>
                  <a:pt x="116099" y="82568"/>
                  <a:pt x="113152" y="73879"/>
                  <a:pt x="113152" y="62695"/>
                </a:cubicBezTo>
                <a:cubicBezTo>
                  <a:pt x="113152" y="51124"/>
                  <a:pt x="116131" y="42142"/>
                  <a:pt x="122090" y="35752"/>
                </a:cubicBezTo>
                <a:cubicBezTo>
                  <a:pt x="128048" y="29361"/>
                  <a:pt x="135777" y="26166"/>
                  <a:pt x="145277" y="26166"/>
                </a:cubicBezTo>
                <a:cubicBezTo>
                  <a:pt x="154474" y="26166"/>
                  <a:pt x="161987" y="29292"/>
                  <a:pt x="167816" y="35543"/>
                </a:cubicBezTo>
                <a:cubicBezTo>
                  <a:pt x="173645" y="41794"/>
                  <a:pt x="176560" y="50587"/>
                  <a:pt x="176560" y="61924"/>
                </a:cubicBezTo>
                <a:cubicBezTo>
                  <a:pt x="176560" y="62614"/>
                  <a:pt x="176538" y="63648"/>
                  <a:pt x="176495" y="65027"/>
                </a:cubicBezTo>
                <a:lnTo>
                  <a:pt x="125199" y="65027"/>
                </a:lnTo>
                <a:cubicBezTo>
                  <a:pt x="125630" y="72562"/>
                  <a:pt x="127768" y="78331"/>
                  <a:pt x="131611" y="82336"/>
                </a:cubicBezTo>
                <a:cubicBezTo>
                  <a:pt x="135454" y="86341"/>
                  <a:pt x="140246" y="88344"/>
                  <a:pt x="145989" y="88344"/>
                </a:cubicBezTo>
                <a:cubicBezTo>
                  <a:pt x="150264" y="88344"/>
                  <a:pt x="153912" y="87232"/>
                  <a:pt x="156935" y="85008"/>
                </a:cubicBezTo>
                <a:cubicBezTo>
                  <a:pt x="159957" y="82783"/>
                  <a:pt x="162354" y="79232"/>
                  <a:pt x="164124" y="74354"/>
                </a:cubicBezTo>
                <a:moveTo>
                  <a:pt x="125846" y="55312"/>
                </a:moveTo>
                <a:lnTo>
                  <a:pt x="164254" y="55312"/>
                </a:lnTo>
                <a:cubicBezTo>
                  <a:pt x="163736" y="49620"/>
                  <a:pt x="162268" y="45352"/>
                  <a:pt x="159850" y="42506"/>
                </a:cubicBezTo>
                <a:cubicBezTo>
                  <a:pt x="156136" y="38090"/>
                  <a:pt x="151322" y="35881"/>
                  <a:pt x="145406" y="35881"/>
                </a:cubicBezTo>
                <a:cubicBezTo>
                  <a:pt x="140052" y="35881"/>
                  <a:pt x="135551" y="37644"/>
                  <a:pt x="131902" y="41170"/>
                </a:cubicBezTo>
                <a:cubicBezTo>
                  <a:pt x="128254" y="44695"/>
                  <a:pt x="126235" y="49409"/>
                  <a:pt x="125846" y="55312"/>
                </a:cubicBezTo>
                <a:close/>
                <a:moveTo>
                  <a:pt x="227534" y="96504"/>
                </a:moveTo>
                <a:lnTo>
                  <a:pt x="227534" y="27721"/>
                </a:lnTo>
                <a:lnTo>
                  <a:pt x="238026" y="27721"/>
                </a:lnTo>
                <a:lnTo>
                  <a:pt x="238026" y="38084"/>
                </a:lnTo>
                <a:cubicBezTo>
                  <a:pt x="240703" y="33231"/>
                  <a:pt x="243175" y="30032"/>
                  <a:pt x="245442" y="28486"/>
                </a:cubicBezTo>
                <a:cubicBezTo>
                  <a:pt x="247709" y="26939"/>
                  <a:pt x="250203" y="26166"/>
                  <a:pt x="252923" y="26166"/>
                </a:cubicBezTo>
                <a:cubicBezTo>
                  <a:pt x="256852" y="26166"/>
                  <a:pt x="260846" y="27413"/>
                  <a:pt x="264905" y="29907"/>
                </a:cubicBezTo>
                <a:lnTo>
                  <a:pt x="260889" y="40674"/>
                </a:lnTo>
                <a:cubicBezTo>
                  <a:pt x="258040" y="38990"/>
                  <a:pt x="255190" y="38148"/>
                  <a:pt x="252340" y="38148"/>
                </a:cubicBezTo>
                <a:cubicBezTo>
                  <a:pt x="249792" y="38148"/>
                  <a:pt x="247504" y="38916"/>
                  <a:pt x="245475" y="40452"/>
                </a:cubicBezTo>
                <a:cubicBezTo>
                  <a:pt x="243445" y="41986"/>
                  <a:pt x="241999" y="44114"/>
                  <a:pt x="241135" y="46837"/>
                </a:cubicBezTo>
                <a:cubicBezTo>
                  <a:pt x="239840" y="50987"/>
                  <a:pt x="239192" y="55525"/>
                  <a:pt x="239192" y="60453"/>
                </a:cubicBezTo>
                <a:lnTo>
                  <a:pt x="239192" y="96504"/>
                </a:lnTo>
                <a:lnTo>
                  <a:pt x="227534" y="96504"/>
                </a:lnTo>
                <a:close/>
                <a:moveTo>
                  <a:pt x="318921" y="74354"/>
                </a:moveTo>
                <a:lnTo>
                  <a:pt x="330968" y="75843"/>
                </a:lnTo>
                <a:cubicBezTo>
                  <a:pt x="329068" y="82881"/>
                  <a:pt x="325549" y="88344"/>
                  <a:pt x="320410" y="92230"/>
                </a:cubicBezTo>
                <a:cubicBezTo>
                  <a:pt x="315272" y="96116"/>
                  <a:pt x="308709" y="98059"/>
                  <a:pt x="300721" y="98059"/>
                </a:cubicBezTo>
                <a:cubicBezTo>
                  <a:pt x="290660" y="98059"/>
                  <a:pt x="282683" y="94961"/>
                  <a:pt x="276789" y="88765"/>
                </a:cubicBezTo>
                <a:cubicBezTo>
                  <a:pt x="270895" y="82568"/>
                  <a:pt x="267948" y="73879"/>
                  <a:pt x="267948" y="62695"/>
                </a:cubicBezTo>
                <a:cubicBezTo>
                  <a:pt x="267948" y="51124"/>
                  <a:pt x="270928" y="42142"/>
                  <a:pt x="276886" y="35752"/>
                </a:cubicBezTo>
                <a:cubicBezTo>
                  <a:pt x="282845" y="29361"/>
                  <a:pt x="290574" y="26166"/>
                  <a:pt x="300073" y="26166"/>
                </a:cubicBezTo>
                <a:cubicBezTo>
                  <a:pt x="309270" y="26166"/>
                  <a:pt x="316783" y="29292"/>
                  <a:pt x="322612" y="35543"/>
                </a:cubicBezTo>
                <a:cubicBezTo>
                  <a:pt x="328442" y="41794"/>
                  <a:pt x="331356" y="50587"/>
                  <a:pt x="331356" y="61924"/>
                </a:cubicBezTo>
                <a:cubicBezTo>
                  <a:pt x="331356" y="62614"/>
                  <a:pt x="331335" y="63648"/>
                  <a:pt x="331291" y="65027"/>
                </a:cubicBezTo>
                <a:lnTo>
                  <a:pt x="279995" y="65027"/>
                </a:lnTo>
                <a:cubicBezTo>
                  <a:pt x="280427" y="72562"/>
                  <a:pt x="282564" y="78331"/>
                  <a:pt x="286407" y="82336"/>
                </a:cubicBezTo>
                <a:cubicBezTo>
                  <a:pt x="290250" y="86341"/>
                  <a:pt x="295043" y="88344"/>
                  <a:pt x="300786" y="88344"/>
                </a:cubicBezTo>
                <a:cubicBezTo>
                  <a:pt x="305060" y="88344"/>
                  <a:pt x="308709" y="87232"/>
                  <a:pt x="311731" y="85008"/>
                </a:cubicBezTo>
                <a:cubicBezTo>
                  <a:pt x="314754" y="82783"/>
                  <a:pt x="317150" y="79232"/>
                  <a:pt x="318921" y="74354"/>
                </a:cubicBezTo>
                <a:moveTo>
                  <a:pt x="280643" y="55312"/>
                </a:moveTo>
                <a:lnTo>
                  <a:pt x="319050" y="55312"/>
                </a:lnTo>
                <a:cubicBezTo>
                  <a:pt x="318532" y="49620"/>
                  <a:pt x="317064" y="45352"/>
                  <a:pt x="314646" y="42506"/>
                </a:cubicBezTo>
                <a:cubicBezTo>
                  <a:pt x="310933" y="38090"/>
                  <a:pt x="306118" y="35881"/>
                  <a:pt x="300203" y="35881"/>
                </a:cubicBezTo>
                <a:cubicBezTo>
                  <a:pt x="294849" y="35881"/>
                  <a:pt x="290347" y="37644"/>
                  <a:pt x="286699" y="41170"/>
                </a:cubicBezTo>
                <a:cubicBezTo>
                  <a:pt x="283050" y="44695"/>
                  <a:pt x="281031" y="49409"/>
                  <a:pt x="280643" y="55312"/>
                </a:cubicBezTo>
                <a:close/>
                <a:moveTo>
                  <a:pt x="390469" y="88012"/>
                </a:moveTo>
                <a:cubicBezTo>
                  <a:pt x="386151" y="91685"/>
                  <a:pt x="381995" y="94277"/>
                  <a:pt x="378001" y="95790"/>
                </a:cubicBezTo>
                <a:cubicBezTo>
                  <a:pt x="374007" y="97302"/>
                  <a:pt x="369722" y="98059"/>
                  <a:pt x="365145" y="98059"/>
                </a:cubicBezTo>
                <a:cubicBezTo>
                  <a:pt x="357589" y="98059"/>
                  <a:pt x="351781" y="96212"/>
                  <a:pt x="347722" y="92517"/>
                </a:cubicBezTo>
                <a:cubicBezTo>
                  <a:pt x="343664" y="88823"/>
                  <a:pt x="341634" y="84102"/>
                  <a:pt x="341634" y="78355"/>
                </a:cubicBezTo>
                <a:cubicBezTo>
                  <a:pt x="341634" y="74986"/>
                  <a:pt x="342401" y="71908"/>
                  <a:pt x="343933" y="69122"/>
                </a:cubicBezTo>
                <a:cubicBezTo>
                  <a:pt x="345466" y="66334"/>
                  <a:pt x="347474" y="64097"/>
                  <a:pt x="349957" y="62412"/>
                </a:cubicBezTo>
                <a:cubicBezTo>
                  <a:pt x="352440" y="60727"/>
                  <a:pt x="355235" y="59452"/>
                  <a:pt x="358344" y="58589"/>
                </a:cubicBezTo>
                <a:cubicBezTo>
                  <a:pt x="360633" y="57983"/>
                  <a:pt x="364087" y="57399"/>
                  <a:pt x="368707" y="56838"/>
                </a:cubicBezTo>
                <a:cubicBezTo>
                  <a:pt x="378120" y="55723"/>
                  <a:pt x="385050" y="54394"/>
                  <a:pt x="389498" y="52851"/>
                </a:cubicBezTo>
                <a:cubicBezTo>
                  <a:pt x="389541" y="51260"/>
                  <a:pt x="389562" y="50249"/>
                  <a:pt x="389562" y="49819"/>
                </a:cubicBezTo>
                <a:cubicBezTo>
                  <a:pt x="389562" y="45087"/>
                  <a:pt x="388461" y="41753"/>
                  <a:pt x="386259" y="39818"/>
                </a:cubicBezTo>
                <a:cubicBezTo>
                  <a:pt x="383280" y="37194"/>
                  <a:pt x="378854" y="35881"/>
                  <a:pt x="372982" y="35881"/>
                </a:cubicBezTo>
                <a:cubicBezTo>
                  <a:pt x="367498" y="35881"/>
                  <a:pt x="363450" y="36842"/>
                  <a:pt x="360838" y="38764"/>
                </a:cubicBezTo>
                <a:cubicBezTo>
                  <a:pt x="358226" y="40685"/>
                  <a:pt x="356293" y="44085"/>
                  <a:pt x="355041" y="48965"/>
                </a:cubicBezTo>
                <a:lnTo>
                  <a:pt x="343642" y="47410"/>
                </a:lnTo>
                <a:cubicBezTo>
                  <a:pt x="344678" y="42516"/>
                  <a:pt x="346384" y="38564"/>
                  <a:pt x="348759" y="35554"/>
                </a:cubicBezTo>
                <a:cubicBezTo>
                  <a:pt x="351133" y="32543"/>
                  <a:pt x="354566" y="30226"/>
                  <a:pt x="359057" y="28603"/>
                </a:cubicBezTo>
                <a:cubicBezTo>
                  <a:pt x="363547" y="26979"/>
                  <a:pt x="368750" y="26166"/>
                  <a:pt x="374666" y="26166"/>
                </a:cubicBezTo>
                <a:cubicBezTo>
                  <a:pt x="380538" y="26166"/>
                  <a:pt x="385309" y="26857"/>
                  <a:pt x="388980" y="28239"/>
                </a:cubicBezTo>
                <a:cubicBezTo>
                  <a:pt x="392650" y="29621"/>
                  <a:pt x="395348" y="31359"/>
                  <a:pt x="397076" y="33453"/>
                </a:cubicBezTo>
                <a:cubicBezTo>
                  <a:pt x="398803" y="35547"/>
                  <a:pt x="400012" y="38192"/>
                  <a:pt x="400703" y="41387"/>
                </a:cubicBezTo>
                <a:cubicBezTo>
                  <a:pt x="401091" y="43373"/>
                  <a:pt x="401285" y="46957"/>
                  <a:pt x="401285" y="52138"/>
                </a:cubicBezTo>
                <a:lnTo>
                  <a:pt x="401285" y="67683"/>
                </a:lnTo>
                <a:cubicBezTo>
                  <a:pt x="401285" y="78520"/>
                  <a:pt x="401534" y="85375"/>
                  <a:pt x="402030" y="88246"/>
                </a:cubicBezTo>
                <a:cubicBezTo>
                  <a:pt x="402527" y="91118"/>
                  <a:pt x="403509" y="93870"/>
                  <a:pt x="404977" y="96504"/>
                </a:cubicBezTo>
                <a:lnTo>
                  <a:pt x="392801" y="96504"/>
                </a:lnTo>
                <a:cubicBezTo>
                  <a:pt x="391592" y="94084"/>
                  <a:pt x="390815" y="91253"/>
                  <a:pt x="390469" y="88012"/>
                </a:cubicBezTo>
                <a:moveTo>
                  <a:pt x="389498" y="61918"/>
                </a:moveTo>
                <a:cubicBezTo>
                  <a:pt x="385266" y="63660"/>
                  <a:pt x="378919" y="65140"/>
                  <a:pt x="370456" y="66359"/>
                </a:cubicBezTo>
                <a:cubicBezTo>
                  <a:pt x="365663" y="67052"/>
                  <a:pt x="362274" y="67833"/>
                  <a:pt x="360287" y="68701"/>
                </a:cubicBezTo>
                <a:cubicBezTo>
                  <a:pt x="358301" y="69567"/>
                  <a:pt x="356768" y="70835"/>
                  <a:pt x="355689" y="72506"/>
                </a:cubicBezTo>
                <a:cubicBezTo>
                  <a:pt x="354609" y="74175"/>
                  <a:pt x="354070" y="76028"/>
                  <a:pt x="354070" y="78066"/>
                </a:cubicBezTo>
                <a:cubicBezTo>
                  <a:pt x="354070" y="81187"/>
                  <a:pt x="355246" y="83788"/>
                  <a:pt x="357599" y="85870"/>
                </a:cubicBezTo>
                <a:cubicBezTo>
                  <a:pt x="359953" y="87951"/>
                  <a:pt x="363396" y="88991"/>
                  <a:pt x="367930" y="88991"/>
                </a:cubicBezTo>
                <a:cubicBezTo>
                  <a:pt x="372421" y="88991"/>
                  <a:pt x="376415" y="88004"/>
                  <a:pt x="379912" y="86030"/>
                </a:cubicBezTo>
                <a:cubicBezTo>
                  <a:pt x="383410" y="84056"/>
                  <a:pt x="385979" y="81355"/>
                  <a:pt x="387619" y="77928"/>
                </a:cubicBezTo>
                <a:cubicBezTo>
                  <a:pt x="388872" y="75281"/>
                  <a:pt x="389498" y="71376"/>
                  <a:pt x="389498" y="66213"/>
                </a:cubicBezTo>
                <a:lnTo>
                  <a:pt x="389498" y="61918"/>
                </a:lnTo>
                <a:close/>
                <a:moveTo>
                  <a:pt x="414672" y="75908"/>
                </a:moveTo>
                <a:lnTo>
                  <a:pt x="426201" y="74095"/>
                </a:lnTo>
                <a:cubicBezTo>
                  <a:pt x="426848" y="78694"/>
                  <a:pt x="428651" y="82220"/>
                  <a:pt x="431609" y="84670"/>
                </a:cubicBezTo>
                <a:cubicBezTo>
                  <a:pt x="434567" y="87119"/>
                  <a:pt x="438701" y="88344"/>
                  <a:pt x="444012" y="88344"/>
                </a:cubicBezTo>
                <a:cubicBezTo>
                  <a:pt x="449366" y="88344"/>
                  <a:pt x="453339" y="87262"/>
                  <a:pt x="455929" y="85099"/>
                </a:cubicBezTo>
                <a:cubicBezTo>
                  <a:pt x="458520" y="82935"/>
                  <a:pt x="459815" y="80397"/>
                  <a:pt x="459815" y="77485"/>
                </a:cubicBezTo>
                <a:cubicBezTo>
                  <a:pt x="459815" y="74871"/>
                  <a:pt x="458671" y="72815"/>
                  <a:pt x="456383" y="71316"/>
                </a:cubicBezTo>
                <a:cubicBezTo>
                  <a:pt x="454785" y="70287"/>
                  <a:pt x="450813" y="68981"/>
                  <a:pt x="444465" y="67395"/>
                </a:cubicBezTo>
                <a:cubicBezTo>
                  <a:pt x="435916" y="65235"/>
                  <a:pt x="429990" y="63366"/>
                  <a:pt x="426687" y="61789"/>
                </a:cubicBezTo>
                <a:cubicBezTo>
                  <a:pt x="423383" y="60211"/>
                  <a:pt x="420879" y="58029"/>
                  <a:pt x="419173" y="55241"/>
                </a:cubicBezTo>
                <a:cubicBezTo>
                  <a:pt x="417468" y="52453"/>
                  <a:pt x="416615" y="49374"/>
                  <a:pt x="416615" y="46003"/>
                </a:cubicBezTo>
                <a:cubicBezTo>
                  <a:pt x="416615" y="42935"/>
                  <a:pt x="417317" y="40093"/>
                  <a:pt x="418720" y="37478"/>
                </a:cubicBezTo>
                <a:cubicBezTo>
                  <a:pt x="420123" y="34863"/>
                  <a:pt x="422034" y="32692"/>
                  <a:pt x="424452" y="30963"/>
                </a:cubicBezTo>
                <a:cubicBezTo>
                  <a:pt x="426266" y="29623"/>
                  <a:pt x="428738" y="28489"/>
                  <a:pt x="431868" y="27561"/>
                </a:cubicBezTo>
                <a:cubicBezTo>
                  <a:pt x="434998" y="26631"/>
                  <a:pt x="438356" y="26166"/>
                  <a:pt x="441939" y="26166"/>
                </a:cubicBezTo>
                <a:cubicBezTo>
                  <a:pt x="447337" y="26166"/>
                  <a:pt x="452076" y="26949"/>
                  <a:pt x="456156" y="28514"/>
                </a:cubicBezTo>
                <a:cubicBezTo>
                  <a:pt x="460236" y="30078"/>
                  <a:pt x="463248" y="32197"/>
                  <a:pt x="465191" y="34871"/>
                </a:cubicBezTo>
                <a:cubicBezTo>
                  <a:pt x="467134" y="37545"/>
                  <a:pt x="468473" y="41120"/>
                  <a:pt x="469207" y="45597"/>
                </a:cubicBezTo>
                <a:lnTo>
                  <a:pt x="457808" y="47151"/>
                </a:lnTo>
                <a:cubicBezTo>
                  <a:pt x="457289" y="43610"/>
                  <a:pt x="455789" y="40847"/>
                  <a:pt x="453306" y="38861"/>
                </a:cubicBezTo>
                <a:cubicBezTo>
                  <a:pt x="450823" y="36875"/>
                  <a:pt x="447315" y="35881"/>
                  <a:pt x="442781" y="35881"/>
                </a:cubicBezTo>
                <a:cubicBezTo>
                  <a:pt x="437427" y="35881"/>
                  <a:pt x="433606" y="36763"/>
                  <a:pt x="431317" y="38525"/>
                </a:cubicBezTo>
                <a:cubicBezTo>
                  <a:pt x="429029" y="40286"/>
                  <a:pt x="427885" y="42348"/>
                  <a:pt x="427885" y="44712"/>
                </a:cubicBezTo>
                <a:cubicBezTo>
                  <a:pt x="427885" y="46215"/>
                  <a:pt x="428360" y="47569"/>
                  <a:pt x="429310" y="48772"/>
                </a:cubicBezTo>
                <a:cubicBezTo>
                  <a:pt x="430260" y="50018"/>
                  <a:pt x="431749" y="51049"/>
                  <a:pt x="433779" y="51865"/>
                </a:cubicBezTo>
                <a:cubicBezTo>
                  <a:pt x="434944" y="52295"/>
                  <a:pt x="438377" y="53284"/>
                  <a:pt x="444077" y="54830"/>
                </a:cubicBezTo>
                <a:cubicBezTo>
                  <a:pt x="452324" y="57031"/>
                  <a:pt x="458077" y="58832"/>
                  <a:pt x="461337" y="60234"/>
                </a:cubicBezTo>
                <a:cubicBezTo>
                  <a:pt x="464597" y="61636"/>
                  <a:pt x="467156" y="63675"/>
                  <a:pt x="469012" y="66351"/>
                </a:cubicBezTo>
                <a:cubicBezTo>
                  <a:pt x="470869" y="69025"/>
                  <a:pt x="471797" y="72347"/>
                  <a:pt x="471797" y="76315"/>
                </a:cubicBezTo>
                <a:cubicBezTo>
                  <a:pt x="471797" y="80198"/>
                  <a:pt x="470664" y="83855"/>
                  <a:pt x="468397" y="87285"/>
                </a:cubicBezTo>
                <a:cubicBezTo>
                  <a:pt x="466130" y="90714"/>
                  <a:pt x="462859" y="93366"/>
                  <a:pt x="458585" y="95243"/>
                </a:cubicBezTo>
                <a:cubicBezTo>
                  <a:pt x="454310" y="97120"/>
                  <a:pt x="449474" y="98059"/>
                  <a:pt x="444077" y="98059"/>
                </a:cubicBezTo>
                <a:cubicBezTo>
                  <a:pt x="435139" y="98059"/>
                  <a:pt x="428327" y="96197"/>
                  <a:pt x="423642" y="92473"/>
                </a:cubicBezTo>
                <a:cubicBezTo>
                  <a:pt x="418958" y="88748"/>
                  <a:pt x="415967" y="83227"/>
                  <a:pt x="414672" y="75908"/>
                </a:cubicBezTo>
                <a:close/>
                <a:moveTo>
                  <a:pt x="481318" y="62113"/>
                </a:moveTo>
                <a:cubicBezTo>
                  <a:pt x="481318" y="49375"/>
                  <a:pt x="484859" y="39940"/>
                  <a:pt x="491940" y="33809"/>
                </a:cubicBezTo>
                <a:cubicBezTo>
                  <a:pt x="497856" y="28714"/>
                  <a:pt x="505067" y="26166"/>
                  <a:pt x="513573" y="26166"/>
                </a:cubicBezTo>
                <a:cubicBezTo>
                  <a:pt x="523029" y="26166"/>
                  <a:pt x="530758" y="29264"/>
                  <a:pt x="536760" y="35460"/>
                </a:cubicBezTo>
                <a:cubicBezTo>
                  <a:pt x="542762" y="41657"/>
                  <a:pt x="545763" y="50217"/>
                  <a:pt x="545763" y="61141"/>
                </a:cubicBezTo>
                <a:cubicBezTo>
                  <a:pt x="545763" y="69993"/>
                  <a:pt x="544435" y="76955"/>
                  <a:pt x="541779" y="82029"/>
                </a:cubicBezTo>
                <a:cubicBezTo>
                  <a:pt x="539124" y="87102"/>
                  <a:pt x="535259" y="91042"/>
                  <a:pt x="530186" y="93849"/>
                </a:cubicBezTo>
                <a:cubicBezTo>
                  <a:pt x="525112" y="96655"/>
                  <a:pt x="519575" y="98059"/>
                  <a:pt x="513573" y="98059"/>
                </a:cubicBezTo>
                <a:cubicBezTo>
                  <a:pt x="503944" y="98059"/>
                  <a:pt x="496161" y="94971"/>
                  <a:pt x="490224" y="88797"/>
                </a:cubicBezTo>
                <a:cubicBezTo>
                  <a:pt x="484287" y="82622"/>
                  <a:pt x="481318" y="73728"/>
                  <a:pt x="481318" y="62113"/>
                </a:cubicBezTo>
                <a:moveTo>
                  <a:pt x="493301" y="62080"/>
                </a:moveTo>
                <a:cubicBezTo>
                  <a:pt x="493301" y="70856"/>
                  <a:pt x="495222" y="77427"/>
                  <a:pt x="499065" y="81794"/>
                </a:cubicBezTo>
                <a:cubicBezTo>
                  <a:pt x="502908" y="86160"/>
                  <a:pt x="507744" y="88344"/>
                  <a:pt x="513573" y="88344"/>
                </a:cubicBezTo>
                <a:cubicBezTo>
                  <a:pt x="519359" y="88344"/>
                  <a:pt x="524173" y="86150"/>
                  <a:pt x="528016" y="81762"/>
                </a:cubicBezTo>
                <a:cubicBezTo>
                  <a:pt x="531859" y="77373"/>
                  <a:pt x="533781" y="70684"/>
                  <a:pt x="533781" y="61694"/>
                </a:cubicBezTo>
                <a:cubicBezTo>
                  <a:pt x="533781" y="53218"/>
                  <a:pt x="531848" y="46798"/>
                  <a:pt x="527984" y="42431"/>
                </a:cubicBezTo>
                <a:cubicBezTo>
                  <a:pt x="524119" y="38065"/>
                  <a:pt x="519316" y="35881"/>
                  <a:pt x="513573" y="35881"/>
                </a:cubicBezTo>
                <a:cubicBezTo>
                  <a:pt x="507744" y="35881"/>
                  <a:pt x="502908" y="38054"/>
                  <a:pt x="499065" y="42399"/>
                </a:cubicBezTo>
                <a:cubicBezTo>
                  <a:pt x="495222" y="46744"/>
                  <a:pt x="493301" y="53304"/>
                  <a:pt x="493301" y="62080"/>
                </a:cubicBezTo>
                <a:close/>
                <a:moveTo>
                  <a:pt x="559408" y="96504"/>
                </a:moveTo>
                <a:lnTo>
                  <a:pt x="559408" y="27721"/>
                </a:lnTo>
                <a:lnTo>
                  <a:pt x="569901" y="27721"/>
                </a:lnTo>
                <a:lnTo>
                  <a:pt x="569901" y="37436"/>
                </a:lnTo>
                <a:cubicBezTo>
                  <a:pt x="574953" y="29923"/>
                  <a:pt x="582250" y="26166"/>
                  <a:pt x="591792" y="26166"/>
                </a:cubicBezTo>
                <a:cubicBezTo>
                  <a:pt x="595937" y="26166"/>
                  <a:pt x="599748" y="26911"/>
                  <a:pt x="603224" y="28401"/>
                </a:cubicBezTo>
                <a:cubicBezTo>
                  <a:pt x="606700" y="29890"/>
                  <a:pt x="609301" y="31844"/>
                  <a:pt x="611028" y="34262"/>
                </a:cubicBezTo>
                <a:cubicBezTo>
                  <a:pt x="612756" y="36680"/>
                  <a:pt x="613965" y="39552"/>
                  <a:pt x="614655" y="42876"/>
                </a:cubicBezTo>
                <a:cubicBezTo>
                  <a:pt x="615087" y="45035"/>
                  <a:pt x="615303" y="48813"/>
                  <a:pt x="615303" y="54211"/>
                </a:cubicBezTo>
                <a:lnTo>
                  <a:pt x="615303" y="96504"/>
                </a:lnTo>
                <a:lnTo>
                  <a:pt x="603645" y="96504"/>
                </a:lnTo>
                <a:lnTo>
                  <a:pt x="603645" y="54620"/>
                </a:lnTo>
                <a:cubicBezTo>
                  <a:pt x="603645" y="49865"/>
                  <a:pt x="603191" y="46309"/>
                  <a:pt x="602285" y="43953"/>
                </a:cubicBezTo>
                <a:cubicBezTo>
                  <a:pt x="601378" y="41597"/>
                  <a:pt x="599770" y="39717"/>
                  <a:pt x="597459" y="38312"/>
                </a:cubicBezTo>
                <a:cubicBezTo>
                  <a:pt x="595149" y="36908"/>
                  <a:pt x="592440" y="36205"/>
                  <a:pt x="589331" y="36205"/>
                </a:cubicBezTo>
                <a:cubicBezTo>
                  <a:pt x="584366" y="36205"/>
                  <a:pt x="580080" y="37783"/>
                  <a:pt x="576475" y="40939"/>
                </a:cubicBezTo>
                <a:cubicBezTo>
                  <a:pt x="572869" y="44094"/>
                  <a:pt x="571067" y="50081"/>
                  <a:pt x="571067" y="58898"/>
                </a:cubicBezTo>
                <a:lnTo>
                  <a:pt x="571067" y="96504"/>
                </a:lnTo>
                <a:lnTo>
                  <a:pt x="559408" y="96504"/>
                </a:lnTo>
                <a:close/>
                <a:moveTo>
                  <a:pt x="678043" y="88012"/>
                </a:moveTo>
                <a:cubicBezTo>
                  <a:pt x="673725" y="91685"/>
                  <a:pt x="669569" y="94277"/>
                  <a:pt x="665575" y="95790"/>
                </a:cubicBezTo>
                <a:cubicBezTo>
                  <a:pt x="661581" y="97302"/>
                  <a:pt x="657296" y="98059"/>
                  <a:pt x="652719" y="98059"/>
                </a:cubicBezTo>
                <a:cubicBezTo>
                  <a:pt x="645163" y="98059"/>
                  <a:pt x="639355" y="96212"/>
                  <a:pt x="635296" y="92517"/>
                </a:cubicBezTo>
                <a:cubicBezTo>
                  <a:pt x="631237" y="88823"/>
                  <a:pt x="629208" y="84102"/>
                  <a:pt x="629208" y="78355"/>
                </a:cubicBezTo>
                <a:cubicBezTo>
                  <a:pt x="629208" y="74986"/>
                  <a:pt x="629975" y="71908"/>
                  <a:pt x="631507" y="69122"/>
                </a:cubicBezTo>
                <a:cubicBezTo>
                  <a:pt x="633040" y="66334"/>
                  <a:pt x="635048" y="64097"/>
                  <a:pt x="637531" y="62412"/>
                </a:cubicBezTo>
                <a:cubicBezTo>
                  <a:pt x="640014" y="60727"/>
                  <a:pt x="642809" y="59452"/>
                  <a:pt x="645918" y="58589"/>
                </a:cubicBezTo>
                <a:cubicBezTo>
                  <a:pt x="648207" y="57983"/>
                  <a:pt x="651661" y="57399"/>
                  <a:pt x="656281" y="56838"/>
                </a:cubicBezTo>
                <a:cubicBezTo>
                  <a:pt x="665694" y="55723"/>
                  <a:pt x="672624" y="54394"/>
                  <a:pt x="677072" y="52851"/>
                </a:cubicBezTo>
                <a:cubicBezTo>
                  <a:pt x="677115" y="51260"/>
                  <a:pt x="677136" y="50249"/>
                  <a:pt x="677136" y="49819"/>
                </a:cubicBezTo>
                <a:cubicBezTo>
                  <a:pt x="677136" y="45087"/>
                  <a:pt x="676035" y="41753"/>
                  <a:pt x="673833" y="39818"/>
                </a:cubicBezTo>
                <a:cubicBezTo>
                  <a:pt x="670854" y="37194"/>
                  <a:pt x="666428" y="35881"/>
                  <a:pt x="660556" y="35881"/>
                </a:cubicBezTo>
                <a:cubicBezTo>
                  <a:pt x="655072" y="35881"/>
                  <a:pt x="651024" y="36842"/>
                  <a:pt x="648412" y="38764"/>
                </a:cubicBezTo>
                <a:cubicBezTo>
                  <a:pt x="645799" y="40685"/>
                  <a:pt x="643867" y="44085"/>
                  <a:pt x="642615" y="48965"/>
                </a:cubicBezTo>
                <a:lnTo>
                  <a:pt x="631216" y="47410"/>
                </a:lnTo>
                <a:cubicBezTo>
                  <a:pt x="632252" y="42516"/>
                  <a:pt x="633958" y="38564"/>
                  <a:pt x="636333" y="35554"/>
                </a:cubicBezTo>
                <a:cubicBezTo>
                  <a:pt x="638707" y="32543"/>
                  <a:pt x="642140" y="30226"/>
                  <a:pt x="646631" y="28603"/>
                </a:cubicBezTo>
                <a:cubicBezTo>
                  <a:pt x="651121" y="26979"/>
                  <a:pt x="656324" y="26166"/>
                  <a:pt x="662240" y="26166"/>
                </a:cubicBezTo>
                <a:cubicBezTo>
                  <a:pt x="668112" y="26166"/>
                  <a:pt x="672883" y="26857"/>
                  <a:pt x="676553" y="28239"/>
                </a:cubicBezTo>
                <a:cubicBezTo>
                  <a:pt x="680224" y="29621"/>
                  <a:pt x="682922" y="31359"/>
                  <a:pt x="684649" y="33453"/>
                </a:cubicBezTo>
                <a:cubicBezTo>
                  <a:pt x="686377" y="35547"/>
                  <a:pt x="687586" y="38192"/>
                  <a:pt x="688277" y="41387"/>
                </a:cubicBezTo>
                <a:cubicBezTo>
                  <a:pt x="688665" y="43373"/>
                  <a:pt x="688859" y="46957"/>
                  <a:pt x="688859" y="52138"/>
                </a:cubicBezTo>
                <a:lnTo>
                  <a:pt x="688859" y="67683"/>
                </a:lnTo>
                <a:cubicBezTo>
                  <a:pt x="688859" y="78520"/>
                  <a:pt x="689108" y="85375"/>
                  <a:pt x="689604" y="88246"/>
                </a:cubicBezTo>
                <a:cubicBezTo>
                  <a:pt x="690101" y="91118"/>
                  <a:pt x="691083" y="93870"/>
                  <a:pt x="692551" y="96504"/>
                </a:cubicBezTo>
                <a:lnTo>
                  <a:pt x="680375" y="96504"/>
                </a:lnTo>
                <a:cubicBezTo>
                  <a:pt x="679166" y="94084"/>
                  <a:pt x="678389" y="91253"/>
                  <a:pt x="678043" y="88012"/>
                </a:cubicBezTo>
                <a:moveTo>
                  <a:pt x="677072" y="61918"/>
                </a:moveTo>
                <a:cubicBezTo>
                  <a:pt x="672840" y="63660"/>
                  <a:pt x="666493" y="65140"/>
                  <a:pt x="658030" y="66359"/>
                </a:cubicBezTo>
                <a:cubicBezTo>
                  <a:pt x="653237" y="67052"/>
                  <a:pt x="649847" y="67833"/>
                  <a:pt x="647861" y="68701"/>
                </a:cubicBezTo>
                <a:cubicBezTo>
                  <a:pt x="645875" y="69567"/>
                  <a:pt x="644342" y="70835"/>
                  <a:pt x="643263" y="72506"/>
                </a:cubicBezTo>
                <a:cubicBezTo>
                  <a:pt x="642183" y="74175"/>
                  <a:pt x="641644" y="76028"/>
                  <a:pt x="641644" y="78066"/>
                </a:cubicBezTo>
                <a:cubicBezTo>
                  <a:pt x="641644" y="81187"/>
                  <a:pt x="642820" y="83788"/>
                  <a:pt x="645173" y="85870"/>
                </a:cubicBezTo>
                <a:cubicBezTo>
                  <a:pt x="647527" y="87951"/>
                  <a:pt x="650970" y="88991"/>
                  <a:pt x="655504" y="88991"/>
                </a:cubicBezTo>
                <a:cubicBezTo>
                  <a:pt x="659994" y="88991"/>
                  <a:pt x="663989" y="88004"/>
                  <a:pt x="667486" y="86030"/>
                </a:cubicBezTo>
                <a:cubicBezTo>
                  <a:pt x="670983" y="84056"/>
                  <a:pt x="673553" y="81355"/>
                  <a:pt x="675193" y="77928"/>
                </a:cubicBezTo>
                <a:cubicBezTo>
                  <a:pt x="676446" y="75281"/>
                  <a:pt x="677072" y="71376"/>
                  <a:pt x="677072" y="66213"/>
                </a:cubicBezTo>
                <a:lnTo>
                  <a:pt x="677072" y="61918"/>
                </a:lnTo>
                <a:close/>
                <a:moveTo>
                  <a:pt x="717661" y="96504"/>
                </a:moveTo>
                <a:lnTo>
                  <a:pt x="706845" y="96504"/>
                </a:lnTo>
                <a:lnTo>
                  <a:pt x="706845" y="1554"/>
                </a:lnTo>
                <a:lnTo>
                  <a:pt x="718503" y="1554"/>
                </a:lnTo>
                <a:lnTo>
                  <a:pt x="718503" y="35554"/>
                </a:lnTo>
                <a:cubicBezTo>
                  <a:pt x="723425" y="29295"/>
                  <a:pt x="729708" y="26166"/>
                  <a:pt x="737351" y="26166"/>
                </a:cubicBezTo>
                <a:cubicBezTo>
                  <a:pt x="741582" y="26166"/>
                  <a:pt x="745587" y="27019"/>
                  <a:pt x="749365" y="28725"/>
                </a:cubicBezTo>
                <a:cubicBezTo>
                  <a:pt x="753143" y="30430"/>
                  <a:pt x="756252" y="32827"/>
                  <a:pt x="758692" y="35914"/>
                </a:cubicBezTo>
                <a:cubicBezTo>
                  <a:pt x="761131" y="39001"/>
                  <a:pt x="763042" y="42725"/>
                  <a:pt x="764424" y="47086"/>
                </a:cubicBezTo>
                <a:cubicBezTo>
                  <a:pt x="765805" y="51447"/>
                  <a:pt x="766496" y="56111"/>
                  <a:pt x="766496" y="61076"/>
                </a:cubicBezTo>
                <a:cubicBezTo>
                  <a:pt x="766496" y="72864"/>
                  <a:pt x="763582" y="81975"/>
                  <a:pt x="757752" y="88408"/>
                </a:cubicBezTo>
                <a:cubicBezTo>
                  <a:pt x="751923" y="94842"/>
                  <a:pt x="744928" y="98059"/>
                  <a:pt x="736768" y="98059"/>
                </a:cubicBezTo>
                <a:cubicBezTo>
                  <a:pt x="728650" y="98059"/>
                  <a:pt x="722281" y="94626"/>
                  <a:pt x="717661" y="87761"/>
                </a:cubicBezTo>
                <a:lnTo>
                  <a:pt x="717661" y="96504"/>
                </a:lnTo>
                <a:moveTo>
                  <a:pt x="717532" y="61596"/>
                </a:moveTo>
                <a:cubicBezTo>
                  <a:pt x="717532" y="69803"/>
                  <a:pt x="718654" y="75733"/>
                  <a:pt x="720899" y="79385"/>
                </a:cubicBezTo>
                <a:cubicBezTo>
                  <a:pt x="724570" y="85357"/>
                  <a:pt x="729535" y="88344"/>
                  <a:pt x="735796" y="88344"/>
                </a:cubicBezTo>
                <a:cubicBezTo>
                  <a:pt x="740891" y="88344"/>
                  <a:pt x="745295" y="86141"/>
                  <a:pt x="749009" y="81737"/>
                </a:cubicBezTo>
                <a:cubicBezTo>
                  <a:pt x="752722" y="77333"/>
                  <a:pt x="754579" y="70770"/>
                  <a:pt x="754579" y="62048"/>
                </a:cubicBezTo>
                <a:cubicBezTo>
                  <a:pt x="754579" y="53111"/>
                  <a:pt x="752798" y="46516"/>
                  <a:pt x="749235" y="42263"/>
                </a:cubicBezTo>
                <a:cubicBezTo>
                  <a:pt x="745673" y="38009"/>
                  <a:pt x="741366" y="35881"/>
                  <a:pt x="736314" y="35881"/>
                </a:cubicBezTo>
                <a:cubicBezTo>
                  <a:pt x="731219" y="35881"/>
                  <a:pt x="726815" y="38084"/>
                  <a:pt x="723102" y="42488"/>
                </a:cubicBezTo>
                <a:cubicBezTo>
                  <a:pt x="719388" y="46892"/>
                  <a:pt x="717532" y="53262"/>
                  <a:pt x="717532" y="61596"/>
                </a:cubicBezTo>
                <a:close/>
                <a:moveTo>
                  <a:pt x="780401" y="96504"/>
                </a:moveTo>
                <a:lnTo>
                  <a:pt x="780401" y="1554"/>
                </a:lnTo>
                <a:lnTo>
                  <a:pt x="792059" y="1554"/>
                </a:lnTo>
                <a:lnTo>
                  <a:pt x="792059" y="96504"/>
                </a:lnTo>
                <a:lnTo>
                  <a:pt x="780401" y="96504"/>
                </a:lnTo>
                <a:close/>
                <a:moveTo>
                  <a:pt x="857193" y="74354"/>
                </a:moveTo>
                <a:lnTo>
                  <a:pt x="869240" y="75843"/>
                </a:lnTo>
                <a:cubicBezTo>
                  <a:pt x="867340" y="82881"/>
                  <a:pt x="863821" y="88344"/>
                  <a:pt x="858683" y="92230"/>
                </a:cubicBezTo>
                <a:cubicBezTo>
                  <a:pt x="853545" y="96116"/>
                  <a:pt x="846982" y="98059"/>
                  <a:pt x="838994" y="98059"/>
                </a:cubicBezTo>
                <a:cubicBezTo>
                  <a:pt x="828933" y="98059"/>
                  <a:pt x="820956" y="94961"/>
                  <a:pt x="815062" y="88765"/>
                </a:cubicBezTo>
                <a:cubicBezTo>
                  <a:pt x="809168" y="82568"/>
                  <a:pt x="806221" y="73879"/>
                  <a:pt x="806221" y="62695"/>
                </a:cubicBezTo>
                <a:cubicBezTo>
                  <a:pt x="806221" y="51124"/>
                  <a:pt x="809200" y="42142"/>
                  <a:pt x="815159" y="35752"/>
                </a:cubicBezTo>
                <a:cubicBezTo>
                  <a:pt x="821118" y="29361"/>
                  <a:pt x="828847" y="26166"/>
                  <a:pt x="838346" y="26166"/>
                </a:cubicBezTo>
                <a:cubicBezTo>
                  <a:pt x="847543" y="26166"/>
                  <a:pt x="855056" y="29292"/>
                  <a:pt x="860885" y="35543"/>
                </a:cubicBezTo>
                <a:cubicBezTo>
                  <a:pt x="866714" y="41794"/>
                  <a:pt x="869629" y="50587"/>
                  <a:pt x="869629" y="61924"/>
                </a:cubicBezTo>
                <a:cubicBezTo>
                  <a:pt x="869629" y="62614"/>
                  <a:pt x="869607" y="63648"/>
                  <a:pt x="869564" y="65027"/>
                </a:cubicBezTo>
                <a:lnTo>
                  <a:pt x="818268" y="65027"/>
                </a:lnTo>
                <a:cubicBezTo>
                  <a:pt x="818700" y="72562"/>
                  <a:pt x="820837" y="78331"/>
                  <a:pt x="824680" y="82336"/>
                </a:cubicBezTo>
                <a:cubicBezTo>
                  <a:pt x="828523" y="86341"/>
                  <a:pt x="833316" y="88344"/>
                  <a:pt x="839058" y="88344"/>
                </a:cubicBezTo>
                <a:cubicBezTo>
                  <a:pt x="843333" y="88344"/>
                  <a:pt x="846982" y="87232"/>
                  <a:pt x="850004" y="85008"/>
                </a:cubicBezTo>
                <a:cubicBezTo>
                  <a:pt x="853027" y="82783"/>
                  <a:pt x="855423" y="79232"/>
                  <a:pt x="857193" y="74354"/>
                </a:cubicBezTo>
                <a:moveTo>
                  <a:pt x="818916" y="55312"/>
                </a:moveTo>
                <a:lnTo>
                  <a:pt x="857323" y="55312"/>
                </a:lnTo>
                <a:cubicBezTo>
                  <a:pt x="856805" y="49620"/>
                  <a:pt x="855337" y="45352"/>
                  <a:pt x="852919" y="42506"/>
                </a:cubicBezTo>
                <a:cubicBezTo>
                  <a:pt x="849205" y="38090"/>
                  <a:pt x="844391" y="35881"/>
                  <a:pt x="838475" y="35881"/>
                </a:cubicBezTo>
                <a:cubicBezTo>
                  <a:pt x="833121" y="35881"/>
                  <a:pt x="828620" y="37644"/>
                  <a:pt x="824971" y="41170"/>
                </a:cubicBezTo>
                <a:cubicBezTo>
                  <a:pt x="821323" y="44695"/>
                  <a:pt x="819304" y="49409"/>
                  <a:pt x="818916" y="55312"/>
                </a:cubicBezTo>
                <a:close/>
                <a:moveTo>
                  <a:pt x="923518" y="96504"/>
                </a:moveTo>
                <a:lnTo>
                  <a:pt x="923518" y="36788"/>
                </a:lnTo>
                <a:lnTo>
                  <a:pt x="913220" y="36788"/>
                </a:lnTo>
                <a:lnTo>
                  <a:pt x="913220" y="27721"/>
                </a:lnTo>
                <a:lnTo>
                  <a:pt x="923518" y="27721"/>
                </a:lnTo>
                <a:lnTo>
                  <a:pt x="923518" y="20418"/>
                </a:lnTo>
                <a:cubicBezTo>
                  <a:pt x="923518" y="15809"/>
                  <a:pt x="923928" y="12384"/>
                  <a:pt x="924748" y="10144"/>
                </a:cubicBezTo>
                <a:cubicBezTo>
                  <a:pt x="925871" y="7130"/>
                  <a:pt x="927847" y="4686"/>
                  <a:pt x="930675" y="2811"/>
                </a:cubicBezTo>
                <a:cubicBezTo>
                  <a:pt x="933503" y="937"/>
                  <a:pt x="937465" y="0"/>
                  <a:pt x="942560" y="0"/>
                </a:cubicBezTo>
                <a:cubicBezTo>
                  <a:pt x="945841" y="0"/>
                  <a:pt x="949468" y="389"/>
                  <a:pt x="953441" y="1166"/>
                </a:cubicBezTo>
                <a:lnTo>
                  <a:pt x="951692" y="11334"/>
                </a:lnTo>
                <a:cubicBezTo>
                  <a:pt x="949274" y="10903"/>
                  <a:pt x="946986" y="10687"/>
                  <a:pt x="944827" y="10687"/>
                </a:cubicBezTo>
                <a:cubicBezTo>
                  <a:pt x="941286" y="10687"/>
                  <a:pt x="938782" y="11440"/>
                  <a:pt x="937313" y="12946"/>
                </a:cubicBezTo>
                <a:cubicBezTo>
                  <a:pt x="935845" y="14451"/>
                  <a:pt x="935111" y="17269"/>
                  <a:pt x="935111" y="21398"/>
                </a:cubicBezTo>
                <a:lnTo>
                  <a:pt x="935111" y="27721"/>
                </a:lnTo>
                <a:lnTo>
                  <a:pt x="948518" y="27721"/>
                </a:lnTo>
                <a:lnTo>
                  <a:pt x="948518" y="36788"/>
                </a:lnTo>
                <a:lnTo>
                  <a:pt x="935111" y="36788"/>
                </a:lnTo>
                <a:lnTo>
                  <a:pt x="935111" y="96504"/>
                </a:lnTo>
                <a:lnTo>
                  <a:pt x="923518" y="96504"/>
                </a:lnTo>
                <a:close/>
                <a:moveTo>
                  <a:pt x="957349" y="96504"/>
                </a:moveTo>
                <a:lnTo>
                  <a:pt x="957349" y="1554"/>
                </a:lnTo>
                <a:lnTo>
                  <a:pt x="969007" y="1554"/>
                </a:lnTo>
                <a:lnTo>
                  <a:pt x="969007" y="96504"/>
                </a:lnTo>
                <a:lnTo>
                  <a:pt x="957349" y="96504"/>
                </a:lnTo>
                <a:close/>
                <a:moveTo>
                  <a:pt x="1031940" y="88012"/>
                </a:moveTo>
                <a:cubicBezTo>
                  <a:pt x="1027622" y="91685"/>
                  <a:pt x="1023466" y="94277"/>
                  <a:pt x="1019472" y="95790"/>
                </a:cubicBezTo>
                <a:cubicBezTo>
                  <a:pt x="1015478" y="97302"/>
                  <a:pt x="1011192" y="98059"/>
                  <a:pt x="1006615" y="98059"/>
                </a:cubicBezTo>
                <a:cubicBezTo>
                  <a:pt x="999059" y="98059"/>
                  <a:pt x="993252" y="96212"/>
                  <a:pt x="989193" y="92517"/>
                </a:cubicBezTo>
                <a:cubicBezTo>
                  <a:pt x="985134" y="88823"/>
                  <a:pt x="983105" y="84102"/>
                  <a:pt x="983105" y="78355"/>
                </a:cubicBezTo>
                <a:cubicBezTo>
                  <a:pt x="983105" y="74986"/>
                  <a:pt x="983871" y="71908"/>
                  <a:pt x="985404" y="69122"/>
                </a:cubicBezTo>
                <a:cubicBezTo>
                  <a:pt x="986937" y="66334"/>
                  <a:pt x="988945" y="64097"/>
                  <a:pt x="991427" y="62412"/>
                </a:cubicBezTo>
                <a:cubicBezTo>
                  <a:pt x="993910" y="60727"/>
                  <a:pt x="996706" y="59452"/>
                  <a:pt x="999815" y="58589"/>
                </a:cubicBezTo>
                <a:cubicBezTo>
                  <a:pt x="1002103" y="57983"/>
                  <a:pt x="1005558" y="57399"/>
                  <a:pt x="1010178" y="56838"/>
                </a:cubicBezTo>
                <a:cubicBezTo>
                  <a:pt x="1019591" y="55723"/>
                  <a:pt x="1026521" y="54394"/>
                  <a:pt x="1030968" y="52851"/>
                </a:cubicBezTo>
                <a:cubicBezTo>
                  <a:pt x="1031011" y="51260"/>
                  <a:pt x="1031033" y="50249"/>
                  <a:pt x="1031033" y="49819"/>
                </a:cubicBezTo>
                <a:cubicBezTo>
                  <a:pt x="1031033" y="45087"/>
                  <a:pt x="1029932" y="41753"/>
                  <a:pt x="1027730" y="39818"/>
                </a:cubicBezTo>
                <a:cubicBezTo>
                  <a:pt x="1024750" y="37194"/>
                  <a:pt x="1020325" y="35881"/>
                  <a:pt x="1014452" y="35881"/>
                </a:cubicBezTo>
                <a:cubicBezTo>
                  <a:pt x="1008969" y="35881"/>
                  <a:pt x="1004921" y="36842"/>
                  <a:pt x="1002308" y="38764"/>
                </a:cubicBezTo>
                <a:cubicBezTo>
                  <a:pt x="999696" y="40685"/>
                  <a:pt x="997764" y="44085"/>
                  <a:pt x="996512" y="48965"/>
                </a:cubicBezTo>
                <a:lnTo>
                  <a:pt x="985112" y="47410"/>
                </a:lnTo>
                <a:cubicBezTo>
                  <a:pt x="986149" y="42516"/>
                  <a:pt x="987854" y="38564"/>
                  <a:pt x="990229" y="35554"/>
                </a:cubicBezTo>
                <a:cubicBezTo>
                  <a:pt x="992604" y="32543"/>
                  <a:pt x="996037" y="30226"/>
                  <a:pt x="1000527" y="28603"/>
                </a:cubicBezTo>
                <a:cubicBezTo>
                  <a:pt x="1005018" y="26979"/>
                  <a:pt x="1010221" y="26166"/>
                  <a:pt x="1016136" y="26166"/>
                </a:cubicBezTo>
                <a:cubicBezTo>
                  <a:pt x="1022009" y="26166"/>
                  <a:pt x="1026780" y="26857"/>
                  <a:pt x="1030450" y="28239"/>
                </a:cubicBezTo>
                <a:cubicBezTo>
                  <a:pt x="1034120" y="29621"/>
                  <a:pt x="1036819" y="31359"/>
                  <a:pt x="1038546" y="33453"/>
                </a:cubicBezTo>
                <a:cubicBezTo>
                  <a:pt x="1040273" y="35547"/>
                  <a:pt x="1041482" y="38192"/>
                  <a:pt x="1042173" y="41387"/>
                </a:cubicBezTo>
                <a:cubicBezTo>
                  <a:pt x="1042562" y="43373"/>
                  <a:pt x="1042756" y="46957"/>
                  <a:pt x="1042756" y="52138"/>
                </a:cubicBezTo>
                <a:lnTo>
                  <a:pt x="1042756" y="67683"/>
                </a:lnTo>
                <a:cubicBezTo>
                  <a:pt x="1042756" y="78520"/>
                  <a:pt x="1043004" y="85375"/>
                  <a:pt x="1043501" y="88246"/>
                </a:cubicBezTo>
                <a:cubicBezTo>
                  <a:pt x="1043997" y="91118"/>
                  <a:pt x="1044980" y="93870"/>
                  <a:pt x="1046448" y="96504"/>
                </a:cubicBezTo>
                <a:lnTo>
                  <a:pt x="1034271" y="96504"/>
                </a:lnTo>
                <a:cubicBezTo>
                  <a:pt x="1033062" y="94084"/>
                  <a:pt x="1032285" y="91253"/>
                  <a:pt x="1031940" y="88012"/>
                </a:cubicBezTo>
                <a:moveTo>
                  <a:pt x="1030968" y="61918"/>
                </a:moveTo>
                <a:cubicBezTo>
                  <a:pt x="1026737" y="63660"/>
                  <a:pt x="1020389" y="65140"/>
                  <a:pt x="1011926" y="66359"/>
                </a:cubicBezTo>
                <a:cubicBezTo>
                  <a:pt x="1007134" y="67052"/>
                  <a:pt x="1003744" y="67833"/>
                  <a:pt x="1001758" y="68701"/>
                </a:cubicBezTo>
                <a:cubicBezTo>
                  <a:pt x="999772" y="69567"/>
                  <a:pt x="998239" y="70835"/>
                  <a:pt x="997159" y="72506"/>
                </a:cubicBezTo>
                <a:cubicBezTo>
                  <a:pt x="996080" y="74175"/>
                  <a:pt x="995540" y="76028"/>
                  <a:pt x="995540" y="78066"/>
                </a:cubicBezTo>
                <a:cubicBezTo>
                  <a:pt x="995540" y="81187"/>
                  <a:pt x="996717" y="83788"/>
                  <a:pt x="999070" y="85870"/>
                </a:cubicBezTo>
                <a:cubicBezTo>
                  <a:pt x="1001423" y="87951"/>
                  <a:pt x="1004867" y="88991"/>
                  <a:pt x="1009400" y="88991"/>
                </a:cubicBezTo>
                <a:cubicBezTo>
                  <a:pt x="1013891" y="88991"/>
                  <a:pt x="1017885" y="88004"/>
                  <a:pt x="1021382" y="86030"/>
                </a:cubicBezTo>
                <a:cubicBezTo>
                  <a:pt x="1024880" y="84056"/>
                  <a:pt x="1027449" y="81355"/>
                  <a:pt x="1029090" y="77928"/>
                </a:cubicBezTo>
                <a:cubicBezTo>
                  <a:pt x="1030342" y="75281"/>
                  <a:pt x="1030968" y="71376"/>
                  <a:pt x="1030968" y="66213"/>
                </a:cubicBezTo>
                <a:lnTo>
                  <a:pt x="1030968" y="61918"/>
                </a:lnTo>
                <a:close/>
                <a:moveTo>
                  <a:pt x="1058668" y="102204"/>
                </a:moveTo>
                <a:lnTo>
                  <a:pt x="1070003" y="103888"/>
                </a:lnTo>
                <a:cubicBezTo>
                  <a:pt x="1070478" y="107385"/>
                  <a:pt x="1071794" y="109933"/>
                  <a:pt x="1073953" y="111530"/>
                </a:cubicBezTo>
                <a:cubicBezTo>
                  <a:pt x="1076846" y="113689"/>
                  <a:pt x="1080797" y="114769"/>
                  <a:pt x="1085806" y="114769"/>
                </a:cubicBezTo>
                <a:cubicBezTo>
                  <a:pt x="1091203" y="114769"/>
                  <a:pt x="1095370" y="113687"/>
                  <a:pt x="1098306" y="111522"/>
                </a:cubicBezTo>
                <a:cubicBezTo>
                  <a:pt x="1101242" y="109359"/>
                  <a:pt x="1103229" y="106330"/>
                  <a:pt x="1104265" y="102435"/>
                </a:cubicBezTo>
                <a:cubicBezTo>
                  <a:pt x="1104869" y="100056"/>
                  <a:pt x="1105150" y="95058"/>
                  <a:pt x="1105107" y="87441"/>
                </a:cubicBezTo>
                <a:cubicBezTo>
                  <a:pt x="1100012" y="93483"/>
                  <a:pt x="1093664" y="96504"/>
                  <a:pt x="1086065" y="96504"/>
                </a:cubicBezTo>
                <a:cubicBezTo>
                  <a:pt x="1076609" y="96504"/>
                  <a:pt x="1069290" y="93093"/>
                  <a:pt x="1064109" y="86271"/>
                </a:cubicBezTo>
                <a:cubicBezTo>
                  <a:pt x="1058927" y="79449"/>
                  <a:pt x="1056337" y="71266"/>
                  <a:pt x="1056337" y="61724"/>
                </a:cubicBezTo>
                <a:cubicBezTo>
                  <a:pt x="1056337" y="55161"/>
                  <a:pt x="1057524" y="49105"/>
                  <a:pt x="1059899" y="43556"/>
                </a:cubicBezTo>
                <a:cubicBezTo>
                  <a:pt x="1062274" y="38008"/>
                  <a:pt x="1065717" y="33723"/>
                  <a:pt x="1070229" y="30700"/>
                </a:cubicBezTo>
                <a:cubicBezTo>
                  <a:pt x="1074741" y="27678"/>
                  <a:pt x="1080042" y="26166"/>
                  <a:pt x="1086130" y="26166"/>
                </a:cubicBezTo>
                <a:cubicBezTo>
                  <a:pt x="1094247" y="26166"/>
                  <a:pt x="1100940" y="29469"/>
                  <a:pt x="1106208" y="36076"/>
                </a:cubicBezTo>
                <a:lnTo>
                  <a:pt x="1106208" y="27721"/>
                </a:lnTo>
                <a:lnTo>
                  <a:pt x="1116959" y="27721"/>
                </a:lnTo>
                <a:lnTo>
                  <a:pt x="1116959" y="87218"/>
                </a:lnTo>
                <a:cubicBezTo>
                  <a:pt x="1116959" y="97933"/>
                  <a:pt x="1115869" y="105527"/>
                  <a:pt x="1113689" y="109998"/>
                </a:cubicBezTo>
                <a:cubicBezTo>
                  <a:pt x="1111508" y="114470"/>
                  <a:pt x="1108054" y="118002"/>
                  <a:pt x="1103326" y="120594"/>
                </a:cubicBezTo>
                <a:cubicBezTo>
                  <a:pt x="1098598" y="123187"/>
                  <a:pt x="1092779" y="124484"/>
                  <a:pt x="1085871" y="124484"/>
                </a:cubicBezTo>
                <a:cubicBezTo>
                  <a:pt x="1077667" y="124484"/>
                  <a:pt x="1071039" y="122633"/>
                  <a:pt x="1065987" y="118930"/>
                </a:cubicBezTo>
                <a:cubicBezTo>
                  <a:pt x="1060935" y="115228"/>
                  <a:pt x="1058495" y="109652"/>
                  <a:pt x="1058668" y="102204"/>
                </a:cubicBezTo>
                <a:moveTo>
                  <a:pt x="1068319" y="60884"/>
                </a:moveTo>
                <a:cubicBezTo>
                  <a:pt x="1068319" y="69885"/>
                  <a:pt x="1070111" y="76453"/>
                  <a:pt x="1073694" y="80588"/>
                </a:cubicBezTo>
                <a:cubicBezTo>
                  <a:pt x="1077278" y="84722"/>
                  <a:pt x="1081769" y="86789"/>
                  <a:pt x="1087166" y="86789"/>
                </a:cubicBezTo>
                <a:cubicBezTo>
                  <a:pt x="1092520" y="86789"/>
                  <a:pt x="1097011" y="84733"/>
                  <a:pt x="1100638" y="80620"/>
                </a:cubicBezTo>
                <a:cubicBezTo>
                  <a:pt x="1104265" y="76507"/>
                  <a:pt x="1106078" y="70057"/>
                  <a:pt x="1106078" y="61271"/>
                </a:cubicBezTo>
                <a:cubicBezTo>
                  <a:pt x="1106078" y="52872"/>
                  <a:pt x="1104211" y="46541"/>
                  <a:pt x="1100476" y="42277"/>
                </a:cubicBezTo>
                <a:cubicBezTo>
                  <a:pt x="1096741" y="38013"/>
                  <a:pt x="1092240" y="35881"/>
                  <a:pt x="1086972" y="35881"/>
                </a:cubicBezTo>
                <a:cubicBezTo>
                  <a:pt x="1081790" y="35881"/>
                  <a:pt x="1077386" y="37981"/>
                  <a:pt x="1073759" y="42180"/>
                </a:cubicBezTo>
                <a:cubicBezTo>
                  <a:pt x="1070132" y="46379"/>
                  <a:pt x="1068319" y="52614"/>
                  <a:pt x="1068319" y="60884"/>
                </a:cubicBezTo>
                <a:close/>
                <a:moveTo>
                  <a:pt x="1129893" y="75908"/>
                </a:moveTo>
                <a:lnTo>
                  <a:pt x="1141422" y="74095"/>
                </a:lnTo>
                <a:cubicBezTo>
                  <a:pt x="1142069" y="78694"/>
                  <a:pt x="1143872" y="82220"/>
                  <a:pt x="1146830" y="84670"/>
                </a:cubicBezTo>
                <a:cubicBezTo>
                  <a:pt x="1149787" y="87119"/>
                  <a:pt x="1153922" y="88344"/>
                  <a:pt x="1159233" y="88344"/>
                </a:cubicBezTo>
                <a:cubicBezTo>
                  <a:pt x="1164587" y="88344"/>
                  <a:pt x="1168559" y="87262"/>
                  <a:pt x="1171150" y="85099"/>
                </a:cubicBezTo>
                <a:cubicBezTo>
                  <a:pt x="1173741" y="82935"/>
                  <a:pt x="1175036" y="80397"/>
                  <a:pt x="1175036" y="77485"/>
                </a:cubicBezTo>
                <a:cubicBezTo>
                  <a:pt x="1175036" y="74871"/>
                  <a:pt x="1173892" y="72815"/>
                  <a:pt x="1171603" y="71316"/>
                </a:cubicBezTo>
                <a:cubicBezTo>
                  <a:pt x="1170006" y="70287"/>
                  <a:pt x="1166033" y="68981"/>
                  <a:pt x="1159686" y="67395"/>
                </a:cubicBezTo>
                <a:cubicBezTo>
                  <a:pt x="1151137" y="65235"/>
                  <a:pt x="1145211" y="63366"/>
                  <a:pt x="1141907" y="61789"/>
                </a:cubicBezTo>
                <a:cubicBezTo>
                  <a:pt x="1138604" y="60211"/>
                  <a:pt x="1136100" y="58029"/>
                  <a:pt x="1134394" y="55241"/>
                </a:cubicBezTo>
                <a:cubicBezTo>
                  <a:pt x="1132689" y="52453"/>
                  <a:pt x="1131836" y="49374"/>
                  <a:pt x="1131836" y="46003"/>
                </a:cubicBezTo>
                <a:cubicBezTo>
                  <a:pt x="1131836" y="42935"/>
                  <a:pt x="1132538" y="40093"/>
                  <a:pt x="1133941" y="37478"/>
                </a:cubicBezTo>
                <a:cubicBezTo>
                  <a:pt x="1135344" y="34863"/>
                  <a:pt x="1137255" y="32692"/>
                  <a:pt x="1139673" y="30963"/>
                </a:cubicBezTo>
                <a:cubicBezTo>
                  <a:pt x="1141486" y="29623"/>
                  <a:pt x="1143958" y="28489"/>
                  <a:pt x="1147089" y="27561"/>
                </a:cubicBezTo>
                <a:cubicBezTo>
                  <a:pt x="1150219" y="26631"/>
                  <a:pt x="1153576" y="26166"/>
                  <a:pt x="1157160" y="26166"/>
                </a:cubicBezTo>
                <a:cubicBezTo>
                  <a:pt x="1162558" y="26166"/>
                  <a:pt x="1167296" y="26949"/>
                  <a:pt x="1171377" y="28514"/>
                </a:cubicBezTo>
                <a:cubicBezTo>
                  <a:pt x="1175457" y="30078"/>
                  <a:pt x="1178469" y="32197"/>
                  <a:pt x="1180412" y="34871"/>
                </a:cubicBezTo>
                <a:cubicBezTo>
                  <a:pt x="1182355" y="37545"/>
                  <a:pt x="1183693" y="41120"/>
                  <a:pt x="1184428" y="45597"/>
                </a:cubicBezTo>
                <a:lnTo>
                  <a:pt x="1173028" y="47151"/>
                </a:lnTo>
                <a:cubicBezTo>
                  <a:pt x="1172510" y="43610"/>
                  <a:pt x="1171010" y="40847"/>
                  <a:pt x="1168527" y="38861"/>
                </a:cubicBezTo>
                <a:cubicBezTo>
                  <a:pt x="1166044" y="36875"/>
                  <a:pt x="1162536" y="35881"/>
                  <a:pt x="1158002" y="35881"/>
                </a:cubicBezTo>
                <a:cubicBezTo>
                  <a:pt x="1152648" y="35881"/>
                  <a:pt x="1148827" y="36763"/>
                  <a:pt x="1146538" y="38525"/>
                </a:cubicBezTo>
                <a:cubicBezTo>
                  <a:pt x="1144250" y="40286"/>
                  <a:pt x="1143106" y="42348"/>
                  <a:pt x="1143106" y="44712"/>
                </a:cubicBezTo>
                <a:cubicBezTo>
                  <a:pt x="1143106" y="46215"/>
                  <a:pt x="1143581" y="47569"/>
                  <a:pt x="1144530" y="48772"/>
                </a:cubicBezTo>
                <a:cubicBezTo>
                  <a:pt x="1145480" y="50018"/>
                  <a:pt x="1146970" y="51049"/>
                  <a:pt x="1148999" y="51865"/>
                </a:cubicBezTo>
                <a:cubicBezTo>
                  <a:pt x="1150165" y="52295"/>
                  <a:pt x="1153598" y="53284"/>
                  <a:pt x="1159298" y="54830"/>
                </a:cubicBezTo>
                <a:cubicBezTo>
                  <a:pt x="1167545" y="57031"/>
                  <a:pt x="1173298" y="58832"/>
                  <a:pt x="1176558" y="60234"/>
                </a:cubicBezTo>
                <a:cubicBezTo>
                  <a:pt x="1179818" y="61636"/>
                  <a:pt x="1182377" y="63675"/>
                  <a:pt x="1184233" y="66351"/>
                </a:cubicBezTo>
                <a:cubicBezTo>
                  <a:pt x="1186090" y="69025"/>
                  <a:pt x="1187018" y="72347"/>
                  <a:pt x="1187018" y="76315"/>
                </a:cubicBezTo>
                <a:cubicBezTo>
                  <a:pt x="1187018" y="80198"/>
                  <a:pt x="1185885" y="83855"/>
                  <a:pt x="1183618" y="87285"/>
                </a:cubicBezTo>
                <a:cubicBezTo>
                  <a:pt x="1181351" y="90714"/>
                  <a:pt x="1178080" y="93366"/>
                  <a:pt x="1173806" y="95243"/>
                </a:cubicBezTo>
                <a:cubicBezTo>
                  <a:pt x="1169531" y="97120"/>
                  <a:pt x="1164695" y="98059"/>
                  <a:pt x="1159298" y="98059"/>
                </a:cubicBezTo>
                <a:cubicBezTo>
                  <a:pt x="1150360" y="98059"/>
                  <a:pt x="1143548" y="96197"/>
                  <a:pt x="1138863" y="92473"/>
                </a:cubicBezTo>
                <a:cubicBezTo>
                  <a:pt x="1134178" y="88748"/>
                  <a:pt x="1131188" y="83227"/>
                  <a:pt x="1129893" y="75908"/>
                </a:cubicBezTo>
                <a:close/>
                <a:moveTo>
                  <a:pt x="1233414" y="62113"/>
                </a:moveTo>
                <a:cubicBezTo>
                  <a:pt x="1233414" y="49375"/>
                  <a:pt x="1236955" y="39940"/>
                  <a:pt x="1244036" y="33809"/>
                </a:cubicBezTo>
                <a:cubicBezTo>
                  <a:pt x="1249952" y="28714"/>
                  <a:pt x="1257162" y="26166"/>
                  <a:pt x="1265669" y="26166"/>
                </a:cubicBezTo>
                <a:cubicBezTo>
                  <a:pt x="1275125" y="26166"/>
                  <a:pt x="1282854" y="29264"/>
                  <a:pt x="1288856" y="35460"/>
                </a:cubicBezTo>
                <a:cubicBezTo>
                  <a:pt x="1294857" y="41657"/>
                  <a:pt x="1297858" y="50217"/>
                  <a:pt x="1297858" y="61141"/>
                </a:cubicBezTo>
                <a:cubicBezTo>
                  <a:pt x="1297858" y="69993"/>
                  <a:pt x="1296531" y="76955"/>
                  <a:pt x="1293875" y="82029"/>
                </a:cubicBezTo>
                <a:cubicBezTo>
                  <a:pt x="1291220" y="87102"/>
                  <a:pt x="1287355" y="91042"/>
                  <a:pt x="1282282" y="93849"/>
                </a:cubicBezTo>
                <a:cubicBezTo>
                  <a:pt x="1277208" y="96655"/>
                  <a:pt x="1271670" y="98059"/>
                  <a:pt x="1265669" y="98059"/>
                </a:cubicBezTo>
                <a:cubicBezTo>
                  <a:pt x="1256040" y="98059"/>
                  <a:pt x="1248257" y="94971"/>
                  <a:pt x="1242320" y="88797"/>
                </a:cubicBezTo>
                <a:cubicBezTo>
                  <a:pt x="1236383" y="82622"/>
                  <a:pt x="1233414" y="73728"/>
                  <a:pt x="1233414" y="62113"/>
                </a:cubicBezTo>
                <a:moveTo>
                  <a:pt x="1245396" y="62080"/>
                </a:moveTo>
                <a:cubicBezTo>
                  <a:pt x="1245396" y="70856"/>
                  <a:pt x="1247318" y="77427"/>
                  <a:pt x="1251161" y="81794"/>
                </a:cubicBezTo>
                <a:cubicBezTo>
                  <a:pt x="1255004" y="86160"/>
                  <a:pt x="1259840" y="88344"/>
                  <a:pt x="1265669" y="88344"/>
                </a:cubicBezTo>
                <a:cubicBezTo>
                  <a:pt x="1271455" y="88344"/>
                  <a:pt x="1276269" y="86150"/>
                  <a:pt x="1280112" y="81762"/>
                </a:cubicBezTo>
                <a:cubicBezTo>
                  <a:pt x="1283955" y="77373"/>
                  <a:pt x="1285876" y="70684"/>
                  <a:pt x="1285876" y="61694"/>
                </a:cubicBezTo>
                <a:cubicBezTo>
                  <a:pt x="1285876" y="53218"/>
                  <a:pt x="1283944" y="46798"/>
                  <a:pt x="1280080" y="42431"/>
                </a:cubicBezTo>
                <a:cubicBezTo>
                  <a:pt x="1276215" y="38065"/>
                  <a:pt x="1271411" y="35881"/>
                  <a:pt x="1265669" y="35881"/>
                </a:cubicBezTo>
                <a:cubicBezTo>
                  <a:pt x="1259840" y="35881"/>
                  <a:pt x="1255004" y="38054"/>
                  <a:pt x="1251161" y="42399"/>
                </a:cubicBezTo>
                <a:cubicBezTo>
                  <a:pt x="1247318" y="46744"/>
                  <a:pt x="1245396" y="53304"/>
                  <a:pt x="1245396" y="62080"/>
                </a:cubicBezTo>
                <a:close/>
                <a:moveTo>
                  <a:pt x="1314289" y="96504"/>
                </a:moveTo>
                <a:lnTo>
                  <a:pt x="1314289" y="36788"/>
                </a:lnTo>
                <a:lnTo>
                  <a:pt x="1303991" y="36788"/>
                </a:lnTo>
                <a:lnTo>
                  <a:pt x="1303991" y="27721"/>
                </a:lnTo>
                <a:lnTo>
                  <a:pt x="1314289" y="27721"/>
                </a:lnTo>
                <a:lnTo>
                  <a:pt x="1314289" y="20418"/>
                </a:lnTo>
                <a:cubicBezTo>
                  <a:pt x="1314289" y="15809"/>
                  <a:pt x="1314700" y="12384"/>
                  <a:pt x="1315520" y="10144"/>
                </a:cubicBezTo>
                <a:cubicBezTo>
                  <a:pt x="1316643" y="7130"/>
                  <a:pt x="1318618" y="4686"/>
                  <a:pt x="1321446" y="2811"/>
                </a:cubicBezTo>
                <a:cubicBezTo>
                  <a:pt x="1324274" y="937"/>
                  <a:pt x="1328236" y="0"/>
                  <a:pt x="1333331" y="0"/>
                </a:cubicBezTo>
                <a:cubicBezTo>
                  <a:pt x="1336613" y="0"/>
                  <a:pt x="1340240" y="389"/>
                  <a:pt x="1344212" y="1166"/>
                </a:cubicBezTo>
                <a:lnTo>
                  <a:pt x="1342463" y="11334"/>
                </a:lnTo>
                <a:cubicBezTo>
                  <a:pt x="1340045" y="10903"/>
                  <a:pt x="1337757" y="10687"/>
                  <a:pt x="1335598" y="10687"/>
                </a:cubicBezTo>
                <a:cubicBezTo>
                  <a:pt x="1332057" y="10687"/>
                  <a:pt x="1329553" y="11440"/>
                  <a:pt x="1328085" y="12946"/>
                </a:cubicBezTo>
                <a:cubicBezTo>
                  <a:pt x="1326617" y="14451"/>
                  <a:pt x="1325883" y="17269"/>
                  <a:pt x="1325883" y="21398"/>
                </a:cubicBezTo>
                <a:lnTo>
                  <a:pt x="1325883" y="27721"/>
                </a:lnTo>
                <a:lnTo>
                  <a:pt x="1339290" y="27721"/>
                </a:lnTo>
                <a:lnTo>
                  <a:pt x="1339290" y="36788"/>
                </a:lnTo>
                <a:lnTo>
                  <a:pt x="1325883" y="36788"/>
                </a:lnTo>
                <a:lnTo>
                  <a:pt x="1325883" y="96504"/>
                </a:lnTo>
                <a:lnTo>
                  <a:pt x="1314289" y="96504"/>
                </a:lnTo>
                <a:close/>
                <a:moveTo>
                  <a:pt x="1396006" y="96504"/>
                </a:moveTo>
                <a:lnTo>
                  <a:pt x="1385190" y="96504"/>
                </a:lnTo>
                <a:lnTo>
                  <a:pt x="1385190" y="1554"/>
                </a:lnTo>
                <a:lnTo>
                  <a:pt x="1396848" y="1554"/>
                </a:lnTo>
                <a:lnTo>
                  <a:pt x="1396848" y="35554"/>
                </a:lnTo>
                <a:cubicBezTo>
                  <a:pt x="1401771" y="29295"/>
                  <a:pt x="1408053" y="26166"/>
                  <a:pt x="1415696" y="26166"/>
                </a:cubicBezTo>
                <a:cubicBezTo>
                  <a:pt x="1419927" y="26166"/>
                  <a:pt x="1423932" y="27019"/>
                  <a:pt x="1427710" y="28725"/>
                </a:cubicBezTo>
                <a:cubicBezTo>
                  <a:pt x="1431488" y="30430"/>
                  <a:pt x="1434597" y="32827"/>
                  <a:pt x="1437037" y="35914"/>
                </a:cubicBezTo>
                <a:cubicBezTo>
                  <a:pt x="1439477" y="39001"/>
                  <a:pt x="1441387" y="42725"/>
                  <a:pt x="1442769" y="47086"/>
                </a:cubicBezTo>
                <a:cubicBezTo>
                  <a:pt x="1444151" y="51447"/>
                  <a:pt x="1444841" y="56111"/>
                  <a:pt x="1444841" y="61076"/>
                </a:cubicBezTo>
                <a:cubicBezTo>
                  <a:pt x="1444841" y="72864"/>
                  <a:pt x="1441927" y="81975"/>
                  <a:pt x="1436098" y="88408"/>
                </a:cubicBezTo>
                <a:cubicBezTo>
                  <a:pt x="1430269" y="94842"/>
                  <a:pt x="1423274" y="98059"/>
                  <a:pt x="1415113" y="98059"/>
                </a:cubicBezTo>
                <a:cubicBezTo>
                  <a:pt x="1406995" y="98059"/>
                  <a:pt x="1400627" y="94626"/>
                  <a:pt x="1396006" y="87761"/>
                </a:cubicBezTo>
                <a:lnTo>
                  <a:pt x="1396006" y="96504"/>
                </a:lnTo>
                <a:moveTo>
                  <a:pt x="1395877" y="61596"/>
                </a:moveTo>
                <a:cubicBezTo>
                  <a:pt x="1395877" y="69803"/>
                  <a:pt x="1397000" y="75733"/>
                  <a:pt x="1399245" y="79385"/>
                </a:cubicBezTo>
                <a:cubicBezTo>
                  <a:pt x="1402915" y="85357"/>
                  <a:pt x="1407881" y="88344"/>
                  <a:pt x="1414141" y="88344"/>
                </a:cubicBezTo>
                <a:cubicBezTo>
                  <a:pt x="1419237" y="88344"/>
                  <a:pt x="1423641" y="86141"/>
                  <a:pt x="1427354" y="81737"/>
                </a:cubicBezTo>
                <a:cubicBezTo>
                  <a:pt x="1431068" y="77333"/>
                  <a:pt x="1432924" y="70770"/>
                  <a:pt x="1432924" y="62048"/>
                </a:cubicBezTo>
                <a:cubicBezTo>
                  <a:pt x="1432924" y="53111"/>
                  <a:pt x="1431143" y="46516"/>
                  <a:pt x="1427581" y="42263"/>
                </a:cubicBezTo>
                <a:cubicBezTo>
                  <a:pt x="1424019" y="38009"/>
                  <a:pt x="1419712" y="35881"/>
                  <a:pt x="1414660" y="35881"/>
                </a:cubicBezTo>
                <a:cubicBezTo>
                  <a:pt x="1409565" y="35881"/>
                  <a:pt x="1405160" y="38084"/>
                  <a:pt x="1401447" y="42488"/>
                </a:cubicBezTo>
                <a:cubicBezTo>
                  <a:pt x="1397734" y="46892"/>
                  <a:pt x="1395877" y="53262"/>
                  <a:pt x="1395877" y="61596"/>
                </a:cubicBezTo>
                <a:close/>
                <a:moveTo>
                  <a:pt x="1454666" y="62113"/>
                </a:moveTo>
                <a:cubicBezTo>
                  <a:pt x="1454666" y="49375"/>
                  <a:pt x="1458207" y="39940"/>
                  <a:pt x="1465288" y="33809"/>
                </a:cubicBezTo>
                <a:cubicBezTo>
                  <a:pt x="1471204" y="28714"/>
                  <a:pt x="1478414" y="26166"/>
                  <a:pt x="1486921" y="26166"/>
                </a:cubicBezTo>
                <a:cubicBezTo>
                  <a:pt x="1496377" y="26166"/>
                  <a:pt x="1504106" y="29264"/>
                  <a:pt x="1510108" y="35460"/>
                </a:cubicBezTo>
                <a:cubicBezTo>
                  <a:pt x="1516109" y="41657"/>
                  <a:pt x="1519110" y="50217"/>
                  <a:pt x="1519110" y="61141"/>
                </a:cubicBezTo>
                <a:cubicBezTo>
                  <a:pt x="1519110" y="69993"/>
                  <a:pt x="1517783" y="76955"/>
                  <a:pt x="1515127" y="82029"/>
                </a:cubicBezTo>
                <a:cubicBezTo>
                  <a:pt x="1512472" y="87102"/>
                  <a:pt x="1508607" y="91042"/>
                  <a:pt x="1503534" y="93849"/>
                </a:cubicBezTo>
                <a:cubicBezTo>
                  <a:pt x="1498460" y="96655"/>
                  <a:pt x="1492922" y="98059"/>
                  <a:pt x="1486921" y="98059"/>
                </a:cubicBezTo>
                <a:cubicBezTo>
                  <a:pt x="1477292" y="98059"/>
                  <a:pt x="1469509" y="94971"/>
                  <a:pt x="1463572" y="88797"/>
                </a:cubicBezTo>
                <a:cubicBezTo>
                  <a:pt x="1457635" y="82622"/>
                  <a:pt x="1454666" y="73728"/>
                  <a:pt x="1454666" y="62113"/>
                </a:cubicBezTo>
                <a:moveTo>
                  <a:pt x="1466648" y="62080"/>
                </a:moveTo>
                <a:cubicBezTo>
                  <a:pt x="1466648" y="70856"/>
                  <a:pt x="1468570" y="77427"/>
                  <a:pt x="1472413" y="81794"/>
                </a:cubicBezTo>
                <a:cubicBezTo>
                  <a:pt x="1476255" y="86160"/>
                  <a:pt x="1481091" y="88344"/>
                  <a:pt x="1486921" y="88344"/>
                </a:cubicBezTo>
                <a:cubicBezTo>
                  <a:pt x="1492707" y="88344"/>
                  <a:pt x="1497521" y="86150"/>
                  <a:pt x="1501364" y="81762"/>
                </a:cubicBezTo>
                <a:cubicBezTo>
                  <a:pt x="1505207" y="77373"/>
                  <a:pt x="1507128" y="70684"/>
                  <a:pt x="1507128" y="61694"/>
                </a:cubicBezTo>
                <a:cubicBezTo>
                  <a:pt x="1507128" y="53218"/>
                  <a:pt x="1505196" y="46798"/>
                  <a:pt x="1501331" y="42431"/>
                </a:cubicBezTo>
                <a:cubicBezTo>
                  <a:pt x="1497467" y="38065"/>
                  <a:pt x="1492663" y="35881"/>
                  <a:pt x="1486921" y="35881"/>
                </a:cubicBezTo>
                <a:cubicBezTo>
                  <a:pt x="1481091" y="35881"/>
                  <a:pt x="1476255" y="38054"/>
                  <a:pt x="1472413" y="42399"/>
                </a:cubicBezTo>
                <a:cubicBezTo>
                  <a:pt x="1468570" y="46744"/>
                  <a:pt x="1466648" y="53304"/>
                  <a:pt x="1466648" y="62080"/>
                </a:cubicBezTo>
                <a:close/>
                <a:moveTo>
                  <a:pt x="1558210" y="86206"/>
                </a:moveTo>
                <a:lnTo>
                  <a:pt x="1559894" y="96504"/>
                </a:lnTo>
                <a:cubicBezTo>
                  <a:pt x="1556612" y="97109"/>
                  <a:pt x="1553676" y="97411"/>
                  <a:pt x="1551086" y="97411"/>
                </a:cubicBezTo>
                <a:cubicBezTo>
                  <a:pt x="1546854" y="97411"/>
                  <a:pt x="1543572" y="96742"/>
                  <a:pt x="1541241" y="95403"/>
                </a:cubicBezTo>
                <a:cubicBezTo>
                  <a:pt x="1538909" y="94065"/>
                  <a:pt x="1537268" y="92305"/>
                  <a:pt x="1536318" y="90125"/>
                </a:cubicBezTo>
                <a:cubicBezTo>
                  <a:pt x="1535369" y="87944"/>
                  <a:pt x="1534894" y="83356"/>
                  <a:pt x="1534894" y="76361"/>
                </a:cubicBezTo>
                <a:lnTo>
                  <a:pt x="1534894" y="36788"/>
                </a:lnTo>
                <a:lnTo>
                  <a:pt x="1526344" y="36788"/>
                </a:lnTo>
                <a:lnTo>
                  <a:pt x="1526344" y="27721"/>
                </a:lnTo>
                <a:lnTo>
                  <a:pt x="1534894" y="27721"/>
                </a:lnTo>
                <a:lnTo>
                  <a:pt x="1534894" y="10640"/>
                </a:lnTo>
                <a:lnTo>
                  <a:pt x="1546487" y="3627"/>
                </a:lnTo>
                <a:lnTo>
                  <a:pt x="1546487" y="27721"/>
                </a:lnTo>
                <a:lnTo>
                  <a:pt x="1558210" y="27721"/>
                </a:lnTo>
                <a:lnTo>
                  <a:pt x="1558210" y="36788"/>
                </a:lnTo>
                <a:lnTo>
                  <a:pt x="1546487" y="36788"/>
                </a:lnTo>
                <a:lnTo>
                  <a:pt x="1546487" y="77009"/>
                </a:lnTo>
                <a:cubicBezTo>
                  <a:pt x="1546487" y="80334"/>
                  <a:pt x="1546692" y="82471"/>
                  <a:pt x="1547102" y="83421"/>
                </a:cubicBezTo>
                <a:cubicBezTo>
                  <a:pt x="1547513" y="84371"/>
                  <a:pt x="1548182" y="85127"/>
                  <a:pt x="1549110" y="85688"/>
                </a:cubicBezTo>
                <a:cubicBezTo>
                  <a:pt x="1550038" y="86249"/>
                  <a:pt x="1551366" y="86530"/>
                  <a:pt x="1553093" y="86530"/>
                </a:cubicBezTo>
                <a:cubicBezTo>
                  <a:pt x="1554389" y="86530"/>
                  <a:pt x="1556094" y="86422"/>
                  <a:pt x="1558210" y="86206"/>
                </a:cubicBezTo>
                <a:close/>
                <a:moveTo>
                  <a:pt x="1569632" y="96504"/>
                </a:moveTo>
                <a:lnTo>
                  <a:pt x="1569632" y="1554"/>
                </a:lnTo>
                <a:lnTo>
                  <a:pt x="1581290" y="1554"/>
                </a:lnTo>
                <a:lnTo>
                  <a:pt x="1581290" y="35622"/>
                </a:lnTo>
                <a:cubicBezTo>
                  <a:pt x="1586730" y="29318"/>
                  <a:pt x="1593596" y="26166"/>
                  <a:pt x="1601886" y="26166"/>
                </a:cubicBezTo>
                <a:cubicBezTo>
                  <a:pt x="1606981" y="26166"/>
                  <a:pt x="1611407" y="27170"/>
                  <a:pt x="1615164" y="29178"/>
                </a:cubicBezTo>
                <a:cubicBezTo>
                  <a:pt x="1618920" y="31186"/>
                  <a:pt x="1621608" y="33960"/>
                  <a:pt x="1623227" y="37501"/>
                </a:cubicBezTo>
                <a:cubicBezTo>
                  <a:pt x="1624846" y="41041"/>
                  <a:pt x="1625656" y="46180"/>
                  <a:pt x="1625656" y="52915"/>
                </a:cubicBezTo>
                <a:lnTo>
                  <a:pt x="1625656" y="96504"/>
                </a:lnTo>
                <a:lnTo>
                  <a:pt x="1613998" y="96504"/>
                </a:lnTo>
                <a:lnTo>
                  <a:pt x="1613998" y="52915"/>
                </a:lnTo>
                <a:cubicBezTo>
                  <a:pt x="1613998" y="47086"/>
                  <a:pt x="1612735" y="42844"/>
                  <a:pt x="1610209" y="40189"/>
                </a:cubicBezTo>
                <a:cubicBezTo>
                  <a:pt x="1607683" y="37533"/>
                  <a:pt x="1604110" y="36205"/>
                  <a:pt x="1599490" y="36205"/>
                </a:cubicBezTo>
                <a:cubicBezTo>
                  <a:pt x="1596035" y="36205"/>
                  <a:pt x="1592786" y="37101"/>
                  <a:pt x="1589742" y="38893"/>
                </a:cubicBezTo>
                <a:cubicBezTo>
                  <a:pt x="1586698" y="40685"/>
                  <a:pt x="1584528" y="43114"/>
                  <a:pt x="1583233" y="46180"/>
                </a:cubicBezTo>
                <a:cubicBezTo>
                  <a:pt x="1581938" y="49245"/>
                  <a:pt x="1581290" y="53477"/>
                  <a:pt x="1581290" y="58874"/>
                </a:cubicBezTo>
                <a:lnTo>
                  <a:pt x="1581290" y="96504"/>
                </a:lnTo>
                <a:lnTo>
                  <a:pt x="1569632" y="96504"/>
                </a:lnTo>
                <a:close/>
                <a:moveTo>
                  <a:pt x="1680323" y="15026"/>
                </a:moveTo>
                <a:lnTo>
                  <a:pt x="1680323" y="1554"/>
                </a:lnTo>
                <a:lnTo>
                  <a:pt x="1691981" y="1554"/>
                </a:lnTo>
                <a:lnTo>
                  <a:pt x="1691981" y="15026"/>
                </a:lnTo>
                <a:lnTo>
                  <a:pt x="1680323" y="15026"/>
                </a:lnTo>
                <a:moveTo>
                  <a:pt x="1680323" y="96504"/>
                </a:moveTo>
                <a:lnTo>
                  <a:pt x="1680323" y="27721"/>
                </a:lnTo>
                <a:lnTo>
                  <a:pt x="1691981" y="27721"/>
                </a:lnTo>
                <a:lnTo>
                  <a:pt x="1691981" y="96504"/>
                </a:lnTo>
                <a:lnTo>
                  <a:pt x="1680323" y="96504"/>
                </a:lnTo>
                <a:close/>
                <a:moveTo>
                  <a:pt x="1709705" y="96504"/>
                </a:moveTo>
                <a:lnTo>
                  <a:pt x="1709705" y="27721"/>
                </a:lnTo>
                <a:lnTo>
                  <a:pt x="1720197" y="27721"/>
                </a:lnTo>
                <a:lnTo>
                  <a:pt x="1720197" y="37436"/>
                </a:lnTo>
                <a:cubicBezTo>
                  <a:pt x="1725249" y="29923"/>
                  <a:pt x="1732546" y="26166"/>
                  <a:pt x="1742089" y="26166"/>
                </a:cubicBezTo>
                <a:cubicBezTo>
                  <a:pt x="1746234" y="26166"/>
                  <a:pt x="1750044" y="26911"/>
                  <a:pt x="1753520" y="28401"/>
                </a:cubicBezTo>
                <a:cubicBezTo>
                  <a:pt x="1756996" y="29890"/>
                  <a:pt x="1759598" y="31844"/>
                  <a:pt x="1761325" y="34262"/>
                </a:cubicBezTo>
                <a:cubicBezTo>
                  <a:pt x="1763052" y="36680"/>
                  <a:pt x="1764261" y="39552"/>
                  <a:pt x="1764952" y="42876"/>
                </a:cubicBezTo>
                <a:cubicBezTo>
                  <a:pt x="1765384" y="45035"/>
                  <a:pt x="1765599" y="48813"/>
                  <a:pt x="1765599" y="54211"/>
                </a:cubicBezTo>
                <a:lnTo>
                  <a:pt x="1765599" y="96504"/>
                </a:lnTo>
                <a:lnTo>
                  <a:pt x="1753941" y="96504"/>
                </a:lnTo>
                <a:lnTo>
                  <a:pt x="1753941" y="54620"/>
                </a:lnTo>
                <a:cubicBezTo>
                  <a:pt x="1753941" y="49865"/>
                  <a:pt x="1753488" y="46309"/>
                  <a:pt x="1752581" y="43953"/>
                </a:cubicBezTo>
                <a:cubicBezTo>
                  <a:pt x="1751674" y="41597"/>
                  <a:pt x="1750066" y="39717"/>
                  <a:pt x="1747756" y="38312"/>
                </a:cubicBezTo>
                <a:cubicBezTo>
                  <a:pt x="1745446" y="36908"/>
                  <a:pt x="1742736" y="36205"/>
                  <a:pt x="1739627" y="36205"/>
                </a:cubicBezTo>
                <a:cubicBezTo>
                  <a:pt x="1734662" y="36205"/>
                  <a:pt x="1730376" y="37783"/>
                  <a:pt x="1726771" y="40939"/>
                </a:cubicBezTo>
                <a:cubicBezTo>
                  <a:pt x="1723166" y="44094"/>
                  <a:pt x="1721363" y="50081"/>
                  <a:pt x="1721363" y="58898"/>
                </a:cubicBezTo>
                <a:lnTo>
                  <a:pt x="1721363" y="96504"/>
                </a:lnTo>
                <a:lnTo>
                  <a:pt x="1709705" y="96504"/>
                </a:lnTo>
                <a:close/>
                <a:moveTo>
                  <a:pt x="1830542" y="74354"/>
                </a:moveTo>
                <a:lnTo>
                  <a:pt x="1842588" y="75843"/>
                </a:lnTo>
                <a:cubicBezTo>
                  <a:pt x="1840689" y="82881"/>
                  <a:pt x="1837170" y="88344"/>
                  <a:pt x="1832031" y="92230"/>
                </a:cubicBezTo>
                <a:cubicBezTo>
                  <a:pt x="1826893" y="96116"/>
                  <a:pt x="1820330" y="98059"/>
                  <a:pt x="1812342" y="98059"/>
                </a:cubicBezTo>
                <a:cubicBezTo>
                  <a:pt x="1802281" y="98059"/>
                  <a:pt x="1794304" y="94961"/>
                  <a:pt x="1788410" y="88765"/>
                </a:cubicBezTo>
                <a:cubicBezTo>
                  <a:pt x="1782516" y="82568"/>
                  <a:pt x="1779569" y="73879"/>
                  <a:pt x="1779569" y="62695"/>
                </a:cubicBezTo>
                <a:cubicBezTo>
                  <a:pt x="1779569" y="51124"/>
                  <a:pt x="1782549" y="42142"/>
                  <a:pt x="1788507" y="35752"/>
                </a:cubicBezTo>
                <a:cubicBezTo>
                  <a:pt x="1794466" y="29361"/>
                  <a:pt x="1802195" y="26166"/>
                  <a:pt x="1811694" y="26166"/>
                </a:cubicBezTo>
                <a:cubicBezTo>
                  <a:pt x="1820891" y="26166"/>
                  <a:pt x="1828404" y="29292"/>
                  <a:pt x="1834233" y="35543"/>
                </a:cubicBezTo>
                <a:cubicBezTo>
                  <a:pt x="1840063" y="41794"/>
                  <a:pt x="1842977" y="50587"/>
                  <a:pt x="1842977" y="61924"/>
                </a:cubicBezTo>
                <a:cubicBezTo>
                  <a:pt x="1842977" y="62614"/>
                  <a:pt x="1842955" y="63648"/>
                  <a:pt x="1842912" y="65027"/>
                </a:cubicBezTo>
                <a:lnTo>
                  <a:pt x="1791616" y="65027"/>
                </a:lnTo>
                <a:cubicBezTo>
                  <a:pt x="1792048" y="72562"/>
                  <a:pt x="1794185" y="78331"/>
                  <a:pt x="1798028" y="82336"/>
                </a:cubicBezTo>
                <a:cubicBezTo>
                  <a:pt x="1801871" y="86341"/>
                  <a:pt x="1806664" y="88344"/>
                  <a:pt x="1812407" y="88344"/>
                </a:cubicBezTo>
                <a:cubicBezTo>
                  <a:pt x="1816681" y="88344"/>
                  <a:pt x="1820330" y="87232"/>
                  <a:pt x="1823352" y="85008"/>
                </a:cubicBezTo>
                <a:cubicBezTo>
                  <a:pt x="1826375" y="82783"/>
                  <a:pt x="1828771" y="79232"/>
                  <a:pt x="1830542" y="74354"/>
                </a:cubicBezTo>
                <a:moveTo>
                  <a:pt x="1792264" y="55312"/>
                </a:moveTo>
                <a:lnTo>
                  <a:pt x="1830671" y="55312"/>
                </a:lnTo>
                <a:cubicBezTo>
                  <a:pt x="1830153" y="49620"/>
                  <a:pt x="1828685" y="45352"/>
                  <a:pt x="1826267" y="42506"/>
                </a:cubicBezTo>
                <a:cubicBezTo>
                  <a:pt x="1822554" y="38090"/>
                  <a:pt x="1817739" y="35881"/>
                  <a:pt x="1811824" y="35881"/>
                </a:cubicBezTo>
                <a:cubicBezTo>
                  <a:pt x="1806470" y="35881"/>
                  <a:pt x="1801968" y="37644"/>
                  <a:pt x="1798320" y="41170"/>
                </a:cubicBezTo>
                <a:cubicBezTo>
                  <a:pt x="1794671" y="44695"/>
                  <a:pt x="1792652" y="49409"/>
                  <a:pt x="1792264" y="55312"/>
                </a:cubicBezTo>
                <a:close/>
                <a:moveTo>
                  <a:pt x="1857076" y="96504"/>
                </a:moveTo>
                <a:lnTo>
                  <a:pt x="1857076" y="27721"/>
                </a:lnTo>
                <a:lnTo>
                  <a:pt x="1867569" y="27721"/>
                </a:lnTo>
                <a:lnTo>
                  <a:pt x="1867569" y="38084"/>
                </a:lnTo>
                <a:cubicBezTo>
                  <a:pt x="1870246" y="33231"/>
                  <a:pt x="1872718" y="30032"/>
                  <a:pt x="1874985" y="28486"/>
                </a:cubicBezTo>
                <a:cubicBezTo>
                  <a:pt x="1877252" y="26939"/>
                  <a:pt x="1879745" y="26166"/>
                  <a:pt x="1882465" y="26166"/>
                </a:cubicBezTo>
                <a:cubicBezTo>
                  <a:pt x="1886395" y="26166"/>
                  <a:pt x="1890389" y="27413"/>
                  <a:pt x="1894448" y="29907"/>
                </a:cubicBezTo>
                <a:lnTo>
                  <a:pt x="1890432" y="40674"/>
                </a:lnTo>
                <a:cubicBezTo>
                  <a:pt x="1887582" y="38990"/>
                  <a:pt x="1884732" y="38148"/>
                  <a:pt x="1881883" y="38148"/>
                </a:cubicBezTo>
                <a:cubicBezTo>
                  <a:pt x="1879335" y="38148"/>
                  <a:pt x="1877047" y="38916"/>
                  <a:pt x="1875017" y="40452"/>
                </a:cubicBezTo>
                <a:cubicBezTo>
                  <a:pt x="1872988" y="41986"/>
                  <a:pt x="1871541" y="44114"/>
                  <a:pt x="1870678" y="46837"/>
                </a:cubicBezTo>
                <a:cubicBezTo>
                  <a:pt x="1869382" y="50987"/>
                  <a:pt x="1868735" y="55525"/>
                  <a:pt x="1868735" y="60453"/>
                </a:cubicBezTo>
                <a:lnTo>
                  <a:pt x="1868735" y="96504"/>
                </a:lnTo>
                <a:lnTo>
                  <a:pt x="1857076" y="96504"/>
                </a:lnTo>
                <a:close/>
                <a:moveTo>
                  <a:pt x="1926830" y="86206"/>
                </a:moveTo>
                <a:lnTo>
                  <a:pt x="1928514" y="96504"/>
                </a:lnTo>
                <a:cubicBezTo>
                  <a:pt x="1925233" y="97109"/>
                  <a:pt x="1922297" y="97411"/>
                  <a:pt x="1919706" y="97411"/>
                </a:cubicBezTo>
                <a:cubicBezTo>
                  <a:pt x="1915474" y="97411"/>
                  <a:pt x="1912193" y="96742"/>
                  <a:pt x="1909861" y="95403"/>
                </a:cubicBezTo>
                <a:cubicBezTo>
                  <a:pt x="1907530" y="94065"/>
                  <a:pt x="1905889" y="92305"/>
                  <a:pt x="1904939" y="90125"/>
                </a:cubicBezTo>
                <a:cubicBezTo>
                  <a:pt x="1903989" y="87944"/>
                  <a:pt x="1903514" y="83356"/>
                  <a:pt x="1903514" y="76361"/>
                </a:cubicBezTo>
                <a:lnTo>
                  <a:pt x="1903514" y="36788"/>
                </a:lnTo>
                <a:lnTo>
                  <a:pt x="1894965" y="36788"/>
                </a:lnTo>
                <a:lnTo>
                  <a:pt x="1894965" y="27721"/>
                </a:lnTo>
                <a:lnTo>
                  <a:pt x="1903514" y="27721"/>
                </a:lnTo>
                <a:lnTo>
                  <a:pt x="1903514" y="10640"/>
                </a:lnTo>
                <a:lnTo>
                  <a:pt x="1915107" y="3627"/>
                </a:lnTo>
                <a:lnTo>
                  <a:pt x="1915107" y="27721"/>
                </a:lnTo>
                <a:lnTo>
                  <a:pt x="1926830" y="27721"/>
                </a:lnTo>
                <a:lnTo>
                  <a:pt x="1926830" y="36788"/>
                </a:lnTo>
                <a:lnTo>
                  <a:pt x="1915107" y="36788"/>
                </a:lnTo>
                <a:lnTo>
                  <a:pt x="1915107" y="77009"/>
                </a:lnTo>
                <a:cubicBezTo>
                  <a:pt x="1915107" y="80334"/>
                  <a:pt x="1915313" y="82471"/>
                  <a:pt x="1915723" y="83421"/>
                </a:cubicBezTo>
                <a:cubicBezTo>
                  <a:pt x="1916133" y="84371"/>
                  <a:pt x="1916802" y="85127"/>
                  <a:pt x="1917731" y="85688"/>
                </a:cubicBezTo>
                <a:cubicBezTo>
                  <a:pt x="1918659" y="86249"/>
                  <a:pt x="1919987" y="86530"/>
                  <a:pt x="1921714" y="86530"/>
                </a:cubicBezTo>
                <a:cubicBezTo>
                  <a:pt x="1923009" y="86530"/>
                  <a:pt x="1924715" y="86422"/>
                  <a:pt x="1926830" y="86206"/>
                </a:cubicBezTo>
                <a:close/>
                <a:moveTo>
                  <a:pt x="1938317" y="15026"/>
                </a:moveTo>
                <a:lnTo>
                  <a:pt x="1938317" y="1554"/>
                </a:lnTo>
                <a:lnTo>
                  <a:pt x="1949975" y="1554"/>
                </a:lnTo>
                <a:lnTo>
                  <a:pt x="1949975" y="15026"/>
                </a:lnTo>
                <a:lnTo>
                  <a:pt x="1938317" y="15026"/>
                </a:lnTo>
                <a:moveTo>
                  <a:pt x="1938317" y="96504"/>
                </a:moveTo>
                <a:lnTo>
                  <a:pt x="1938317" y="27721"/>
                </a:lnTo>
                <a:lnTo>
                  <a:pt x="1949975" y="27721"/>
                </a:lnTo>
                <a:lnTo>
                  <a:pt x="1949975" y="96504"/>
                </a:lnTo>
                <a:lnTo>
                  <a:pt x="1938317" y="96504"/>
                </a:lnTo>
                <a:close/>
                <a:moveTo>
                  <a:pt x="2012583" y="88012"/>
                </a:moveTo>
                <a:cubicBezTo>
                  <a:pt x="2008265" y="91685"/>
                  <a:pt x="2004109" y="94277"/>
                  <a:pt x="2000115" y="95790"/>
                </a:cubicBezTo>
                <a:cubicBezTo>
                  <a:pt x="1996121" y="97302"/>
                  <a:pt x="1991835" y="98059"/>
                  <a:pt x="1987259" y="98059"/>
                </a:cubicBezTo>
                <a:cubicBezTo>
                  <a:pt x="1979702" y="98059"/>
                  <a:pt x="1973895" y="96212"/>
                  <a:pt x="1969836" y="92517"/>
                </a:cubicBezTo>
                <a:cubicBezTo>
                  <a:pt x="1965777" y="88823"/>
                  <a:pt x="1963748" y="84102"/>
                  <a:pt x="1963748" y="78355"/>
                </a:cubicBezTo>
                <a:cubicBezTo>
                  <a:pt x="1963748" y="74986"/>
                  <a:pt x="1964514" y="71908"/>
                  <a:pt x="1966047" y="69122"/>
                </a:cubicBezTo>
                <a:cubicBezTo>
                  <a:pt x="1967580" y="66334"/>
                  <a:pt x="1969588" y="64097"/>
                  <a:pt x="1972070" y="62412"/>
                </a:cubicBezTo>
                <a:cubicBezTo>
                  <a:pt x="1974553" y="60727"/>
                  <a:pt x="1977349" y="59452"/>
                  <a:pt x="1980458" y="58589"/>
                </a:cubicBezTo>
                <a:cubicBezTo>
                  <a:pt x="1982746" y="57983"/>
                  <a:pt x="1986201" y="57399"/>
                  <a:pt x="1990821" y="56838"/>
                </a:cubicBezTo>
                <a:cubicBezTo>
                  <a:pt x="2000234" y="55723"/>
                  <a:pt x="2007164" y="54394"/>
                  <a:pt x="2011611" y="52851"/>
                </a:cubicBezTo>
                <a:cubicBezTo>
                  <a:pt x="2011654" y="51260"/>
                  <a:pt x="2011676" y="50249"/>
                  <a:pt x="2011676" y="49819"/>
                </a:cubicBezTo>
                <a:cubicBezTo>
                  <a:pt x="2011676" y="45087"/>
                  <a:pt x="2010575" y="41753"/>
                  <a:pt x="2008373" y="39818"/>
                </a:cubicBezTo>
                <a:cubicBezTo>
                  <a:pt x="2005394" y="37194"/>
                  <a:pt x="2000968" y="35881"/>
                  <a:pt x="1995095" y="35881"/>
                </a:cubicBezTo>
                <a:cubicBezTo>
                  <a:pt x="1989612" y="35881"/>
                  <a:pt x="1985564" y="36842"/>
                  <a:pt x="1982951" y="38764"/>
                </a:cubicBezTo>
                <a:cubicBezTo>
                  <a:pt x="1980339" y="40685"/>
                  <a:pt x="1978407" y="44085"/>
                  <a:pt x="1977155" y="48965"/>
                </a:cubicBezTo>
                <a:lnTo>
                  <a:pt x="1965756" y="47410"/>
                </a:lnTo>
                <a:cubicBezTo>
                  <a:pt x="1966792" y="42516"/>
                  <a:pt x="1968497" y="38564"/>
                  <a:pt x="1970872" y="35554"/>
                </a:cubicBezTo>
                <a:cubicBezTo>
                  <a:pt x="1973247" y="32543"/>
                  <a:pt x="1976680" y="30226"/>
                  <a:pt x="1981170" y="28603"/>
                </a:cubicBezTo>
                <a:cubicBezTo>
                  <a:pt x="1985661" y="26979"/>
                  <a:pt x="1990864" y="26166"/>
                  <a:pt x="1996779" y="26166"/>
                </a:cubicBezTo>
                <a:cubicBezTo>
                  <a:pt x="2002652" y="26166"/>
                  <a:pt x="2007423" y="26857"/>
                  <a:pt x="2011093" y="28239"/>
                </a:cubicBezTo>
                <a:cubicBezTo>
                  <a:pt x="2014763" y="29621"/>
                  <a:pt x="2017462" y="31359"/>
                  <a:pt x="2019189" y="33453"/>
                </a:cubicBezTo>
                <a:cubicBezTo>
                  <a:pt x="2020916" y="35547"/>
                  <a:pt x="2022125" y="38192"/>
                  <a:pt x="2022816" y="41387"/>
                </a:cubicBezTo>
                <a:cubicBezTo>
                  <a:pt x="2023205" y="43373"/>
                  <a:pt x="2023399" y="46957"/>
                  <a:pt x="2023399" y="52138"/>
                </a:cubicBezTo>
                <a:lnTo>
                  <a:pt x="2023399" y="67683"/>
                </a:lnTo>
                <a:cubicBezTo>
                  <a:pt x="2023399" y="78520"/>
                  <a:pt x="2023647" y="85375"/>
                  <a:pt x="2024144" y="88246"/>
                </a:cubicBezTo>
                <a:cubicBezTo>
                  <a:pt x="2024640" y="91118"/>
                  <a:pt x="2025623" y="93870"/>
                  <a:pt x="2027091" y="96504"/>
                </a:cubicBezTo>
                <a:lnTo>
                  <a:pt x="2014914" y="96504"/>
                </a:lnTo>
                <a:cubicBezTo>
                  <a:pt x="2013705" y="94084"/>
                  <a:pt x="2012928" y="91253"/>
                  <a:pt x="2012583" y="88012"/>
                </a:cubicBezTo>
                <a:moveTo>
                  <a:pt x="2011611" y="61918"/>
                </a:moveTo>
                <a:cubicBezTo>
                  <a:pt x="2007380" y="63660"/>
                  <a:pt x="2001033" y="65140"/>
                  <a:pt x="1992570" y="66359"/>
                </a:cubicBezTo>
                <a:cubicBezTo>
                  <a:pt x="1987777" y="67052"/>
                  <a:pt x="1984387" y="67833"/>
                  <a:pt x="1982401" y="68701"/>
                </a:cubicBezTo>
                <a:cubicBezTo>
                  <a:pt x="1980415" y="69567"/>
                  <a:pt x="1978882" y="70835"/>
                  <a:pt x="1977802" y="72506"/>
                </a:cubicBezTo>
                <a:cubicBezTo>
                  <a:pt x="1976723" y="74175"/>
                  <a:pt x="1976183" y="76028"/>
                  <a:pt x="1976183" y="78066"/>
                </a:cubicBezTo>
                <a:cubicBezTo>
                  <a:pt x="1976183" y="81187"/>
                  <a:pt x="1977360" y="83788"/>
                  <a:pt x="1979713" y="85870"/>
                </a:cubicBezTo>
                <a:cubicBezTo>
                  <a:pt x="1982066" y="87951"/>
                  <a:pt x="1985510" y="88991"/>
                  <a:pt x="1990044" y="88991"/>
                </a:cubicBezTo>
                <a:cubicBezTo>
                  <a:pt x="1994534" y="88991"/>
                  <a:pt x="1998528" y="88004"/>
                  <a:pt x="2002026" y="86030"/>
                </a:cubicBezTo>
                <a:cubicBezTo>
                  <a:pt x="2005523" y="84056"/>
                  <a:pt x="2008092" y="81355"/>
                  <a:pt x="2009733" y="77928"/>
                </a:cubicBezTo>
                <a:cubicBezTo>
                  <a:pt x="2010985" y="75281"/>
                  <a:pt x="2011611" y="71376"/>
                  <a:pt x="2011611" y="66213"/>
                </a:cubicBezTo>
                <a:lnTo>
                  <a:pt x="2011611" y="61918"/>
                </a:lnTo>
                <a:close/>
                <a:moveTo>
                  <a:pt x="2041190" y="96504"/>
                </a:moveTo>
                <a:lnTo>
                  <a:pt x="2041190" y="1554"/>
                </a:lnTo>
                <a:lnTo>
                  <a:pt x="2052848" y="1554"/>
                </a:lnTo>
                <a:lnTo>
                  <a:pt x="2052848" y="96504"/>
                </a:lnTo>
                <a:lnTo>
                  <a:pt x="2041190" y="965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navigationmodulesistrue)))">
            <a:extLst xmlns:a="http://schemas.openxmlformats.org/drawingml/2006/main">
              <a:ext uri="{FF2B5EF4-FFF2-40B4-BE49-F238E27FC236}">
                <a16:creationId xmlns:a16="http://schemas.microsoft.com/office/drawing/2014/main" id="{7820B43A-6888-4639-8CD7-8D68E2CF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835" y="2742447"/>
            <a:ext cx="1657864" cy="124614"/>
          </a:xfrm>
          <a:custGeom xmlns:a="http://schemas.openxmlformats.org/drawingml/2006/main">
            <a:pathLst>
              <a:path w="1657864" h="124614">
                <a:moveTo>
                  <a:pt x="0" y="96634"/>
                </a:moveTo>
                <a:lnTo>
                  <a:pt x="0" y="27850"/>
                </a:lnTo>
                <a:lnTo>
                  <a:pt x="10492" y="27850"/>
                </a:lnTo>
                <a:lnTo>
                  <a:pt x="10492" y="37565"/>
                </a:lnTo>
                <a:cubicBezTo>
                  <a:pt x="15544" y="30052"/>
                  <a:pt x="22842" y="26296"/>
                  <a:pt x="32384" y="26296"/>
                </a:cubicBezTo>
                <a:cubicBezTo>
                  <a:pt x="36529" y="26296"/>
                  <a:pt x="40340" y="27041"/>
                  <a:pt x="43816" y="28530"/>
                </a:cubicBezTo>
                <a:cubicBezTo>
                  <a:pt x="47291" y="30020"/>
                  <a:pt x="49893" y="31974"/>
                  <a:pt x="51620" y="34392"/>
                </a:cubicBezTo>
                <a:cubicBezTo>
                  <a:pt x="53347" y="36810"/>
                  <a:pt x="54556" y="39681"/>
                  <a:pt x="55247" y="43006"/>
                </a:cubicBezTo>
                <a:cubicBezTo>
                  <a:pt x="55679" y="45165"/>
                  <a:pt x="55895" y="48943"/>
                  <a:pt x="55895" y="54340"/>
                </a:cubicBezTo>
                <a:lnTo>
                  <a:pt x="55895" y="96634"/>
                </a:lnTo>
                <a:lnTo>
                  <a:pt x="44237" y="96634"/>
                </a:lnTo>
                <a:lnTo>
                  <a:pt x="44237" y="54749"/>
                </a:lnTo>
                <a:cubicBezTo>
                  <a:pt x="44237" y="49994"/>
                  <a:pt x="43783" y="46439"/>
                  <a:pt x="42876" y="44083"/>
                </a:cubicBezTo>
                <a:cubicBezTo>
                  <a:pt x="41970" y="41727"/>
                  <a:pt x="40361" y="39846"/>
                  <a:pt x="38051" y="38442"/>
                </a:cubicBezTo>
                <a:cubicBezTo>
                  <a:pt x="35741" y="37037"/>
                  <a:pt x="33032" y="36335"/>
                  <a:pt x="29923" y="36335"/>
                </a:cubicBezTo>
                <a:cubicBezTo>
                  <a:pt x="24957" y="36335"/>
                  <a:pt x="20672" y="37913"/>
                  <a:pt x="17066" y="41069"/>
                </a:cubicBezTo>
                <a:cubicBezTo>
                  <a:pt x="13461" y="44224"/>
                  <a:pt x="11658" y="50210"/>
                  <a:pt x="11658" y="59028"/>
                </a:cubicBezTo>
                <a:lnTo>
                  <a:pt x="11658" y="96634"/>
                </a:lnTo>
                <a:lnTo>
                  <a:pt x="0" y="96634"/>
                </a:lnTo>
                <a:close/>
                <a:moveTo>
                  <a:pt x="118635" y="88141"/>
                </a:moveTo>
                <a:cubicBezTo>
                  <a:pt x="114317" y="91814"/>
                  <a:pt x="110161" y="94407"/>
                  <a:pt x="106167" y="95919"/>
                </a:cubicBezTo>
                <a:cubicBezTo>
                  <a:pt x="102173" y="97432"/>
                  <a:pt x="97888" y="98188"/>
                  <a:pt x="93311" y="98188"/>
                </a:cubicBezTo>
                <a:cubicBezTo>
                  <a:pt x="85754" y="98188"/>
                  <a:pt x="79947" y="96341"/>
                  <a:pt x="75888" y="92647"/>
                </a:cubicBezTo>
                <a:cubicBezTo>
                  <a:pt x="71829" y="88952"/>
                  <a:pt x="69800" y="84231"/>
                  <a:pt x="69800" y="78485"/>
                </a:cubicBezTo>
                <a:cubicBezTo>
                  <a:pt x="69800" y="75115"/>
                  <a:pt x="70566" y="72038"/>
                  <a:pt x="72099" y="69251"/>
                </a:cubicBezTo>
                <a:cubicBezTo>
                  <a:pt x="73632" y="66463"/>
                  <a:pt x="75640" y="64227"/>
                  <a:pt x="78122" y="62542"/>
                </a:cubicBezTo>
                <a:cubicBezTo>
                  <a:pt x="80605" y="60856"/>
                  <a:pt x="83401" y="59582"/>
                  <a:pt x="86510" y="58718"/>
                </a:cubicBezTo>
                <a:cubicBezTo>
                  <a:pt x="88798" y="58112"/>
                  <a:pt x="92253" y="57529"/>
                  <a:pt x="96873" y="56967"/>
                </a:cubicBezTo>
                <a:cubicBezTo>
                  <a:pt x="106286" y="55853"/>
                  <a:pt x="113216" y="54524"/>
                  <a:pt x="117663" y="52980"/>
                </a:cubicBezTo>
                <a:cubicBezTo>
                  <a:pt x="117707" y="51389"/>
                  <a:pt x="117728" y="50379"/>
                  <a:pt x="117728" y="49948"/>
                </a:cubicBezTo>
                <a:cubicBezTo>
                  <a:pt x="117728" y="45216"/>
                  <a:pt x="116627" y="41883"/>
                  <a:pt x="114425" y="39948"/>
                </a:cubicBezTo>
                <a:cubicBezTo>
                  <a:pt x="111446" y="37323"/>
                  <a:pt x="107020" y="36011"/>
                  <a:pt x="101148" y="36011"/>
                </a:cubicBezTo>
                <a:cubicBezTo>
                  <a:pt x="95664" y="36011"/>
                  <a:pt x="91616" y="36972"/>
                  <a:pt x="89004" y="38893"/>
                </a:cubicBezTo>
                <a:cubicBezTo>
                  <a:pt x="86391" y="40815"/>
                  <a:pt x="84459" y="44215"/>
                  <a:pt x="83207" y="49094"/>
                </a:cubicBezTo>
                <a:lnTo>
                  <a:pt x="71808" y="47540"/>
                </a:lnTo>
                <a:cubicBezTo>
                  <a:pt x="72844" y="42646"/>
                  <a:pt x="74549" y="38693"/>
                  <a:pt x="76924" y="35683"/>
                </a:cubicBezTo>
                <a:cubicBezTo>
                  <a:pt x="79299" y="32673"/>
                  <a:pt x="82732" y="30356"/>
                  <a:pt x="87222" y="28733"/>
                </a:cubicBezTo>
                <a:cubicBezTo>
                  <a:pt x="91713" y="27108"/>
                  <a:pt x="96916" y="26296"/>
                  <a:pt x="102831" y="26296"/>
                </a:cubicBezTo>
                <a:cubicBezTo>
                  <a:pt x="108704" y="26296"/>
                  <a:pt x="113475" y="26987"/>
                  <a:pt x="117145" y="28368"/>
                </a:cubicBezTo>
                <a:cubicBezTo>
                  <a:pt x="120815" y="29750"/>
                  <a:pt x="123514" y="31488"/>
                  <a:pt x="125241" y="33582"/>
                </a:cubicBezTo>
                <a:cubicBezTo>
                  <a:pt x="126968" y="35676"/>
                  <a:pt x="128177" y="38321"/>
                  <a:pt x="128868" y="41516"/>
                </a:cubicBezTo>
                <a:cubicBezTo>
                  <a:pt x="129257" y="43503"/>
                  <a:pt x="129451" y="47086"/>
                  <a:pt x="129451" y="52268"/>
                </a:cubicBezTo>
                <a:lnTo>
                  <a:pt x="129451" y="67812"/>
                </a:lnTo>
                <a:cubicBezTo>
                  <a:pt x="129451" y="78650"/>
                  <a:pt x="129699" y="85505"/>
                  <a:pt x="130196" y="88376"/>
                </a:cubicBezTo>
                <a:cubicBezTo>
                  <a:pt x="130693" y="91247"/>
                  <a:pt x="131675" y="94000"/>
                  <a:pt x="133143" y="96634"/>
                </a:cubicBezTo>
                <a:lnTo>
                  <a:pt x="120967" y="96634"/>
                </a:lnTo>
                <a:cubicBezTo>
                  <a:pt x="119758" y="94213"/>
                  <a:pt x="118980" y="91382"/>
                  <a:pt x="118635" y="88141"/>
                </a:cubicBezTo>
                <a:moveTo>
                  <a:pt x="117663" y="62048"/>
                </a:moveTo>
                <a:cubicBezTo>
                  <a:pt x="113432" y="63790"/>
                  <a:pt x="107085" y="65270"/>
                  <a:pt x="98622" y="66488"/>
                </a:cubicBezTo>
                <a:cubicBezTo>
                  <a:pt x="93829" y="67182"/>
                  <a:pt x="90439" y="67963"/>
                  <a:pt x="88453" y="68830"/>
                </a:cubicBezTo>
                <a:cubicBezTo>
                  <a:pt x="86467" y="69696"/>
                  <a:pt x="84934" y="70965"/>
                  <a:pt x="83854" y="72635"/>
                </a:cubicBezTo>
                <a:cubicBezTo>
                  <a:pt x="82775" y="74304"/>
                  <a:pt x="82235" y="76158"/>
                  <a:pt x="82235" y="78195"/>
                </a:cubicBezTo>
                <a:cubicBezTo>
                  <a:pt x="82235" y="81316"/>
                  <a:pt x="83412" y="83918"/>
                  <a:pt x="85765" y="86000"/>
                </a:cubicBezTo>
                <a:cubicBezTo>
                  <a:pt x="88118" y="88080"/>
                  <a:pt x="91562" y="89121"/>
                  <a:pt x="96096" y="89121"/>
                </a:cubicBezTo>
                <a:cubicBezTo>
                  <a:pt x="100586" y="89121"/>
                  <a:pt x="104580" y="88134"/>
                  <a:pt x="108078" y="86160"/>
                </a:cubicBezTo>
                <a:cubicBezTo>
                  <a:pt x="111575" y="84186"/>
                  <a:pt x="114144" y="81485"/>
                  <a:pt x="115785" y="78058"/>
                </a:cubicBezTo>
                <a:cubicBezTo>
                  <a:pt x="117037" y="75410"/>
                  <a:pt x="117663" y="71505"/>
                  <a:pt x="117663" y="66343"/>
                </a:cubicBezTo>
                <a:lnTo>
                  <a:pt x="117663" y="62048"/>
                </a:lnTo>
                <a:close/>
                <a:moveTo>
                  <a:pt x="166608" y="96634"/>
                </a:moveTo>
                <a:lnTo>
                  <a:pt x="140442" y="27850"/>
                </a:lnTo>
                <a:lnTo>
                  <a:pt x="152748" y="27850"/>
                </a:lnTo>
                <a:lnTo>
                  <a:pt x="167515" y="69043"/>
                </a:lnTo>
                <a:cubicBezTo>
                  <a:pt x="169112" y="73490"/>
                  <a:pt x="170580" y="78110"/>
                  <a:pt x="171919" y="82903"/>
                </a:cubicBezTo>
                <a:cubicBezTo>
                  <a:pt x="172955" y="79276"/>
                  <a:pt x="174402" y="74915"/>
                  <a:pt x="176258" y="69820"/>
                </a:cubicBezTo>
                <a:lnTo>
                  <a:pt x="191544" y="27850"/>
                </a:lnTo>
                <a:lnTo>
                  <a:pt x="203526" y="27850"/>
                </a:lnTo>
                <a:lnTo>
                  <a:pt x="177489" y="96634"/>
                </a:lnTo>
                <a:lnTo>
                  <a:pt x="166608" y="96634"/>
                </a:lnTo>
                <a:close/>
                <a:moveTo>
                  <a:pt x="213888" y="15156"/>
                </a:moveTo>
                <a:lnTo>
                  <a:pt x="213888" y="1684"/>
                </a:lnTo>
                <a:lnTo>
                  <a:pt x="225546" y="1684"/>
                </a:lnTo>
                <a:lnTo>
                  <a:pt x="225546" y="15156"/>
                </a:lnTo>
                <a:lnTo>
                  <a:pt x="213888" y="15156"/>
                </a:lnTo>
                <a:moveTo>
                  <a:pt x="213888" y="96634"/>
                </a:moveTo>
                <a:lnTo>
                  <a:pt x="213888" y="27850"/>
                </a:lnTo>
                <a:lnTo>
                  <a:pt x="225546" y="27850"/>
                </a:lnTo>
                <a:lnTo>
                  <a:pt x="225546" y="96634"/>
                </a:lnTo>
                <a:lnTo>
                  <a:pt x="213888" y="96634"/>
                </a:lnTo>
                <a:close/>
                <a:moveTo>
                  <a:pt x="241134" y="102333"/>
                </a:moveTo>
                <a:lnTo>
                  <a:pt x="252468" y="104017"/>
                </a:lnTo>
                <a:cubicBezTo>
                  <a:pt x="252943" y="107515"/>
                  <a:pt x="254260" y="110062"/>
                  <a:pt x="256419" y="111660"/>
                </a:cubicBezTo>
                <a:cubicBezTo>
                  <a:pt x="259312" y="113819"/>
                  <a:pt x="263263" y="114898"/>
                  <a:pt x="268271" y="114898"/>
                </a:cubicBezTo>
                <a:cubicBezTo>
                  <a:pt x="273669" y="114898"/>
                  <a:pt x="277835" y="113816"/>
                  <a:pt x="280772" y="111652"/>
                </a:cubicBezTo>
                <a:cubicBezTo>
                  <a:pt x="283708" y="109489"/>
                  <a:pt x="285694" y="106460"/>
                  <a:pt x="286730" y="102564"/>
                </a:cubicBezTo>
                <a:cubicBezTo>
                  <a:pt x="287335" y="100185"/>
                  <a:pt x="287615" y="95187"/>
                  <a:pt x="287572" y="87570"/>
                </a:cubicBezTo>
                <a:cubicBezTo>
                  <a:pt x="282477" y="93613"/>
                  <a:pt x="276130" y="96634"/>
                  <a:pt x="268530" y="96634"/>
                </a:cubicBezTo>
                <a:cubicBezTo>
                  <a:pt x="259074" y="96634"/>
                  <a:pt x="251756" y="93223"/>
                  <a:pt x="246574" y="86401"/>
                </a:cubicBezTo>
                <a:cubicBezTo>
                  <a:pt x="241393" y="79578"/>
                  <a:pt x="238802" y="71396"/>
                  <a:pt x="238802" y="61853"/>
                </a:cubicBezTo>
                <a:cubicBezTo>
                  <a:pt x="238802" y="55290"/>
                  <a:pt x="239989" y="49234"/>
                  <a:pt x="242364" y="43686"/>
                </a:cubicBezTo>
                <a:cubicBezTo>
                  <a:pt x="244739" y="38138"/>
                  <a:pt x="248183" y="33852"/>
                  <a:pt x="252695" y="30830"/>
                </a:cubicBezTo>
                <a:cubicBezTo>
                  <a:pt x="257207" y="27807"/>
                  <a:pt x="262507" y="26296"/>
                  <a:pt x="268595" y="26296"/>
                </a:cubicBezTo>
                <a:cubicBezTo>
                  <a:pt x="276713" y="26296"/>
                  <a:pt x="283406" y="29599"/>
                  <a:pt x="288673" y="36205"/>
                </a:cubicBezTo>
                <a:lnTo>
                  <a:pt x="288673" y="27850"/>
                </a:lnTo>
                <a:lnTo>
                  <a:pt x="299425" y="27850"/>
                </a:lnTo>
                <a:lnTo>
                  <a:pt x="299425" y="87348"/>
                </a:lnTo>
                <a:cubicBezTo>
                  <a:pt x="299425" y="98063"/>
                  <a:pt x="298335" y="105656"/>
                  <a:pt x="296154" y="110128"/>
                </a:cubicBezTo>
                <a:cubicBezTo>
                  <a:pt x="293973" y="114600"/>
                  <a:pt x="290519" y="118131"/>
                  <a:pt x="285791" y="120723"/>
                </a:cubicBezTo>
                <a:cubicBezTo>
                  <a:pt x="281063" y="123317"/>
                  <a:pt x="275245" y="124614"/>
                  <a:pt x="268336" y="124614"/>
                </a:cubicBezTo>
                <a:cubicBezTo>
                  <a:pt x="260132" y="124614"/>
                  <a:pt x="253504" y="122762"/>
                  <a:pt x="248452" y="119060"/>
                </a:cubicBezTo>
                <a:cubicBezTo>
                  <a:pt x="243400" y="115357"/>
                  <a:pt x="240961" y="109782"/>
                  <a:pt x="241134" y="102333"/>
                </a:cubicBezTo>
                <a:moveTo>
                  <a:pt x="250784" y="61013"/>
                </a:moveTo>
                <a:cubicBezTo>
                  <a:pt x="250784" y="70015"/>
                  <a:pt x="252576" y="76583"/>
                  <a:pt x="256160" y="80717"/>
                </a:cubicBezTo>
                <a:cubicBezTo>
                  <a:pt x="259744" y="84851"/>
                  <a:pt x="264234" y="86919"/>
                  <a:pt x="269632" y="86919"/>
                </a:cubicBezTo>
                <a:cubicBezTo>
                  <a:pt x="274986" y="86919"/>
                  <a:pt x="279476" y="84862"/>
                  <a:pt x="283103" y="80749"/>
                </a:cubicBezTo>
                <a:cubicBezTo>
                  <a:pt x="286730" y="76637"/>
                  <a:pt x="288544" y="70187"/>
                  <a:pt x="288544" y="61400"/>
                </a:cubicBezTo>
                <a:cubicBezTo>
                  <a:pt x="288544" y="53002"/>
                  <a:pt x="286676" y="46671"/>
                  <a:pt x="282941" y="42407"/>
                </a:cubicBezTo>
                <a:cubicBezTo>
                  <a:pt x="279206" y="38143"/>
                  <a:pt x="274705" y="36011"/>
                  <a:pt x="269437" y="36011"/>
                </a:cubicBezTo>
                <a:cubicBezTo>
                  <a:pt x="264256" y="36011"/>
                  <a:pt x="259852" y="38111"/>
                  <a:pt x="256225" y="42310"/>
                </a:cubicBezTo>
                <a:cubicBezTo>
                  <a:pt x="252598" y="46509"/>
                  <a:pt x="250784" y="52743"/>
                  <a:pt x="250784" y="61013"/>
                </a:cubicBezTo>
                <a:close/>
                <a:moveTo>
                  <a:pt x="361906" y="88141"/>
                </a:moveTo>
                <a:cubicBezTo>
                  <a:pt x="357588" y="91814"/>
                  <a:pt x="353432" y="94407"/>
                  <a:pt x="349438" y="95919"/>
                </a:cubicBezTo>
                <a:cubicBezTo>
                  <a:pt x="345444" y="97432"/>
                  <a:pt x="341158" y="98188"/>
                  <a:pt x="336582" y="98188"/>
                </a:cubicBezTo>
                <a:cubicBezTo>
                  <a:pt x="329025" y="98188"/>
                  <a:pt x="323218" y="96341"/>
                  <a:pt x="319159" y="92647"/>
                </a:cubicBezTo>
                <a:cubicBezTo>
                  <a:pt x="315100" y="88952"/>
                  <a:pt x="313071" y="84231"/>
                  <a:pt x="313071" y="78485"/>
                </a:cubicBezTo>
                <a:cubicBezTo>
                  <a:pt x="313071" y="75115"/>
                  <a:pt x="313837" y="72038"/>
                  <a:pt x="315370" y="69251"/>
                </a:cubicBezTo>
                <a:cubicBezTo>
                  <a:pt x="316903" y="66463"/>
                  <a:pt x="318911" y="64227"/>
                  <a:pt x="321393" y="62542"/>
                </a:cubicBezTo>
                <a:cubicBezTo>
                  <a:pt x="323876" y="60856"/>
                  <a:pt x="326672" y="59582"/>
                  <a:pt x="329781" y="58718"/>
                </a:cubicBezTo>
                <a:cubicBezTo>
                  <a:pt x="332069" y="58112"/>
                  <a:pt x="335524" y="57529"/>
                  <a:pt x="340144" y="56967"/>
                </a:cubicBezTo>
                <a:cubicBezTo>
                  <a:pt x="349557" y="55853"/>
                  <a:pt x="356487" y="54524"/>
                  <a:pt x="360934" y="52980"/>
                </a:cubicBezTo>
                <a:cubicBezTo>
                  <a:pt x="360978" y="51389"/>
                  <a:pt x="360999" y="50379"/>
                  <a:pt x="360999" y="49948"/>
                </a:cubicBezTo>
                <a:cubicBezTo>
                  <a:pt x="360999" y="45216"/>
                  <a:pt x="359898" y="41883"/>
                  <a:pt x="357696" y="39948"/>
                </a:cubicBezTo>
                <a:cubicBezTo>
                  <a:pt x="354717" y="37323"/>
                  <a:pt x="350291" y="36011"/>
                  <a:pt x="344418" y="36011"/>
                </a:cubicBezTo>
                <a:cubicBezTo>
                  <a:pt x="338935" y="36011"/>
                  <a:pt x="334887" y="36972"/>
                  <a:pt x="332274" y="38893"/>
                </a:cubicBezTo>
                <a:cubicBezTo>
                  <a:pt x="329662" y="40815"/>
                  <a:pt x="327730" y="44215"/>
                  <a:pt x="326478" y="49094"/>
                </a:cubicBezTo>
                <a:lnTo>
                  <a:pt x="315079" y="47540"/>
                </a:lnTo>
                <a:cubicBezTo>
                  <a:pt x="316115" y="42646"/>
                  <a:pt x="317820" y="38693"/>
                  <a:pt x="320195" y="35683"/>
                </a:cubicBezTo>
                <a:cubicBezTo>
                  <a:pt x="322570" y="32673"/>
                  <a:pt x="326003" y="30356"/>
                  <a:pt x="330493" y="28733"/>
                </a:cubicBezTo>
                <a:cubicBezTo>
                  <a:pt x="334984" y="27108"/>
                  <a:pt x="340187" y="26296"/>
                  <a:pt x="346102" y="26296"/>
                </a:cubicBezTo>
                <a:cubicBezTo>
                  <a:pt x="351975" y="26296"/>
                  <a:pt x="356746" y="26987"/>
                  <a:pt x="360416" y="28368"/>
                </a:cubicBezTo>
                <a:cubicBezTo>
                  <a:pt x="364086" y="29750"/>
                  <a:pt x="366785" y="31488"/>
                  <a:pt x="368512" y="33582"/>
                </a:cubicBezTo>
                <a:cubicBezTo>
                  <a:pt x="370239" y="35676"/>
                  <a:pt x="371448" y="38321"/>
                  <a:pt x="372139" y="41516"/>
                </a:cubicBezTo>
                <a:cubicBezTo>
                  <a:pt x="372528" y="43503"/>
                  <a:pt x="372722" y="47086"/>
                  <a:pt x="372722" y="52268"/>
                </a:cubicBezTo>
                <a:lnTo>
                  <a:pt x="372722" y="67812"/>
                </a:lnTo>
                <a:cubicBezTo>
                  <a:pt x="372722" y="78650"/>
                  <a:pt x="372970" y="85505"/>
                  <a:pt x="373467" y="88376"/>
                </a:cubicBezTo>
                <a:cubicBezTo>
                  <a:pt x="373963" y="91247"/>
                  <a:pt x="374946" y="94000"/>
                  <a:pt x="376414" y="96634"/>
                </a:cubicBezTo>
                <a:lnTo>
                  <a:pt x="364237" y="96634"/>
                </a:lnTo>
                <a:cubicBezTo>
                  <a:pt x="363028" y="94213"/>
                  <a:pt x="362251" y="91382"/>
                  <a:pt x="361906" y="88141"/>
                </a:cubicBezTo>
                <a:moveTo>
                  <a:pt x="360934" y="62048"/>
                </a:moveTo>
                <a:cubicBezTo>
                  <a:pt x="356703" y="63790"/>
                  <a:pt x="350356" y="65270"/>
                  <a:pt x="341893" y="66488"/>
                </a:cubicBezTo>
                <a:cubicBezTo>
                  <a:pt x="337100" y="67182"/>
                  <a:pt x="333710" y="67963"/>
                  <a:pt x="331724" y="68830"/>
                </a:cubicBezTo>
                <a:cubicBezTo>
                  <a:pt x="329738" y="69696"/>
                  <a:pt x="328205" y="70965"/>
                  <a:pt x="327125" y="72635"/>
                </a:cubicBezTo>
                <a:cubicBezTo>
                  <a:pt x="326046" y="74304"/>
                  <a:pt x="325506" y="76158"/>
                  <a:pt x="325506" y="78195"/>
                </a:cubicBezTo>
                <a:cubicBezTo>
                  <a:pt x="325506" y="81316"/>
                  <a:pt x="326683" y="83918"/>
                  <a:pt x="329036" y="86000"/>
                </a:cubicBezTo>
                <a:cubicBezTo>
                  <a:pt x="331389" y="88080"/>
                  <a:pt x="334833" y="89121"/>
                  <a:pt x="339367" y="89121"/>
                </a:cubicBezTo>
                <a:cubicBezTo>
                  <a:pt x="343857" y="89121"/>
                  <a:pt x="347851" y="88134"/>
                  <a:pt x="351349" y="86160"/>
                </a:cubicBezTo>
                <a:cubicBezTo>
                  <a:pt x="354846" y="84186"/>
                  <a:pt x="357415" y="81485"/>
                  <a:pt x="359056" y="78058"/>
                </a:cubicBezTo>
                <a:cubicBezTo>
                  <a:pt x="360308" y="75410"/>
                  <a:pt x="360934" y="71505"/>
                  <a:pt x="360934" y="66343"/>
                </a:cubicBezTo>
                <a:lnTo>
                  <a:pt x="360934" y="62048"/>
                </a:lnTo>
                <a:close/>
                <a:moveTo>
                  <a:pt x="416226" y="86336"/>
                </a:moveTo>
                <a:lnTo>
                  <a:pt x="417909" y="96634"/>
                </a:lnTo>
                <a:cubicBezTo>
                  <a:pt x="414628" y="97238"/>
                  <a:pt x="411692" y="97541"/>
                  <a:pt x="409101" y="97541"/>
                </a:cubicBezTo>
                <a:cubicBezTo>
                  <a:pt x="404870" y="97541"/>
                  <a:pt x="401588" y="96871"/>
                  <a:pt x="399256" y="95533"/>
                </a:cubicBezTo>
                <a:cubicBezTo>
                  <a:pt x="396925" y="94194"/>
                  <a:pt x="395284" y="92435"/>
                  <a:pt x="394334" y="90254"/>
                </a:cubicBezTo>
                <a:cubicBezTo>
                  <a:pt x="393384" y="88074"/>
                  <a:pt x="392909" y="83486"/>
                  <a:pt x="392909" y="76491"/>
                </a:cubicBezTo>
                <a:lnTo>
                  <a:pt x="392909" y="36918"/>
                </a:lnTo>
                <a:lnTo>
                  <a:pt x="384360" y="36918"/>
                </a:lnTo>
                <a:lnTo>
                  <a:pt x="384360" y="27850"/>
                </a:lnTo>
                <a:lnTo>
                  <a:pt x="392909" y="27850"/>
                </a:lnTo>
                <a:lnTo>
                  <a:pt x="392909" y="10770"/>
                </a:lnTo>
                <a:lnTo>
                  <a:pt x="404503" y="3757"/>
                </a:lnTo>
                <a:lnTo>
                  <a:pt x="404503" y="27850"/>
                </a:lnTo>
                <a:lnTo>
                  <a:pt x="416226" y="27850"/>
                </a:lnTo>
                <a:lnTo>
                  <a:pt x="416226" y="36918"/>
                </a:lnTo>
                <a:lnTo>
                  <a:pt x="404503" y="36918"/>
                </a:lnTo>
                <a:lnTo>
                  <a:pt x="404503" y="77139"/>
                </a:lnTo>
                <a:cubicBezTo>
                  <a:pt x="404503" y="80463"/>
                  <a:pt x="404708" y="82601"/>
                  <a:pt x="405118" y="83551"/>
                </a:cubicBezTo>
                <a:cubicBezTo>
                  <a:pt x="405528" y="84501"/>
                  <a:pt x="406197" y="85256"/>
                  <a:pt x="407126" y="85818"/>
                </a:cubicBezTo>
                <a:cubicBezTo>
                  <a:pt x="408054" y="86379"/>
                  <a:pt x="409382" y="86660"/>
                  <a:pt x="411109" y="86660"/>
                </a:cubicBezTo>
                <a:cubicBezTo>
                  <a:pt x="412404" y="86660"/>
                  <a:pt x="414110" y="86552"/>
                  <a:pt x="416226" y="86336"/>
                </a:cubicBezTo>
                <a:close/>
                <a:moveTo>
                  <a:pt x="427712" y="15156"/>
                </a:moveTo>
                <a:lnTo>
                  <a:pt x="427712" y="1684"/>
                </a:lnTo>
                <a:lnTo>
                  <a:pt x="439370" y="1684"/>
                </a:lnTo>
                <a:lnTo>
                  <a:pt x="439370" y="15156"/>
                </a:lnTo>
                <a:lnTo>
                  <a:pt x="427712" y="15156"/>
                </a:lnTo>
                <a:moveTo>
                  <a:pt x="427712" y="96634"/>
                </a:moveTo>
                <a:lnTo>
                  <a:pt x="427712" y="27850"/>
                </a:lnTo>
                <a:lnTo>
                  <a:pt x="439370" y="27850"/>
                </a:lnTo>
                <a:lnTo>
                  <a:pt x="439370" y="96634"/>
                </a:lnTo>
                <a:lnTo>
                  <a:pt x="427712" y="96634"/>
                </a:lnTo>
                <a:close/>
                <a:moveTo>
                  <a:pt x="452755" y="62242"/>
                </a:moveTo>
                <a:cubicBezTo>
                  <a:pt x="452755" y="49504"/>
                  <a:pt x="456295" y="40070"/>
                  <a:pt x="463377" y="33938"/>
                </a:cubicBezTo>
                <a:cubicBezTo>
                  <a:pt x="469292" y="28843"/>
                  <a:pt x="476503" y="26296"/>
                  <a:pt x="485009" y="26296"/>
                </a:cubicBezTo>
                <a:cubicBezTo>
                  <a:pt x="494465" y="26296"/>
                  <a:pt x="502194" y="29394"/>
                  <a:pt x="508196" y="35590"/>
                </a:cubicBezTo>
                <a:cubicBezTo>
                  <a:pt x="514198" y="41786"/>
                  <a:pt x="517199" y="50346"/>
                  <a:pt x="517199" y="61271"/>
                </a:cubicBezTo>
                <a:cubicBezTo>
                  <a:pt x="517199" y="70122"/>
                  <a:pt x="515871" y="77085"/>
                  <a:pt x="513216" y="82158"/>
                </a:cubicBezTo>
                <a:cubicBezTo>
                  <a:pt x="510560" y="87232"/>
                  <a:pt x="506696" y="91172"/>
                  <a:pt x="501622" y="93978"/>
                </a:cubicBezTo>
                <a:cubicBezTo>
                  <a:pt x="496549" y="96785"/>
                  <a:pt x="491011" y="98188"/>
                  <a:pt x="485009" y="98188"/>
                </a:cubicBezTo>
                <a:cubicBezTo>
                  <a:pt x="475380" y="98188"/>
                  <a:pt x="467597" y="95101"/>
                  <a:pt x="461660" y="88926"/>
                </a:cubicBezTo>
                <a:cubicBezTo>
                  <a:pt x="455723" y="82752"/>
                  <a:pt x="452755" y="73857"/>
                  <a:pt x="452755" y="62242"/>
                </a:cubicBezTo>
                <a:moveTo>
                  <a:pt x="464737" y="62210"/>
                </a:moveTo>
                <a:cubicBezTo>
                  <a:pt x="464737" y="70986"/>
                  <a:pt x="466658" y="77557"/>
                  <a:pt x="470501" y="81923"/>
                </a:cubicBezTo>
                <a:cubicBezTo>
                  <a:pt x="474344" y="86290"/>
                  <a:pt x="479180" y="88473"/>
                  <a:pt x="485009" y="88473"/>
                </a:cubicBezTo>
                <a:cubicBezTo>
                  <a:pt x="490795" y="88473"/>
                  <a:pt x="495610" y="86279"/>
                  <a:pt x="499453" y="81891"/>
                </a:cubicBezTo>
                <a:cubicBezTo>
                  <a:pt x="503295" y="77503"/>
                  <a:pt x="505217" y="70814"/>
                  <a:pt x="505217" y="61823"/>
                </a:cubicBezTo>
                <a:cubicBezTo>
                  <a:pt x="505217" y="53348"/>
                  <a:pt x="503285" y="46927"/>
                  <a:pt x="499420" y="42561"/>
                </a:cubicBezTo>
                <a:cubicBezTo>
                  <a:pt x="495556" y="38194"/>
                  <a:pt x="490752" y="36011"/>
                  <a:pt x="485009" y="36011"/>
                </a:cubicBezTo>
                <a:cubicBezTo>
                  <a:pt x="479180" y="36011"/>
                  <a:pt x="474344" y="38183"/>
                  <a:pt x="470501" y="42528"/>
                </a:cubicBezTo>
                <a:cubicBezTo>
                  <a:pt x="466658" y="46873"/>
                  <a:pt x="464737" y="53434"/>
                  <a:pt x="464737" y="62210"/>
                </a:cubicBezTo>
                <a:close/>
                <a:moveTo>
                  <a:pt x="530845" y="96634"/>
                </a:moveTo>
                <a:lnTo>
                  <a:pt x="530845" y="27850"/>
                </a:lnTo>
                <a:lnTo>
                  <a:pt x="541337" y="27850"/>
                </a:lnTo>
                <a:lnTo>
                  <a:pt x="541337" y="37565"/>
                </a:lnTo>
                <a:cubicBezTo>
                  <a:pt x="546389" y="30052"/>
                  <a:pt x="553686" y="26296"/>
                  <a:pt x="563229" y="26296"/>
                </a:cubicBezTo>
                <a:cubicBezTo>
                  <a:pt x="567374" y="26296"/>
                  <a:pt x="571185" y="27041"/>
                  <a:pt x="574660" y="28530"/>
                </a:cubicBezTo>
                <a:cubicBezTo>
                  <a:pt x="578136" y="30020"/>
                  <a:pt x="580738" y="31974"/>
                  <a:pt x="582465" y="34392"/>
                </a:cubicBezTo>
                <a:cubicBezTo>
                  <a:pt x="584192" y="36810"/>
                  <a:pt x="585401" y="39681"/>
                  <a:pt x="586092" y="43006"/>
                </a:cubicBezTo>
                <a:cubicBezTo>
                  <a:pt x="586524" y="45165"/>
                  <a:pt x="586740" y="48943"/>
                  <a:pt x="586740" y="54340"/>
                </a:cubicBezTo>
                <a:lnTo>
                  <a:pt x="586740" y="96634"/>
                </a:lnTo>
                <a:lnTo>
                  <a:pt x="575081" y="96634"/>
                </a:lnTo>
                <a:lnTo>
                  <a:pt x="575081" y="54749"/>
                </a:lnTo>
                <a:cubicBezTo>
                  <a:pt x="575081" y="49994"/>
                  <a:pt x="574628" y="46439"/>
                  <a:pt x="573721" y="44083"/>
                </a:cubicBezTo>
                <a:cubicBezTo>
                  <a:pt x="572815" y="41727"/>
                  <a:pt x="571206" y="39846"/>
                  <a:pt x="568896" y="38442"/>
                </a:cubicBezTo>
                <a:cubicBezTo>
                  <a:pt x="566586" y="37037"/>
                  <a:pt x="563877" y="36335"/>
                  <a:pt x="560768" y="36335"/>
                </a:cubicBezTo>
                <a:cubicBezTo>
                  <a:pt x="555802" y="36335"/>
                  <a:pt x="551517" y="37913"/>
                  <a:pt x="547911" y="41069"/>
                </a:cubicBezTo>
                <a:cubicBezTo>
                  <a:pt x="544306" y="44224"/>
                  <a:pt x="542503" y="50210"/>
                  <a:pt x="542503" y="59028"/>
                </a:cubicBezTo>
                <a:lnTo>
                  <a:pt x="542503" y="96634"/>
                </a:lnTo>
                <a:lnTo>
                  <a:pt x="530845" y="96634"/>
                </a:lnTo>
                <a:close/>
                <a:moveTo>
                  <a:pt x="641470" y="96634"/>
                </a:moveTo>
                <a:lnTo>
                  <a:pt x="641470" y="27850"/>
                </a:lnTo>
                <a:lnTo>
                  <a:pt x="651898" y="27850"/>
                </a:lnTo>
                <a:lnTo>
                  <a:pt x="651898" y="37436"/>
                </a:lnTo>
                <a:cubicBezTo>
                  <a:pt x="654057" y="34087"/>
                  <a:pt x="656928" y="31393"/>
                  <a:pt x="660512" y="29354"/>
                </a:cubicBezTo>
                <a:cubicBezTo>
                  <a:pt x="664096" y="27315"/>
                  <a:pt x="668176" y="26296"/>
                  <a:pt x="672753" y="26296"/>
                </a:cubicBezTo>
                <a:cubicBezTo>
                  <a:pt x="677848" y="26296"/>
                  <a:pt x="682026" y="27348"/>
                  <a:pt x="685286" y="29453"/>
                </a:cubicBezTo>
                <a:cubicBezTo>
                  <a:pt x="688546" y="31557"/>
                  <a:pt x="690845" y="34498"/>
                  <a:pt x="692184" y="38278"/>
                </a:cubicBezTo>
                <a:cubicBezTo>
                  <a:pt x="697624" y="30290"/>
                  <a:pt x="704705" y="26296"/>
                  <a:pt x="713427" y="26296"/>
                </a:cubicBezTo>
                <a:cubicBezTo>
                  <a:pt x="720250" y="26296"/>
                  <a:pt x="725496" y="28185"/>
                  <a:pt x="729166" y="31963"/>
                </a:cubicBezTo>
                <a:cubicBezTo>
                  <a:pt x="732836" y="35741"/>
                  <a:pt x="734671" y="41559"/>
                  <a:pt x="734671" y="49418"/>
                </a:cubicBezTo>
                <a:lnTo>
                  <a:pt x="734671" y="96634"/>
                </a:lnTo>
                <a:lnTo>
                  <a:pt x="723078" y="96634"/>
                </a:lnTo>
                <a:lnTo>
                  <a:pt x="723078" y="53258"/>
                </a:lnTo>
                <a:cubicBezTo>
                  <a:pt x="723078" y="48589"/>
                  <a:pt x="722700" y="45228"/>
                  <a:pt x="721944" y="43176"/>
                </a:cubicBezTo>
                <a:cubicBezTo>
                  <a:pt x="721189" y="41122"/>
                  <a:pt x="719818" y="39469"/>
                  <a:pt x="717832" y="38215"/>
                </a:cubicBezTo>
                <a:cubicBezTo>
                  <a:pt x="715845" y="36962"/>
                  <a:pt x="713514" y="36335"/>
                  <a:pt x="710837" y="36335"/>
                </a:cubicBezTo>
                <a:cubicBezTo>
                  <a:pt x="706001" y="36335"/>
                  <a:pt x="701985" y="37945"/>
                  <a:pt x="698790" y="41166"/>
                </a:cubicBezTo>
                <a:cubicBezTo>
                  <a:pt x="695595" y="44386"/>
                  <a:pt x="693997" y="49540"/>
                  <a:pt x="693997" y="56629"/>
                </a:cubicBezTo>
                <a:lnTo>
                  <a:pt x="693997" y="96634"/>
                </a:lnTo>
                <a:lnTo>
                  <a:pt x="682339" y="96634"/>
                </a:lnTo>
                <a:lnTo>
                  <a:pt x="682339" y="51895"/>
                </a:lnTo>
                <a:cubicBezTo>
                  <a:pt x="682339" y="46709"/>
                  <a:pt x="681389" y="42818"/>
                  <a:pt x="679489" y="40225"/>
                </a:cubicBezTo>
                <a:cubicBezTo>
                  <a:pt x="677589" y="37632"/>
                  <a:pt x="674480" y="36335"/>
                  <a:pt x="670162" y="36335"/>
                </a:cubicBezTo>
                <a:cubicBezTo>
                  <a:pt x="666881" y="36335"/>
                  <a:pt x="663848" y="37200"/>
                  <a:pt x="661062" y="38930"/>
                </a:cubicBezTo>
                <a:cubicBezTo>
                  <a:pt x="658277" y="40658"/>
                  <a:pt x="656259" y="43187"/>
                  <a:pt x="655007" y="46516"/>
                </a:cubicBezTo>
                <a:cubicBezTo>
                  <a:pt x="653755" y="49843"/>
                  <a:pt x="653128" y="54641"/>
                  <a:pt x="653128" y="60908"/>
                </a:cubicBezTo>
                <a:lnTo>
                  <a:pt x="653128" y="96634"/>
                </a:lnTo>
                <a:lnTo>
                  <a:pt x="641470" y="96634"/>
                </a:lnTo>
                <a:close/>
                <a:moveTo>
                  <a:pt x="747624" y="62242"/>
                </a:moveTo>
                <a:cubicBezTo>
                  <a:pt x="747624" y="49504"/>
                  <a:pt x="751165" y="40070"/>
                  <a:pt x="758246" y="33938"/>
                </a:cubicBezTo>
                <a:cubicBezTo>
                  <a:pt x="764162" y="28843"/>
                  <a:pt x="771373" y="26296"/>
                  <a:pt x="779879" y="26296"/>
                </a:cubicBezTo>
                <a:cubicBezTo>
                  <a:pt x="789335" y="26296"/>
                  <a:pt x="797064" y="29394"/>
                  <a:pt x="803066" y="35590"/>
                </a:cubicBezTo>
                <a:cubicBezTo>
                  <a:pt x="809067" y="41786"/>
                  <a:pt x="812068" y="50346"/>
                  <a:pt x="812068" y="61271"/>
                </a:cubicBezTo>
                <a:cubicBezTo>
                  <a:pt x="812068" y="70122"/>
                  <a:pt x="810741" y="77085"/>
                  <a:pt x="808085" y="82158"/>
                </a:cubicBezTo>
                <a:cubicBezTo>
                  <a:pt x="805430" y="87232"/>
                  <a:pt x="801565" y="91172"/>
                  <a:pt x="796492" y="93978"/>
                </a:cubicBezTo>
                <a:cubicBezTo>
                  <a:pt x="791418" y="96785"/>
                  <a:pt x="785881" y="98188"/>
                  <a:pt x="779879" y="98188"/>
                </a:cubicBezTo>
                <a:cubicBezTo>
                  <a:pt x="770250" y="98188"/>
                  <a:pt x="762467" y="95101"/>
                  <a:pt x="756530" y="88926"/>
                </a:cubicBezTo>
                <a:cubicBezTo>
                  <a:pt x="750593" y="82752"/>
                  <a:pt x="747624" y="73857"/>
                  <a:pt x="747624" y="62242"/>
                </a:cubicBezTo>
                <a:moveTo>
                  <a:pt x="759606" y="62210"/>
                </a:moveTo>
                <a:cubicBezTo>
                  <a:pt x="759606" y="70986"/>
                  <a:pt x="761528" y="77557"/>
                  <a:pt x="765371" y="81923"/>
                </a:cubicBezTo>
                <a:cubicBezTo>
                  <a:pt x="769214" y="86290"/>
                  <a:pt x="774050" y="88473"/>
                  <a:pt x="779879" y="88473"/>
                </a:cubicBezTo>
                <a:cubicBezTo>
                  <a:pt x="785665" y="88473"/>
                  <a:pt x="790479" y="86279"/>
                  <a:pt x="794322" y="81891"/>
                </a:cubicBezTo>
                <a:cubicBezTo>
                  <a:pt x="798165" y="77503"/>
                  <a:pt x="800086" y="70814"/>
                  <a:pt x="800086" y="61823"/>
                </a:cubicBezTo>
                <a:cubicBezTo>
                  <a:pt x="800086" y="53348"/>
                  <a:pt x="798154" y="46927"/>
                  <a:pt x="794290" y="42561"/>
                </a:cubicBezTo>
                <a:cubicBezTo>
                  <a:pt x="790425" y="38194"/>
                  <a:pt x="785621" y="36011"/>
                  <a:pt x="779879" y="36011"/>
                </a:cubicBezTo>
                <a:cubicBezTo>
                  <a:pt x="774050" y="36011"/>
                  <a:pt x="769214" y="38183"/>
                  <a:pt x="765371" y="42528"/>
                </a:cubicBezTo>
                <a:cubicBezTo>
                  <a:pt x="761528" y="46873"/>
                  <a:pt x="759606" y="53434"/>
                  <a:pt x="759606" y="62210"/>
                </a:cubicBezTo>
                <a:close/>
                <a:moveTo>
                  <a:pt x="870339" y="96634"/>
                </a:moveTo>
                <a:lnTo>
                  <a:pt x="870339" y="87955"/>
                </a:lnTo>
                <a:cubicBezTo>
                  <a:pt x="865978" y="94777"/>
                  <a:pt x="859566" y="98188"/>
                  <a:pt x="851103" y="98188"/>
                </a:cubicBezTo>
                <a:cubicBezTo>
                  <a:pt x="845619" y="98188"/>
                  <a:pt x="840578" y="96677"/>
                  <a:pt x="835980" y="93655"/>
                </a:cubicBezTo>
                <a:cubicBezTo>
                  <a:pt x="831381" y="90632"/>
                  <a:pt x="827819" y="86411"/>
                  <a:pt x="825293" y="80992"/>
                </a:cubicBezTo>
                <a:cubicBezTo>
                  <a:pt x="822767" y="75573"/>
                  <a:pt x="821504" y="69345"/>
                  <a:pt x="821504" y="62307"/>
                </a:cubicBezTo>
                <a:cubicBezTo>
                  <a:pt x="821504" y="55441"/>
                  <a:pt x="822648" y="49213"/>
                  <a:pt x="824937" y="43621"/>
                </a:cubicBezTo>
                <a:cubicBezTo>
                  <a:pt x="827225" y="38030"/>
                  <a:pt x="830658" y="33744"/>
                  <a:pt x="835235" y="30765"/>
                </a:cubicBezTo>
                <a:cubicBezTo>
                  <a:pt x="839812" y="27785"/>
                  <a:pt x="844929" y="26296"/>
                  <a:pt x="850585" y="26296"/>
                </a:cubicBezTo>
                <a:cubicBezTo>
                  <a:pt x="854730" y="26296"/>
                  <a:pt x="858422" y="27170"/>
                  <a:pt x="861660" y="28919"/>
                </a:cubicBezTo>
                <a:cubicBezTo>
                  <a:pt x="864899" y="30668"/>
                  <a:pt x="867533" y="32945"/>
                  <a:pt x="869562" y="35752"/>
                </a:cubicBezTo>
                <a:lnTo>
                  <a:pt x="869562" y="1684"/>
                </a:lnTo>
                <a:lnTo>
                  <a:pt x="881155" y="1684"/>
                </a:lnTo>
                <a:lnTo>
                  <a:pt x="881155" y="96634"/>
                </a:lnTo>
                <a:lnTo>
                  <a:pt x="870339" y="96634"/>
                </a:lnTo>
                <a:moveTo>
                  <a:pt x="833486" y="62274"/>
                </a:moveTo>
                <a:cubicBezTo>
                  <a:pt x="833486" y="71050"/>
                  <a:pt x="835343" y="77611"/>
                  <a:pt x="839056" y="81956"/>
                </a:cubicBezTo>
                <a:cubicBezTo>
                  <a:pt x="842770" y="86301"/>
                  <a:pt x="847152" y="88473"/>
                  <a:pt x="852204" y="88473"/>
                </a:cubicBezTo>
                <a:cubicBezTo>
                  <a:pt x="857299" y="88473"/>
                  <a:pt x="861628" y="86398"/>
                  <a:pt x="865190" y="82247"/>
                </a:cubicBezTo>
                <a:cubicBezTo>
                  <a:pt x="868752" y="78095"/>
                  <a:pt x="870534" y="71760"/>
                  <a:pt x="870534" y="63242"/>
                </a:cubicBezTo>
                <a:cubicBezTo>
                  <a:pt x="870534" y="53864"/>
                  <a:pt x="868720" y="46981"/>
                  <a:pt x="865093" y="42593"/>
                </a:cubicBezTo>
                <a:cubicBezTo>
                  <a:pt x="861466" y="38205"/>
                  <a:pt x="856997" y="36011"/>
                  <a:pt x="851686" y="36011"/>
                </a:cubicBezTo>
                <a:cubicBezTo>
                  <a:pt x="846505" y="36011"/>
                  <a:pt x="842176" y="38119"/>
                  <a:pt x="838700" y="42336"/>
                </a:cubicBezTo>
                <a:cubicBezTo>
                  <a:pt x="835224" y="46551"/>
                  <a:pt x="833486" y="53197"/>
                  <a:pt x="833486" y="62274"/>
                </a:cubicBezTo>
                <a:close/>
                <a:moveTo>
                  <a:pt x="944543" y="96634"/>
                </a:moveTo>
                <a:lnTo>
                  <a:pt x="944543" y="86530"/>
                </a:lnTo>
                <a:cubicBezTo>
                  <a:pt x="939189" y="94302"/>
                  <a:pt x="931913" y="98188"/>
                  <a:pt x="922716" y="98188"/>
                </a:cubicBezTo>
                <a:cubicBezTo>
                  <a:pt x="918658" y="98188"/>
                  <a:pt x="914869" y="97411"/>
                  <a:pt x="911350" y="95857"/>
                </a:cubicBezTo>
                <a:cubicBezTo>
                  <a:pt x="907831" y="94302"/>
                  <a:pt x="905218" y="92348"/>
                  <a:pt x="903513" y="89995"/>
                </a:cubicBezTo>
                <a:cubicBezTo>
                  <a:pt x="901807" y="87642"/>
                  <a:pt x="900609" y="84760"/>
                  <a:pt x="899918" y="81349"/>
                </a:cubicBezTo>
                <a:cubicBezTo>
                  <a:pt x="899443" y="79060"/>
                  <a:pt x="899206" y="75433"/>
                  <a:pt x="899206" y="70468"/>
                </a:cubicBezTo>
                <a:lnTo>
                  <a:pt x="899206" y="27850"/>
                </a:lnTo>
                <a:lnTo>
                  <a:pt x="910864" y="27850"/>
                </a:lnTo>
                <a:lnTo>
                  <a:pt x="910864" y="65999"/>
                </a:lnTo>
                <a:cubicBezTo>
                  <a:pt x="910864" y="72087"/>
                  <a:pt x="911101" y="76189"/>
                  <a:pt x="911576" y="78305"/>
                </a:cubicBezTo>
                <a:cubicBezTo>
                  <a:pt x="912310" y="81370"/>
                  <a:pt x="913865" y="83777"/>
                  <a:pt x="916240" y="85526"/>
                </a:cubicBezTo>
                <a:cubicBezTo>
                  <a:pt x="918614" y="87275"/>
                  <a:pt x="921551" y="88149"/>
                  <a:pt x="925048" y="88149"/>
                </a:cubicBezTo>
                <a:cubicBezTo>
                  <a:pt x="928546" y="88149"/>
                  <a:pt x="931827" y="87253"/>
                  <a:pt x="934893" y="85461"/>
                </a:cubicBezTo>
                <a:cubicBezTo>
                  <a:pt x="937958" y="83669"/>
                  <a:pt x="940128" y="81230"/>
                  <a:pt x="941402" y="78143"/>
                </a:cubicBezTo>
                <a:cubicBezTo>
                  <a:pt x="942676" y="75055"/>
                  <a:pt x="943313" y="70576"/>
                  <a:pt x="943313" y="64703"/>
                </a:cubicBezTo>
                <a:lnTo>
                  <a:pt x="943313" y="27850"/>
                </a:lnTo>
                <a:lnTo>
                  <a:pt x="954971" y="27850"/>
                </a:lnTo>
                <a:lnTo>
                  <a:pt x="954971" y="96634"/>
                </a:lnTo>
                <a:lnTo>
                  <a:pt x="944543" y="96634"/>
                </a:lnTo>
                <a:close/>
                <a:moveTo>
                  <a:pt x="972956" y="96634"/>
                </a:moveTo>
                <a:lnTo>
                  <a:pt x="972956" y="1684"/>
                </a:lnTo>
                <a:lnTo>
                  <a:pt x="984615" y="1684"/>
                </a:lnTo>
                <a:lnTo>
                  <a:pt x="984615" y="96634"/>
                </a:lnTo>
                <a:lnTo>
                  <a:pt x="972956" y="96634"/>
                </a:lnTo>
                <a:close/>
                <a:moveTo>
                  <a:pt x="1049749" y="74483"/>
                </a:moveTo>
                <a:lnTo>
                  <a:pt x="1061796" y="75973"/>
                </a:lnTo>
                <a:cubicBezTo>
                  <a:pt x="1059896" y="83011"/>
                  <a:pt x="1056377" y="88473"/>
                  <a:pt x="1051238" y="92359"/>
                </a:cubicBezTo>
                <a:cubicBezTo>
                  <a:pt x="1046100" y="96245"/>
                  <a:pt x="1039537" y="98188"/>
                  <a:pt x="1031549" y="98188"/>
                </a:cubicBezTo>
                <a:cubicBezTo>
                  <a:pt x="1021488" y="98188"/>
                  <a:pt x="1013511" y="95090"/>
                  <a:pt x="1007617" y="88894"/>
                </a:cubicBezTo>
                <a:cubicBezTo>
                  <a:pt x="1001723" y="82698"/>
                  <a:pt x="998776" y="74008"/>
                  <a:pt x="998776" y="62825"/>
                </a:cubicBezTo>
                <a:cubicBezTo>
                  <a:pt x="998776" y="51253"/>
                  <a:pt x="1001756" y="42272"/>
                  <a:pt x="1007714" y="35881"/>
                </a:cubicBezTo>
                <a:cubicBezTo>
                  <a:pt x="1013673" y="29491"/>
                  <a:pt x="1021402" y="26296"/>
                  <a:pt x="1030901" y="26296"/>
                </a:cubicBezTo>
                <a:cubicBezTo>
                  <a:pt x="1040098" y="26296"/>
                  <a:pt x="1047611" y="29422"/>
                  <a:pt x="1053441" y="35673"/>
                </a:cubicBezTo>
                <a:cubicBezTo>
                  <a:pt x="1059270" y="41923"/>
                  <a:pt x="1062184" y="50717"/>
                  <a:pt x="1062184" y="62054"/>
                </a:cubicBezTo>
                <a:cubicBezTo>
                  <a:pt x="1062184" y="62743"/>
                  <a:pt x="1062163" y="63778"/>
                  <a:pt x="1062119" y="65157"/>
                </a:cubicBezTo>
                <a:lnTo>
                  <a:pt x="1010823" y="65157"/>
                </a:lnTo>
                <a:cubicBezTo>
                  <a:pt x="1011255" y="72691"/>
                  <a:pt x="1013392" y="78461"/>
                  <a:pt x="1017235" y="82466"/>
                </a:cubicBezTo>
                <a:cubicBezTo>
                  <a:pt x="1021078" y="86471"/>
                  <a:pt x="1025871" y="88473"/>
                  <a:pt x="1031614" y="88473"/>
                </a:cubicBezTo>
                <a:cubicBezTo>
                  <a:pt x="1035888" y="88473"/>
                  <a:pt x="1039537" y="87361"/>
                  <a:pt x="1042560" y="85138"/>
                </a:cubicBezTo>
                <a:cubicBezTo>
                  <a:pt x="1045582" y="82912"/>
                  <a:pt x="1047978" y="79361"/>
                  <a:pt x="1049749" y="74483"/>
                </a:cubicBezTo>
                <a:moveTo>
                  <a:pt x="1011471" y="55441"/>
                </a:moveTo>
                <a:lnTo>
                  <a:pt x="1049878" y="55441"/>
                </a:lnTo>
                <a:cubicBezTo>
                  <a:pt x="1049360" y="49750"/>
                  <a:pt x="1047892" y="45481"/>
                  <a:pt x="1045474" y="42636"/>
                </a:cubicBezTo>
                <a:cubicBezTo>
                  <a:pt x="1041761" y="38219"/>
                  <a:pt x="1036946" y="36011"/>
                  <a:pt x="1031031" y="36011"/>
                </a:cubicBezTo>
                <a:cubicBezTo>
                  <a:pt x="1025677" y="36011"/>
                  <a:pt x="1021175" y="37774"/>
                  <a:pt x="1017527" y="41300"/>
                </a:cubicBezTo>
                <a:cubicBezTo>
                  <a:pt x="1013878" y="44824"/>
                  <a:pt x="1011860" y="49538"/>
                  <a:pt x="1011471" y="55441"/>
                </a:cubicBezTo>
                <a:close/>
                <a:moveTo>
                  <a:pt x="1071750" y="76038"/>
                </a:moveTo>
                <a:lnTo>
                  <a:pt x="1083278" y="74224"/>
                </a:lnTo>
                <a:cubicBezTo>
                  <a:pt x="1083926" y="78824"/>
                  <a:pt x="1085729" y="82349"/>
                  <a:pt x="1088686" y="84800"/>
                </a:cubicBezTo>
                <a:cubicBezTo>
                  <a:pt x="1091644" y="87249"/>
                  <a:pt x="1095778" y="88473"/>
                  <a:pt x="1101089" y="88473"/>
                </a:cubicBezTo>
                <a:cubicBezTo>
                  <a:pt x="1106444" y="88473"/>
                  <a:pt x="1110416" y="87392"/>
                  <a:pt x="1113007" y="85229"/>
                </a:cubicBezTo>
                <a:cubicBezTo>
                  <a:pt x="1115597" y="83064"/>
                  <a:pt x="1116893" y="80526"/>
                  <a:pt x="1116893" y="77614"/>
                </a:cubicBezTo>
                <a:cubicBezTo>
                  <a:pt x="1116893" y="75001"/>
                  <a:pt x="1115749" y="72944"/>
                  <a:pt x="1113460" y="71445"/>
                </a:cubicBezTo>
                <a:cubicBezTo>
                  <a:pt x="1111863" y="70417"/>
                  <a:pt x="1107890" y="69110"/>
                  <a:pt x="1101543" y="67525"/>
                </a:cubicBezTo>
                <a:cubicBezTo>
                  <a:pt x="1092993" y="65364"/>
                  <a:pt x="1087067" y="63496"/>
                  <a:pt x="1083764" y="61918"/>
                </a:cubicBezTo>
                <a:cubicBezTo>
                  <a:pt x="1080461" y="60341"/>
                  <a:pt x="1077956" y="58158"/>
                  <a:pt x="1076251" y="55371"/>
                </a:cubicBezTo>
                <a:cubicBezTo>
                  <a:pt x="1074545" y="52583"/>
                  <a:pt x="1073693" y="49504"/>
                  <a:pt x="1073693" y="46133"/>
                </a:cubicBezTo>
                <a:cubicBezTo>
                  <a:pt x="1073693" y="43065"/>
                  <a:pt x="1074394" y="40223"/>
                  <a:pt x="1075798" y="37608"/>
                </a:cubicBezTo>
                <a:cubicBezTo>
                  <a:pt x="1077201" y="34993"/>
                  <a:pt x="1079111" y="32821"/>
                  <a:pt x="1081529" y="31093"/>
                </a:cubicBezTo>
                <a:cubicBezTo>
                  <a:pt x="1083343" y="29753"/>
                  <a:pt x="1085815" y="28619"/>
                  <a:pt x="1088945" y="27690"/>
                </a:cubicBezTo>
                <a:cubicBezTo>
                  <a:pt x="1092076" y="26761"/>
                  <a:pt x="1095433" y="26296"/>
                  <a:pt x="1099017" y="26296"/>
                </a:cubicBezTo>
                <a:cubicBezTo>
                  <a:pt x="1104414" y="26296"/>
                  <a:pt x="1109153" y="27078"/>
                  <a:pt x="1113233" y="28644"/>
                </a:cubicBezTo>
                <a:cubicBezTo>
                  <a:pt x="1117314" y="30208"/>
                  <a:pt x="1120326" y="32327"/>
                  <a:pt x="1122269" y="35001"/>
                </a:cubicBezTo>
                <a:cubicBezTo>
                  <a:pt x="1124212" y="37674"/>
                  <a:pt x="1125550" y="41249"/>
                  <a:pt x="1126284" y="45726"/>
                </a:cubicBezTo>
                <a:lnTo>
                  <a:pt x="1114885" y="47281"/>
                </a:lnTo>
                <a:cubicBezTo>
                  <a:pt x="1114367" y="43740"/>
                  <a:pt x="1112866" y="40977"/>
                  <a:pt x="1110384" y="38990"/>
                </a:cubicBezTo>
                <a:cubicBezTo>
                  <a:pt x="1107901" y="37004"/>
                  <a:pt x="1104393" y="36011"/>
                  <a:pt x="1099859" y="36011"/>
                </a:cubicBezTo>
                <a:cubicBezTo>
                  <a:pt x="1094505" y="36011"/>
                  <a:pt x="1090683" y="36892"/>
                  <a:pt x="1088395" y="38654"/>
                </a:cubicBezTo>
                <a:cubicBezTo>
                  <a:pt x="1086106" y="40415"/>
                  <a:pt x="1084962" y="42478"/>
                  <a:pt x="1084962" y="44842"/>
                </a:cubicBezTo>
                <a:cubicBezTo>
                  <a:pt x="1084962" y="46345"/>
                  <a:pt x="1085437" y="47698"/>
                  <a:pt x="1086387" y="48902"/>
                </a:cubicBezTo>
                <a:cubicBezTo>
                  <a:pt x="1087337" y="50147"/>
                  <a:pt x="1088827" y="51178"/>
                  <a:pt x="1090856" y="51995"/>
                </a:cubicBezTo>
                <a:cubicBezTo>
                  <a:pt x="1092022" y="52425"/>
                  <a:pt x="1095455" y="53413"/>
                  <a:pt x="1101154" y="54960"/>
                </a:cubicBezTo>
                <a:cubicBezTo>
                  <a:pt x="1109401" y="57160"/>
                  <a:pt x="1115155" y="58962"/>
                  <a:pt x="1118415" y="60364"/>
                </a:cubicBezTo>
                <a:cubicBezTo>
                  <a:pt x="1121675" y="61766"/>
                  <a:pt x="1124233" y="63805"/>
                  <a:pt x="1126090" y="66480"/>
                </a:cubicBezTo>
                <a:cubicBezTo>
                  <a:pt x="1127947" y="69155"/>
                  <a:pt x="1128875" y="72476"/>
                  <a:pt x="1128875" y="76444"/>
                </a:cubicBezTo>
                <a:cubicBezTo>
                  <a:pt x="1128875" y="80328"/>
                  <a:pt x="1127741" y="83985"/>
                  <a:pt x="1125475" y="87415"/>
                </a:cubicBezTo>
                <a:cubicBezTo>
                  <a:pt x="1123208" y="90843"/>
                  <a:pt x="1119937" y="93496"/>
                  <a:pt x="1115662" y="95373"/>
                </a:cubicBezTo>
                <a:cubicBezTo>
                  <a:pt x="1111388" y="97250"/>
                  <a:pt x="1106552" y="98188"/>
                  <a:pt x="1101154" y="98188"/>
                </a:cubicBezTo>
                <a:cubicBezTo>
                  <a:pt x="1092216" y="98188"/>
                  <a:pt x="1085405" y="96326"/>
                  <a:pt x="1080720" y="92602"/>
                </a:cubicBezTo>
                <a:cubicBezTo>
                  <a:pt x="1076035" y="88878"/>
                  <a:pt x="1073045" y="83356"/>
                  <a:pt x="1071750" y="76038"/>
                </a:cubicBezTo>
                <a:close/>
                <a:moveTo>
                  <a:pt x="1179675" y="15156"/>
                </a:moveTo>
                <a:lnTo>
                  <a:pt x="1179675" y="1684"/>
                </a:lnTo>
                <a:lnTo>
                  <a:pt x="1191334" y="1684"/>
                </a:lnTo>
                <a:lnTo>
                  <a:pt x="1191334" y="15156"/>
                </a:lnTo>
                <a:lnTo>
                  <a:pt x="1179675" y="15156"/>
                </a:lnTo>
                <a:moveTo>
                  <a:pt x="1179675" y="96634"/>
                </a:moveTo>
                <a:lnTo>
                  <a:pt x="1179675" y="27850"/>
                </a:lnTo>
                <a:lnTo>
                  <a:pt x="1191334" y="27850"/>
                </a:lnTo>
                <a:lnTo>
                  <a:pt x="1191334" y="96634"/>
                </a:lnTo>
                <a:lnTo>
                  <a:pt x="1179675" y="96634"/>
                </a:lnTo>
                <a:close/>
                <a:moveTo>
                  <a:pt x="1204394" y="76038"/>
                </a:moveTo>
                <a:lnTo>
                  <a:pt x="1215923" y="74224"/>
                </a:lnTo>
                <a:cubicBezTo>
                  <a:pt x="1216571" y="78824"/>
                  <a:pt x="1218373" y="82349"/>
                  <a:pt x="1221331" y="84800"/>
                </a:cubicBezTo>
                <a:cubicBezTo>
                  <a:pt x="1224289" y="87249"/>
                  <a:pt x="1228423" y="88473"/>
                  <a:pt x="1233734" y="88473"/>
                </a:cubicBezTo>
                <a:cubicBezTo>
                  <a:pt x="1239088" y="88473"/>
                  <a:pt x="1243061" y="87392"/>
                  <a:pt x="1245652" y="85229"/>
                </a:cubicBezTo>
                <a:cubicBezTo>
                  <a:pt x="1248242" y="83064"/>
                  <a:pt x="1249538" y="80526"/>
                  <a:pt x="1249538" y="77614"/>
                </a:cubicBezTo>
                <a:cubicBezTo>
                  <a:pt x="1249538" y="75001"/>
                  <a:pt x="1248393" y="72944"/>
                  <a:pt x="1246105" y="71445"/>
                </a:cubicBezTo>
                <a:cubicBezTo>
                  <a:pt x="1244507" y="70417"/>
                  <a:pt x="1240535" y="69110"/>
                  <a:pt x="1234188" y="67525"/>
                </a:cubicBezTo>
                <a:cubicBezTo>
                  <a:pt x="1225638" y="65364"/>
                  <a:pt x="1219712" y="63496"/>
                  <a:pt x="1216409" y="61918"/>
                </a:cubicBezTo>
                <a:cubicBezTo>
                  <a:pt x="1213106" y="60341"/>
                  <a:pt x="1210601" y="58158"/>
                  <a:pt x="1208896" y="55371"/>
                </a:cubicBezTo>
                <a:cubicBezTo>
                  <a:pt x="1207190" y="52583"/>
                  <a:pt x="1206337" y="49504"/>
                  <a:pt x="1206337" y="46133"/>
                </a:cubicBezTo>
                <a:cubicBezTo>
                  <a:pt x="1206337" y="43065"/>
                  <a:pt x="1207039" y="40223"/>
                  <a:pt x="1208442" y="37608"/>
                </a:cubicBezTo>
                <a:cubicBezTo>
                  <a:pt x="1209846" y="34993"/>
                  <a:pt x="1211756" y="32821"/>
                  <a:pt x="1214174" y="31093"/>
                </a:cubicBezTo>
                <a:cubicBezTo>
                  <a:pt x="1215988" y="29753"/>
                  <a:pt x="1218460" y="28619"/>
                  <a:pt x="1221590" y="27690"/>
                </a:cubicBezTo>
                <a:cubicBezTo>
                  <a:pt x="1224721" y="26761"/>
                  <a:pt x="1228078" y="26296"/>
                  <a:pt x="1231662" y="26296"/>
                </a:cubicBezTo>
                <a:cubicBezTo>
                  <a:pt x="1237059" y="26296"/>
                  <a:pt x="1241798" y="27078"/>
                  <a:pt x="1245878" y="28644"/>
                </a:cubicBezTo>
                <a:cubicBezTo>
                  <a:pt x="1249959" y="30208"/>
                  <a:pt x="1252970" y="32327"/>
                  <a:pt x="1254913" y="35001"/>
                </a:cubicBezTo>
                <a:cubicBezTo>
                  <a:pt x="1256856" y="37674"/>
                  <a:pt x="1258195" y="41249"/>
                  <a:pt x="1258929" y="45726"/>
                </a:cubicBezTo>
                <a:lnTo>
                  <a:pt x="1247530" y="47281"/>
                </a:lnTo>
                <a:cubicBezTo>
                  <a:pt x="1247012" y="43740"/>
                  <a:pt x="1245511" y="40977"/>
                  <a:pt x="1243029" y="38990"/>
                </a:cubicBezTo>
                <a:cubicBezTo>
                  <a:pt x="1240546" y="37004"/>
                  <a:pt x="1237037" y="36011"/>
                  <a:pt x="1232504" y="36011"/>
                </a:cubicBezTo>
                <a:cubicBezTo>
                  <a:pt x="1227150" y="36011"/>
                  <a:pt x="1223328" y="36892"/>
                  <a:pt x="1221040" y="38654"/>
                </a:cubicBezTo>
                <a:cubicBezTo>
                  <a:pt x="1218751" y="40415"/>
                  <a:pt x="1217607" y="42478"/>
                  <a:pt x="1217607" y="44842"/>
                </a:cubicBezTo>
                <a:cubicBezTo>
                  <a:pt x="1217607" y="46345"/>
                  <a:pt x="1218082" y="47698"/>
                  <a:pt x="1219032" y="48902"/>
                </a:cubicBezTo>
                <a:cubicBezTo>
                  <a:pt x="1219982" y="50147"/>
                  <a:pt x="1221472" y="51178"/>
                  <a:pt x="1223501" y="51995"/>
                </a:cubicBezTo>
                <a:cubicBezTo>
                  <a:pt x="1224667" y="52425"/>
                  <a:pt x="1228099" y="53413"/>
                  <a:pt x="1233799" y="54960"/>
                </a:cubicBezTo>
                <a:cubicBezTo>
                  <a:pt x="1242046" y="57160"/>
                  <a:pt x="1247800" y="58962"/>
                  <a:pt x="1251060" y="60364"/>
                </a:cubicBezTo>
                <a:cubicBezTo>
                  <a:pt x="1254320" y="61766"/>
                  <a:pt x="1256878" y="63805"/>
                  <a:pt x="1258735" y="66480"/>
                </a:cubicBezTo>
                <a:cubicBezTo>
                  <a:pt x="1260591" y="69155"/>
                  <a:pt x="1261520" y="72476"/>
                  <a:pt x="1261520" y="76444"/>
                </a:cubicBezTo>
                <a:cubicBezTo>
                  <a:pt x="1261520" y="80328"/>
                  <a:pt x="1260386" y="83985"/>
                  <a:pt x="1258119" y="87415"/>
                </a:cubicBezTo>
                <a:cubicBezTo>
                  <a:pt x="1255853" y="90843"/>
                  <a:pt x="1252582" y="93496"/>
                  <a:pt x="1248307" y="95373"/>
                </a:cubicBezTo>
                <a:cubicBezTo>
                  <a:pt x="1244032" y="97250"/>
                  <a:pt x="1239196" y="98188"/>
                  <a:pt x="1233799" y="98188"/>
                </a:cubicBezTo>
                <a:cubicBezTo>
                  <a:pt x="1224861" y="98188"/>
                  <a:pt x="1218050" y="96326"/>
                  <a:pt x="1213365" y="92602"/>
                </a:cubicBezTo>
                <a:cubicBezTo>
                  <a:pt x="1208680" y="88878"/>
                  <a:pt x="1205690" y="83356"/>
                  <a:pt x="1204394" y="76038"/>
                </a:cubicBezTo>
                <a:close/>
                <a:moveTo>
                  <a:pt x="1337709" y="86336"/>
                </a:moveTo>
                <a:lnTo>
                  <a:pt x="1339393" y="96634"/>
                </a:lnTo>
                <a:cubicBezTo>
                  <a:pt x="1336111" y="97238"/>
                  <a:pt x="1333175" y="97541"/>
                  <a:pt x="1330584" y="97541"/>
                </a:cubicBezTo>
                <a:cubicBezTo>
                  <a:pt x="1326353" y="97541"/>
                  <a:pt x="1323071" y="96871"/>
                  <a:pt x="1320740" y="95533"/>
                </a:cubicBezTo>
                <a:cubicBezTo>
                  <a:pt x="1318408" y="94194"/>
                  <a:pt x="1316767" y="92435"/>
                  <a:pt x="1315817" y="90254"/>
                </a:cubicBezTo>
                <a:cubicBezTo>
                  <a:pt x="1314867" y="88074"/>
                  <a:pt x="1314392" y="83486"/>
                  <a:pt x="1314392" y="76491"/>
                </a:cubicBezTo>
                <a:lnTo>
                  <a:pt x="1314392" y="36918"/>
                </a:lnTo>
                <a:lnTo>
                  <a:pt x="1305843" y="36918"/>
                </a:lnTo>
                <a:lnTo>
                  <a:pt x="1305843" y="27850"/>
                </a:lnTo>
                <a:lnTo>
                  <a:pt x="1314392" y="27850"/>
                </a:lnTo>
                <a:lnTo>
                  <a:pt x="1314392" y="10770"/>
                </a:lnTo>
                <a:lnTo>
                  <a:pt x="1325986" y="3757"/>
                </a:lnTo>
                <a:lnTo>
                  <a:pt x="1325986" y="27850"/>
                </a:lnTo>
                <a:lnTo>
                  <a:pt x="1337709" y="27850"/>
                </a:lnTo>
                <a:lnTo>
                  <a:pt x="1337709" y="36918"/>
                </a:lnTo>
                <a:lnTo>
                  <a:pt x="1325986" y="36918"/>
                </a:lnTo>
                <a:lnTo>
                  <a:pt x="1325986" y="77139"/>
                </a:lnTo>
                <a:cubicBezTo>
                  <a:pt x="1325986" y="80463"/>
                  <a:pt x="1326191" y="82601"/>
                  <a:pt x="1326601" y="83551"/>
                </a:cubicBezTo>
                <a:cubicBezTo>
                  <a:pt x="1327011" y="84501"/>
                  <a:pt x="1327681" y="85256"/>
                  <a:pt x="1328609" y="85818"/>
                </a:cubicBezTo>
                <a:cubicBezTo>
                  <a:pt x="1329537" y="86379"/>
                  <a:pt x="1330865" y="86660"/>
                  <a:pt x="1332592" y="86660"/>
                </a:cubicBezTo>
                <a:cubicBezTo>
                  <a:pt x="1333888" y="86660"/>
                  <a:pt x="1335593" y="86552"/>
                  <a:pt x="1337709" y="86336"/>
                </a:cubicBezTo>
                <a:close/>
                <a:moveTo>
                  <a:pt x="1349001" y="96634"/>
                </a:moveTo>
                <a:lnTo>
                  <a:pt x="1349001" y="27850"/>
                </a:lnTo>
                <a:lnTo>
                  <a:pt x="1359494" y="27850"/>
                </a:lnTo>
                <a:lnTo>
                  <a:pt x="1359494" y="38213"/>
                </a:lnTo>
                <a:cubicBezTo>
                  <a:pt x="1362171" y="33361"/>
                  <a:pt x="1364643" y="30162"/>
                  <a:pt x="1366909" y="28615"/>
                </a:cubicBezTo>
                <a:cubicBezTo>
                  <a:pt x="1369176" y="27069"/>
                  <a:pt x="1371670" y="26296"/>
                  <a:pt x="1374390" y="26296"/>
                </a:cubicBezTo>
                <a:cubicBezTo>
                  <a:pt x="1378319" y="26296"/>
                  <a:pt x="1382313" y="27543"/>
                  <a:pt x="1386372" y="30036"/>
                </a:cubicBezTo>
                <a:lnTo>
                  <a:pt x="1382357" y="40804"/>
                </a:lnTo>
                <a:cubicBezTo>
                  <a:pt x="1379507" y="39120"/>
                  <a:pt x="1376657" y="38278"/>
                  <a:pt x="1373807" y="38278"/>
                </a:cubicBezTo>
                <a:cubicBezTo>
                  <a:pt x="1371260" y="38278"/>
                  <a:pt x="1368971" y="39046"/>
                  <a:pt x="1366942" y="40581"/>
                </a:cubicBezTo>
                <a:cubicBezTo>
                  <a:pt x="1364912" y="42115"/>
                  <a:pt x="1363466" y="44244"/>
                  <a:pt x="1362602" y="46967"/>
                </a:cubicBezTo>
                <a:cubicBezTo>
                  <a:pt x="1361307" y="51116"/>
                  <a:pt x="1360659" y="55655"/>
                  <a:pt x="1360659" y="60582"/>
                </a:cubicBezTo>
                <a:lnTo>
                  <a:pt x="1360659" y="96634"/>
                </a:lnTo>
                <a:lnTo>
                  <a:pt x="1349001" y="96634"/>
                </a:lnTo>
                <a:close/>
                <a:moveTo>
                  <a:pt x="1438380" y="96634"/>
                </a:moveTo>
                <a:lnTo>
                  <a:pt x="1438380" y="86530"/>
                </a:lnTo>
                <a:cubicBezTo>
                  <a:pt x="1433026" y="94302"/>
                  <a:pt x="1425750" y="98188"/>
                  <a:pt x="1416553" y="98188"/>
                </a:cubicBezTo>
                <a:cubicBezTo>
                  <a:pt x="1412494" y="98188"/>
                  <a:pt x="1408705" y="97411"/>
                  <a:pt x="1405186" y="95857"/>
                </a:cubicBezTo>
                <a:cubicBezTo>
                  <a:pt x="1401667" y="94302"/>
                  <a:pt x="1399055" y="92348"/>
                  <a:pt x="1397349" y="89995"/>
                </a:cubicBezTo>
                <a:cubicBezTo>
                  <a:pt x="1395644" y="87642"/>
                  <a:pt x="1394446" y="84760"/>
                  <a:pt x="1393755" y="81349"/>
                </a:cubicBezTo>
                <a:cubicBezTo>
                  <a:pt x="1393280" y="79060"/>
                  <a:pt x="1393042" y="75433"/>
                  <a:pt x="1393042" y="70468"/>
                </a:cubicBezTo>
                <a:lnTo>
                  <a:pt x="1393042" y="27850"/>
                </a:lnTo>
                <a:lnTo>
                  <a:pt x="1404700" y="27850"/>
                </a:lnTo>
                <a:lnTo>
                  <a:pt x="1404700" y="65999"/>
                </a:lnTo>
                <a:cubicBezTo>
                  <a:pt x="1404700" y="72087"/>
                  <a:pt x="1404938" y="76189"/>
                  <a:pt x="1405413" y="78305"/>
                </a:cubicBezTo>
                <a:cubicBezTo>
                  <a:pt x="1406147" y="81370"/>
                  <a:pt x="1407701" y="83777"/>
                  <a:pt x="1410076" y="85526"/>
                </a:cubicBezTo>
                <a:cubicBezTo>
                  <a:pt x="1412451" y="87275"/>
                  <a:pt x="1415387" y="88149"/>
                  <a:pt x="1418885" y="88149"/>
                </a:cubicBezTo>
                <a:cubicBezTo>
                  <a:pt x="1422382" y="88149"/>
                  <a:pt x="1425664" y="87253"/>
                  <a:pt x="1428729" y="85461"/>
                </a:cubicBezTo>
                <a:cubicBezTo>
                  <a:pt x="1431795" y="83669"/>
                  <a:pt x="1433965" y="81230"/>
                  <a:pt x="1435239" y="78143"/>
                </a:cubicBezTo>
                <a:cubicBezTo>
                  <a:pt x="1436512" y="75055"/>
                  <a:pt x="1437149" y="70576"/>
                  <a:pt x="1437149" y="64703"/>
                </a:cubicBezTo>
                <a:lnTo>
                  <a:pt x="1437149" y="27850"/>
                </a:lnTo>
                <a:lnTo>
                  <a:pt x="1448807" y="27850"/>
                </a:lnTo>
                <a:lnTo>
                  <a:pt x="1448807" y="96634"/>
                </a:lnTo>
                <a:lnTo>
                  <a:pt x="1438380" y="96634"/>
                </a:lnTo>
                <a:close/>
                <a:moveTo>
                  <a:pt x="1514138" y="74483"/>
                </a:moveTo>
                <a:lnTo>
                  <a:pt x="1526185" y="75973"/>
                </a:lnTo>
                <a:cubicBezTo>
                  <a:pt x="1524285" y="83011"/>
                  <a:pt x="1520766" y="88473"/>
                  <a:pt x="1515628" y="92359"/>
                </a:cubicBezTo>
                <a:cubicBezTo>
                  <a:pt x="1510490" y="96245"/>
                  <a:pt x="1503927" y="98188"/>
                  <a:pt x="1495938" y="98188"/>
                </a:cubicBezTo>
                <a:cubicBezTo>
                  <a:pt x="1485878" y="98188"/>
                  <a:pt x="1477901" y="95090"/>
                  <a:pt x="1472007" y="88894"/>
                </a:cubicBezTo>
                <a:cubicBezTo>
                  <a:pt x="1466113" y="82698"/>
                  <a:pt x="1463166" y="74008"/>
                  <a:pt x="1463166" y="62825"/>
                </a:cubicBezTo>
                <a:cubicBezTo>
                  <a:pt x="1463166" y="51253"/>
                  <a:pt x="1466145" y="42272"/>
                  <a:pt x="1472104" y="35881"/>
                </a:cubicBezTo>
                <a:cubicBezTo>
                  <a:pt x="1478062" y="29491"/>
                  <a:pt x="1485791" y="26296"/>
                  <a:pt x="1495291" y="26296"/>
                </a:cubicBezTo>
                <a:cubicBezTo>
                  <a:pt x="1504488" y="26296"/>
                  <a:pt x="1512001" y="29422"/>
                  <a:pt x="1517830" y="35673"/>
                </a:cubicBezTo>
                <a:cubicBezTo>
                  <a:pt x="1523659" y="41923"/>
                  <a:pt x="1526574" y="50717"/>
                  <a:pt x="1526574" y="62054"/>
                </a:cubicBezTo>
                <a:cubicBezTo>
                  <a:pt x="1526574" y="62743"/>
                  <a:pt x="1526552" y="63778"/>
                  <a:pt x="1526509" y="65157"/>
                </a:cubicBezTo>
                <a:lnTo>
                  <a:pt x="1475213" y="65157"/>
                </a:lnTo>
                <a:cubicBezTo>
                  <a:pt x="1475644" y="72691"/>
                  <a:pt x="1477782" y="78461"/>
                  <a:pt x="1481625" y="82466"/>
                </a:cubicBezTo>
                <a:cubicBezTo>
                  <a:pt x="1485468" y="86471"/>
                  <a:pt x="1490260" y="88473"/>
                  <a:pt x="1496003" y="88473"/>
                </a:cubicBezTo>
                <a:cubicBezTo>
                  <a:pt x="1500278" y="88473"/>
                  <a:pt x="1503927" y="87361"/>
                  <a:pt x="1506949" y="85138"/>
                </a:cubicBezTo>
                <a:cubicBezTo>
                  <a:pt x="1509972" y="82912"/>
                  <a:pt x="1512368" y="79361"/>
                  <a:pt x="1514138" y="74483"/>
                </a:cubicBezTo>
                <a:moveTo>
                  <a:pt x="1475860" y="55441"/>
                </a:moveTo>
                <a:lnTo>
                  <a:pt x="1514268" y="55441"/>
                </a:lnTo>
                <a:cubicBezTo>
                  <a:pt x="1513750" y="49750"/>
                  <a:pt x="1512282" y="45481"/>
                  <a:pt x="1509864" y="42636"/>
                </a:cubicBezTo>
                <a:cubicBezTo>
                  <a:pt x="1506150" y="38219"/>
                  <a:pt x="1501336" y="36011"/>
                  <a:pt x="1495420" y="36011"/>
                </a:cubicBezTo>
                <a:cubicBezTo>
                  <a:pt x="1490066" y="36011"/>
                  <a:pt x="1485565" y="37774"/>
                  <a:pt x="1481916" y="41300"/>
                </a:cubicBezTo>
                <a:cubicBezTo>
                  <a:pt x="1478268" y="44824"/>
                  <a:pt x="1476249" y="49538"/>
                  <a:pt x="1475860" y="55441"/>
                </a:cubicBezTo>
                <a:close/>
                <a:moveTo>
                  <a:pt x="1536686" y="124614"/>
                </a:moveTo>
                <a:cubicBezTo>
                  <a:pt x="1540269" y="116920"/>
                  <a:pt x="1542795" y="111020"/>
                  <a:pt x="1544263" y="106914"/>
                </a:cubicBezTo>
                <a:cubicBezTo>
                  <a:pt x="1545732" y="102808"/>
                  <a:pt x="1547092" y="98075"/>
                  <a:pt x="1548344" y="92715"/>
                </a:cubicBezTo>
                <a:cubicBezTo>
                  <a:pt x="1549596" y="87354"/>
                  <a:pt x="1550524" y="82265"/>
                  <a:pt x="1551129" y="77446"/>
                </a:cubicBezTo>
                <a:cubicBezTo>
                  <a:pt x="1551733" y="72627"/>
                  <a:pt x="1552036" y="67688"/>
                  <a:pt x="1552036" y="62631"/>
                </a:cubicBezTo>
                <a:cubicBezTo>
                  <a:pt x="1552036" y="52343"/>
                  <a:pt x="1550935" y="42607"/>
                  <a:pt x="1548732" y="33422"/>
                </a:cubicBezTo>
                <a:cubicBezTo>
                  <a:pt x="1546530" y="24237"/>
                  <a:pt x="1542472" y="13097"/>
                  <a:pt x="1536556" y="0"/>
                </a:cubicBezTo>
                <a:lnTo>
                  <a:pt x="1548927" y="0"/>
                </a:lnTo>
                <a:cubicBezTo>
                  <a:pt x="1555447" y="9293"/>
                  <a:pt x="1560509" y="19148"/>
                  <a:pt x="1564115" y="29565"/>
                </a:cubicBezTo>
                <a:cubicBezTo>
                  <a:pt x="1567720" y="39981"/>
                  <a:pt x="1569523" y="50549"/>
                  <a:pt x="1569523" y="61268"/>
                </a:cubicBezTo>
                <a:cubicBezTo>
                  <a:pt x="1569523" y="70302"/>
                  <a:pt x="1568098" y="79984"/>
                  <a:pt x="1565248" y="90315"/>
                </a:cubicBezTo>
                <a:cubicBezTo>
                  <a:pt x="1562010" y="101899"/>
                  <a:pt x="1556677" y="113332"/>
                  <a:pt x="1549251" y="124614"/>
                </a:cubicBezTo>
                <a:lnTo>
                  <a:pt x="1536686" y="124614"/>
                </a:lnTo>
                <a:close/>
                <a:moveTo>
                  <a:pt x="1580856" y="124614"/>
                </a:moveTo>
                <a:cubicBezTo>
                  <a:pt x="1584440" y="116920"/>
                  <a:pt x="1586966" y="111020"/>
                  <a:pt x="1588434" y="106914"/>
                </a:cubicBezTo>
                <a:cubicBezTo>
                  <a:pt x="1589902" y="102808"/>
                  <a:pt x="1591262" y="98075"/>
                  <a:pt x="1592515" y="92715"/>
                </a:cubicBezTo>
                <a:cubicBezTo>
                  <a:pt x="1593767" y="87354"/>
                  <a:pt x="1594695" y="82265"/>
                  <a:pt x="1595300" y="77446"/>
                </a:cubicBezTo>
                <a:cubicBezTo>
                  <a:pt x="1595904" y="72627"/>
                  <a:pt x="1596206" y="67688"/>
                  <a:pt x="1596206" y="62631"/>
                </a:cubicBezTo>
                <a:cubicBezTo>
                  <a:pt x="1596206" y="52343"/>
                  <a:pt x="1595105" y="42607"/>
                  <a:pt x="1592903" y="33422"/>
                </a:cubicBezTo>
                <a:cubicBezTo>
                  <a:pt x="1590701" y="24237"/>
                  <a:pt x="1586642" y="13097"/>
                  <a:pt x="1580727" y="0"/>
                </a:cubicBezTo>
                <a:lnTo>
                  <a:pt x="1593097" y="0"/>
                </a:lnTo>
                <a:cubicBezTo>
                  <a:pt x="1599617" y="9293"/>
                  <a:pt x="1604680" y="19148"/>
                  <a:pt x="1608286" y="29565"/>
                </a:cubicBezTo>
                <a:cubicBezTo>
                  <a:pt x="1611891" y="39981"/>
                  <a:pt x="1613694" y="50549"/>
                  <a:pt x="1613694" y="61268"/>
                </a:cubicBezTo>
                <a:cubicBezTo>
                  <a:pt x="1613694" y="70302"/>
                  <a:pt x="1612269" y="79984"/>
                  <a:pt x="1609419" y="90315"/>
                </a:cubicBezTo>
                <a:cubicBezTo>
                  <a:pt x="1606181" y="101899"/>
                  <a:pt x="1600848" y="113332"/>
                  <a:pt x="1593421" y="124614"/>
                </a:cubicBezTo>
                <a:lnTo>
                  <a:pt x="1580856" y="124614"/>
                </a:lnTo>
                <a:close/>
                <a:moveTo>
                  <a:pt x="1625027" y="124614"/>
                </a:moveTo>
                <a:cubicBezTo>
                  <a:pt x="1628610" y="116920"/>
                  <a:pt x="1631136" y="111020"/>
                  <a:pt x="1632605" y="106914"/>
                </a:cubicBezTo>
                <a:cubicBezTo>
                  <a:pt x="1634073" y="102808"/>
                  <a:pt x="1635433" y="98075"/>
                  <a:pt x="1636685" y="92715"/>
                </a:cubicBezTo>
                <a:cubicBezTo>
                  <a:pt x="1637937" y="87354"/>
                  <a:pt x="1638865" y="82265"/>
                  <a:pt x="1639470" y="77446"/>
                </a:cubicBezTo>
                <a:cubicBezTo>
                  <a:pt x="1640074" y="72627"/>
                  <a:pt x="1640377" y="67688"/>
                  <a:pt x="1640377" y="62631"/>
                </a:cubicBezTo>
                <a:cubicBezTo>
                  <a:pt x="1640377" y="52343"/>
                  <a:pt x="1639276" y="42607"/>
                  <a:pt x="1637074" y="33422"/>
                </a:cubicBezTo>
                <a:cubicBezTo>
                  <a:pt x="1634871" y="24237"/>
                  <a:pt x="1630813" y="13097"/>
                  <a:pt x="1624897" y="0"/>
                </a:cubicBezTo>
                <a:lnTo>
                  <a:pt x="1637268" y="0"/>
                </a:lnTo>
                <a:cubicBezTo>
                  <a:pt x="1643788" y="9293"/>
                  <a:pt x="1648850" y="19148"/>
                  <a:pt x="1652456" y="29565"/>
                </a:cubicBezTo>
                <a:cubicBezTo>
                  <a:pt x="1656061" y="39981"/>
                  <a:pt x="1657864" y="50549"/>
                  <a:pt x="1657864" y="61268"/>
                </a:cubicBezTo>
                <a:cubicBezTo>
                  <a:pt x="1657864" y="70302"/>
                  <a:pt x="1656439" y="79984"/>
                  <a:pt x="1653589" y="90315"/>
                </a:cubicBezTo>
                <a:cubicBezTo>
                  <a:pt x="1650351" y="101899"/>
                  <a:pt x="1645018" y="113332"/>
                  <a:pt x="1637592" y="124614"/>
                </a:cubicBezTo>
                <a:lnTo>
                  <a:pt x="1625027" y="124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(">
            <a:extLst xmlns:a="http://schemas.openxmlformats.org/drawingml/2006/main">
              <a:ext uri="{FF2B5EF4-FFF2-40B4-BE49-F238E27FC236}">
                <a16:creationId xmlns:a16="http://schemas.microsoft.com/office/drawing/2014/main" id="{5812B92A-19B1-4F18-A6CB-B62F8BDE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156" y="1453897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981E6-90D4-440D-8BF7-7F220E0D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599" y="1427361"/>
            <a:ext cx="530579" cy="151594"/>
          </a:xfrm>
          <a:custGeom xmlns:a="http://schemas.openxmlformats.org/drawingml/2006/main">
            <a:pathLst>
              <a:path w="530579" h="151594">
                <a:moveTo>
                  <a:pt x="0" y="0"/>
                </a:moveTo>
                <a:lnTo>
                  <a:pt x="530579" y="0"/>
                </a:lnTo>
                <a:lnTo>
                  <a:pt x="53057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Implies">
            <a:extLst xmlns:a="http://schemas.openxmlformats.org/drawingml/2006/main">
              <a:ext uri="{FF2B5EF4-FFF2-40B4-BE49-F238E27FC236}">
                <a16:creationId xmlns:a16="http://schemas.microsoft.com/office/drawing/2014/main" id="{C0CB47EA-EC21-4C19-B661-EE6E214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285" y="1455581"/>
            <a:ext cx="441635" cy="121116"/>
          </a:xfrm>
          <a:custGeom xmlns:a="http://schemas.openxmlformats.org/drawingml/2006/main">
            <a:pathLst>
              <a:path w="441635" h="121116">
                <a:moveTo>
                  <a:pt x="0" y="94950"/>
                </a:moveTo>
                <a:lnTo>
                  <a:pt x="0" y="0"/>
                </a:lnTo>
                <a:lnTo>
                  <a:pt x="19171" y="0"/>
                </a:lnTo>
                <a:lnTo>
                  <a:pt x="19171" y="94950"/>
                </a:lnTo>
                <a:lnTo>
                  <a:pt x="0" y="94950"/>
                </a:lnTo>
                <a:close/>
                <a:moveTo>
                  <a:pt x="35969" y="26166"/>
                </a:moveTo>
                <a:lnTo>
                  <a:pt x="52744" y="26166"/>
                </a:lnTo>
                <a:lnTo>
                  <a:pt x="52744" y="35558"/>
                </a:lnTo>
                <a:cubicBezTo>
                  <a:pt x="58745" y="28260"/>
                  <a:pt x="65892" y="24612"/>
                  <a:pt x="74182" y="24612"/>
                </a:cubicBezTo>
                <a:cubicBezTo>
                  <a:pt x="78586" y="24612"/>
                  <a:pt x="82407" y="25523"/>
                  <a:pt x="85646" y="27344"/>
                </a:cubicBezTo>
                <a:cubicBezTo>
                  <a:pt x="88884" y="29166"/>
                  <a:pt x="91540" y="31921"/>
                  <a:pt x="93612" y="35608"/>
                </a:cubicBezTo>
                <a:cubicBezTo>
                  <a:pt x="96635" y="31921"/>
                  <a:pt x="99895" y="29166"/>
                  <a:pt x="103392" y="27344"/>
                </a:cubicBezTo>
                <a:cubicBezTo>
                  <a:pt x="106890" y="25523"/>
                  <a:pt x="110625" y="24612"/>
                  <a:pt x="114597" y="24612"/>
                </a:cubicBezTo>
                <a:cubicBezTo>
                  <a:pt x="119649" y="24612"/>
                  <a:pt x="123924" y="25637"/>
                  <a:pt x="127421" y="27688"/>
                </a:cubicBezTo>
                <a:cubicBezTo>
                  <a:pt x="130919" y="29739"/>
                  <a:pt x="133531" y="32751"/>
                  <a:pt x="135258" y="36723"/>
                </a:cubicBezTo>
                <a:cubicBezTo>
                  <a:pt x="136510" y="39660"/>
                  <a:pt x="137136" y="44409"/>
                  <a:pt x="137136" y="50972"/>
                </a:cubicBezTo>
                <a:lnTo>
                  <a:pt x="137136" y="94950"/>
                </a:lnTo>
                <a:lnTo>
                  <a:pt x="118937" y="94950"/>
                </a:lnTo>
                <a:lnTo>
                  <a:pt x="118937" y="55680"/>
                </a:lnTo>
                <a:cubicBezTo>
                  <a:pt x="118937" y="48866"/>
                  <a:pt x="118310" y="44467"/>
                  <a:pt x="117058" y="42484"/>
                </a:cubicBezTo>
                <a:cubicBezTo>
                  <a:pt x="115374" y="39896"/>
                  <a:pt x="112784" y="38602"/>
                  <a:pt x="109286" y="38602"/>
                </a:cubicBezTo>
                <a:cubicBezTo>
                  <a:pt x="106739" y="38602"/>
                  <a:pt x="104342" y="39378"/>
                  <a:pt x="102097" y="40931"/>
                </a:cubicBezTo>
                <a:cubicBezTo>
                  <a:pt x="99852" y="42483"/>
                  <a:pt x="98232" y="44758"/>
                  <a:pt x="97239" y="47756"/>
                </a:cubicBezTo>
                <a:cubicBezTo>
                  <a:pt x="96246" y="50753"/>
                  <a:pt x="95750" y="55487"/>
                  <a:pt x="95750" y="61957"/>
                </a:cubicBezTo>
                <a:lnTo>
                  <a:pt x="95750" y="94950"/>
                </a:lnTo>
                <a:lnTo>
                  <a:pt x="77550" y="94950"/>
                </a:lnTo>
                <a:lnTo>
                  <a:pt x="77550" y="57297"/>
                </a:lnTo>
                <a:cubicBezTo>
                  <a:pt x="77550" y="50613"/>
                  <a:pt x="77226" y="46300"/>
                  <a:pt x="76578" y="44360"/>
                </a:cubicBezTo>
                <a:cubicBezTo>
                  <a:pt x="75931" y="42418"/>
                  <a:pt x="74927" y="40973"/>
                  <a:pt x="73567" y="40025"/>
                </a:cubicBezTo>
                <a:cubicBezTo>
                  <a:pt x="72206" y="39076"/>
                  <a:pt x="70361" y="38602"/>
                  <a:pt x="68029" y="38602"/>
                </a:cubicBezTo>
                <a:cubicBezTo>
                  <a:pt x="65222" y="38602"/>
                  <a:pt x="62696" y="39357"/>
                  <a:pt x="60451" y="40867"/>
                </a:cubicBezTo>
                <a:cubicBezTo>
                  <a:pt x="58206" y="42375"/>
                  <a:pt x="56597" y="44553"/>
                  <a:pt x="55626" y="47400"/>
                </a:cubicBezTo>
                <a:cubicBezTo>
                  <a:pt x="54654" y="50247"/>
                  <a:pt x="54169" y="54970"/>
                  <a:pt x="54169" y="61568"/>
                </a:cubicBezTo>
                <a:lnTo>
                  <a:pt x="54169" y="94950"/>
                </a:lnTo>
                <a:lnTo>
                  <a:pt x="35969" y="94950"/>
                </a:lnTo>
                <a:lnTo>
                  <a:pt x="35969" y="26166"/>
                </a:lnTo>
                <a:close/>
                <a:moveTo>
                  <a:pt x="154732" y="26166"/>
                </a:moveTo>
                <a:lnTo>
                  <a:pt x="171701" y="26166"/>
                </a:lnTo>
                <a:lnTo>
                  <a:pt x="171701" y="36270"/>
                </a:lnTo>
                <a:cubicBezTo>
                  <a:pt x="173903" y="32816"/>
                  <a:pt x="176882" y="30009"/>
                  <a:pt x="180639" y="27850"/>
                </a:cubicBezTo>
                <a:cubicBezTo>
                  <a:pt x="184395" y="25691"/>
                  <a:pt x="188562" y="24612"/>
                  <a:pt x="193139" y="24612"/>
                </a:cubicBezTo>
                <a:cubicBezTo>
                  <a:pt x="201127" y="24612"/>
                  <a:pt x="207906" y="27742"/>
                  <a:pt x="213476" y="34003"/>
                </a:cubicBezTo>
                <a:cubicBezTo>
                  <a:pt x="219046" y="40264"/>
                  <a:pt x="221831" y="48986"/>
                  <a:pt x="221831" y="60169"/>
                </a:cubicBezTo>
                <a:cubicBezTo>
                  <a:pt x="221831" y="71655"/>
                  <a:pt x="219025" y="80582"/>
                  <a:pt x="213412" y="86951"/>
                </a:cubicBezTo>
                <a:cubicBezTo>
                  <a:pt x="207798" y="93320"/>
                  <a:pt x="200998" y="96504"/>
                  <a:pt x="193010" y="96504"/>
                </a:cubicBezTo>
                <a:cubicBezTo>
                  <a:pt x="189210" y="96504"/>
                  <a:pt x="185766" y="95749"/>
                  <a:pt x="182679" y="94237"/>
                </a:cubicBezTo>
                <a:cubicBezTo>
                  <a:pt x="179592" y="92726"/>
                  <a:pt x="176343" y="90135"/>
                  <a:pt x="172932" y="86465"/>
                </a:cubicBezTo>
                <a:lnTo>
                  <a:pt x="172932" y="121116"/>
                </a:lnTo>
                <a:lnTo>
                  <a:pt x="154732" y="121116"/>
                </a:lnTo>
                <a:lnTo>
                  <a:pt x="154732" y="26166"/>
                </a:lnTo>
                <a:moveTo>
                  <a:pt x="172737" y="59362"/>
                </a:moveTo>
                <a:cubicBezTo>
                  <a:pt x="172737" y="67079"/>
                  <a:pt x="174270" y="72780"/>
                  <a:pt x="177336" y="76467"/>
                </a:cubicBezTo>
                <a:cubicBezTo>
                  <a:pt x="180401" y="80153"/>
                  <a:pt x="184136" y="81996"/>
                  <a:pt x="188541" y="81996"/>
                </a:cubicBezTo>
                <a:cubicBezTo>
                  <a:pt x="192772" y="81996"/>
                  <a:pt x="196291" y="80304"/>
                  <a:pt x="199098" y="76920"/>
                </a:cubicBezTo>
                <a:cubicBezTo>
                  <a:pt x="201904" y="73536"/>
                  <a:pt x="203308" y="67985"/>
                  <a:pt x="203308" y="60267"/>
                </a:cubicBezTo>
                <a:cubicBezTo>
                  <a:pt x="203308" y="53067"/>
                  <a:pt x="201861" y="47721"/>
                  <a:pt x="198968" y="44228"/>
                </a:cubicBezTo>
                <a:cubicBezTo>
                  <a:pt x="196075" y="40736"/>
                  <a:pt x="192491" y="38990"/>
                  <a:pt x="188217" y="38990"/>
                </a:cubicBezTo>
                <a:cubicBezTo>
                  <a:pt x="183769" y="38990"/>
                  <a:pt x="180078" y="40704"/>
                  <a:pt x="177141" y="44131"/>
                </a:cubicBezTo>
                <a:cubicBezTo>
                  <a:pt x="174205" y="47559"/>
                  <a:pt x="172737" y="52635"/>
                  <a:pt x="172737" y="59362"/>
                </a:cubicBezTo>
                <a:close/>
                <a:moveTo>
                  <a:pt x="236296" y="94950"/>
                </a:moveTo>
                <a:lnTo>
                  <a:pt x="236296" y="0"/>
                </a:lnTo>
                <a:lnTo>
                  <a:pt x="254496" y="0"/>
                </a:lnTo>
                <a:lnTo>
                  <a:pt x="254496" y="94950"/>
                </a:lnTo>
                <a:lnTo>
                  <a:pt x="236296" y="94950"/>
                </a:lnTo>
                <a:close/>
                <a:moveTo>
                  <a:pt x="273171" y="16840"/>
                </a:moveTo>
                <a:lnTo>
                  <a:pt x="273171" y="0"/>
                </a:lnTo>
                <a:lnTo>
                  <a:pt x="291371" y="0"/>
                </a:lnTo>
                <a:lnTo>
                  <a:pt x="291371" y="16840"/>
                </a:lnTo>
                <a:lnTo>
                  <a:pt x="273171" y="16840"/>
                </a:lnTo>
                <a:moveTo>
                  <a:pt x="273171" y="94950"/>
                </a:moveTo>
                <a:lnTo>
                  <a:pt x="273171" y="26166"/>
                </a:lnTo>
                <a:lnTo>
                  <a:pt x="291371" y="26166"/>
                </a:lnTo>
                <a:lnTo>
                  <a:pt x="291371" y="94950"/>
                </a:lnTo>
                <a:lnTo>
                  <a:pt x="273171" y="94950"/>
                </a:lnTo>
                <a:close/>
                <a:moveTo>
                  <a:pt x="349879" y="73058"/>
                </a:moveTo>
                <a:lnTo>
                  <a:pt x="368014" y="76167"/>
                </a:lnTo>
                <a:cubicBezTo>
                  <a:pt x="365682" y="82795"/>
                  <a:pt x="362001" y="87842"/>
                  <a:pt x="356971" y="91307"/>
                </a:cubicBezTo>
                <a:cubicBezTo>
                  <a:pt x="351941" y="94772"/>
                  <a:pt x="345647" y="96504"/>
                  <a:pt x="338091" y="96504"/>
                </a:cubicBezTo>
                <a:cubicBezTo>
                  <a:pt x="326131" y="96504"/>
                  <a:pt x="317279" y="92597"/>
                  <a:pt x="311536" y="84781"/>
                </a:cubicBezTo>
                <a:cubicBezTo>
                  <a:pt x="307003" y="78520"/>
                  <a:pt x="304736" y="70619"/>
                  <a:pt x="304736" y="61076"/>
                </a:cubicBezTo>
                <a:cubicBezTo>
                  <a:pt x="304736" y="49677"/>
                  <a:pt x="307715" y="40750"/>
                  <a:pt x="313674" y="34295"/>
                </a:cubicBezTo>
                <a:cubicBezTo>
                  <a:pt x="319632" y="27839"/>
                  <a:pt x="327167" y="24612"/>
                  <a:pt x="336278" y="24612"/>
                </a:cubicBezTo>
                <a:cubicBezTo>
                  <a:pt x="346511" y="24612"/>
                  <a:pt x="354585" y="27991"/>
                  <a:pt x="360501" y="34748"/>
                </a:cubicBezTo>
                <a:cubicBezTo>
                  <a:pt x="366416" y="41505"/>
                  <a:pt x="369245" y="51858"/>
                  <a:pt x="368986" y="65804"/>
                </a:cubicBezTo>
                <a:lnTo>
                  <a:pt x="323389" y="65804"/>
                </a:lnTo>
                <a:cubicBezTo>
                  <a:pt x="323518" y="71202"/>
                  <a:pt x="324986" y="75401"/>
                  <a:pt x="327793" y="78402"/>
                </a:cubicBezTo>
                <a:cubicBezTo>
                  <a:pt x="330600" y="81403"/>
                  <a:pt x="334097" y="82903"/>
                  <a:pt x="338285" y="82903"/>
                </a:cubicBezTo>
                <a:cubicBezTo>
                  <a:pt x="341135" y="82903"/>
                  <a:pt x="343532" y="82126"/>
                  <a:pt x="345475" y="80571"/>
                </a:cubicBezTo>
                <a:cubicBezTo>
                  <a:pt x="347418" y="79017"/>
                  <a:pt x="348886" y="76513"/>
                  <a:pt x="349879" y="73058"/>
                </a:cubicBezTo>
                <a:moveTo>
                  <a:pt x="350915" y="54664"/>
                </a:moveTo>
                <a:cubicBezTo>
                  <a:pt x="350786" y="49418"/>
                  <a:pt x="349426" y="45429"/>
                  <a:pt x="346835" y="42698"/>
                </a:cubicBezTo>
                <a:cubicBezTo>
                  <a:pt x="344244" y="39967"/>
                  <a:pt x="341092" y="38602"/>
                  <a:pt x="337379" y="38602"/>
                </a:cubicBezTo>
                <a:cubicBezTo>
                  <a:pt x="333406" y="38602"/>
                  <a:pt x="330125" y="40042"/>
                  <a:pt x="327534" y="42923"/>
                </a:cubicBezTo>
                <a:cubicBezTo>
                  <a:pt x="324943" y="45805"/>
                  <a:pt x="323670" y="49719"/>
                  <a:pt x="323713" y="54664"/>
                </a:cubicBezTo>
                <a:lnTo>
                  <a:pt x="350915" y="54664"/>
                </a:lnTo>
                <a:close/>
                <a:moveTo>
                  <a:pt x="377385" y="75390"/>
                </a:moveTo>
                <a:lnTo>
                  <a:pt x="395650" y="72540"/>
                </a:lnTo>
                <a:cubicBezTo>
                  <a:pt x="396427" y="76059"/>
                  <a:pt x="398003" y="78731"/>
                  <a:pt x="400378" y="80555"/>
                </a:cubicBezTo>
                <a:cubicBezTo>
                  <a:pt x="402753" y="82379"/>
                  <a:pt x="406077" y="83292"/>
                  <a:pt x="410352" y="83292"/>
                </a:cubicBezTo>
                <a:cubicBezTo>
                  <a:pt x="415059" y="83292"/>
                  <a:pt x="418599" y="82429"/>
                  <a:pt x="420974" y="80705"/>
                </a:cubicBezTo>
                <a:cubicBezTo>
                  <a:pt x="422572" y="79497"/>
                  <a:pt x="423371" y="77880"/>
                  <a:pt x="423371" y="75853"/>
                </a:cubicBezTo>
                <a:cubicBezTo>
                  <a:pt x="423371" y="74473"/>
                  <a:pt x="422939" y="73330"/>
                  <a:pt x="422075" y="72425"/>
                </a:cubicBezTo>
                <a:cubicBezTo>
                  <a:pt x="421168" y="71563"/>
                  <a:pt x="419139" y="70765"/>
                  <a:pt x="415987" y="70032"/>
                </a:cubicBezTo>
                <a:cubicBezTo>
                  <a:pt x="401306" y="66799"/>
                  <a:pt x="392001" y="63846"/>
                  <a:pt x="388072" y="61171"/>
                </a:cubicBezTo>
                <a:cubicBezTo>
                  <a:pt x="382631" y="57461"/>
                  <a:pt x="379911" y="52306"/>
                  <a:pt x="379911" y="45706"/>
                </a:cubicBezTo>
                <a:cubicBezTo>
                  <a:pt x="379911" y="39753"/>
                  <a:pt x="382264" y="34749"/>
                  <a:pt x="386971" y="30694"/>
                </a:cubicBezTo>
                <a:cubicBezTo>
                  <a:pt x="391677" y="26639"/>
                  <a:pt x="398975" y="24612"/>
                  <a:pt x="408863" y="24612"/>
                </a:cubicBezTo>
                <a:cubicBezTo>
                  <a:pt x="418275" y="24612"/>
                  <a:pt x="425270" y="26139"/>
                  <a:pt x="429847" y="29194"/>
                </a:cubicBezTo>
                <a:cubicBezTo>
                  <a:pt x="434424" y="32249"/>
                  <a:pt x="437576" y="36767"/>
                  <a:pt x="439303" y="42747"/>
                </a:cubicBezTo>
                <a:lnTo>
                  <a:pt x="422140" y="45985"/>
                </a:lnTo>
                <a:cubicBezTo>
                  <a:pt x="421406" y="43308"/>
                  <a:pt x="420013" y="41257"/>
                  <a:pt x="417962" y="39832"/>
                </a:cubicBezTo>
                <a:cubicBezTo>
                  <a:pt x="415911" y="38407"/>
                  <a:pt x="412986" y="37695"/>
                  <a:pt x="409186" y="37695"/>
                </a:cubicBezTo>
                <a:cubicBezTo>
                  <a:pt x="404394" y="37695"/>
                  <a:pt x="400961" y="38364"/>
                  <a:pt x="398888" y="39701"/>
                </a:cubicBezTo>
                <a:cubicBezTo>
                  <a:pt x="397507" y="40648"/>
                  <a:pt x="396816" y="41877"/>
                  <a:pt x="396816" y="43386"/>
                </a:cubicBezTo>
                <a:cubicBezTo>
                  <a:pt x="396816" y="44679"/>
                  <a:pt x="397420" y="45778"/>
                  <a:pt x="398629" y="46684"/>
                </a:cubicBezTo>
                <a:cubicBezTo>
                  <a:pt x="400270" y="47891"/>
                  <a:pt x="405937" y="49595"/>
                  <a:pt x="415631" y="51794"/>
                </a:cubicBezTo>
                <a:cubicBezTo>
                  <a:pt x="425324" y="53994"/>
                  <a:pt x="432093" y="56692"/>
                  <a:pt x="435936" y="59888"/>
                </a:cubicBezTo>
                <a:cubicBezTo>
                  <a:pt x="439735" y="63129"/>
                  <a:pt x="441635" y="67644"/>
                  <a:pt x="441635" y="73433"/>
                </a:cubicBezTo>
                <a:cubicBezTo>
                  <a:pt x="441635" y="79741"/>
                  <a:pt x="439001" y="85163"/>
                  <a:pt x="433733" y="89700"/>
                </a:cubicBezTo>
                <a:cubicBezTo>
                  <a:pt x="428466" y="94236"/>
                  <a:pt x="420672" y="96504"/>
                  <a:pt x="410352" y="96504"/>
                </a:cubicBezTo>
                <a:cubicBezTo>
                  <a:pt x="400982" y="96504"/>
                  <a:pt x="393566" y="94611"/>
                  <a:pt x="388104" y="90823"/>
                </a:cubicBezTo>
                <a:cubicBezTo>
                  <a:pt x="382642" y="87034"/>
                  <a:pt x="379069" y="81890"/>
                  <a:pt x="377385" y="753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(">
            <a:extLst xmlns:a="http://schemas.openxmlformats.org/drawingml/2006/main">
              <a:ext uri="{FF2B5EF4-FFF2-40B4-BE49-F238E27FC236}">
                <a16:creationId xmlns:a16="http://schemas.microsoft.com/office/drawing/2014/main" id="{351F4DFD-3CAA-4E4C-9B73-1C30641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663" y="1283354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BD636-5A0A-400B-A396-FC26A45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106" y="1256817"/>
            <a:ext cx="170543" cy="151594"/>
          </a:xfrm>
          <a:custGeom xmlns:a="http://schemas.openxmlformats.org/drawingml/2006/main">
            <a:pathLst>
              <a:path w="170543" h="151594">
                <a:moveTo>
                  <a:pt x="0" y="0"/>
                </a:moveTo>
                <a:lnTo>
                  <a:pt x="170543" y="0"/>
                </a:lnTo>
                <a:lnTo>
                  <a:pt x="170543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G">
            <a:extLst xmlns:a="http://schemas.openxmlformats.org/drawingml/2006/main">
              <a:ext uri="{FF2B5EF4-FFF2-40B4-BE49-F238E27FC236}">
                <a16:creationId xmlns:a16="http://schemas.microsoft.com/office/drawing/2014/main" id="{04F67650-2DDF-42B3-93D3-B6CBBC9E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072" y="1283354"/>
            <a:ext cx="88797" cy="98318"/>
          </a:xfrm>
          <a:custGeom xmlns:a="http://schemas.openxmlformats.org/drawingml/2006/main">
            <a:pathLst>
              <a:path w="88797" h="98318">
                <a:moveTo>
                  <a:pt x="47475" y="61789"/>
                </a:moveTo>
                <a:lnTo>
                  <a:pt x="47475" y="45726"/>
                </a:lnTo>
                <a:lnTo>
                  <a:pt x="88797" y="45726"/>
                </a:lnTo>
                <a:lnTo>
                  <a:pt x="88797" y="83557"/>
                </a:lnTo>
                <a:cubicBezTo>
                  <a:pt x="84781" y="87458"/>
                  <a:pt x="78963" y="90893"/>
                  <a:pt x="71342" y="93863"/>
                </a:cubicBezTo>
                <a:cubicBezTo>
                  <a:pt x="63721" y="96833"/>
                  <a:pt x="56003" y="98318"/>
                  <a:pt x="48187" y="98318"/>
                </a:cubicBezTo>
                <a:cubicBezTo>
                  <a:pt x="38256" y="98318"/>
                  <a:pt x="29599" y="96232"/>
                  <a:pt x="22215" y="92060"/>
                </a:cubicBezTo>
                <a:cubicBezTo>
                  <a:pt x="14832" y="87887"/>
                  <a:pt x="9283" y="81921"/>
                  <a:pt x="5570" y="74161"/>
                </a:cubicBezTo>
                <a:cubicBezTo>
                  <a:pt x="1857" y="66400"/>
                  <a:pt x="0" y="57958"/>
                  <a:pt x="0" y="48835"/>
                </a:cubicBezTo>
                <a:cubicBezTo>
                  <a:pt x="0" y="38934"/>
                  <a:pt x="2073" y="30135"/>
                  <a:pt x="6218" y="22440"/>
                </a:cubicBezTo>
                <a:cubicBezTo>
                  <a:pt x="10363" y="14743"/>
                  <a:pt x="16429" y="8841"/>
                  <a:pt x="24418" y="4734"/>
                </a:cubicBezTo>
                <a:cubicBezTo>
                  <a:pt x="30506" y="1578"/>
                  <a:pt x="38084" y="0"/>
                  <a:pt x="47151" y="0"/>
                </a:cubicBezTo>
                <a:cubicBezTo>
                  <a:pt x="58939" y="0"/>
                  <a:pt x="68147" y="2478"/>
                  <a:pt x="74775" y="7434"/>
                </a:cubicBezTo>
                <a:cubicBezTo>
                  <a:pt x="81403" y="12389"/>
                  <a:pt x="85666" y="19237"/>
                  <a:pt x="87566" y="27980"/>
                </a:cubicBezTo>
                <a:lnTo>
                  <a:pt x="68525" y="31607"/>
                </a:lnTo>
                <a:cubicBezTo>
                  <a:pt x="67186" y="26923"/>
                  <a:pt x="64671" y="23227"/>
                  <a:pt x="60979" y="20517"/>
                </a:cubicBezTo>
                <a:cubicBezTo>
                  <a:pt x="57287" y="17806"/>
                  <a:pt x="52678" y="16451"/>
                  <a:pt x="47151" y="16451"/>
                </a:cubicBezTo>
                <a:cubicBezTo>
                  <a:pt x="38774" y="16451"/>
                  <a:pt x="32114" y="19107"/>
                  <a:pt x="27170" y="24418"/>
                </a:cubicBezTo>
                <a:cubicBezTo>
                  <a:pt x="22226" y="29729"/>
                  <a:pt x="19754" y="37609"/>
                  <a:pt x="19754" y="48058"/>
                </a:cubicBezTo>
                <a:cubicBezTo>
                  <a:pt x="19754" y="59327"/>
                  <a:pt x="22259" y="67780"/>
                  <a:pt x="27267" y="73415"/>
                </a:cubicBezTo>
                <a:cubicBezTo>
                  <a:pt x="32276" y="79049"/>
                  <a:pt x="38839" y="81867"/>
                  <a:pt x="46957" y="81867"/>
                </a:cubicBezTo>
                <a:cubicBezTo>
                  <a:pt x="50972" y="81867"/>
                  <a:pt x="54999" y="81081"/>
                  <a:pt x="59036" y="79511"/>
                </a:cubicBezTo>
                <a:cubicBezTo>
                  <a:pt x="63073" y="77940"/>
                  <a:pt x="66538" y="76036"/>
                  <a:pt x="69431" y="73797"/>
                </a:cubicBezTo>
                <a:lnTo>
                  <a:pt x="69431" y="61789"/>
                </a:lnTo>
                <a:lnTo>
                  <a:pt x="47475" y="617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AE701-EF7E-42C1-AE0D-74B0D02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8" y="844671"/>
            <a:ext cx="2747643" cy="378985"/>
          </a:xfrm>
          <a:custGeom xmlns:a="http://schemas.openxmlformats.org/drawingml/2006/main">
            <a:pathLst>
              <a:path w="2747643" h="378985">
                <a:moveTo>
                  <a:pt x="0" y="0"/>
                </a:moveTo>
                <a:lnTo>
                  <a:pt x="2747643" y="0"/>
                </a:lnTo>
                <a:lnTo>
                  <a:pt x="2747643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FD4B0-9919-435C-A1D7-0FBC7908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8" y="844671"/>
            <a:ext cx="2747643" cy="378985"/>
          </a:xfrm>
          <a:custGeom xmlns:a="http://schemas.openxmlformats.org/drawingml/2006/main">
            <a:pathLst>
              <a:path w="2747643" h="378985" fill="none">
                <a:moveTo>
                  <a:pt x="0" y="0"/>
                </a:moveTo>
                <a:lnTo>
                  <a:pt x="2747643" y="0"/>
                </a:lnTo>
                <a:lnTo>
                  <a:pt x="2747643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0AFD5-72F6-4E86-90D2-10A5449C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8" y="816247"/>
            <a:ext cx="2747643" cy="378985"/>
          </a:xfrm>
          <a:custGeom xmlns:a="http://schemas.openxmlformats.org/drawingml/2006/main">
            <a:pathLst>
              <a:path w="2747643" h="378985">
                <a:moveTo>
                  <a:pt x="0" y="0"/>
                </a:moveTo>
                <a:lnTo>
                  <a:pt x="2747643" y="0"/>
                </a:lnTo>
                <a:lnTo>
                  <a:pt x="2747643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3A8EA-8667-4EE8-BF3F-EAFB8356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8" y="816247"/>
            <a:ext cx="2747643" cy="378985"/>
          </a:xfrm>
          <a:custGeom xmlns:a="http://schemas.openxmlformats.org/drawingml/2006/main">
            <a:pathLst>
              <a:path w="2747643" h="378985" fill="none">
                <a:moveTo>
                  <a:pt x="0" y="0"/>
                </a:moveTo>
                <a:lnTo>
                  <a:pt x="2747643" y="0"/>
                </a:lnTo>
                <a:lnTo>
                  <a:pt x="2747643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47" name="Text Step1:ScopeIdentification&amp;Separation">
            <a:extLst xmlns:a="http://schemas.openxmlformats.org/drawingml/2006/main">
              <a:ext uri="{FF2B5EF4-FFF2-40B4-BE49-F238E27FC236}">
                <a16:creationId xmlns:a16="http://schemas.microsoft.com/office/drawing/2014/main" id="{4AC5B6A9-4635-417D-97CF-22D7CA96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6" y="875945"/>
            <a:ext cx="2580729" cy="122800"/>
          </a:xfrm>
          <a:custGeom xmlns:a="http://schemas.openxmlformats.org/drawingml/2006/main">
            <a:pathLst>
              <a:path w="2580729" h="122800">
                <a:moveTo>
                  <a:pt x="0" y="65804"/>
                </a:moveTo>
                <a:lnTo>
                  <a:pt x="18653" y="63991"/>
                </a:lnTo>
                <a:cubicBezTo>
                  <a:pt x="19776" y="70275"/>
                  <a:pt x="22054" y="74890"/>
                  <a:pt x="25486" y="77837"/>
                </a:cubicBezTo>
                <a:cubicBezTo>
                  <a:pt x="28919" y="80783"/>
                  <a:pt x="33550" y="82255"/>
                  <a:pt x="39379" y="82255"/>
                </a:cubicBezTo>
                <a:cubicBezTo>
                  <a:pt x="45553" y="82255"/>
                  <a:pt x="50206" y="80945"/>
                  <a:pt x="53336" y="78325"/>
                </a:cubicBezTo>
                <a:cubicBezTo>
                  <a:pt x="56467" y="75704"/>
                  <a:pt x="58032" y="72639"/>
                  <a:pt x="58032" y="69130"/>
                </a:cubicBezTo>
                <a:cubicBezTo>
                  <a:pt x="58032" y="66878"/>
                  <a:pt x="57374" y="64962"/>
                  <a:pt x="56057" y="63382"/>
                </a:cubicBezTo>
                <a:cubicBezTo>
                  <a:pt x="54740" y="61800"/>
                  <a:pt x="52440" y="60424"/>
                  <a:pt x="49159" y="59255"/>
                </a:cubicBezTo>
                <a:cubicBezTo>
                  <a:pt x="46914" y="58476"/>
                  <a:pt x="41797" y="57092"/>
                  <a:pt x="33809" y="55101"/>
                </a:cubicBezTo>
                <a:cubicBezTo>
                  <a:pt x="23532" y="52548"/>
                  <a:pt x="16322" y="49411"/>
                  <a:pt x="12176" y="45690"/>
                </a:cubicBezTo>
                <a:cubicBezTo>
                  <a:pt x="6347" y="40454"/>
                  <a:pt x="3433" y="34073"/>
                  <a:pt x="3433" y="26545"/>
                </a:cubicBezTo>
                <a:cubicBezTo>
                  <a:pt x="3433" y="21699"/>
                  <a:pt x="4804" y="17168"/>
                  <a:pt x="7545" y="12950"/>
                </a:cubicBezTo>
                <a:cubicBezTo>
                  <a:pt x="10287" y="8730"/>
                  <a:pt x="14238" y="5517"/>
                  <a:pt x="19398" y="3311"/>
                </a:cubicBezTo>
                <a:cubicBezTo>
                  <a:pt x="24558" y="1104"/>
                  <a:pt x="30786" y="0"/>
                  <a:pt x="38084" y="0"/>
                </a:cubicBezTo>
                <a:cubicBezTo>
                  <a:pt x="50001" y="0"/>
                  <a:pt x="58971" y="2624"/>
                  <a:pt x="64995" y="7873"/>
                </a:cubicBezTo>
                <a:cubicBezTo>
                  <a:pt x="71018" y="13121"/>
                  <a:pt x="74181" y="20125"/>
                  <a:pt x="74483" y="28887"/>
                </a:cubicBezTo>
                <a:lnTo>
                  <a:pt x="55312" y="29664"/>
                </a:lnTo>
                <a:cubicBezTo>
                  <a:pt x="54491" y="24785"/>
                  <a:pt x="52732" y="21276"/>
                  <a:pt x="50033" y="19139"/>
                </a:cubicBezTo>
                <a:cubicBezTo>
                  <a:pt x="47335" y="17002"/>
                  <a:pt x="43287" y="15933"/>
                  <a:pt x="37889" y="15933"/>
                </a:cubicBezTo>
                <a:cubicBezTo>
                  <a:pt x="32319" y="15933"/>
                  <a:pt x="27958" y="17078"/>
                  <a:pt x="24806" y="19368"/>
                </a:cubicBezTo>
                <a:cubicBezTo>
                  <a:pt x="22777" y="20836"/>
                  <a:pt x="21762" y="22801"/>
                  <a:pt x="21762" y="25264"/>
                </a:cubicBezTo>
                <a:cubicBezTo>
                  <a:pt x="21762" y="27510"/>
                  <a:pt x="22712" y="29432"/>
                  <a:pt x="24612" y="31030"/>
                </a:cubicBezTo>
                <a:cubicBezTo>
                  <a:pt x="27030" y="33061"/>
                  <a:pt x="32902" y="35179"/>
                  <a:pt x="42229" y="37385"/>
                </a:cubicBezTo>
                <a:cubicBezTo>
                  <a:pt x="51555" y="39591"/>
                  <a:pt x="58453" y="41874"/>
                  <a:pt x="62922" y="44232"/>
                </a:cubicBezTo>
                <a:cubicBezTo>
                  <a:pt x="67391" y="46590"/>
                  <a:pt x="70889" y="49813"/>
                  <a:pt x="73415" y="53901"/>
                </a:cubicBezTo>
                <a:cubicBezTo>
                  <a:pt x="75940" y="57988"/>
                  <a:pt x="77203" y="63039"/>
                  <a:pt x="77203" y="69053"/>
                </a:cubicBezTo>
                <a:cubicBezTo>
                  <a:pt x="77203" y="74503"/>
                  <a:pt x="75692" y="79607"/>
                  <a:pt x="72670" y="84366"/>
                </a:cubicBezTo>
                <a:cubicBezTo>
                  <a:pt x="69647" y="89125"/>
                  <a:pt x="65373" y="92662"/>
                  <a:pt x="59846" y="94976"/>
                </a:cubicBezTo>
                <a:cubicBezTo>
                  <a:pt x="54319" y="97290"/>
                  <a:pt x="47432" y="98447"/>
                  <a:pt x="39185" y="98447"/>
                </a:cubicBezTo>
                <a:cubicBezTo>
                  <a:pt x="27181" y="98447"/>
                  <a:pt x="17962" y="95668"/>
                  <a:pt x="11529" y="90108"/>
                </a:cubicBezTo>
                <a:cubicBezTo>
                  <a:pt x="5095" y="84549"/>
                  <a:pt x="1252" y="76448"/>
                  <a:pt x="0" y="65804"/>
                </a:cubicBezTo>
                <a:close/>
                <a:moveTo>
                  <a:pt x="124744" y="27850"/>
                </a:moveTo>
                <a:lnTo>
                  <a:pt x="124744" y="42358"/>
                </a:lnTo>
                <a:lnTo>
                  <a:pt x="112309" y="42358"/>
                </a:lnTo>
                <a:lnTo>
                  <a:pt x="112309" y="70034"/>
                </a:lnTo>
                <a:cubicBezTo>
                  <a:pt x="112309" y="75640"/>
                  <a:pt x="112428" y="78906"/>
                  <a:pt x="112665" y="79833"/>
                </a:cubicBezTo>
                <a:cubicBezTo>
                  <a:pt x="112902" y="80758"/>
                  <a:pt x="113442" y="81523"/>
                  <a:pt x="114284" y="82128"/>
                </a:cubicBezTo>
                <a:cubicBezTo>
                  <a:pt x="115126" y="82731"/>
                  <a:pt x="116152" y="83033"/>
                  <a:pt x="117361" y="83033"/>
                </a:cubicBezTo>
                <a:cubicBezTo>
                  <a:pt x="119045" y="83033"/>
                  <a:pt x="121484" y="82450"/>
                  <a:pt x="124679" y="81284"/>
                </a:cubicBezTo>
                <a:lnTo>
                  <a:pt x="126234" y="95456"/>
                </a:lnTo>
                <a:cubicBezTo>
                  <a:pt x="122002" y="97277"/>
                  <a:pt x="117210" y="98188"/>
                  <a:pt x="111855" y="98188"/>
                </a:cubicBezTo>
                <a:cubicBezTo>
                  <a:pt x="108574" y="98188"/>
                  <a:pt x="105616" y="97638"/>
                  <a:pt x="102982" y="96537"/>
                </a:cubicBezTo>
                <a:cubicBezTo>
                  <a:pt x="100348" y="95436"/>
                  <a:pt x="98416" y="94011"/>
                  <a:pt x="97185" y="92262"/>
                </a:cubicBezTo>
                <a:cubicBezTo>
                  <a:pt x="95955" y="90513"/>
                  <a:pt x="95102" y="88149"/>
                  <a:pt x="94627" y="85170"/>
                </a:cubicBezTo>
                <a:cubicBezTo>
                  <a:pt x="94238" y="83054"/>
                  <a:pt x="94044" y="78779"/>
                  <a:pt x="94044" y="72346"/>
                </a:cubicBezTo>
                <a:lnTo>
                  <a:pt x="94044" y="42358"/>
                </a:lnTo>
                <a:lnTo>
                  <a:pt x="85689" y="42358"/>
                </a:lnTo>
                <a:lnTo>
                  <a:pt x="85689" y="27850"/>
                </a:lnTo>
                <a:lnTo>
                  <a:pt x="94044" y="27850"/>
                </a:lnTo>
                <a:lnTo>
                  <a:pt x="94044" y="14119"/>
                </a:lnTo>
                <a:lnTo>
                  <a:pt x="112309" y="3368"/>
                </a:lnTo>
                <a:lnTo>
                  <a:pt x="112309" y="27850"/>
                </a:lnTo>
                <a:lnTo>
                  <a:pt x="124744" y="27850"/>
                </a:lnTo>
                <a:close/>
                <a:moveTo>
                  <a:pt x="177205" y="74742"/>
                </a:moveTo>
                <a:lnTo>
                  <a:pt x="195340" y="77851"/>
                </a:lnTo>
                <a:cubicBezTo>
                  <a:pt x="193009" y="84479"/>
                  <a:pt x="189328" y="89526"/>
                  <a:pt x="184297" y="92991"/>
                </a:cubicBezTo>
                <a:cubicBezTo>
                  <a:pt x="179267" y="96456"/>
                  <a:pt x="172974" y="98188"/>
                  <a:pt x="165417" y="98188"/>
                </a:cubicBezTo>
                <a:cubicBezTo>
                  <a:pt x="153457" y="98188"/>
                  <a:pt x="144605" y="94281"/>
                  <a:pt x="138863" y="86465"/>
                </a:cubicBezTo>
                <a:cubicBezTo>
                  <a:pt x="134329" y="80204"/>
                  <a:pt x="132062" y="72303"/>
                  <a:pt x="132062" y="62760"/>
                </a:cubicBezTo>
                <a:cubicBezTo>
                  <a:pt x="132062" y="51361"/>
                  <a:pt x="135041" y="42434"/>
                  <a:pt x="141000" y="35979"/>
                </a:cubicBezTo>
                <a:cubicBezTo>
                  <a:pt x="146959" y="29523"/>
                  <a:pt x="154493" y="26296"/>
                  <a:pt x="163604" y="26296"/>
                </a:cubicBezTo>
                <a:cubicBezTo>
                  <a:pt x="173837" y="26296"/>
                  <a:pt x="181912" y="29675"/>
                  <a:pt x="187827" y="36432"/>
                </a:cubicBezTo>
                <a:cubicBezTo>
                  <a:pt x="193743" y="43189"/>
                  <a:pt x="196571" y="53542"/>
                  <a:pt x="196312" y="67488"/>
                </a:cubicBezTo>
                <a:lnTo>
                  <a:pt x="150715" y="67488"/>
                </a:lnTo>
                <a:cubicBezTo>
                  <a:pt x="150845" y="72886"/>
                  <a:pt x="152313" y="77085"/>
                  <a:pt x="155119" y="80086"/>
                </a:cubicBezTo>
                <a:cubicBezTo>
                  <a:pt x="157926" y="83087"/>
                  <a:pt x="161423" y="84587"/>
                  <a:pt x="165612" y="84587"/>
                </a:cubicBezTo>
                <a:cubicBezTo>
                  <a:pt x="168462" y="84587"/>
                  <a:pt x="170858" y="83810"/>
                  <a:pt x="172801" y="82255"/>
                </a:cubicBezTo>
                <a:cubicBezTo>
                  <a:pt x="174744" y="80701"/>
                  <a:pt x="176212" y="78197"/>
                  <a:pt x="177205" y="74742"/>
                </a:cubicBezTo>
                <a:moveTo>
                  <a:pt x="178242" y="56348"/>
                </a:moveTo>
                <a:cubicBezTo>
                  <a:pt x="178112" y="51102"/>
                  <a:pt x="176752" y="47113"/>
                  <a:pt x="174161" y="44382"/>
                </a:cubicBezTo>
                <a:cubicBezTo>
                  <a:pt x="171570" y="41651"/>
                  <a:pt x="168418" y="40286"/>
                  <a:pt x="164705" y="40286"/>
                </a:cubicBezTo>
                <a:cubicBezTo>
                  <a:pt x="160733" y="40286"/>
                  <a:pt x="157451" y="41726"/>
                  <a:pt x="154860" y="44607"/>
                </a:cubicBezTo>
                <a:cubicBezTo>
                  <a:pt x="152270" y="47489"/>
                  <a:pt x="150996" y="51403"/>
                  <a:pt x="151039" y="56348"/>
                </a:cubicBezTo>
                <a:lnTo>
                  <a:pt x="178242" y="56348"/>
                </a:lnTo>
                <a:close/>
                <a:moveTo>
                  <a:pt x="210605" y="27850"/>
                </a:moveTo>
                <a:lnTo>
                  <a:pt x="227575" y="27850"/>
                </a:lnTo>
                <a:lnTo>
                  <a:pt x="227575" y="37954"/>
                </a:lnTo>
                <a:cubicBezTo>
                  <a:pt x="229777" y="34500"/>
                  <a:pt x="232756" y="31693"/>
                  <a:pt x="236513" y="29534"/>
                </a:cubicBezTo>
                <a:cubicBezTo>
                  <a:pt x="240269" y="27375"/>
                  <a:pt x="244436" y="26296"/>
                  <a:pt x="249013" y="26296"/>
                </a:cubicBezTo>
                <a:cubicBezTo>
                  <a:pt x="257001" y="26296"/>
                  <a:pt x="263780" y="29426"/>
                  <a:pt x="269350" y="35687"/>
                </a:cubicBezTo>
                <a:cubicBezTo>
                  <a:pt x="274920" y="41948"/>
                  <a:pt x="277705" y="50670"/>
                  <a:pt x="277705" y="61853"/>
                </a:cubicBezTo>
                <a:cubicBezTo>
                  <a:pt x="277705" y="73339"/>
                  <a:pt x="274898" y="82266"/>
                  <a:pt x="269285" y="88635"/>
                </a:cubicBezTo>
                <a:cubicBezTo>
                  <a:pt x="263672" y="95004"/>
                  <a:pt x="256871" y="98188"/>
                  <a:pt x="248883" y="98188"/>
                </a:cubicBezTo>
                <a:cubicBezTo>
                  <a:pt x="245083" y="98188"/>
                  <a:pt x="241640" y="97433"/>
                  <a:pt x="238553" y="95921"/>
                </a:cubicBezTo>
                <a:cubicBezTo>
                  <a:pt x="235465" y="94410"/>
                  <a:pt x="232216" y="91819"/>
                  <a:pt x="228805" y="88149"/>
                </a:cubicBezTo>
                <a:lnTo>
                  <a:pt x="228805" y="122800"/>
                </a:lnTo>
                <a:lnTo>
                  <a:pt x="210605" y="122800"/>
                </a:lnTo>
                <a:lnTo>
                  <a:pt x="210605" y="27850"/>
                </a:lnTo>
                <a:moveTo>
                  <a:pt x="228611" y="61046"/>
                </a:moveTo>
                <a:cubicBezTo>
                  <a:pt x="228611" y="68763"/>
                  <a:pt x="230144" y="74464"/>
                  <a:pt x="233209" y="78151"/>
                </a:cubicBezTo>
                <a:cubicBezTo>
                  <a:pt x="236275" y="81837"/>
                  <a:pt x="240010" y="83680"/>
                  <a:pt x="244414" y="83680"/>
                </a:cubicBezTo>
                <a:cubicBezTo>
                  <a:pt x="248646" y="83680"/>
                  <a:pt x="252165" y="81988"/>
                  <a:pt x="254971" y="78604"/>
                </a:cubicBezTo>
                <a:cubicBezTo>
                  <a:pt x="257778" y="75220"/>
                  <a:pt x="259181" y="69669"/>
                  <a:pt x="259181" y="61951"/>
                </a:cubicBezTo>
                <a:cubicBezTo>
                  <a:pt x="259181" y="54751"/>
                  <a:pt x="257735" y="49404"/>
                  <a:pt x="254842" y="45912"/>
                </a:cubicBezTo>
                <a:cubicBezTo>
                  <a:pt x="251949" y="42420"/>
                  <a:pt x="248365" y="40674"/>
                  <a:pt x="244090" y="40674"/>
                </a:cubicBezTo>
                <a:cubicBezTo>
                  <a:pt x="239643" y="40674"/>
                  <a:pt x="235951" y="42388"/>
                  <a:pt x="233015" y="45815"/>
                </a:cubicBezTo>
                <a:cubicBezTo>
                  <a:pt x="230079" y="49243"/>
                  <a:pt x="228611" y="54319"/>
                  <a:pt x="228611" y="61046"/>
                </a:cubicBezTo>
                <a:close/>
                <a:moveTo>
                  <a:pt x="371727" y="96634"/>
                </a:moveTo>
                <a:lnTo>
                  <a:pt x="353527" y="96634"/>
                </a:lnTo>
                <a:lnTo>
                  <a:pt x="353527" y="28119"/>
                </a:lnTo>
                <a:cubicBezTo>
                  <a:pt x="346878" y="34361"/>
                  <a:pt x="339041" y="38978"/>
                  <a:pt x="330016" y="41970"/>
                </a:cubicBezTo>
                <a:lnTo>
                  <a:pt x="330016" y="25389"/>
                </a:lnTo>
                <a:cubicBezTo>
                  <a:pt x="334766" y="23831"/>
                  <a:pt x="339926" y="20876"/>
                  <a:pt x="345496" y="16526"/>
                </a:cubicBezTo>
                <a:cubicBezTo>
                  <a:pt x="351066" y="12174"/>
                  <a:pt x="354887" y="7097"/>
                  <a:pt x="356960" y="1295"/>
                </a:cubicBezTo>
                <a:lnTo>
                  <a:pt x="371727" y="1295"/>
                </a:lnTo>
                <a:lnTo>
                  <a:pt x="371727" y="96634"/>
                </a:lnTo>
                <a:close/>
                <a:moveTo>
                  <a:pt x="406293" y="46115"/>
                </a:moveTo>
                <a:lnTo>
                  <a:pt x="406293" y="27850"/>
                </a:lnTo>
                <a:lnTo>
                  <a:pt x="424493" y="27850"/>
                </a:lnTo>
                <a:lnTo>
                  <a:pt x="424493" y="46115"/>
                </a:lnTo>
                <a:lnTo>
                  <a:pt x="406293" y="46115"/>
                </a:lnTo>
                <a:moveTo>
                  <a:pt x="406293" y="96634"/>
                </a:moveTo>
                <a:lnTo>
                  <a:pt x="406293" y="78369"/>
                </a:lnTo>
                <a:lnTo>
                  <a:pt x="424493" y="78369"/>
                </a:lnTo>
                <a:lnTo>
                  <a:pt x="424493" y="96634"/>
                </a:lnTo>
                <a:lnTo>
                  <a:pt x="406293" y="96634"/>
                </a:lnTo>
                <a:close/>
                <a:moveTo>
                  <a:pt x="479061" y="65804"/>
                </a:moveTo>
                <a:lnTo>
                  <a:pt x="497714" y="63991"/>
                </a:lnTo>
                <a:cubicBezTo>
                  <a:pt x="498837" y="70275"/>
                  <a:pt x="501115" y="74890"/>
                  <a:pt x="504547" y="77837"/>
                </a:cubicBezTo>
                <a:cubicBezTo>
                  <a:pt x="507980" y="80783"/>
                  <a:pt x="512611" y="82255"/>
                  <a:pt x="518440" y="82255"/>
                </a:cubicBezTo>
                <a:cubicBezTo>
                  <a:pt x="524615" y="82255"/>
                  <a:pt x="529267" y="80945"/>
                  <a:pt x="532398" y="78325"/>
                </a:cubicBezTo>
                <a:cubicBezTo>
                  <a:pt x="535528" y="75704"/>
                  <a:pt x="537093" y="72639"/>
                  <a:pt x="537093" y="69130"/>
                </a:cubicBezTo>
                <a:cubicBezTo>
                  <a:pt x="537093" y="66878"/>
                  <a:pt x="536435" y="64962"/>
                  <a:pt x="535118" y="63382"/>
                </a:cubicBezTo>
                <a:cubicBezTo>
                  <a:pt x="533801" y="61800"/>
                  <a:pt x="531502" y="60424"/>
                  <a:pt x="528220" y="59255"/>
                </a:cubicBezTo>
                <a:cubicBezTo>
                  <a:pt x="525975" y="58476"/>
                  <a:pt x="520858" y="57092"/>
                  <a:pt x="512870" y="55101"/>
                </a:cubicBezTo>
                <a:cubicBezTo>
                  <a:pt x="502593" y="52548"/>
                  <a:pt x="495383" y="49411"/>
                  <a:pt x="491237" y="45690"/>
                </a:cubicBezTo>
                <a:cubicBezTo>
                  <a:pt x="485408" y="40454"/>
                  <a:pt x="482494" y="34073"/>
                  <a:pt x="482494" y="26545"/>
                </a:cubicBezTo>
                <a:cubicBezTo>
                  <a:pt x="482494" y="21699"/>
                  <a:pt x="483865" y="17168"/>
                  <a:pt x="486607" y="12950"/>
                </a:cubicBezTo>
                <a:cubicBezTo>
                  <a:pt x="489348" y="8730"/>
                  <a:pt x="493299" y="5517"/>
                  <a:pt x="498459" y="3311"/>
                </a:cubicBezTo>
                <a:cubicBezTo>
                  <a:pt x="503619" y="1104"/>
                  <a:pt x="509847" y="0"/>
                  <a:pt x="517145" y="0"/>
                </a:cubicBezTo>
                <a:cubicBezTo>
                  <a:pt x="529062" y="0"/>
                  <a:pt x="538032" y="2624"/>
                  <a:pt x="544056" y="7873"/>
                </a:cubicBezTo>
                <a:cubicBezTo>
                  <a:pt x="550079" y="13121"/>
                  <a:pt x="553242" y="20125"/>
                  <a:pt x="553544" y="28887"/>
                </a:cubicBezTo>
                <a:lnTo>
                  <a:pt x="534373" y="29664"/>
                </a:lnTo>
                <a:cubicBezTo>
                  <a:pt x="533553" y="24785"/>
                  <a:pt x="531793" y="21276"/>
                  <a:pt x="529094" y="19139"/>
                </a:cubicBezTo>
                <a:cubicBezTo>
                  <a:pt x="526396" y="17002"/>
                  <a:pt x="522348" y="15933"/>
                  <a:pt x="516950" y="15933"/>
                </a:cubicBezTo>
                <a:cubicBezTo>
                  <a:pt x="511380" y="15933"/>
                  <a:pt x="507019" y="17078"/>
                  <a:pt x="503867" y="19368"/>
                </a:cubicBezTo>
                <a:cubicBezTo>
                  <a:pt x="501838" y="20836"/>
                  <a:pt x="500823" y="22801"/>
                  <a:pt x="500823" y="25264"/>
                </a:cubicBezTo>
                <a:cubicBezTo>
                  <a:pt x="500823" y="27510"/>
                  <a:pt x="501773" y="29432"/>
                  <a:pt x="503673" y="31030"/>
                </a:cubicBezTo>
                <a:cubicBezTo>
                  <a:pt x="506091" y="33061"/>
                  <a:pt x="511963" y="35179"/>
                  <a:pt x="521290" y="37385"/>
                </a:cubicBezTo>
                <a:cubicBezTo>
                  <a:pt x="530616" y="39591"/>
                  <a:pt x="537514" y="41874"/>
                  <a:pt x="541983" y="44232"/>
                </a:cubicBezTo>
                <a:cubicBezTo>
                  <a:pt x="546452" y="46590"/>
                  <a:pt x="549950" y="49813"/>
                  <a:pt x="552476" y="53901"/>
                </a:cubicBezTo>
                <a:cubicBezTo>
                  <a:pt x="555002" y="57988"/>
                  <a:pt x="556265" y="63039"/>
                  <a:pt x="556265" y="69053"/>
                </a:cubicBezTo>
                <a:cubicBezTo>
                  <a:pt x="556265" y="74503"/>
                  <a:pt x="554753" y="79607"/>
                  <a:pt x="551731" y="84366"/>
                </a:cubicBezTo>
                <a:cubicBezTo>
                  <a:pt x="548708" y="89125"/>
                  <a:pt x="544434" y="92662"/>
                  <a:pt x="538907" y="94976"/>
                </a:cubicBezTo>
                <a:cubicBezTo>
                  <a:pt x="533380" y="97290"/>
                  <a:pt x="526493" y="98447"/>
                  <a:pt x="518246" y="98447"/>
                </a:cubicBezTo>
                <a:cubicBezTo>
                  <a:pt x="506242" y="98447"/>
                  <a:pt x="497023" y="95668"/>
                  <a:pt x="490590" y="90108"/>
                </a:cubicBezTo>
                <a:cubicBezTo>
                  <a:pt x="484156" y="84549"/>
                  <a:pt x="480313" y="76448"/>
                  <a:pt x="479061" y="65804"/>
                </a:cubicBezTo>
                <a:close/>
                <a:moveTo>
                  <a:pt x="632238" y="48187"/>
                </a:moveTo>
                <a:lnTo>
                  <a:pt x="614298" y="51426"/>
                </a:lnTo>
                <a:cubicBezTo>
                  <a:pt x="613693" y="47864"/>
                  <a:pt x="612322" y="45181"/>
                  <a:pt x="610185" y="43378"/>
                </a:cubicBezTo>
                <a:cubicBezTo>
                  <a:pt x="608048" y="41576"/>
                  <a:pt x="605273" y="40674"/>
                  <a:pt x="601862" y="40674"/>
                </a:cubicBezTo>
                <a:cubicBezTo>
                  <a:pt x="597328" y="40674"/>
                  <a:pt x="593712" y="42235"/>
                  <a:pt x="591014" y="45356"/>
                </a:cubicBezTo>
                <a:cubicBezTo>
                  <a:pt x="588315" y="48477"/>
                  <a:pt x="586966" y="53696"/>
                  <a:pt x="586966" y="61013"/>
                </a:cubicBezTo>
                <a:cubicBezTo>
                  <a:pt x="586966" y="69150"/>
                  <a:pt x="588337" y="74897"/>
                  <a:pt x="591078" y="78256"/>
                </a:cubicBezTo>
                <a:cubicBezTo>
                  <a:pt x="593820" y="81613"/>
                  <a:pt x="597501" y="83292"/>
                  <a:pt x="602121" y="83292"/>
                </a:cubicBezTo>
                <a:cubicBezTo>
                  <a:pt x="605576" y="83292"/>
                  <a:pt x="608404" y="82309"/>
                  <a:pt x="610606" y="80345"/>
                </a:cubicBezTo>
                <a:cubicBezTo>
                  <a:pt x="612808" y="78380"/>
                  <a:pt x="614362" y="75001"/>
                  <a:pt x="615269" y="70209"/>
                </a:cubicBezTo>
                <a:lnTo>
                  <a:pt x="633145" y="73317"/>
                </a:lnTo>
                <a:cubicBezTo>
                  <a:pt x="631289" y="81521"/>
                  <a:pt x="627726" y="87717"/>
                  <a:pt x="622458" y="91906"/>
                </a:cubicBezTo>
                <a:cubicBezTo>
                  <a:pt x="617191" y="96094"/>
                  <a:pt x="610131" y="98188"/>
                  <a:pt x="601279" y="98188"/>
                </a:cubicBezTo>
                <a:cubicBezTo>
                  <a:pt x="591219" y="98188"/>
                  <a:pt x="583198" y="95015"/>
                  <a:pt x="577218" y="88667"/>
                </a:cubicBezTo>
                <a:cubicBezTo>
                  <a:pt x="571238" y="82320"/>
                  <a:pt x="568248" y="73533"/>
                  <a:pt x="568248" y="62307"/>
                </a:cubicBezTo>
                <a:cubicBezTo>
                  <a:pt x="568248" y="50951"/>
                  <a:pt x="571249" y="42110"/>
                  <a:pt x="577250" y="35784"/>
                </a:cubicBezTo>
                <a:cubicBezTo>
                  <a:pt x="583252" y="29459"/>
                  <a:pt x="591370" y="26296"/>
                  <a:pt x="601603" y="26296"/>
                </a:cubicBezTo>
                <a:cubicBezTo>
                  <a:pt x="609980" y="26296"/>
                  <a:pt x="616640" y="28099"/>
                  <a:pt x="621584" y="31704"/>
                </a:cubicBezTo>
                <a:cubicBezTo>
                  <a:pt x="626528" y="35309"/>
                  <a:pt x="630080" y="40804"/>
                  <a:pt x="632238" y="48187"/>
                </a:cubicBezTo>
                <a:close/>
                <a:moveTo>
                  <a:pt x="641804" y="61271"/>
                </a:moveTo>
                <a:cubicBezTo>
                  <a:pt x="641804" y="55226"/>
                  <a:pt x="643294" y="49375"/>
                  <a:pt x="646273" y="43718"/>
                </a:cubicBezTo>
                <a:cubicBezTo>
                  <a:pt x="649252" y="38062"/>
                  <a:pt x="653473" y="33744"/>
                  <a:pt x="658935" y="30765"/>
                </a:cubicBezTo>
                <a:cubicBezTo>
                  <a:pt x="664397" y="27785"/>
                  <a:pt x="670496" y="26296"/>
                  <a:pt x="677232" y="26296"/>
                </a:cubicBezTo>
                <a:cubicBezTo>
                  <a:pt x="687638" y="26296"/>
                  <a:pt x="696166" y="29675"/>
                  <a:pt x="702815" y="36432"/>
                </a:cubicBezTo>
                <a:cubicBezTo>
                  <a:pt x="709465" y="43189"/>
                  <a:pt x="712790" y="51728"/>
                  <a:pt x="712790" y="62048"/>
                </a:cubicBezTo>
                <a:cubicBezTo>
                  <a:pt x="712790" y="72454"/>
                  <a:pt x="709433" y="81079"/>
                  <a:pt x="702718" y="87923"/>
                </a:cubicBezTo>
                <a:cubicBezTo>
                  <a:pt x="696004" y="94766"/>
                  <a:pt x="687552" y="98188"/>
                  <a:pt x="677362" y="98188"/>
                </a:cubicBezTo>
                <a:cubicBezTo>
                  <a:pt x="671057" y="98188"/>
                  <a:pt x="665045" y="96763"/>
                  <a:pt x="659324" y="93914"/>
                </a:cubicBezTo>
                <a:cubicBezTo>
                  <a:pt x="653603" y="91064"/>
                  <a:pt x="649252" y="86886"/>
                  <a:pt x="646273" y="81381"/>
                </a:cubicBezTo>
                <a:cubicBezTo>
                  <a:pt x="643294" y="75876"/>
                  <a:pt x="641804" y="69172"/>
                  <a:pt x="641804" y="61271"/>
                </a:cubicBezTo>
                <a:moveTo>
                  <a:pt x="660457" y="62242"/>
                </a:moveTo>
                <a:cubicBezTo>
                  <a:pt x="660457" y="69043"/>
                  <a:pt x="662076" y="74251"/>
                  <a:pt x="665315" y="77867"/>
                </a:cubicBezTo>
                <a:cubicBezTo>
                  <a:pt x="668553" y="81484"/>
                  <a:pt x="672547" y="83292"/>
                  <a:pt x="677297" y="83292"/>
                </a:cubicBezTo>
                <a:cubicBezTo>
                  <a:pt x="682046" y="83292"/>
                  <a:pt x="686030" y="81484"/>
                  <a:pt x="689247" y="77867"/>
                </a:cubicBezTo>
                <a:cubicBezTo>
                  <a:pt x="692463" y="74251"/>
                  <a:pt x="694072" y="69000"/>
                  <a:pt x="694072" y="62113"/>
                </a:cubicBezTo>
                <a:cubicBezTo>
                  <a:pt x="694072" y="55398"/>
                  <a:pt x="692463" y="50233"/>
                  <a:pt x="689247" y="46617"/>
                </a:cubicBezTo>
                <a:cubicBezTo>
                  <a:pt x="686030" y="43001"/>
                  <a:pt x="682046" y="41192"/>
                  <a:pt x="677297" y="41192"/>
                </a:cubicBezTo>
                <a:cubicBezTo>
                  <a:pt x="672547" y="41192"/>
                  <a:pt x="668553" y="43001"/>
                  <a:pt x="665315" y="46617"/>
                </a:cubicBezTo>
                <a:cubicBezTo>
                  <a:pt x="662076" y="50233"/>
                  <a:pt x="660457" y="55441"/>
                  <a:pt x="660457" y="62242"/>
                </a:cubicBezTo>
                <a:close/>
                <a:moveTo>
                  <a:pt x="726542" y="27850"/>
                </a:moveTo>
                <a:lnTo>
                  <a:pt x="743511" y="27850"/>
                </a:lnTo>
                <a:lnTo>
                  <a:pt x="743511" y="37954"/>
                </a:lnTo>
                <a:cubicBezTo>
                  <a:pt x="745713" y="34500"/>
                  <a:pt x="748692" y="31693"/>
                  <a:pt x="752449" y="29534"/>
                </a:cubicBezTo>
                <a:cubicBezTo>
                  <a:pt x="756205" y="27375"/>
                  <a:pt x="760372" y="26296"/>
                  <a:pt x="764949" y="26296"/>
                </a:cubicBezTo>
                <a:cubicBezTo>
                  <a:pt x="772937" y="26296"/>
                  <a:pt x="779716" y="29426"/>
                  <a:pt x="785286" y="35687"/>
                </a:cubicBezTo>
                <a:cubicBezTo>
                  <a:pt x="790856" y="41948"/>
                  <a:pt x="793641" y="50670"/>
                  <a:pt x="793641" y="61853"/>
                </a:cubicBezTo>
                <a:cubicBezTo>
                  <a:pt x="793641" y="73339"/>
                  <a:pt x="790835" y="82266"/>
                  <a:pt x="785222" y="88635"/>
                </a:cubicBezTo>
                <a:cubicBezTo>
                  <a:pt x="779608" y="95004"/>
                  <a:pt x="772808" y="98188"/>
                  <a:pt x="764820" y="98188"/>
                </a:cubicBezTo>
                <a:cubicBezTo>
                  <a:pt x="761020" y="98188"/>
                  <a:pt x="757576" y="97433"/>
                  <a:pt x="754489" y="95921"/>
                </a:cubicBezTo>
                <a:cubicBezTo>
                  <a:pt x="751402" y="94410"/>
                  <a:pt x="748153" y="91819"/>
                  <a:pt x="744742" y="88149"/>
                </a:cubicBezTo>
                <a:lnTo>
                  <a:pt x="744742" y="122800"/>
                </a:lnTo>
                <a:lnTo>
                  <a:pt x="726542" y="122800"/>
                </a:lnTo>
                <a:lnTo>
                  <a:pt x="726542" y="27850"/>
                </a:lnTo>
                <a:moveTo>
                  <a:pt x="744547" y="61046"/>
                </a:moveTo>
                <a:cubicBezTo>
                  <a:pt x="744547" y="68763"/>
                  <a:pt x="746080" y="74464"/>
                  <a:pt x="749146" y="78151"/>
                </a:cubicBezTo>
                <a:cubicBezTo>
                  <a:pt x="752211" y="81837"/>
                  <a:pt x="755946" y="83680"/>
                  <a:pt x="760351" y="83680"/>
                </a:cubicBezTo>
                <a:cubicBezTo>
                  <a:pt x="764582" y="83680"/>
                  <a:pt x="768101" y="81988"/>
                  <a:pt x="770908" y="78604"/>
                </a:cubicBezTo>
                <a:cubicBezTo>
                  <a:pt x="773714" y="75220"/>
                  <a:pt x="775118" y="69669"/>
                  <a:pt x="775118" y="61951"/>
                </a:cubicBezTo>
                <a:cubicBezTo>
                  <a:pt x="775118" y="54751"/>
                  <a:pt x="773671" y="49404"/>
                  <a:pt x="770778" y="45912"/>
                </a:cubicBezTo>
                <a:cubicBezTo>
                  <a:pt x="767885" y="42420"/>
                  <a:pt x="764301" y="40674"/>
                  <a:pt x="760027" y="40674"/>
                </a:cubicBezTo>
                <a:cubicBezTo>
                  <a:pt x="755579" y="40674"/>
                  <a:pt x="751888" y="42388"/>
                  <a:pt x="748951" y="45815"/>
                </a:cubicBezTo>
                <a:cubicBezTo>
                  <a:pt x="746015" y="49243"/>
                  <a:pt x="744547" y="54319"/>
                  <a:pt x="744547" y="61046"/>
                </a:cubicBezTo>
                <a:close/>
                <a:moveTo>
                  <a:pt x="847938" y="74742"/>
                </a:moveTo>
                <a:lnTo>
                  <a:pt x="866073" y="77851"/>
                </a:lnTo>
                <a:cubicBezTo>
                  <a:pt x="863742" y="84479"/>
                  <a:pt x="860061" y="89526"/>
                  <a:pt x="855030" y="92991"/>
                </a:cubicBezTo>
                <a:cubicBezTo>
                  <a:pt x="850000" y="96456"/>
                  <a:pt x="843707" y="98188"/>
                  <a:pt x="836150" y="98188"/>
                </a:cubicBezTo>
                <a:cubicBezTo>
                  <a:pt x="824190" y="98188"/>
                  <a:pt x="815338" y="94281"/>
                  <a:pt x="809595" y="86465"/>
                </a:cubicBezTo>
                <a:cubicBezTo>
                  <a:pt x="805062" y="80204"/>
                  <a:pt x="802795" y="72303"/>
                  <a:pt x="802795" y="62760"/>
                </a:cubicBezTo>
                <a:cubicBezTo>
                  <a:pt x="802795" y="51361"/>
                  <a:pt x="805774" y="42434"/>
                  <a:pt x="811733" y="35979"/>
                </a:cubicBezTo>
                <a:cubicBezTo>
                  <a:pt x="817692" y="29523"/>
                  <a:pt x="825226" y="26296"/>
                  <a:pt x="834337" y="26296"/>
                </a:cubicBezTo>
                <a:cubicBezTo>
                  <a:pt x="844570" y="26296"/>
                  <a:pt x="852645" y="29675"/>
                  <a:pt x="858560" y="36432"/>
                </a:cubicBezTo>
                <a:cubicBezTo>
                  <a:pt x="864476" y="43189"/>
                  <a:pt x="867304" y="53542"/>
                  <a:pt x="867045" y="67488"/>
                </a:cubicBezTo>
                <a:lnTo>
                  <a:pt x="821448" y="67488"/>
                </a:lnTo>
                <a:cubicBezTo>
                  <a:pt x="821578" y="72886"/>
                  <a:pt x="823046" y="77085"/>
                  <a:pt x="825852" y="80086"/>
                </a:cubicBezTo>
                <a:cubicBezTo>
                  <a:pt x="828659" y="83087"/>
                  <a:pt x="832156" y="84587"/>
                  <a:pt x="836345" y="84587"/>
                </a:cubicBezTo>
                <a:cubicBezTo>
                  <a:pt x="839194" y="84587"/>
                  <a:pt x="841591" y="83810"/>
                  <a:pt x="843534" y="82255"/>
                </a:cubicBezTo>
                <a:cubicBezTo>
                  <a:pt x="845477" y="80701"/>
                  <a:pt x="846945" y="78197"/>
                  <a:pt x="847938" y="74742"/>
                </a:cubicBezTo>
                <a:moveTo>
                  <a:pt x="848974" y="56348"/>
                </a:moveTo>
                <a:cubicBezTo>
                  <a:pt x="848845" y="51102"/>
                  <a:pt x="847485" y="47113"/>
                  <a:pt x="844894" y="44382"/>
                </a:cubicBezTo>
                <a:cubicBezTo>
                  <a:pt x="842303" y="41651"/>
                  <a:pt x="839151" y="40286"/>
                  <a:pt x="835438" y="40286"/>
                </a:cubicBezTo>
                <a:cubicBezTo>
                  <a:pt x="831465" y="40286"/>
                  <a:pt x="828184" y="41726"/>
                  <a:pt x="825593" y="44607"/>
                </a:cubicBezTo>
                <a:cubicBezTo>
                  <a:pt x="823002" y="47489"/>
                  <a:pt x="821729" y="51403"/>
                  <a:pt x="821772" y="56348"/>
                </a:cubicBezTo>
                <a:lnTo>
                  <a:pt x="848974" y="56348"/>
                </a:lnTo>
                <a:close/>
                <a:moveTo>
                  <a:pt x="918278" y="96634"/>
                </a:moveTo>
                <a:lnTo>
                  <a:pt x="918278" y="1684"/>
                </a:lnTo>
                <a:lnTo>
                  <a:pt x="937450" y="1684"/>
                </a:lnTo>
                <a:lnTo>
                  <a:pt x="937450" y="96634"/>
                </a:lnTo>
                <a:lnTo>
                  <a:pt x="918278" y="96634"/>
                </a:lnTo>
                <a:close/>
                <a:moveTo>
                  <a:pt x="1018691" y="96634"/>
                </a:moveTo>
                <a:lnTo>
                  <a:pt x="1001787" y="96634"/>
                </a:lnTo>
                <a:lnTo>
                  <a:pt x="1001787" y="86530"/>
                </a:lnTo>
                <a:cubicBezTo>
                  <a:pt x="998980" y="90459"/>
                  <a:pt x="995666" y="93385"/>
                  <a:pt x="991845" y="95306"/>
                </a:cubicBezTo>
                <a:cubicBezTo>
                  <a:pt x="988023" y="97228"/>
                  <a:pt x="984170" y="98188"/>
                  <a:pt x="980284" y="98188"/>
                </a:cubicBezTo>
                <a:cubicBezTo>
                  <a:pt x="972382" y="98188"/>
                  <a:pt x="965614" y="95004"/>
                  <a:pt x="959979" y="88635"/>
                </a:cubicBezTo>
                <a:cubicBezTo>
                  <a:pt x="954344" y="82266"/>
                  <a:pt x="951527" y="73382"/>
                  <a:pt x="951527" y="61983"/>
                </a:cubicBezTo>
                <a:cubicBezTo>
                  <a:pt x="951527" y="50325"/>
                  <a:pt x="954268" y="41462"/>
                  <a:pt x="959752" y="35396"/>
                </a:cubicBezTo>
                <a:cubicBezTo>
                  <a:pt x="965236" y="29329"/>
                  <a:pt x="972166" y="26296"/>
                  <a:pt x="980543" y="26296"/>
                </a:cubicBezTo>
                <a:cubicBezTo>
                  <a:pt x="988228" y="26296"/>
                  <a:pt x="994878" y="29491"/>
                  <a:pt x="1000491" y="35881"/>
                </a:cubicBezTo>
                <a:lnTo>
                  <a:pt x="1000491" y="1684"/>
                </a:lnTo>
                <a:lnTo>
                  <a:pt x="1018691" y="1684"/>
                </a:lnTo>
                <a:lnTo>
                  <a:pt x="1018691" y="96634"/>
                </a:lnTo>
                <a:moveTo>
                  <a:pt x="970115" y="60787"/>
                </a:moveTo>
                <a:cubicBezTo>
                  <a:pt x="970115" y="68116"/>
                  <a:pt x="971130" y="73419"/>
                  <a:pt x="973159" y="76695"/>
                </a:cubicBezTo>
                <a:cubicBezTo>
                  <a:pt x="976095" y="81438"/>
                  <a:pt x="980197" y="83810"/>
                  <a:pt x="985465" y="83810"/>
                </a:cubicBezTo>
                <a:cubicBezTo>
                  <a:pt x="989653" y="83810"/>
                  <a:pt x="993216" y="82031"/>
                  <a:pt x="996152" y="78475"/>
                </a:cubicBezTo>
                <a:cubicBezTo>
                  <a:pt x="999088" y="74918"/>
                  <a:pt x="1000556" y="69604"/>
                  <a:pt x="1000556" y="62533"/>
                </a:cubicBezTo>
                <a:cubicBezTo>
                  <a:pt x="1000556" y="54643"/>
                  <a:pt x="999131" y="48962"/>
                  <a:pt x="996281" y="45491"/>
                </a:cubicBezTo>
                <a:cubicBezTo>
                  <a:pt x="993431" y="42021"/>
                  <a:pt x="989783" y="40286"/>
                  <a:pt x="985335" y="40286"/>
                </a:cubicBezTo>
                <a:cubicBezTo>
                  <a:pt x="981018" y="40286"/>
                  <a:pt x="977401" y="41999"/>
                  <a:pt x="974487" y="45427"/>
                </a:cubicBezTo>
                <a:cubicBezTo>
                  <a:pt x="971572" y="48854"/>
                  <a:pt x="970115" y="53974"/>
                  <a:pt x="970115" y="60787"/>
                </a:cubicBezTo>
                <a:close/>
                <a:moveTo>
                  <a:pt x="1076485" y="74742"/>
                </a:moveTo>
                <a:lnTo>
                  <a:pt x="1094620" y="77851"/>
                </a:lnTo>
                <a:cubicBezTo>
                  <a:pt x="1092289" y="84479"/>
                  <a:pt x="1088608" y="89526"/>
                  <a:pt x="1083577" y="92991"/>
                </a:cubicBezTo>
                <a:cubicBezTo>
                  <a:pt x="1078547" y="96456"/>
                  <a:pt x="1072254" y="98188"/>
                  <a:pt x="1064698" y="98188"/>
                </a:cubicBezTo>
                <a:cubicBezTo>
                  <a:pt x="1052737" y="98188"/>
                  <a:pt x="1043885" y="94281"/>
                  <a:pt x="1038143" y="86465"/>
                </a:cubicBezTo>
                <a:cubicBezTo>
                  <a:pt x="1033609" y="80204"/>
                  <a:pt x="1031342" y="72303"/>
                  <a:pt x="1031342" y="62760"/>
                </a:cubicBezTo>
                <a:cubicBezTo>
                  <a:pt x="1031342" y="51361"/>
                  <a:pt x="1034321" y="42434"/>
                  <a:pt x="1040280" y="35979"/>
                </a:cubicBezTo>
                <a:cubicBezTo>
                  <a:pt x="1046239" y="29523"/>
                  <a:pt x="1053773" y="26296"/>
                  <a:pt x="1062884" y="26296"/>
                </a:cubicBezTo>
                <a:cubicBezTo>
                  <a:pt x="1073117" y="26296"/>
                  <a:pt x="1081192" y="29675"/>
                  <a:pt x="1087107" y="36432"/>
                </a:cubicBezTo>
                <a:cubicBezTo>
                  <a:pt x="1093023" y="43189"/>
                  <a:pt x="1095851" y="53542"/>
                  <a:pt x="1095592" y="67488"/>
                </a:cubicBezTo>
                <a:lnTo>
                  <a:pt x="1049995" y="67488"/>
                </a:lnTo>
                <a:cubicBezTo>
                  <a:pt x="1050125" y="72886"/>
                  <a:pt x="1051593" y="77085"/>
                  <a:pt x="1054399" y="80086"/>
                </a:cubicBezTo>
                <a:cubicBezTo>
                  <a:pt x="1057206" y="83087"/>
                  <a:pt x="1060704" y="84587"/>
                  <a:pt x="1064892" y="84587"/>
                </a:cubicBezTo>
                <a:cubicBezTo>
                  <a:pt x="1067742" y="84587"/>
                  <a:pt x="1070138" y="83810"/>
                  <a:pt x="1072081" y="82255"/>
                </a:cubicBezTo>
                <a:cubicBezTo>
                  <a:pt x="1074024" y="80701"/>
                  <a:pt x="1075492" y="78197"/>
                  <a:pt x="1076485" y="74742"/>
                </a:cubicBezTo>
                <a:moveTo>
                  <a:pt x="1077522" y="56348"/>
                </a:moveTo>
                <a:cubicBezTo>
                  <a:pt x="1077392" y="51102"/>
                  <a:pt x="1076032" y="47113"/>
                  <a:pt x="1073441" y="44382"/>
                </a:cubicBezTo>
                <a:cubicBezTo>
                  <a:pt x="1070851" y="41651"/>
                  <a:pt x="1067698" y="40286"/>
                  <a:pt x="1063985" y="40286"/>
                </a:cubicBezTo>
                <a:cubicBezTo>
                  <a:pt x="1060013" y="40286"/>
                  <a:pt x="1056731" y="41726"/>
                  <a:pt x="1054140" y="44607"/>
                </a:cubicBezTo>
                <a:cubicBezTo>
                  <a:pt x="1051550" y="47489"/>
                  <a:pt x="1050276" y="51403"/>
                  <a:pt x="1050319" y="56348"/>
                </a:cubicBezTo>
                <a:lnTo>
                  <a:pt x="1077522" y="56348"/>
                </a:lnTo>
                <a:close/>
                <a:moveTo>
                  <a:pt x="1172969" y="96634"/>
                </a:moveTo>
                <a:lnTo>
                  <a:pt x="1154770" y="96634"/>
                </a:lnTo>
                <a:lnTo>
                  <a:pt x="1154770" y="61570"/>
                </a:lnTo>
                <a:cubicBezTo>
                  <a:pt x="1154770" y="54151"/>
                  <a:pt x="1154381" y="49353"/>
                  <a:pt x="1153604" y="47175"/>
                </a:cubicBezTo>
                <a:cubicBezTo>
                  <a:pt x="1152827" y="44998"/>
                  <a:pt x="1151564" y="43305"/>
                  <a:pt x="1149815" y="42097"/>
                </a:cubicBezTo>
                <a:cubicBezTo>
                  <a:pt x="1148066" y="40890"/>
                  <a:pt x="1145961" y="40286"/>
                  <a:pt x="1143500" y="40286"/>
                </a:cubicBezTo>
                <a:cubicBezTo>
                  <a:pt x="1140348" y="40286"/>
                  <a:pt x="1137520" y="41149"/>
                  <a:pt x="1135015" y="42874"/>
                </a:cubicBezTo>
                <a:cubicBezTo>
                  <a:pt x="1132511" y="44599"/>
                  <a:pt x="1130795" y="46885"/>
                  <a:pt x="1129866" y="49732"/>
                </a:cubicBezTo>
                <a:cubicBezTo>
                  <a:pt x="1128938" y="52577"/>
                  <a:pt x="1128474" y="57839"/>
                  <a:pt x="1128474" y="65517"/>
                </a:cubicBezTo>
                <a:lnTo>
                  <a:pt x="1128474" y="96634"/>
                </a:lnTo>
                <a:lnTo>
                  <a:pt x="1110274" y="96634"/>
                </a:lnTo>
                <a:lnTo>
                  <a:pt x="1110274" y="27850"/>
                </a:lnTo>
                <a:lnTo>
                  <a:pt x="1127178" y="27850"/>
                </a:lnTo>
                <a:lnTo>
                  <a:pt x="1127178" y="37954"/>
                </a:lnTo>
                <a:cubicBezTo>
                  <a:pt x="1133180" y="30182"/>
                  <a:pt x="1140737" y="26296"/>
                  <a:pt x="1149847" y="26296"/>
                </a:cubicBezTo>
                <a:cubicBezTo>
                  <a:pt x="1153863" y="26296"/>
                  <a:pt x="1157533" y="27019"/>
                  <a:pt x="1160858" y="28466"/>
                </a:cubicBezTo>
                <a:cubicBezTo>
                  <a:pt x="1164183" y="29912"/>
                  <a:pt x="1166698" y="31758"/>
                  <a:pt x="1168403" y="34003"/>
                </a:cubicBezTo>
                <a:cubicBezTo>
                  <a:pt x="1170109" y="36248"/>
                  <a:pt x="1171296" y="38796"/>
                  <a:pt x="1171965" y="41646"/>
                </a:cubicBezTo>
                <a:cubicBezTo>
                  <a:pt x="1172635" y="44496"/>
                  <a:pt x="1172969" y="48576"/>
                  <a:pt x="1172969" y="53887"/>
                </a:cubicBezTo>
                <a:lnTo>
                  <a:pt x="1172969" y="96634"/>
                </a:lnTo>
                <a:close/>
                <a:moveTo>
                  <a:pt x="1222992" y="27850"/>
                </a:moveTo>
                <a:lnTo>
                  <a:pt x="1222992" y="42358"/>
                </a:lnTo>
                <a:lnTo>
                  <a:pt x="1210556" y="42358"/>
                </a:lnTo>
                <a:lnTo>
                  <a:pt x="1210556" y="70034"/>
                </a:lnTo>
                <a:cubicBezTo>
                  <a:pt x="1210556" y="75640"/>
                  <a:pt x="1210675" y="78906"/>
                  <a:pt x="1210912" y="79833"/>
                </a:cubicBezTo>
                <a:cubicBezTo>
                  <a:pt x="1211150" y="80758"/>
                  <a:pt x="1211690" y="81523"/>
                  <a:pt x="1212532" y="82128"/>
                </a:cubicBezTo>
                <a:cubicBezTo>
                  <a:pt x="1213374" y="82731"/>
                  <a:pt x="1214399" y="83033"/>
                  <a:pt x="1215608" y="83033"/>
                </a:cubicBezTo>
                <a:cubicBezTo>
                  <a:pt x="1217292" y="83033"/>
                  <a:pt x="1219732" y="82450"/>
                  <a:pt x="1222927" y="81284"/>
                </a:cubicBezTo>
                <a:lnTo>
                  <a:pt x="1224481" y="95456"/>
                </a:lnTo>
                <a:cubicBezTo>
                  <a:pt x="1220250" y="97277"/>
                  <a:pt x="1215457" y="98188"/>
                  <a:pt x="1210103" y="98188"/>
                </a:cubicBezTo>
                <a:cubicBezTo>
                  <a:pt x="1206821" y="98188"/>
                  <a:pt x="1203863" y="97638"/>
                  <a:pt x="1201230" y="96537"/>
                </a:cubicBezTo>
                <a:cubicBezTo>
                  <a:pt x="1198596" y="95436"/>
                  <a:pt x="1196663" y="94011"/>
                  <a:pt x="1195433" y="92262"/>
                </a:cubicBezTo>
                <a:cubicBezTo>
                  <a:pt x="1194202" y="90513"/>
                  <a:pt x="1193349" y="88149"/>
                  <a:pt x="1192874" y="85170"/>
                </a:cubicBezTo>
                <a:cubicBezTo>
                  <a:pt x="1192486" y="83054"/>
                  <a:pt x="1192292" y="78779"/>
                  <a:pt x="1192292" y="72346"/>
                </a:cubicBezTo>
                <a:lnTo>
                  <a:pt x="1192292" y="42358"/>
                </a:lnTo>
                <a:lnTo>
                  <a:pt x="1183936" y="42358"/>
                </a:lnTo>
                <a:lnTo>
                  <a:pt x="1183936" y="27850"/>
                </a:lnTo>
                <a:lnTo>
                  <a:pt x="1192292" y="27850"/>
                </a:lnTo>
                <a:lnTo>
                  <a:pt x="1192292" y="14119"/>
                </a:lnTo>
                <a:lnTo>
                  <a:pt x="1210556" y="3368"/>
                </a:lnTo>
                <a:lnTo>
                  <a:pt x="1210556" y="27850"/>
                </a:lnTo>
                <a:lnTo>
                  <a:pt x="1222992" y="27850"/>
                </a:lnTo>
                <a:close/>
                <a:moveTo>
                  <a:pt x="1235620" y="18524"/>
                </a:moveTo>
                <a:lnTo>
                  <a:pt x="1235620" y="1684"/>
                </a:lnTo>
                <a:lnTo>
                  <a:pt x="1253820" y="1684"/>
                </a:lnTo>
                <a:lnTo>
                  <a:pt x="1253820" y="18524"/>
                </a:lnTo>
                <a:lnTo>
                  <a:pt x="1235620" y="18524"/>
                </a:lnTo>
                <a:moveTo>
                  <a:pt x="1235620" y="96634"/>
                </a:moveTo>
                <a:lnTo>
                  <a:pt x="1235620" y="27850"/>
                </a:lnTo>
                <a:lnTo>
                  <a:pt x="1253820" y="27850"/>
                </a:lnTo>
                <a:lnTo>
                  <a:pt x="1253820" y="96634"/>
                </a:lnTo>
                <a:lnTo>
                  <a:pt x="1235620" y="96634"/>
                </a:lnTo>
                <a:close/>
                <a:moveTo>
                  <a:pt x="1264529" y="27850"/>
                </a:moveTo>
                <a:lnTo>
                  <a:pt x="1274633" y="27850"/>
                </a:lnTo>
                <a:lnTo>
                  <a:pt x="1274633" y="22657"/>
                </a:lnTo>
                <a:cubicBezTo>
                  <a:pt x="1274633" y="16857"/>
                  <a:pt x="1275248" y="12529"/>
                  <a:pt x="1276479" y="9673"/>
                </a:cubicBezTo>
                <a:cubicBezTo>
                  <a:pt x="1277709" y="6816"/>
                  <a:pt x="1279976" y="4490"/>
                  <a:pt x="1283279" y="2694"/>
                </a:cubicBezTo>
                <a:cubicBezTo>
                  <a:pt x="1286583" y="898"/>
                  <a:pt x="1290760" y="0"/>
                  <a:pt x="1295812" y="0"/>
                </a:cubicBezTo>
                <a:cubicBezTo>
                  <a:pt x="1300993" y="0"/>
                  <a:pt x="1306067" y="777"/>
                  <a:pt x="1311032" y="2332"/>
                </a:cubicBezTo>
                <a:lnTo>
                  <a:pt x="1308571" y="15026"/>
                </a:lnTo>
                <a:cubicBezTo>
                  <a:pt x="1305678" y="14335"/>
                  <a:pt x="1302893" y="13990"/>
                  <a:pt x="1300216" y="13990"/>
                </a:cubicBezTo>
                <a:cubicBezTo>
                  <a:pt x="1297582" y="13990"/>
                  <a:pt x="1295693" y="14609"/>
                  <a:pt x="1294549" y="15846"/>
                </a:cubicBezTo>
                <a:cubicBezTo>
                  <a:pt x="1293405" y="17082"/>
                  <a:pt x="1292833" y="19457"/>
                  <a:pt x="1292833" y="22970"/>
                </a:cubicBezTo>
                <a:lnTo>
                  <a:pt x="1292833" y="27850"/>
                </a:lnTo>
                <a:lnTo>
                  <a:pt x="1306434" y="27850"/>
                </a:lnTo>
                <a:lnTo>
                  <a:pt x="1306434" y="42229"/>
                </a:lnTo>
                <a:lnTo>
                  <a:pt x="1292833" y="42229"/>
                </a:lnTo>
                <a:lnTo>
                  <a:pt x="1292833" y="96634"/>
                </a:lnTo>
                <a:lnTo>
                  <a:pt x="1274633" y="96634"/>
                </a:lnTo>
                <a:lnTo>
                  <a:pt x="1274633" y="42229"/>
                </a:lnTo>
                <a:lnTo>
                  <a:pt x="1264529" y="42229"/>
                </a:lnTo>
                <a:lnTo>
                  <a:pt x="1264529" y="27850"/>
                </a:lnTo>
                <a:close/>
                <a:moveTo>
                  <a:pt x="1316666" y="18524"/>
                </a:moveTo>
                <a:lnTo>
                  <a:pt x="1316666" y="1684"/>
                </a:lnTo>
                <a:lnTo>
                  <a:pt x="1334866" y="1684"/>
                </a:lnTo>
                <a:lnTo>
                  <a:pt x="1334866" y="18524"/>
                </a:lnTo>
                <a:lnTo>
                  <a:pt x="1316666" y="18524"/>
                </a:lnTo>
                <a:moveTo>
                  <a:pt x="1316666" y="96634"/>
                </a:moveTo>
                <a:lnTo>
                  <a:pt x="1316666" y="27850"/>
                </a:lnTo>
                <a:lnTo>
                  <a:pt x="1334866" y="27850"/>
                </a:lnTo>
                <a:lnTo>
                  <a:pt x="1334866" y="96634"/>
                </a:lnTo>
                <a:lnTo>
                  <a:pt x="1316666" y="96634"/>
                </a:lnTo>
                <a:close/>
                <a:moveTo>
                  <a:pt x="1413517" y="48187"/>
                </a:moveTo>
                <a:lnTo>
                  <a:pt x="1395576" y="51426"/>
                </a:lnTo>
                <a:cubicBezTo>
                  <a:pt x="1394972" y="47864"/>
                  <a:pt x="1393601" y="45181"/>
                  <a:pt x="1391463" y="43378"/>
                </a:cubicBezTo>
                <a:cubicBezTo>
                  <a:pt x="1389326" y="41576"/>
                  <a:pt x="1386552" y="40674"/>
                  <a:pt x="1383141" y="40674"/>
                </a:cubicBezTo>
                <a:cubicBezTo>
                  <a:pt x="1378607" y="40674"/>
                  <a:pt x="1374991" y="42235"/>
                  <a:pt x="1372292" y="45356"/>
                </a:cubicBezTo>
                <a:cubicBezTo>
                  <a:pt x="1369593" y="48477"/>
                  <a:pt x="1368244" y="53696"/>
                  <a:pt x="1368244" y="61013"/>
                </a:cubicBezTo>
                <a:cubicBezTo>
                  <a:pt x="1368244" y="69150"/>
                  <a:pt x="1369615" y="74897"/>
                  <a:pt x="1372357" y="78256"/>
                </a:cubicBezTo>
                <a:cubicBezTo>
                  <a:pt x="1375099" y="81613"/>
                  <a:pt x="1378780" y="83292"/>
                  <a:pt x="1383400" y="83292"/>
                </a:cubicBezTo>
                <a:cubicBezTo>
                  <a:pt x="1386854" y="83292"/>
                  <a:pt x="1389682" y="82309"/>
                  <a:pt x="1391884" y="80345"/>
                </a:cubicBezTo>
                <a:cubicBezTo>
                  <a:pt x="1394086" y="78380"/>
                  <a:pt x="1395641" y="75001"/>
                  <a:pt x="1396548" y="70209"/>
                </a:cubicBezTo>
                <a:lnTo>
                  <a:pt x="1414423" y="73317"/>
                </a:lnTo>
                <a:cubicBezTo>
                  <a:pt x="1412567" y="81521"/>
                  <a:pt x="1409005" y="87717"/>
                  <a:pt x="1403737" y="91906"/>
                </a:cubicBezTo>
                <a:cubicBezTo>
                  <a:pt x="1398469" y="96094"/>
                  <a:pt x="1391409" y="98188"/>
                  <a:pt x="1382558" y="98188"/>
                </a:cubicBezTo>
                <a:cubicBezTo>
                  <a:pt x="1372497" y="98188"/>
                  <a:pt x="1364477" y="95015"/>
                  <a:pt x="1358496" y="88667"/>
                </a:cubicBezTo>
                <a:cubicBezTo>
                  <a:pt x="1352516" y="82320"/>
                  <a:pt x="1349526" y="73533"/>
                  <a:pt x="1349526" y="62307"/>
                </a:cubicBezTo>
                <a:cubicBezTo>
                  <a:pt x="1349526" y="50951"/>
                  <a:pt x="1352527" y="42110"/>
                  <a:pt x="1358529" y="35784"/>
                </a:cubicBezTo>
                <a:cubicBezTo>
                  <a:pt x="1364531" y="29459"/>
                  <a:pt x="1372648" y="26296"/>
                  <a:pt x="1382881" y="26296"/>
                </a:cubicBezTo>
                <a:cubicBezTo>
                  <a:pt x="1391258" y="26296"/>
                  <a:pt x="1397918" y="28099"/>
                  <a:pt x="1402862" y="31704"/>
                </a:cubicBezTo>
                <a:cubicBezTo>
                  <a:pt x="1407806" y="35309"/>
                  <a:pt x="1411358" y="40804"/>
                  <a:pt x="1413517" y="48187"/>
                </a:cubicBezTo>
                <a:close/>
                <a:moveTo>
                  <a:pt x="1440893" y="49094"/>
                </a:moveTo>
                <a:lnTo>
                  <a:pt x="1424377" y="46115"/>
                </a:lnTo>
                <a:cubicBezTo>
                  <a:pt x="1426234" y="39378"/>
                  <a:pt x="1429429" y="34390"/>
                  <a:pt x="1433963" y="31153"/>
                </a:cubicBezTo>
                <a:cubicBezTo>
                  <a:pt x="1438497" y="27915"/>
                  <a:pt x="1445233" y="26296"/>
                  <a:pt x="1454171" y="26296"/>
                </a:cubicBezTo>
                <a:cubicBezTo>
                  <a:pt x="1462288" y="26296"/>
                  <a:pt x="1468333" y="27257"/>
                  <a:pt x="1472306" y="29178"/>
                </a:cubicBezTo>
                <a:cubicBezTo>
                  <a:pt x="1476278" y="31099"/>
                  <a:pt x="1479074" y="33539"/>
                  <a:pt x="1480693" y="36497"/>
                </a:cubicBezTo>
                <a:cubicBezTo>
                  <a:pt x="1482312" y="39455"/>
                  <a:pt x="1483122" y="44884"/>
                  <a:pt x="1483122" y="52786"/>
                </a:cubicBezTo>
                <a:lnTo>
                  <a:pt x="1482928" y="74030"/>
                </a:lnTo>
                <a:cubicBezTo>
                  <a:pt x="1482928" y="80075"/>
                  <a:pt x="1483219" y="84533"/>
                  <a:pt x="1483802" y="87404"/>
                </a:cubicBezTo>
                <a:cubicBezTo>
                  <a:pt x="1484385" y="90276"/>
                  <a:pt x="1485475" y="93352"/>
                  <a:pt x="1487073" y="96634"/>
                </a:cubicBezTo>
                <a:lnTo>
                  <a:pt x="1469067" y="96634"/>
                </a:lnTo>
                <a:cubicBezTo>
                  <a:pt x="1468592" y="95425"/>
                  <a:pt x="1468009" y="93633"/>
                  <a:pt x="1467319" y="91258"/>
                </a:cubicBezTo>
                <a:cubicBezTo>
                  <a:pt x="1467016" y="90179"/>
                  <a:pt x="1466800" y="89466"/>
                  <a:pt x="1466671" y="89121"/>
                </a:cubicBezTo>
                <a:cubicBezTo>
                  <a:pt x="1463562" y="92143"/>
                  <a:pt x="1460237" y="94410"/>
                  <a:pt x="1456697" y="95921"/>
                </a:cubicBezTo>
                <a:cubicBezTo>
                  <a:pt x="1453156" y="97433"/>
                  <a:pt x="1449378" y="98188"/>
                  <a:pt x="1445362" y="98188"/>
                </a:cubicBezTo>
                <a:cubicBezTo>
                  <a:pt x="1438281" y="98188"/>
                  <a:pt x="1432700" y="96275"/>
                  <a:pt x="1428620" y="92448"/>
                </a:cubicBezTo>
                <a:cubicBezTo>
                  <a:pt x="1424539" y="88622"/>
                  <a:pt x="1422499" y="83784"/>
                  <a:pt x="1422499" y="77936"/>
                </a:cubicBezTo>
                <a:cubicBezTo>
                  <a:pt x="1422499" y="74066"/>
                  <a:pt x="1423427" y="70616"/>
                  <a:pt x="1425284" y="67585"/>
                </a:cubicBezTo>
                <a:cubicBezTo>
                  <a:pt x="1427141" y="64553"/>
                  <a:pt x="1429742" y="62231"/>
                  <a:pt x="1433089" y="60619"/>
                </a:cubicBezTo>
                <a:cubicBezTo>
                  <a:pt x="1436435" y="59006"/>
                  <a:pt x="1441260" y="57598"/>
                  <a:pt x="1447564" y="56395"/>
                </a:cubicBezTo>
                <a:cubicBezTo>
                  <a:pt x="1456071" y="54804"/>
                  <a:pt x="1461964" y="53320"/>
                  <a:pt x="1465246" y="51944"/>
                </a:cubicBezTo>
                <a:lnTo>
                  <a:pt x="1465246" y="50110"/>
                </a:lnTo>
                <a:cubicBezTo>
                  <a:pt x="1465246" y="46574"/>
                  <a:pt x="1464382" y="44052"/>
                  <a:pt x="1462655" y="42546"/>
                </a:cubicBezTo>
                <a:cubicBezTo>
                  <a:pt x="1460928" y="41039"/>
                  <a:pt x="1457668" y="40286"/>
                  <a:pt x="1452875" y="40286"/>
                </a:cubicBezTo>
                <a:cubicBezTo>
                  <a:pt x="1449637" y="40286"/>
                  <a:pt x="1447111" y="40937"/>
                  <a:pt x="1445297" y="42241"/>
                </a:cubicBezTo>
                <a:cubicBezTo>
                  <a:pt x="1443484" y="43543"/>
                  <a:pt x="1442016" y="45827"/>
                  <a:pt x="1440893" y="49094"/>
                </a:cubicBezTo>
                <a:moveTo>
                  <a:pt x="1465246" y="63861"/>
                </a:moveTo>
                <a:cubicBezTo>
                  <a:pt x="1462914" y="64629"/>
                  <a:pt x="1459223" y="65547"/>
                  <a:pt x="1454171" y="66614"/>
                </a:cubicBezTo>
                <a:cubicBezTo>
                  <a:pt x="1449119" y="67680"/>
                  <a:pt x="1445816" y="68725"/>
                  <a:pt x="1444261" y="69749"/>
                </a:cubicBezTo>
                <a:cubicBezTo>
                  <a:pt x="1441886" y="71413"/>
                  <a:pt x="1440699" y="73524"/>
                  <a:pt x="1440699" y="76084"/>
                </a:cubicBezTo>
                <a:cubicBezTo>
                  <a:pt x="1440699" y="78602"/>
                  <a:pt x="1441649" y="80779"/>
                  <a:pt x="1443549" y="82614"/>
                </a:cubicBezTo>
                <a:cubicBezTo>
                  <a:pt x="1445449" y="84447"/>
                  <a:pt x="1447867" y="85364"/>
                  <a:pt x="1450803" y="85364"/>
                </a:cubicBezTo>
                <a:cubicBezTo>
                  <a:pt x="1454084" y="85364"/>
                  <a:pt x="1457215" y="84298"/>
                  <a:pt x="1460194" y="82164"/>
                </a:cubicBezTo>
                <a:cubicBezTo>
                  <a:pt x="1462396" y="80544"/>
                  <a:pt x="1463843" y="78560"/>
                  <a:pt x="1464534" y="76212"/>
                </a:cubicBezTo>
                <a:cubicBezTo>
                  <a:pt x="1465009" y="74676"/>
                  <a:pt x="1465246" y="71754"/>
                  <a:pt x="1465246" y="67446"/>
                </a:cubicBezTo>
                <a:lnTo>
                  <a:pt x="1465246" y="63861"/>
                </a:lnTo>
                <a:close/>
                <a:moveTo>
                  <a:pt x="1532585" y="27850"/>
                </a:moveTo>
                <a:lnTo>
                  <a:pt x="1532585" y="42358"/>
                </a:lnTo>
                <a:lnTo>
                  <a:pt x="1520149" y="42358"/>
                </a:lnTo>
                <a:lnTo>
                  <a:pt x="1520149" y="70034"/>
                </a:lnTo>
                <a:cubicBezTo>
                  <a:pt x="1520149" y="75640"/>
                  <a:pt x="1520268" y="78906"/>
                  <a:pt x="1520505" y="79833"/>
                </a:cubicBezTo>
                <a:cubicBezTo>
                  <a:pt x="1520743" y="80758"/>
                  <a:pt x="1521283" y="81523"/>
                  <a:pt x="1522125" y="82128"/>
                </a:cubicBezTo>
                <a:cubicBezTo>
                  <a:pt x="1522966" y="82731"/>
                  <a:pt x="1523992" y="83033"/>
                  <a:pt x="1525201" y="83033"/>
                </a:cubicBezTo>
                <a:cubicBezTo>
                  <a:pt x="1526885" y="83033"/>
                  <a:pt x="1529325" y="82450"/>
                  <a:pt x="1532520" y="81284"/>
                </a:cubicBezTo>
                <a:lnTo>
                  <a:pt x="1534074" y="95456"/>
                </a:lnTo>
                <a:cubicBezTo>
                  <a:pt x="1529843" y="97277"/>
                  <a:pt x="1525050" y="98188"/>
                  <a:pt x="1519696" y="98188"/>
                </a:cubicBezTo>
                <a:cubicBezTo>
                  <a:pt x="1516414" y="98188"/>
                  <a:pt x="1513456" y="97638"/>
                  <a:pt x="1510822" y="96537"/>
                </a:cubicBezTo>
                <a:cubicBezTo>
                  <a:pt x="1508189" y="95436"/>
                  <a:pt x="1506256" y="94011"/>
                  <a:pt x="1505026" y="92262"/>
                </a:cubicBezTo>
                <a:cubicBezTo>
                  <a:pt x="1503795" y="90513"/>
                  <a:pt x="1502942" y="88149"/>
                  <a:pt x="1502467" y="85170"/>
                </a:cubicBezTo>
                <a:cubicBezTo>
                  <a:pt x="1502079" y="83054"/>
                  <a:pt x="1501885" y="78779"/>
                  <a:pt x="1501885" y="72346"/>
                </a:cubicBezTo>
                <a:lnTo>
                  <a:pt x="1501885" y="42358"/>
                </a:lnTo>
                <a:lnTo>
                  <a:pt x="1493529" y="42358"/>
                </a:lnTo>
                <a:lnTo>
                  <a:pt x="1493529" y="27850"/>
                </a:lnTo>
                <a:lnTo>
                  <a:pt x="1501885" y="27850"/>
                </a:lnTo>
                <a:lnTo>
                  <a:pt x="1501885" y="14119"/>
                </a:lnTo>
                <a:lnTo>
                  <a:pt x="1520149" y="3368"/>
                </a:lnTo>
                <a:lnTo>
                  <a:pt x="1520149" y="27850"/>
                </a:lnTo>
                <a:lnTo>
                  <a:pt x="1532585" y="27850"/>
                </a:lnTo>
                <a:close/>
                <a:moveTo>
                  <a:pt x="1545213" y="18524"/>
                </a:moveTo>
                <a:lnTo>
                  <a:pt x="1545213" y="1684"/>
                </a:lnTo>
                <a:lnTo>
                  <a:pt x="1563413" y="1684"/>
                </a:lnTo>
                <a:lnTo>
                  <a:pt x="1563413" y="18524"/>
                </a:lnTo>
                <a:lnTo>
                  <a:pt x="1545213" y="18524"/>
                </a:lnTo>
                <a:moveTo>
                  <a:pt x="1545213" y="96634"/>
                </a:moveTo>
                <a:lnTo>
                  <a:pt x="1545213" y="27850"/>
                </a:lnTo>
                <a:lnTo>
                  <a:pt x="1563413" y="27850"/>
                </a:lnTo>
                <a:lnTo>
                  <a:pt x="1563413" y="96634"/>
                </a:lnTo>
                <a:lnTo>
                  <a:pt x="1545213" y="96634"/>
                </a:lnTo>
                <a:close/>
                <a:moveTo>
                  <a:pt x="1577879" y="61271"/>
                </a:moveTo>
                <a:cubicBezTo>
                  <a:pt x="1577879" y="55226"/>
                  <a:pt x="1579368" y="49375"/>
                  <a:pt x="1582348" y="43718"/>
                </a:cubicBezTo>
                <a:cubicBezTo>
                  <a:pt x="1585327" y="38062"/>
                  <a:pt x="1589548" y="33744"/>
                  <a:pt x="1595010" y="30765"/>
                </a:cubicBezTo>
                <a:cubicBezTo>
                  <a:pt x="1600472" y="27785"/>
                  <a:pt x="1606571" y="26296"/>
                  <a:pt x="1613307" y="26296"/>
                </a:cubicBezTo>
                <a:cubicBezTo>
                  <a:pt x="1623713" y="26296"/>
                  <a:pt x="1632241" y="29675"/>
                  <a:pt x="1638890" y="36432"/>
                </a:cubicBezTo>
                <a:cubicBezTo>
                  <a:pt x="1645540" y="43189"/>
                  <a:pt x="1648864" y="51728"/>
                  <a:pt x="1648864" y="62048"/>
                </a:cubicBezTo>
                <a:cubicBezTo>
                  <a:pt x="1648864" y="72454"/>
                  <a:pt x="1645507" y="81079"/>
                  <a:pt x="1638793" y="87923"/>
                </a:cubicBezTo>
                <a:cubicBezTo>
                  <a:pt x="1632079" y="94766"/>
                  <a:pt x="1623626" y="98188"/>
                  <a:pt x="1613436" y="98188"/>
                </a:cubicBezTo>
                <a:cubicBezTo>
                  <a:pt x="1607132" y="98188"/>
                  <a:pt x="1601120" y="96763"/>
                  <a:pt x="1595398" y="93914"/>
                </a:cubicBezTo>
                <a:cubicBezTo>
                  <a:pt x="1589677" y="91064"/>
                  <a:pt x="1585327" y="86886"/>
                  <a:pt x="1582348" y="81381"/>
                </a:cubicBezTo>
                <a:cubicBezTo>
                  <a:pt x="1579368" y="75876"/>
                  <a:pt x="1577879" y="69172"/>
                  <a:pt x="1577879" y="61271"/>
                </a:cubicBezTo>
                <a:moveTo>
                  <a:pt x="1596532" y="62242"/>
                </a:moveTo>
                <a:cubicBezTo>
                  <a:pt x="1596532" y="69043"/>
                  <a:pt x="1598151" y="74251"/>
                  <a:pt x="1601389" y="77867"/>
                </a:cubicBezTo>
                <a:cubicBezTo>
                  <a:pt x="1604628" y="81484"/>
                  <a:pt x="1608622" y="83292"/>
                  <a:pt x="1613372" y="83292"/>
                </a:cubicBezTo>
                <a:cubicBezTo>
                  <a:pt x="1618121" y="83292"/>
                  <a:pt x="1622104" y="81484"/>
                  <a:pt x="1625321" y="77867"/>
                </a:cubicBezTo>
                <a:cubicBezTo>
                  <a:pt x="1628538" y="74251"/>
                  <a:pt x="1630146" y="69000"/>
                  <a:pt x="1630146" y="62113"/>
                </a:cubicBezTo>
                <a:cubicBezTo>
                  <a:pt x="1630146" y="55398"/>
                  <a:pt x="1628538" y="50233"/>
                  <a:pt x="1625321" y="46617"/>
                </a:cubicBezTo>
                <a:cubicBezTo>
                  <a:pt x="1622104" y="43001"/>
                  <a:pt x="1618121" y="41192"/>
                  <a:pt x="1613372" y="41192"/>
                </a:cubicBezTo>
                <a:cubicBezTo>
                  <a:pt x="1608622" y="41192"/>
                  <a:pt x="1604628" y="43001"/>
                  <a:pt x="1601389" y="46617"/>
                </a:cubicBezTo>
                <a:cubicBezTo>
                  <a:pt x="1598151" y="50233"/>
                  <a:pt x="1596532" y="55441"/>
                  <a:pt x="1596532" y="62242"/>
                </a:cubicBezTo>
                <a:close/>
                <a:moveTo>
                  <a:pt x="1725700" y="96634"/>
                </a:moveTo>
                <a:lnTo>
                  <a:pt x="1707501" y="96634"/>
                </a:lnTo>
                <a:lnTo>
                  <a:pt x="1707501" y="61570"/>
                </a:lnTo>
                <a:cubicBezTo>
                  <a:pt x="1707501" y="54151"/>
                  <a:pt x="1707112" y="49353"/>
                  <a:pt x="1706335" y="47175"/>
                </a:cubicBezTo>
                <a:cubicBezTo>
                  <a:pt x="1705558" y="44998"/>
                  <a:pt x="1704295" y="43305"/>
                  <a:pt x="1702546" y="42097"/>
                </a:cubicBezTo>
                <a:cubicBezTo>
                  <a:pt x="1700797" y="40890"/>
                  <a:pt x="1698692" y="40286"/>
                  <a:pt x="1696231" y="40286"/>
                </a:cubicBezTo>
                <a:cubicBezTo>
                  <a:pt x="1693079" y="40286"/>
                  <a:pt x="1690251" y="41149"/>
                  <a:pt x="1687746" y="42874"/>
                </a:cubicBezTo>
                <a:cubicBezTo>
                  <a:pt x="1685242" y="44599"/>
                  <a:pt x="1683526" y="46885"/>
                  <a:pt x="1682597" y="49732"/>
                </a:cubicBezTo>
                <a:cubicBezTo>
                  <a:pt x="1681669" y="52577"/>
                  <a:pt x="1681205" y="57839"/>
                  <a:pt x="1681205" y="65517"/>
                </a:cubicBezTo>
                <a:lnTo>
                  <a:pt x="1681205" y="96634"/>
                </a:lnTo>
                <a:lnTo>
                  <a:pt x="1663005" y="96634"/>
                </a:lnTo>
                <a:lnTo>
                  <a:pt x="1663005" y="27850"/>
                </a:lnTo>
                <a:lnTo>
                  <a:pt x="1679909" y="27850"/>
                </a:lnTo>
                <a:lnTo>
                  <a:pt x="1679909" y="37954"/>
                </a:lnTo>
                <a:cubicBezTo>
                  <a:pt x="1685911" y="30182"/>
                  <a:pt x="1693468" y="26296"/>
                  <a:pt x="1702578" y="26296"/>
                </a:cubicBezTo>
                <a:cubicBezTo>
                  <a:pt x="1706594" y="26296"/>
                  <a:pt x="1710264" y="27019"/>
                  <a:pt x="1713589" y="28466"/>
                </a:cubicBezTo>
                <a:cubicBezTo>
                  <a:pt x="1716914" y="29912"/>
                  <a:pt x="1719429" y="31758"/>
                  <a:pt x="1721134" y="34003"/>
                </a:cubicBezTo>
                <a:cubicBezTo>
                  <a:pt x="1722840" y="36248"/>
                  <a:pt x="1724027" y="38796"/>
                  <a:pt x="1724697" y="41646"/>
                </a:cubicBezTo>
                <a:cubicBezTo>
                  <a:pt x="1725366" y="44496"/>
                  <a:pt x="1725700" y="48576"/>
                  <a:pt x="1725700" y="53887"/>
                </a:cubicBezTo>
                <a:lnTo>
                  <a:pt x="1725700" y="96634"/>
                </a:lnTo>
                <a:close/>
                <a:moveTo>
                  <a:pt x="1865190" y="85170"/>
                </a:moveTo>
                <a:lnTo>
                  <a:pt x="1854179" y="99095"/>
                </a:lnTo>
                <a:cubicBezTo>
                  <a:pt x="1848782" y="96492"/>
                  <a:pt x="1843600" y="92908"/>
                  <a:pt x="1838635" y="88344"/>
                </a:cubicBezTo>
                <a:cubicBezTo>
                  <a:pt x="1834792" y="91798"/>
                  <a:pt x="1830711" y="94345"/>
                  <a:pt x="1826393" y="95986"/>
                </a:cubicBezTo>
                <a:cubicBezTo>
                  <a:pt x="1822076" y="97627"/>
                  <a:pt x="1816937" y="98447"/>
                  <a:pt x="1810979" y="98447"/>
                </a:cubicBezTo>
                <a:cubicBezTo>
                  <a:pt x="1799148" y="98447"/>
                  <a:pt x="1790253" y="95116"/>
                  <a:pt x="1784294" y="88453"/>
                </a:cubicBezTo>
                <a:cubicBezTo>
                  <a:pt x="1779674" y="83304"/>
                  <a:pt x="1777364" y="77376"/>
                  <a:pt x="1777364" y="70670"/>
                </a:cubicBezTo>
                <a:cubicBezTo>
                  <a:pt x="1777364" y="64570"/>
                  <a:pt x="1779178" y="59086"/>
                  <a:pt x="1782805" y="54219"/>
                </a:cubicBezTo>
                <a:cubicBezTo>
                  <a:pt x="1786432" y="49351"/>
                  <a:pt x="1791851" y="45121"/>
                  <a:pt x="1799061" y="41530"/>
                </a:cubicBezTo>
                <a:cubicBezTo>
                  <a:pt x="1795823" y="37681"/>
                  <a:pt x="1793383" y="34015"/>
                  <a:pt x="1791743" y="30532"/>
                </a:cubicBezTo>
                <a:cubicBezTo>
                  <a:pt x="1790102" y="27049"/>
                  <a:pt x="1789281" y="23750"/>
                  <a:pt x="1789281" y="20635"/>
                </a:cubicBezTo>
                <a:cubicBezTo>
                  <a:pt x="1789281" y="14881"/>
                  <a:pt x="1791581" y="10004"/>
                  <a:pt x="1796179" y="6003"/>
                </a:cubicBezTo>
                <a:cubicBezTo>
                  <a:pt x="1800778" y="2001"/>
                  <a:pt x="1807330" y="0"/>
                  <a:pt x="1815836" y="0"/>
                </a:cubicBezTo>
                <a:cubicBezTo>
                  <a:pt x="1824040" y="0"/>
                  <a:pt x="1830452" y="2095"/>
                  <a:pt x="1835072" y="6285"/>
                </a:cubicBezTo>
                <a:cubicBezTo>
                  <a:pt x="1839693" y="10473"/>
                  <a:pt x="1842003" y="15590"/>
                  <a:pt x="1842003" y="21635"/>
                </a:cubicBezTo>
                <a:cubicBezTo>
                  <a:pt x="1842003" y="25479"/>
                  <a:pt x="1840858" y="29129"/>
                  <a:pt x="1838570" y="32584"/>
                </a:cubicBezTo>
                <a:cubicBezTo>
                  <a:pt x="1836281" y="36039"/>
                  <a:pt x="1831661" y="39946"/>
                  <a:pt x="1824710" y="44307"/>
                </a:cubicBezTo>
                <a:lnTo>
                  <a:pt x="1837922" y="61860"/>
                </a:lnTo>
                <a:cubicBezTo>
                  <a:pt x="1839477" y="59111"/>
                  <a:pt x="1840815" y="55524"/>
                  <a:pt x="1841938" y="51100"/>
                </a:cubicBezTo>
                <a:lnTo>
                  <a:pt x="1858389" y="54780"/>
                </a:lnTo>
                <a:cubicBezTo>
                  <a:pt x="1856748" y="60625"/>
                  <a:pt x="1855323" y="64901"/>
                  <a:pt x="1854114" y="67608"/>
                </a:cubicBezTo>
                <a:cubicBezTo>
                  <a:pt x="1852905" y="70313"/>
                  <a:pt x="1851610" y="72575"/>
                  <a:pt x="1850228" y="74394"/>
                </a:cubicBezTo>
                <a:cubicBezTo>
                  <a:pt x="1852258" y="76298"/>
                  <a:pt x="1854881" y="78386"/>
                  <a:pt x="1858097" y="80658"/>
                </a:cubicBezTo>
                <a:cubicBezTo>
                  <a:pt x="1861314" y="82931"/>
                  <a:pt x="1863678" y="84435"/>
                  <a:pt x="1865190" y="85170"/>
                </a:cubicBezTo>
                <a:moveTo>
                  <a:pt x="1815642" y="33412"/>
                </a:moveTo>
                <a:lnTo>
                  <a:pt x="1820564" y="29646"/>
                </a:lnTo>
                <a:cubicBezTo>
                  <a:pt x="1824191" y="26831"/>
                  <a:pt x="1826005" y="24038"/>
                  <a:pt x="1826005" y="21266"/>
                </a:cubicBezTo>
                <a:cubicBezTo>
                  <a:pt x="1826005" y="18929"/>
                  <a:pt x="1825131" y="16938"/>
                  <a:pt x="1823382" y="15293"/>
                </a:cubicBezTo>
                <a:cubicBezTo>
                  <a:pt x="1821633" y="13647"/>
                  <a:pt x="1819269" y="12824"/>
                  <a:pt x="1816290" y="12824"/>
                </a:cubicBezTo>
                <a:cubicBezTo>
                  <a:pt x="1813397" y="12824"/>
                  <a:pt x="1811130" y="13549"/>
                  <a:pt x="1809489" y="15000"/>
                </a:cubicBezTo>
                <a:cubicBezTo>
                  <a:pt x="1807848" y="16450"/>
                  <a:pt x="1807028" y="18128"/>
                  <a:pt x="1807028" y="20034"/>
                </a:cubicBezTo>
                <a:cubicBezTo>
                  <a:pt x="1807028" y="22284"/>
                  <a:pt x="1808410" y="25012"/>
                  <a:pt x="1811173" y="28217"/>
                </a:cubicBezTo>
                <a:lnTo>
                  <a:pt x="1815642" y="33412"/>
                </a:lnTo>
                <a:moveTo>
                  <a:pt x="1808518" y="53223"/>
                </a:moveTo>
                <a:cubicBezTo>
                  <a:pt x="1804329" y="55344"/>
                  <a:pt x="1801199" y="57899"/>
                  <a:pt x="1799126" y="60886"/>
                </a:cubicBezTo>
                <a:cubicBezTo>
                  <a:pt x="1797054" y="63873"/>
                  <a:pt x="1796017" y="66926"/>
                  <a:pt x="1796017" y="70043"/>
                </a:cubicBezTo>
                <a:cubicBezTo>
                  <a:pt x="1796017" y="73983"/>
                  <a:pt x="1797302" y="77197"/>
                  <a:pt x="1799871" y="79687"/>
                </a:cubicBezTo>
                <a:cubicBezTo>
                  <a:pt x="1802440" y="82176"/>
                  <a:pt x="1805884" y="83421"/>
                  <a:pt x="1810201" y="83421"/>
                </a:cubicBezTo>
                <a:cubicBezTo>
                  <a:pt x="1813051" y="83421"/>
                  <a:pt x="1815793" y="82859"/>
                  <a:pt x="1818427" y="81733"/>
                </a:cubicBezTo>
                <a:cubicBezTo>
                  <a:pt x="1821061" y="80606"/>
                  <a:pt x="1823932" y="78744"/>
                  <a:pt x="1827041" y="76147"/>
                </a:cubicBezTo>
                <a:lnTo>
                  <a:pt x="1808518" y="53223"/>
                </a:lnTo>
                <a:close/>
                <a:moveTo>
                  <a:pt x="1908973" y="65804"/>
                </a:moveTo>
                <a:lnTo>
                  <a:pt x="1927626" y="63991"/>
                </a:lnTo>
                <a:cubicBezTo>
                  <a:pt x="1928749" y="70275"/>
                  <a:pt x="1931026" y="74890"/>
                  <a:pt x="1934459" y="77837"/>
                </a:cubicBezTo>
                <a:cubicBezTo>
                  <a:pt x="1937892" y="80783"/>
                  <a:pt x="1942523" y="82255"/>
                  <a:pt x="1948352" y="82255"/>
                </a:cubicBezTo>
                <a:cubicBezTo>
                  <a:pt x="1954526" y="82255"/>
                  <a:pt x="1959179" y="80945"/>
                  <a:pt x="1962309" y="78325"/>
                </a:cubicBezTo>
                <a:cubicBezTo>
                  <a:pt x="1965440" y="75704"/>
                  <a:pt x="1967005" y="72639"/>
                  <a:pt x="1967005" y="69130"/>
                </a:cubicBezTo>
                <a:cubicBezTo>
                  <a:pt x="1967005" y="66878"/>
                  <a:pt x="1966346" y="64962"/>
                  <a:pt x="1965029" y="63382"/>
                </a:cubicBezTo>
                <a:cubicBezTo>
                  <a:pt x="1963712" y="61800"/>
                  <a:pt x="1961413" y="60424"/>
                  <a:pt x="1958132" y="59255"/>
                </a:cubicBezTo>
                <a:cubicBezTo>
                  <a:pt x="1955886" y="58476"/>
                  <a:pt x="1950770" y="57092"/>
                  <a:pt x="1942782" y="55101"/>
                </a:cubicBezTo>
                <a:cubicBezTo>
                  <a:pt x="1932505" y="52548"/>
                  <a:pt x="1925294" y="49411"/>
                  <a:pt x="1921149" y="45690"/>
                </a:cubicBezTo>
                <a:cubicBezTo>
                  <a:pt x="1915320" y="40454"/>
                  <a:pt x="1912405" y="34073"/>
                  <a:pt x="1912405" y="26545"/>
                </a:cubicBezTo>
                <a:cubicBezTo>
                  <a:pt x="1912405" y="21699"/>
                  <a:pt x="1913776" y="17168"/>
                  <a:pt x="1916518" y="12950"/>
                </a:cubicBezTo>
                <a:cubicBezTo>
                  <a:pt x="1919260" y="8730"/>
                  <a:pt x="1923211" y="5517"/>
                  <a:pt x="1928371" y="3311"/>
                </a:cubicBezTo>
                <a:cubicBezTo>
                  <a:pt x="1933531" y="1104"/>
                  <a:pt x="1939759" y="0"/>
                  <a:pt x="1947056" y="0"/>
                </a:cubicBezTo>
                <a:cubicBezTo>
                  <a:pt x="1958974" y="0"/>
                  <a:pt x="1967944" y="2624"/>
                  <a:pt x="1973967" y="7873"/>
                </a:cubicBezTo>
                <a:cubicBezTo>
                  <a:pt x="1979991" y="13121"/>
                  <a:pt x="1983154" y="20125"/>
                  <a:pt x="1983456" y="28887"/>
                </a:cubicBezTo>
                <a:lnTo>
                  <a:pt x="1964285" y="29664"/>
                </a:lnTo>
                <a:cubicBezTo>
                  <a:pt x="1963464" y="24785"/>
                  <a:pt x="1961705" y="21276"/>
                  <a:pt x="1959006" y="19139"/>
                </a:cubicBezTo>
                <a:cubicBezTo>
                  <a:pt x="1956307" y="17002"/>
                  <a:pt x="1952259" y="15933"/>
                  <a:pt x="1946862" y="15933"/>
                </a:cubicBezTo>
                <a:cubicBezTo>
                  <a:pt x="1941292" y="15933"/>
                  <a:pt x="1936931" y="17078"/>
                  <a:pt x="1933779" y="19368"/>
                </a:cubicBezTo>
                <a:cubicBezTo>
                  <a:pt x="1931749" y="20836"/>
                  <a:pt x="1930735" y="22801"/>
                  <a:pt x="1930735" y="25264"/>
                </a:cubicBezTo>
                <a:cubicBezTo>
                  <a:pt x="1930735" y="27510"/>
                  <a:pt x="1931685" y="29432"/>
                  <a:pt x="1933585" y="31030"/>
                </a:cubicBezTo>
                <a:cubicBezTo>
                  <a:pt x="1936003" y="33061"/>
                  <a:pt x="1941875" y="35179"/>
                  <a:pt x="1951201" y="37385"/>
                </a:cubicBezTo>
                <a:cubicBezTo>
                  <a:pt x="1960528" y="39591"/>
                  <a:pt x="1967426" y="41874"/>
                  <a:pt x="1971895" y="44232"/>
                </a:cubicBezTo>
                <a:cubicBezTo>
                  <a:pt x="1976364" y="46590"/>
                  <a:pt x="1979861" y="49813"/>
                  <a:pt x="1982387" y="53901"/>
                </a:cubicBezTo>
                <a:cubicBezTo>
                  <a:pt x="1984913" y="57988"/>
                  <a:pt x="1986176" y="63039"/>
                  <a:pt x="1986176" y="69053"/>
                </a:cubicBezTo>
                <a:cubicBezTo>
                  <a:pt x="1986176" y="74503"/>
                  <a:pt x="1984665" y="79607"/>
                  <a:pt x="1981642" y="84366"/>
                </a:cubicBezTo>
                <a:cubicBezTo>
                  <a:pt x="1978620" y="89125"/>
                  <a:pt x="1974345" y="92662"/>
                  <a:pt x="1968818" y="94976"/>
                </a:cubicBezTo>
                <a:cubicBezTo>
                  <a:pt x="1963291" y="97290"/>
                  <a:pt x="1956404" y="98447"/>
                  <a:pt x="1948157" y="98447"/>
                </a:cubicBezTo>
                <a:cubicBezTo>
                  <a:pt x="1936154" y="98447"/>
                  <a:pt x="1926935" y="95668"/>
                  <a:pt x="1920501" y="90108"/>
                </a:cubicBezTo>
                <a:cubicBezTo>
                  <a:pt x="1914068" y="84549"/>
                  <a:pt x="1910225" y="76448"/>
                  <a:pt x="1908973" y="65804"/>
                </a:cubicBezTo>
                <a:close/>
                <a:moveTo>
                  <a:pt x="2042007" y="74742"/>
                </a:moveTo>
                <a:lnTo>
                  <a:pt x="2060142" y="77851"/>
                </a:lnTo>
                <a:cubicBezTo>
                  <a:pt x="2057810" y="84479"/>
                  <a:pt x="2054129" y="89526"/>
                  <a:pt x="2049099" y="92991"/>
                </a:cubicBezTo>
                <a:cubicBezTo>
                  <a:pt x="2044069" y="96456"/>
                  <a:pt x="2037775" y="98188"/>
                  <a:pt x="2030219" y="98188"/>
                </a:cubicBezTo>
                <a:cubicBezTo>
                  <a:pt x="2018259" y="98188"/>
                  <a:pt x="2009407" y="94281"/>
                  <a:pt x="2003664" y="86465"/>
                </a:cubicBezTo>
                <a:cubicBezTo>
                  <a:pt x="1999131" y="80204"/>
                  <a:pt x="1996864" y="72303"/>
                  <a:pt x="1996864" y="62760"/>
                </a:cubicBezTo>
                <a:cubicBezTo>
                  <a:pt x="1996864" y="51361"/>
                  <a:pt x="1999843" y="42434"/>
                  <a:pt x="2005802" y="35979"/>
                </a:cubicBezTo>
                <a:cubicBezTo>
                  <a:pt x="2011760" y="29523"/>
                  <a:pt x="2019295" y="26296"/>
                  <a:pt x="2028406" y="26296"/>
                </a:cubicBezTo>
                <a:cubicBezTo>
                  <a:pt x="2038639" y="26296"/>
                  <a:pt x="2046713" y="29675"/>
                  <a:pt x="2052629" y="36432"/>
                </a:cubicBezTo>
                <a:cubicBezTo>
                  <a:pt x="2058544" y="43189"/>
                  <a:pt x="2061373" y="53542"/>
                  <a:pt x="2061114" y="67488"/>
                </a:cubicBezTo>
                <a:lnTo>
                  <a:pt x="2015517" y="67488"/>
                </a:lnTo>
                <a:cubicBezTo>
                  <a:pt x="2015646" y="72886"/>
                  <a:pt x="2017114" y="77085"/>
                  <a:pt x="2019921" y="80086"/>
                </a:cubicBezTo>
                <a:cubicBezTo>
                  <a:pt x="2022728" y="83087"/>
                  <a:pt x="2026225" y="84587"/>
                  <a:pt x="2030414" y="84587"/>
                </a:cubicBezTo>
                <a:cubicBezTo>
                  <a:pt x="2033263" y="84587"/>
                  <a:pt x="2035660" y="83810"/>
                  <a:pt x="2037603" y="82255"/>
                </a:cubicBezTo>
                <a:cubicBezTo>
                  <a:pt x="2039546" y="80701"/>
                  <a:pt x="2041014" y="78197"/>
                  <a:pt x="2042007" y="74742"/>
                </a:cubicBezTo>
                <a:moveTo>
                  <a:pt x="2043043" y="56348"/>
                </a:moveTo>
                <a:cubicBezTo>
                  <a:pt x="2042914" y="51102"/>
                  <a:pt x="2041554" y="47113"/>
                  <a:pt x="2038963" y="44382"/>
                </a:cubicBezTo>
                <a:cubicBezTo>
                  <a:pt x="2036372" y="41651"/>
                  <a:pt x="2033220" y="40286"/>
                  <a:pt x="2029507" y="40286"/>
                </a:cubicBezTo>
                <a:cubicBezTo>
                  <a:pt x="2025534" y="40286"/>
                  <a:pt x="2022253" y="41726"/>
                  <a:pt x="2019662" y="44607"/>
                </a:cubicBezTo>
                <a:cubicBezTo>
                  <a:pt x="2017071" y="47489"/>
                  <a:pt x="2015798" y="51403"/>
                  <a:pt x="2015841" y="56348"/>
                </a:cubicBezTo>
                <a:lnTo>
                  <a:pt x="2043043" y="56348"/>
                </a:lnTo>
                <a:close/>
                <a:moveTo>
                  <a:pt x="2075407" y="27850"/>
                </a:moveTo>
                <a:lnTo>
                  <a:pt x="2092376" y="27850"/>
                </a:lnTo>
                <a:lnTo>
                  <a:pt x="2092376" y="37954"/>
                </a:lnTo>
                <a:cubicBezTo>
                  <a:pt x="2094579" y="34500"/>
                  <a:pt x="2097558" y="31693"/>
                  <a:pt x="2101314" y="29534"/>
                </a:cubicBezTo>
                <a:cubicBezTo>
                  <a:pt x="2105071" y="27375"/>
                  <a:pt x="2109238" y="26296"/>
                  <a:pt x="2113815" y="26296"/>
                </a:cubicBezTo>
                <a:cubicBezTo>
                  <a:pt x="2121803" y="26296"/>
                  <a:pt x="2128582" y="29426"/>
                  <a:pt x="2134152" y="35687"/>
                </a:cubicBezTo>
                <a:cubicBezTo>
                  <a:pt x="2139722" y="41948"/>
                  <a:pt x="2142507" y="50670"/>
                  <a:pt x="2142507" y="61853"/>
                </a:cubicBezTo>
                <a:cubicBezTo>
                  <a:pt x="2142507" y="73339"/>
                  <a:pt x="2139700" y="82266"/>
                  <a:pt x="2134087" y="88635"/>
                </a:cubicBezTo>
                <a:cubicBezTo>
                  <a:pt x="2128474" y="95004"/>
                  <a:pt x="2121673" y="98188"/>
                  <a:pt x="2113685" y="98188"/>
                </a:cubicBezTo>
                <a:cubicBezTo>
                  <a:pt x="2109885" y="98188"/>
                  <a:pt x="2106442" y="97433"/>
                  <a:pt x="2103355" y="95921"/>
                </a:cubicBezTo>
                <a:cubicBezTo>
                  <a:pt x="2100267" y="94410"/>
                  <a:pt x="2097018" y="91819"/>
                  <a:pt x="2093607" y="88149"/>
                </a:cubicBezTo>
                <a:lnTo>
                  <a:pt x="2093607" y="122800"/>
                </a:lnTo>
                <a:lnTo>
                  <a:pt x="2075407" y="122800"/>
                </a:lnTo>
                <a:lnTo>
                  <a:pt x="2075407" y="27850"/>
                </a:lnTo>
                <a:moveTo>
                  <a:pt x="2093413" y="61046"/>
                </a:moveTo>
                <a:cubicBezTo>
                  <a:pt x="2093413" y="68763"/>
                  <a:pt x="2094946" y="74464"/>
                  <a:pt x="2098011" y="78151"/>
                </a:cubicBezTo>
                <a:cubicBezTo>
                  <a:pt x="2101077" y="81837"/>
                  <a:pt x="2104812" y="83680"/>
                  <a:pt x="2109216" y="83680"/>
                </a:cubicBezTo>
                <a:cubicBezTo>
                  <a:pt x="2113448" y="83680"/>
                  <a:pt x="2116967" y="81988"/>
                  <a:pt x="2119773" y="78604"/>
                </a:cubicBezTo>
                <a:cubicBezTo>
                  <a:pt x="2122580" y="75220"/>
                  <a:pt x="2123983" y="69669"/>
                  <a:pt x="2123983" y="61951"/>
                </a:cubicBezTo>
                <a:cubicBezTo>
                  <a:pt x="2123983" y="54751"/>
                  <a:pt x="2122537" y="49404"/>
                  <a:pt x="2119644" y="45912"/>
                </a:cubicBezTo>
                <a:cubicBezTo>
                  <a:pt x="2116751" y="42420"/>
                  <a:pt x="2113167" y="40674"/>
                  <a:pt x="2108892" y="40674"/>
                </a:cubicBezTo>
                <a:cubicBezTo>
                  <a:pt x="2104445" y="40674"/>
                  <a:pt x="2100753" y="42388"/>
                  <a:pt x="2097817" y="45815"/>
                </a:cubicBezTo>
                <a:cubicBezTo>
                  <a:pt x="2094881" y="49243"/>
                  <a:pt x="2093413" y="54319"/>
                  <a:pt x="2093413" y="61046"/>
                </a:cubicBezTo>
                <a:close/>
                <a:moveTo>
                  <a:pt x="2170573" y="49094"/>
                </a:moveTo>
                <a:lnTo>
                  <a:pt x="2154057" y="46115"/>
                </a:lnTo>
                <a:cubicBezTo>
                  <a:pt x="2155914" y="39378"/>
                  <a:pt x="2159109" y="34390"/>
                  <a:pt x="2163643" y="31153"/>
                </a:cubicBezTo>
                <a:cubicBezTo>
                  <a:pt x="2168176" y="27915"/>
                  <a:pt x="2174912" y="26296"/>
                  <a:pt x="2183850" y="26296"/>
                </a:cubicBezTo>
                <a:cubicBezTo>
                  <a:pt x="2191968" y="26296"/>
                  <a:pt x="2198013" y="27257"/>
                  <a:pt x="2201985" y="29178"/>
                </a:cubicBezTo>
                <a:cubicBezTo>
                  <a:pt x="2205958" y="31099"/>
                  <a:pt x="2208753" y="33539"/>
                  <a:pt x="2210373" y="36497"/>
                </a:cubicBezTo>
                <a:cubicBezTo>
                  <a:pt x="2211992" y="39455"/>
                  <a:pt x="2212801" y="44884"/>
                  <a:pt x="2212801" y="52786"/>
                </a:cubicBezTo>
                <a:lnTo>
                  <a:pt x="2212607" y="74030"/>
                </a:lnTo>
                <a:cubicBezTo>
                  <a:pt x="2212607" y="80075"/>
                  <a:pt x="2212899" y="84533"/>
                  <a:pt x="2213482" y="87404"/>
                </a:cubicBezTo>
                <a:cubicBezTo>
                  <a:pt x="2214064" y="90276"/>
                  <a:pt x="2215155" y="93352"/>
                  <a:pt x="2216752" y="96634"/>
                </a:cubicBezTo>
                <a:lnTo>
                  <a:pt x="2198747" y="96634"/>
                </a:lnTo>
                <a:cubicBezTo>
                  <a:pt x="2198272" y="95425"/>
                  <a:pt x="2197689" y="93633"/>
                  <a:pt x="2196998" y="91258"/>
                </a:cubicBezTo>
                <a:cubicBezTo>
                  <a:pt x="2196696" y="90179"/>
                  <a:pt x="2196480" y="89466"/>
                  <a:pt x="2196350" y="89121"/>
                </a:cubicBezTo>
                <a:cubicBezTo>
                  <a:pt x="2193242" y="92143"/>
                  <a:pt x="2189917" y="94410"/>
                  <a:pt x="2186376" y="95921"/>
                </a:cubicBezTo>
                <a:cubicBezTo>
                  <a:pt x="2182835" y="97433"/>
                  <a:pt x="2179057" y="98188"/>
                  <a:pt x="2175042" y="98188"/>
                </a:cubicBezTo>
                <a:cubicBezTo>
                  <a:pt x="2167960" y="98188"/>
                  <a:pt x="2162380" y="96275"/>
                  <a:pt x="2158299" y="92448"/>
                </a:cubicBezTo>
                <a:cubicBezTo>
                  <a:pt x="2154219" y="88622"/>
                  <a:pt x="2152179" y="83784"/>
                  <a:pt x="2152179" y="77936"/>
                </a:cubicBezTo>
                <a:cubicBezTo>
                  <a:pt x="2152179" y="74066"/>
                  <a:pt x="2153107" y="70616"/>
                  <a:pt x="2154964" y="67585"/>
                </a:cubicBezTo>
                <a:cubicBezTo>
                  <a:pt x="2156820" y="64553"/>
                  <a:pt x="2159422" y="62231"/>
                  <a:pt x="2162768" y="60619"/>
                </a:cubicBezTo>
                <a:cubicBezTo>
                  <a:pt x="2166115" y="59006"/>
                  <a:pt x="2170940" y="57598"/>
                  <a:pt x="2177244" y="56395"/>
                </a:cubicBezTo>
                <a:cubicBezTo>
                  <a:pt x="2185750" y="54804"/>
                  <a:pt x="2191644" y="53320"/>
                  <a:pt x="2194926" y="51944"/>
                </a:cubicBezTo>
                <a:lnTo>
                  <a:pt x="2194926" y="50110"/>
                </a:lnTo>
                <a:cubicBezTo>
                  <a:pt x="2194926" y="46574"/>
                  <a:pt x="2194062" y="44052"/>
                  <a:pt x="2192335" y="42546"/>
                </a:cubicBezTo>
                <a:cubicBezTo>
                  <a:pt x="2190608" y="41039"/>
                  <a:pt x="2187348" y="40286"/>
                  <a:pt x="2182555" y="40286"/>
                </a:cubicBezTo>
                <a:cubicBezTo>
                  <a:pt x="2179316" y="40286"/>
                  <a:pt x="2176790" y="40937"/>
                  <a:pt x="2174977" y="42241"/>
                </a:cubicBezTo>
                <a:cubicBezTo>
                  <a:pt x="2173163" y="43543"/>
                  <a:pt x="2171695" y="45827"/>
                  <a:pt x="2170573" y="49094"/>
                </a:cubicBezTo>
                <a:moveTo>
                  <a:pt x="2194926" y="63861"/>
                </a:moveTo>
                <a:cubicBezTo>
                  <a:pt x="2192594" y="64629"/>
                  <a:pt x="2188902" y="65547"/>
                  <a:pt x="2183850" y="66614"/>
                </a:cubicBezTo>
                <a:cubicBezTo>
                  <a:pt x="2178798" y="67680"/>
                  <a:pt x="2175495" y="68725"/>
                  <a:pt x="2173941" y="69749"/>
                </a:cubicBezTo>
                <a:cubicBezTo>
                  <a:pt x="2171566" y="71413"/>
                  <a:pt x="2170378" y="73524"/>
                  <a:pt x="2170378" y="76084"/>
                </a:cubicBezTo>
                <a:cubicBezTo>
                  <a:pt x="2170378" y="78602"/>
                  <a:pt x="2171328" y="80779"/>
                  <a:pt x="2173228" y="82614"/>
                </a:cubicBezTo>
                <a:cubicBezTo>
                  <a:pt x="2175128" y="84447"/>
                  <a:pt x="2177546" y="85364"/>
                  <a:pt x="2180482" y="85364"/>
                </a:cubicBezTo>
                <a:cubicBezTo>
                  <a:pt x="2183764" y="85364"/>
                  <a:pt x="2186894" y="84298"/>
                  <a:pt x="2189874" y="82164"/>
                </a:cubicBezTo>
                <a:cubicBezTo>
                  <a:pt x="2192076" y="80544"/>
                  <a:pt x="2193522" y="78560"/>
                  <a:pt x="2194213" y="76212"/>
                </a:cubicBezTo>
                <a:cubicBezTo>
                  <a:pt x="2194688" y="74676"/>
                  <a:pt x="2194926" y="71754"/>
                  <a:pt x="2194926" y="67446"/>
                </a:cubicBezTo>
                <a:lnTo>
                  <a:pt x="2194926" y="63861"/>
                </a:lnTo>
                <a:close/>
                <a:moveTo>
                  <a:pt x="2248144" y="96634"/>
                </a:moveTo>
                <a:lnTo>
                  <a:pt x="2229944" y="96634"/>
                </a:lnTo>
                <a:lnTo>
                  <a:pt x="2229944" y="27850"/>
                </a:lnTo>
                <a:lnTo>
                  <a:pt x="2246849" y="27850"/>
                </a:lnTo>
                <a:lnTo>
                  <a:pt x="2246849" y="37630"/>
                </a:lnTo>
                <a:cubicBezTo>
                  <a:pt x="2249742" y="33010"/>
                  <a:pt x="2252343" y="29966"/>
                  <a:pt x="2254653" y="28498"/>
                </a:cubicBezTo>
                <a:cubicBezTo>
                  <a:pt x="2256963" y="27030"/>
                  <a:pt x="2259586" y="26296"/>
                  <a:pt x="2262523" y="26296"/>
                </a:cubicBezTo>
                <a:cubicBezTo>
                  <a:pt x="2266668" y="26296"/>
                  <a:pt x="2270662" y="27440"/>
                  <a:pt x="2274505" y="29729"/>
                </a:cubicBezTo>
                <a:lnTo>
                  <a:pt x="2268870" y="45597"/>
                </a:lnTo>
                <a:cubicBezTo>
                  <a:pt x="2265804" y="43610"/>
                  <a:pt x="2262954" y="42617"/>
                  <a:pt x="2260321" y="42617"/>
                </a:cubicBezTo>
                <a:cubicBezTo>
                  <a:pt x="2257773" y="42617"/>
                  <a:pt x="2255614" y="43319"/>
                  <a:pt x="2253844" y="44722"/>
                </a:cubicBezTo>
                <a:cubicBezTo>
                  <a:pt x="2252073" y="46126"/>
                  <a:pt x="2250681" y="48662"/>
                  <a:pt x="2249666" y="52333"/>
                </a:cubicBezTo>
                <a:cubicBezTo>
                  <a:pt x="2248651" y="56003"/>
                  <a:pt x="2248144" y="63689"/>
                  <a:pt x="2248144" y="75390"/>
                </a:cubicBezTo>
                <a:lnTo>
                  <a:pt x="2248144" y="96634"/>
                </a:lnTo>
                <a:close/>
                <a:moveTo>
                  <a:pt x="2295922" y="49094"/>
                </a:moveTo>
                <a:lnTo>
                  <a:pt x="2279406" y="46115"/>
                </a:lnTo>
                <a:cubicBezTo>
                  <a:pt x="2281263" y="39378"/>
                  <a:pt x="2284458" y="34390"/>
                  <a:pt x="2288992" y="31153"/>
                </a:cubicBezTo>
                <a:cubicBezTo>
                  <a:pt x="2293525" y="27915"/>
                  <a:pt x="2300261" y="26296"/>
                  <a:pt x="2309199" y="26296"/>
                </a:cubicBezTo>
                <a:cubicBezTo>
                  <a:pt x="2317317" y="26296"/>
                  <a:pt x="2323362" y="27257"/>
                  <a:pt x="2327334" y="29178"/>
                </a:cubicBezTo>
                <a:cubicBezTo>
                  <a:pt x="2331307" y="31099"/>
                  <a:pt x="2334103" y="33539"/>
                  <a:pt x="2335722" y="36497"/>
                </a:cubicBezTo>
                <a:cubicBezTo>
                  <a:pt x="2337341" y="39455"/>
                  <a:pt x="2338151" y="44884"/>
                  <a:pt x="2338151" y="52786"/>
                </a:cubicBezTo>
                <a:lnTo>
                  <a:pt x="2337956" y="74030"/>
                </a:lnTo>
                <a:cubicBezTo>
                  <a:pt x="2337956" y="80075"/>
                  <a:pt x="2338248" y="84533"/>
                  <a:pt x="2338831" y="87404"/>
                </a:cubicBezTo>
                <a:cubicBezTo>
                  <a:pt x="2339414" y="90276"/>
                  <a:pt x="2340504" y="93352"/>
                  <a:pt x="2342101" y="96634"/>
                </a:cubicBezTo>
                <a:lnTo>
                  <a:pt x="2324096" y="96634"/>
                </a:lnTo>
                <a:cubicBezTo>
                  <a:pt x="2323621" y="95425"/>
                  <a:pt x="2323038" y="93633"/>
                  <a:pt x="2322347" y="91258"/>
                </a:cubicBezTo>
                <a:cubicBezTo>
                  <a:pt x="2322045" y="90179"/>
                  <a:pt x="2321829" y="89466"/>
                  <a:pt x="2321699" y="89121"/>
                </a:cubicBezTo>
                <a:cubicBezTo>
                  <a:pt x="2318591" y="92143"/>
                  <a:pt x="2315266" y="94410"/>
                  <a:pt x="2311725" y="95921"/>
                </a:cubicBezTo>
                <a:cubicBezTo>
                  <a:pt x="2308185" y="97433"/>
                  <a:pt x="2304406" y="98188"/>
                  <a:pt x="2300391" y="98188"/>
                </a:cubicBezTo>
                <a:cubicBezTo>
                  <a:pt x="2293310" y="98188"/>
                  <a:pt x="2287729" y="96275"/>
                  <a:pt x="2283648" y="92448"/>
                </a:cubicBezTo>
                <a:cubicBezTo>
                  <a:pt x="2279568" y="88622"/>
                  <a:pt x="2277528" y="83784"/>
                  <a:pt x="2277528" y="77936"/>
                </a:cubicBezTo>
                <a:cubicBezTo>
                  <a:pt x="2277528" y="74066"/>
                  <a:pt x="2278456" y="70616"/>
                  <a:pt x="2280313" y="67585"/>
                </a:cubicBezTo>
                <a:cubicBezTo>
                  <a:pt x="2282169" y="64553"/>
                  <a:pt x="2284771" y="62231"/>
                  <a:pt x="2288117" y="60619"/>
                </a:cubicBezTo>
                <a:cubicBezTo>
                  <a:pt x="2291464" y="59006"/>
                  <a:pt x="2296289" y="57598"/>
                  <a:pt x="2302593" y="56395"/>
                </a:cubicBezTo>
                <a:cubicBezTo>
                  <a:pt x="2311099" y="54804"/>
                  <a:pt x="2316993" y="53320"/>
                  <a:pt x="2320275" y="51944"/>
                </a:cubicBezTo>
                <a:lnTo>
                  <a:pt x="2320275" y="50110"/>
                </a:lnTo>
                <a:cubicBezTo>
                  <a:pt x="2320275" y="46574"/>
                  <a:pt x="2319411" y="44052"/>
                  <a:pt x="2317684" y="42546"/>
                </a:cubicBezTo>
                <a:cubicBezTo>
                  <a:pt x="2315957" y="41039"/>
                  <a:pt x="2312697" y="40286"/>
                  <a:pt x="2307904" y="40286"/>
                </a:cubicBezTo>
                <a:cubicBezTo>
                  <a:pt x="2304666" y="40286"/>
                  <a:pt x="2302140" y="40937"/>
                  <a:pt x="2300326" y="42241"/>
                </a:cubicBezTo>
                <a:cubicBezTo>
                  <a:pt x="2298513" y="43543"/>
                  <a:pt x="2297044" y="45827"/>
                  <a:pt x="2295922" y="49094"/>
                </a:cubicBezTo>
                <a:moveTo>
                  <a:pt x="2320275" y="63861"/>
                </a:moveTo>
                <a:cubicBezTo>
                  <a:pt x="2317943" y="64629"/>
                  <a:pt x="2314251" y="65547"/>
                  <a:pt x="2309199" y="66614"/>
                </a:cubicBezTo>
                <a:cubicBezTo>
                  <a:pt x="2304147" y="67680"/>
                  <a:pt x="2300844" y="68725"/>
                  <a:pt x="2299290" y="69749"/>
                </a:cubicBezTo>
                <a:cubicBezTo>
                  <a:pt x="2296915" y="71413"/>
                  <a:pt x="2295728" y="73524"/>
                  <a:pt x="2295728" y="76084"/>
                </a:cubicBezTo>
                <a:cubicBezTo>
                  <a:pt x="2295728" y="78602"/>
                  <a:pt x="2296677" y="80779"/>
                  <a:pt x="2298577" y="82614"/>
                </a:cubicBezTo>
                <a:cubicBezTo>
                  <a:pt x="2300477" y="84447"/>
                  <a:pt x="2302895" y="85364"/>
                  <a:pt x="2305831" y="85364"/>
                </a:cubicBezTo>
                <a:cubicBezTo>
                  <a:pt x="2309113" y="85364"/>
                  <a:pt x="2312243" y="84298"/>
                  <a:pt x="2315223" y="82164"/>
                </a:cubicBezTo>
                <a:cubicBezTo>
                  <a:pt x="2317425" y="80544"/>
                  <a:pt x="2318871" y="78560"/>
                  <a:pt x="2319562" y="76212"/>
                </a:cubicBezTo>
                <a:cubicBezTo>
                  <a:pt x="2320037" y="74676"/>
                  <a:pt x="2320275" y="71754"/>
                  <a:pt x="2320275" y="67446"/>
                </a:cubicBezTo>
                <a:lnTo>
                  <a:pt x="2320275" y="63861"/>
                </a:lnTo>
                <a:close/>
                <a:moveTo>
                  <a:pt x="2387613" y="27850"/>
                </a:moveTo>
                <a:lnTo>
                  <a:pt x="2387613" y="42358"/>
                </a:lnTo>
                <a:lnTo>
                  <a:pt x="2375178" y="42358"/>
                </a:lnTo>
                <a:lnTo>
                  <a:pt x="2375178" y="70034"/>
                </a:lnTo>
                <a:cubicBezTo>
                  <a:pt x="2375178" y="75640"/>
                  <a:pt x="2375296" y="78906"/>
                  <a:pt x="2375534" y="79833"/>
                </a:cubicBezTo>
                <a:cubicBezTo>
                  <a:pt x="2375771" y="80758"/>
                  <a:pt x="2376311" y="81523"/>
                  <a:pt x="2377153" y="82128"/>
                </a:cubicBezTo>
                <a:cubicBezTo>
                  <a:pt x="2377995" y="82731"/>
                  <a:pt x="2379021" y="83033"/>
                  <a:pt x="2380230" y="83033"/>
                </a:cubicBezTo>
                <a:cubicBezTo>
                  <a:pt x="2381914" y="83033"/>
                  <a:pt x="2384353" y="82450"/>
                  <a:pt x="2387548" y="81284"/>
                </a:cubicBezTo>
                <a:lnTo>
                  <a:pt x="2389103" y="95456"/>
                </a:lnTo>
                <a:cubicBezTo>
                  <a:pt x="2384871" y="97277"/>
                  <a:pt x="2380079" y="98188"/>
                  <a:pt x="2374724" y="98188"/>
                </a:cubicBezTo>
                <a:cubicBezTo>
                  <a:pt x="2371443" y="98188"/>
                  <a:pt x="2368485" y="97638"/>
                  <a:pt x="2365851" y="96537"/>
                </a:cubicBezTo>
                <a:cubicBezTo>
                  <a:pt x="2363217" y="95436"/>
                  <a:pt x="2361285" y="94011"/>
                  <a:pt x="2360054" y="92262"/>
                </a:cubicBezTo>
                <a:cubicBezTo>
                  <a:pt x="2358824" y="90513"/>
                  <a:pt x="2357971" y="88149"/>
                  <a:pt x="2357496" y="85170"/>
                </a:cubicBezTo>
                <a:cubicBezTo>
                  <a:pt x="2357107" y="83054"/>
                  <a:pt x="2356913" y="78779"/>
                  <a:pt x="2356913" y="72346"/>
                </a:cubicBezTo>
                <a:lnTo>
                  <a:pt x="2356913" y="42358"/>
                </a:lnTo>
                <a:lnTo>
                  <a:pt x="2348558" y="42358"/>
                </a:lnTo>
                <a:lnTo>
                  <a:pt x="2348558" y="27850"/>
                </a:lnTo>
                <a:lnTo>
                  <a:pt x="2356913" y="27850"/>
                </a:lnTo>
                <a:lnTo>
                  <a:pt x="2356913" y="14119"/>
                </a:lnTo>
                <a:lnTo>
                  <a:pt x="2375178" y="3368"/>
                </a:lnTo>
                <a:lnTo>
                  <a:pt x="2375178" y="27850"/>
                </a:lnTo>
                <a:lnTo>
                  <a:pt x="2387613" y="27850"/>
                </a:lnTo>
                <a:close/>
                <a:moveTo>
                  <a:pt x="2400242" y="18524"/>
                </a:moveTo>
                <a:lnTo>
                  <a:pt x="2400242" y="1684"/>
                </a:lnTo>
                <a:lnTo>
                  <a:pt x="2418442" y="1684"/>
                </a:lnTo>
                <a:lnTo>
                  <a:pt x="2418442" y="18524"/>
                </a:lnTo>
                <a:lnTo>
                  <a:pt x="2400242" y="18524"/>
                </a:lnTo>
                <a:moveTo>
                  <a:pt x="2400242" y="96634"/>
                </a:moveTo>
                <a:lnTo>
                  <a:pt x="2400242" y="27850"/>
                </a:lnTo>
                <a:lnTo>
                  <a:pt x="2418442" y="27850"/>
                </a:lnTo>
                <a:lnTo>
                  <a:pt x="2418442" y="96634"/>
                </a:lnTo>
                <a:lnTo>
                  <a:pt x="2400242" y="96634"/>
                </a:lnTo>
                <a:close/>
                <a:moveTo>
                  <a:pt x="2432907" y="61271"/>
                </a:moveTo>
                <a:cubicBezTo>
                  <a:pt x="2432907" y="55226"/>
                  <a:pt x="2434396" y="49375"/>
                  <a:pt x="2437376" y="43718"/>
                </a:cubicBezTo>
                <a:cubicBezTo>
                  <a:pt x="2440355" y="38062"/>
                  <a:pt x="2444576" y="33744"/>
                  <a:pt x="2450038" y="30765"/>
                </a:cubicBezTo>
                <a:cubicBezTo>
                  <a:pt x="2455500" y="27785"/>
                  <a:pt x="2461599" y="26296"/>
                  <a:pt x="2468335" y="26296"/>
                </a:cubicBezTo>
                <a:cubicBezTo>
                  <a:pt x="2478741" y="26296"/>
                  <a:pt x="2487269" y="29675"/>
                  <a:pt x="2493918" y="36432"/>
                </a:cubicBezTo>
                <a:cubicBezTo>
                  <a:pt x="2500568" y="43189"/>
                  <a:pt x="2503893" y="51728"/>
                  <a:pt x="2503893" y="62048"/>
                </a:cubicBezTo>
                <a:cubicBezTo>
                  <a:pt x="2503893" y="72454"/>
                  <a:pt x="2500535" y="81079"/>
                  <a:pt x="2493821" y="87923"/>
                </a:cubicBezTo>
                <a:cubicBezTo>
                  <a:pt x="2487107" y="94766"/>
                  <a:pt x="2478655" y="98188"/>
                  <a:pt x="2468464" y="98188"/>
                </a:cubicBezTo>
                <a:cubicBezTo>
                  <a:pt x="2462160" y="98188"/>
                  <a:pt x="2456148" y="96763"/>
                  <a:pt x="2450427" y="93914"/>
                </a:cubicBezTo>
                <a:cubicBezTo>
                  <a:pt x="2444705" y="91064"/>
                  <a:pt x="2440355" y="86886"/>
                  <a:pt x="2437376" y="81381"/>
                </a:cubicBezTo>
                <a:cubicBezTo>
                  <a:pt x="2434396" y="75876"/>
                  <a:pt x="2432907" y="69172"/>
                  <a:pt x="2432907" y="61271"/>
                </a:cubicBezTo>
                <a:moveTo>
                  <a:pt x="2451560" y="62242"/>
                </a:moveTo>
                <a:cubicBezTo>
                  <a:pt x="2451560" y="69043"/>
                  <a:pt x="2453179" y="74251"/>
                  <a:pt x="2456418" y="77867"/>
                </a:cubicBezTo>
                <a:cubicBezTo>
                  <a:pt x="2459656" y="81484"/>
                  <a:pt x="2463650" y="83292"/>
                  <a:pt x="2468400" y="83292"/>
                </a:cubicBezTo>
                <a:cubicBezTo>
                  <a:pt x="2473149" y="83292"/>
                  <a:pt x="2477133" y="81484"/>
                  <a:pt x="2480349" y="77867"/>
                </a:cubicBezTo>
                <a:cubicBezTo>
                  <a:pt x="2483566" y="74251"/>
                  <a:pt x="2485175" y="69000"/>
                  <a:pt x="2485175" y="62113"/>
                </a:cubicBezTo>
                <a:cubicBezTo>
                  <a:pt x="2485175" y="55398"/>
                  <a:pt x="2483566" y="50233"/>
                  <a:pt x="2480349" y="46617"/>
                </a:cubicBezTo>
                <a:cubicBezTo>
                  <a:pt x="2477133" y="43001"/>
                  <a:pt x="2473149" y="41192"/>
                  <a:pt x="2468400" y="41192"/>
                </a:cubicBezTo>
                <a:cubicBezTo>
                  <a:pt x="2463650" y="41192"/>
                  <a:pt x="2459656" y="43001"/>
                  <a:pt x="2456418" y="46617"/>
                </a:cubicBezTo>
                <a:cubicBezTo>
                  <a:pt x="2453179" y="50233"/>
                  <a:pt x="2451560" y="55441"/>
                  <a:pt x="2451560" y="62242"/>
                </a:cubicBezTo>
                <a:close/>
                <a:moveTo>
                  <a:pt x="2580729" y="96634"/>
                </a:moveTo>
                <a:lnTo>
                  <a:pt x="2562529" y="96634"/>
                </a:lnTo>
                <a:lnTo>
                  <a:pt x="2562529" y="61570"/>
                </a:lnTo>
                <a:cubicBezTo>
                  <a:pt x="2562529" y="54151"/>
                  <a:pt x="2562140" y="49353"/>
                  <a:pt x="2561363" y="47175"/>
                </a:cubicBezTo>
                <a:cubicBezTo>
                  <a:pt x="2560586" y="44998"/>
                  <a:pt x="2559323" y="43305"/>
                  <a:pt x="2557574" y="42097"/>
                </a:cubicBezTo>
                <a:cubicBezTo>
                  <a:pt x="2555825" y="40890"/>
                  <a:pt x="2553721" y="40286"/>
                  <a:pt x="2551259" y="40286"/>
                </a:cubicBezTo>
                <a:cubicBezTo>
                  <a:pt x="2548107" y="40286"/>
                  <a:pt x="2545279" y="41149"/>
                  <a:pt x="2542775" y="42874"/>
                </a:cubicBezTo>
                <a:cubicBezTo>
                  <a:pt x="2540270" y="44599"/>
                  <a:pt x="2538554" y="46885"/>
                  <a:pt x="2537626" y="49732"/>
                </a:cubicBezTo>
                <a:cubicBezTo>
                  <a:pt x="2536697" y="52577"/>
                  <a:pt x="2536233" y="57839"/>
                  <a:pt x="2536233" y="65517"/>
                </a:cubicBezTo>
                <a:lnTo>
                  <a:pt x="2536233" y="96634"/>
                </a:lnTo>
                <a:lnTo>
                  <a:pt x="2518033" y="96634"/>
                </a:lnTo>
                <a:lnTo>
                  <a:pt x="2518033" y="27850"/>
                </a:lnTo>
                <a:lnTo>
                  <a:pt x="2534938" y="27850"/>
                </a:lnTo>
                <a:lnTo>
                  <a:pt x="2534938" y="37954"/>
                </a:lnTo>
                <a:cubicBezTo>
                  <a:pt x="2540940" y="30182"/>
                  <a:pt x="2548496" y="26296"/>
                  <a:pt x="2557607" y="26296"/>
                </a:cubicBezTo>
                <a:cubicBezTo>
                  <a:pt x="2561622" y="26296"/>
                  <a:pt x="2565292" y="27019"/>
                  <a:pt x="2568617" y="28466"/>
                </a:cubicBezTo>
                <a:cubicBezTo>
                  <a:pt x="2571942" y="29912"/>
                  <a:pt x="2574457" y="31758"/>
                  <a:pt x="2576163" y="34003"/>
                </a:cubicBezTo>
                <a:cubicBezTo>
                  <a:pt x="2577868" y="36248"/>
                  <a:pt x="2579056" y="38796"/>
                  <a:pt x="2579725" y="41646"/>
                </a:cubicBezTo>
                <a:cubicBezTo>
                  <a:pt x="2580394" y="44496"/>
                  <a:pt x="2580729" y="48576"/>
                  <a:pt x="2580729" y="53887"/>
                </a:cubicBezTo>
                <a:lnTo>
                  <a:pt x="2580729" y="966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Step2:Top-LevelStructureConstruction">
            <a:extLst xmlns:a="http://schemas.openxmlformats.org/drawingml/2006/main">
              <a:ext uri="{FF2B5EF4-FFF2-40B4-BE49-F238E27FC236}">
                <a16:creationId xmlns:a16="http://schemas.microsoft.com/office/drawing/2014/main" id="{9F8D8396-5DB4-4153-9718-396ABDB3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6" y="1037013"/>
            <a:ext cx="2570625" cy="122800"/>
          </a:xfrm>
          <a:custGeom xmlns:a="http://schemas.openxmlformats.org/drawingml/2006/main">
            <a:pathLst>
              <a:path w="2570625" h="122800">
                <a:moveTo>
                  <a:pt x="0" y="65804"/>
                </a:moveTo>
                <a:lnTo>
                  <a:pt x="18653" y="63991"/>
                </a:lnTo>
                <a:cubicBezTo>
                  <a:pt x="19776" y="70275"/>
                  <a:pt x="22054" y="74890"/>
                  <a:pt x="25486" y="77837"/>
                </a:cubicBezTo>
                <a:cubicBezTo>
                  <a:pt x="28919" y="80783"/>
                  <a:pt x="33550" y="82255"/>
                  <a:pt x="39379" y="82255"/>
                </a:cubicBezTo>
                <a:cubicBezTo>
                  <a:pt x="45553" y="82255"/>
                  <a:pt x="50206" y="80945"/>
                  <a:pt x="53336" y="78325"/>
                </a:cubicBezTo>
                <a:cubicBezTo>
                  <a:pt x="56467" y="75704"/>
                  <a:pt x="58032" y="72639"/>
                  <a:pt x="58032" y="69130"/>
                </a:cubicBezTo>
                <a:cubicBezTo>
                  <a:pt x="58032" y="66878"/>
                  <a:pt x="57374" y="64962"/>
                  <a:pt x="56057" y="63382"/>
                </a:cubicBezTo>
                <a:cubicBezTo>
                  <a:pt x="54740" y="61800"/>
                  <a:pt x="52440" y="60424"/>
                  <a:pt x="49159" y="59255"/>
                </a:cubicBezTo>
                <a:cubicBezTo>
                  <a:pt x="46914" y="58476"/>
                  <a:pt x="41797" y="57092"/>
                  <a:pt x="33809" y="55101"/>
                </a:cubicBezTo>
                <a:cubicBezTo>
                  <a:pt x="23532" y="52548"/>
                  <a:pt x="16322" y="49411"/>
                  <a:pt x="12176" y="45690"/>
                </a:cubicBezTo>
                <a:cubicBezTo>
                  <a:pt x="6347" y="40454"/>
                  <a:pt x="3433" y="34073"/>
                  <a:pt x="3433" y="26545"/>
                </a:cubicBezTo>
                <a:cubicBezTo>
                  <a:pt x="3433" y="21699"/>
                  <a:pt x="4804" y="17168"/>
                  <a:pt x="7545" y="12950"/>
                </a:cubicBezTo>
                <a:cubicBezTo>
                  <a:pt x="10287" y="8730"/>
                  <a:pt x="14238" y="5517"/>
                  <a:pt x="19398" y="3311"/>
                </a:cubicBezTo>
                <a:cubicBezTo>
                  <a:pt x="24558" y="1104"/>
                  <a:pt x="30786" y="0"/>
                  <a:pt x="38084" y="0"/>
                </a:cubicBezTo>
                <a:cubicBezTo>
                  <a:pt x="50001" y="0"/>
                  <a:pt x="58971" y="2624"/>
                  <a:pt x="64995" y="7873"/>
                </a:cubicBezTo>
                <a:cubicBezTo>
                  <a:pt x="71018" y="13121"/>
                  <a:pt x="74181" y="20125"/>
                  <a:pt x="74483" y="28887"/>
                </a:cubicBezTo>
                <a:lnTo>
                  <a:pt x="55312" y="29664"/>
                </a:lnTo>
                <a:cubicBezTo>
                  <a:pt x="54491" y="24785"/>
                  <a:pt x="52732" y="21276"/>
                  <a:pt x="50033" y="19139"/>
                </a:cubicBezTo>
                <a:cubicBezTo>
                  <a:pt x="47335" y="17002"/>
                  <a:pt x="43287" y="15933"/>
                  <a:pt x="37889" y="15933"/>
                </a:cubicBezTo>
                <a:cubicBezTo>
                  <a:pt x="32319" y="15933"/>
                  <a:pt x="27958" y="17078"/>
                  <a:pt x="24806" y="19368"/>
                </a:cubicBezTo>
                <a:cubicBezTo>
                  <a:pt x="22777" y="20836"/>
                  <a:pt x="21762" y="22801"/>
                  <a:pt x="21762" y="25264"/>
                </a:cubicBezTo>
                <a:cubicBezTo>
                  <a:pt x="21762" y="27510"/>
                  <a:pt x="22712" y="29432"/>
                  <a:pt x="24612" y="31030"/>
                </a:cubicBezTo>
                <a:cubicBezTo>
                  <a:pt x="27030" y="33061"/>
                  <a:pt x="32902" y="35179"/>
                  <a:pt x="42229" y="37385"/>
                </a:cubicBezTo>
                <a:cubicBezTo>
                  <a:pt x="51555" y="39591"/>
                  <a:pt x="58453" y="41874"/>
                  <a:pt x="62922" y="44232"/>
                </a:cubicBezTo>
                <a:cubicBezTo>
                  <a:pt x="67391" y="46590"/>
                  <a:pt x="70889" y="49813"/>
                  <a:pt x="73415" y="53901"/>
                </a:cubicBezTo>
                <a:cubicBezTo>
                  <a:pt x="75940" y="57988"/>
                  <a:pt x="77203" y="63039"/>
                  <a:pt x="77203" y="69053"/>
                </a:cubicBezTo>
                <a:cubicBezTo>
                  <a:pt x="77203" y="74503"/>
                  <a:pt x="75692" y="79607"/>
                  <a:pt x="72670" y="84366"/>
                </a:cubicBezTo>
                <a:cubicBezTo>
                  <a:pt x="69647" y="89125"/>
                  <a:pt x="65373" y="92662"/>
                  <a:pt x="59846" y="94976"/>
                </a:cubicBezTo>
                <a:cubicBezTo>
                  <a:pt x="54319" y="97290"/>
                  <a:pt x="47432" y="98447"/>
                  <a:pt x="39185" y="98447"/>
                </a:cubicBezTo>
                <a:cubicBezTo>
                  <a:pt x="27181" y="98447"/>
                  <a:pt x="17962" y="95668"/>
                  <a:pt x="11529" y="90108"/>
                </a:cubicBezTo>
                <a:cubicBezTo>
                  <a:pt x="5095" y="84549"/>
                  <a:pt x="1252" y="76448"/>
                  <a:pt x="0" y="65804"/>
                </a:cubicBezTo>
                <a:close/>
                <a:moveTo>
                  <a:pt x="124744" y="27850"/>
                </a:moveTo>
                <a:lnTo>
                  <a:pt x="124744" y="42358"/>
                </a:lnTo>
                <a:lnTo>
                  <a:pt x="112309" y="42358"/>
                </a:lnTo>
                <a:lnTo>
                  <a:pt x="112309" y="70034"/>
                </a:lnTo>
                <a:cubicBezTo>
                  <a:pt x="112309" y="75640"/>
                  <a:pt x="112428" y="78906"/>
                  <a:pt x="112665" y="79833"/>
                </a:cubicBezTo>
                <a:cubicBezTo>
                  <a:pt x="112902" y="80758"/>
                  <a:pt x="113442" y="81523"/>
                  <a:pt x="114284" y="82128"/>
                </a:cubicBezTo>
                <a:cubicBezTo>
                  <a:pt x="115126" y="82731"/>
                  <a:pt x="116152" y="83033"/>
                  <a:pt x="117361" y="83033"/>
                </a:cubicBezTo>
                <a:cubicBezTo>
                  <a:pt x="119045" y="83033"/>
                  <a:pt x="121484" y="82450"/>
                  <a:pt x="124679" y="81284"/>
                </a:cubicBezTo>
                <a:lnTo>
                  <a:pt x="126234" y="95456"/>
                </a:lnTo>
                <a:cubicBezTo>
                  <a:pt x="122002" y="97277"/>
                  <a:pt x="117210" y="98188"/>
                  <a:pt x="111855" y="98188"/>
                </a:cubicBezTo>
                <a:cubicBezTo>
                  <a:pt x="108574" y="98188"/>
                  <a:pt x="105616" y="97638"/>
                  <a:pt x="102982" y="96537"/>
                </a:cubicBezTo>
                <a:cubicBezTo>
                  <a:pt x="100348" y="95436"/>
                  <a:pt x="98416" y="94011"/>
                  <a:pt x="97185" y="92262"/>
                </a:cubicBezTo>
                <a:cubicBezTo>
                  <a:pt x="95955" y="90513"/>
                  <a:pt x="95102" y="88149"/>
                  <a:pt x="94627" y="85170"/>
                </a:cubicBezTo>
                <a:cubicBezTo>
                  <a:pt x="94238" y="83054"/>
                  <a:pt x="94044" y="78779"/>
                  <a:pt x="94044" y="72346"/>
                </a:cubicBezTo>
                <a:lnTo>
                  <a:pt x="94044" y="42358"/>
                </a:lnTo>
                <a:lnTo>
                  <a:pt x="85689" y="42358"/>
                </a:lnTo>
                <a:lnTo>
                  <a:pt x="85689" y="27850"/>
                </a:lnTo>
                <a:lnTo>
                  <a:pt x="94044" y="27850"/>
                </a:lnTo>
                <a:lnTo>
                  <a:pt x="94044" y="14119"/>
                </a:lnTo>
                <a:lnTo>
                  <a:pt x="112309" y="3368"/>
                </a:lnTo>
                <a:lnTo>
                  <a:pt x="112309" y="27850"/>
                </a:lnTo>
                <a:lnTo>
                  <a:pt x="124744" y="27850"/>
                </a:lnTo>
                <a:close/>
                <a:moveTo>
                  <a:pt x="177205" y="74742"/>
                </a:moveTo>
                <a:lnTo>
                  <a:pt x="195340" y="77851"/>
                </a:lnTo>
                <a:cubicBezTo>
                  <a:pt x="193009" y="84479"/>
                  <a:pt x="189328" y="89526"/>
                  <a:pt x="184297" y="92991"/>
                </a:cubicBezTo>
                <a:cubicBezTo>
                  <a:pt x="179267" y="96456"/>
                  <a:pt x="172974" y="98188"/>
                  <a:pt x="165417" y="98188"/>
                </a:cubicBezTo>
                <a:cubicBezTo>
                  <a:pt x="153457" y="98188"/>
                  <a:pt x="144605" y="94281"/>
                  <a:pt x="138863" y="86465"/>
                </a:cubicBezTo>
                <a:cubicBezTo>
                  <a:pt x="134329" y="80204"/>
                  <a:pt x="132062" y="72303"/>
                  <a:pt x="132062" y="62760"/>
                </a:cubicBezTo>
                <a:cubicBezTo>
                  <a:pt x="132062" y="51361"/>
                  <a:pt x="135041" y="42434"/>
                  <a:pt x="141000" y="35979"/>
                </a:cubicBezTo>
                <a:cubicBezTo>
                  <a:pt x="146959" y="29523"/>
                  <a:pt x="154493" y="26296"/>
                  <a:pt x="163604" y="26296"/>
                </a:cubicBezTo>
                <a:cubicBezTo>
                  <a:pt x="173837" y="26296"/>
                  <a:pt x="181912" y="29675"/>
                  <a:pt x="187827" y="36432"/>
                </a:cubicBezTo>
                <a:cubicBezTo>
                  <a:pt x="193743" y="43189"/>
                  <a:pt x="196571" y="53542"/>
                  <a:pt x="196312" y="67488"/>
                </a:cubicBezTo>
                <a:lnTo>
                  <a:pt x="150715" y="67488"/>
                </a:lnTo>
                <a:cubicBezTo>
                  <a:pt x="150845" y="72886"/>
                  <a:pt x="152313" y="77085"/>
                  <a:pt x="155119" y="80086"/>
                </a:cubicBezTo>
                <a:cubicBezTo>
                  <a:pt x="157926" y="83087"/>
                  <a:pt x="161423" y="84587"/>
                  <a:pt x="165612" y="84587"/>
                </a:cubicBezTo>
                <a:cubicBezTo>
                  <a:pt x="168462" y="84587"/>
                  <a:pt x="170858" y="83810"/>
                  <a:pt x="172801" y="82255"/>
                </a:cubicBezTo>
                <a:cubicBezTo>
                  <a:pt x="174744" y="80701"/>
                  <a:pt x="176212" y="78197"/>
                  <a:pt x="177205" y="74742"/>
                </a:cubicBezTo>
                <a:moveTo>
                  <a:pt x="178242" y="56348"/>
                </a:moveTo>
                <a:cubicBezTo>
                  <a:pt x="178112" y="51102"/>
                  <a:pt x="176752" y="47113"/>
                  <a:pt x="174161" y="44382"/>
                </a:cubicBezTo>
                <a:cubicBezTo>
                  <a:pt x="171570" y="41651"/>
                  <a:pt x="168418" y="40286"/>
                  <a:pt x="164705" y="40286"/>
                </a:cubicBezTo>
                <a:cubicBezTo>
                  <a:pt x="160733" y="40286"/>
                  <a:pt x="157451" y="41726"/>
                  <a:pt x="154860" y="44607"/>
                </a:cubicBezTo>
                <a:cubicBezTo>
                  <a:pt x="152270" y="47489"/>
                  <a:pt x="150996" y="51403"/>
                  <a:pt x="151039" y="56348"/>
                </a:cubicBezTo>
                <a:lnTo>
                  <a:pt x="178242" y="56348"/>
                </a:lnTo>
                <a:close/>
                <a:moveTo>
                  <a:pt x="210605" y="27850"/>
                </a:moveTo>
                <a:lnTo>
                  <a:pt x="227575" y="27850"/>
                </a:lnTo>
                <a:lnTo>
                  <a:pt x="227575" y="37954"/>
                </a:lnTo>
                <a:cubicBezTo>
                  <a:pt x="229777" y="34500"/>
                  <a:pt x="232756" y="31693"/>
                  <a:pt x="236513" y="29534"/>
                </a:cubicBezTo>
                <a:cubicBezTo>
                  <a:pt x="240269" y="27375"/>
                  <a:pt x="244436" y="26296"/>
                  <a:pt x="249013" y="26296"/>
                </a:cubicBezTo>
                <a:cubicBezTo>
                  <a:pt x="257001" y="26296"/>
                  <a:pt x="263780" y="29426"/>
                  <a:pt x="269350" y="35687"/>
                </a:cubicBezTo>
                <a:cubicBezTo>
                  <a:pt x="274920" y="41948"/>
                  <a:pt x="277705" y="50670"/>
                  <a:pt x="277705" y="61853"/>
                </a:cubicBezTo>
                <a:cubicBezTo>
                  <a:pt x="277705" y="73339"/>
                  <a:pt x="274898" y="82266"/>
                  <a:pt x="269285" y="88635"/>
                </a:cubicBezTo>
                <a:cubicBezTo>
                  <a:pt x="263672" y="95004"/>
                  <a:pt x="256871" y="98188"/>
                  <a:pt x="248883" y="98188"/>
                </a:cubicBezTo>
                <a:cubicBezTo>
                  <a:pt x="245083" y="98188"/>
                  <a:pt x="241640" y="97433"/>
                  <a:pt x="238553" y="95921"/>
                </a:cubicBezTo>
                <a:cubicBezTo>
                  <a:pt x="235465" y="94410"/>
                  <a:pt x="232216" y="91819"/>
                  <a:pt x="228805" y="88149"/>
                </a:cubicBezTo>
                <a:lnTo>
                  <a:pt x="228805" y="122800"/>
                </a:lnTo>
                <a:lnTo>
                  <a:pt x="210605" y="122800"/>
                </a:lnTo>
                <a:lnTo>
                  <a:pt x="210605" y="27850"/>
                </a:lnTo>
                <a:moveTo>
                  <a:pt x="228611" y="61046"/>
                </a:moveTo>
                <a:cubicBezTo>
                  <a:pt x="228611" y="68763"/>
                  <a:pt x="230144" y="74464"/>
                  <a:pt x="233209" y="78151"/>
                </a:cubicBezTo>
                <a:cubicBezTo>
                  <a:pt x="236275" y="81837"/>
                  <a:pt x="240010" y="83680"/>
                  <a:pt x="244414" y="83680"/>
                </a:cubicBezTo>
                <a:cubicBezTo>
                  <a:pt x="248646" y="83680"/>
                  <a:pt x="252165" y="81988"/>
                  <a:pt x="254971" y="78604"/>
                </a:cubicBezTo>
                <a:cubicBezTo>
                  <a:pt x="257778" y="75220"/>
                  <a:pt x="259181" y="69669"/>
                  <a:pt x="259181" y="61951"/>
                </a:cubicBezTo>
                <a:cubicBezTo>
                  <a:pt x="259181" y="54751"/>
                  <a:pt x="257735" y="49404"/>
                  <a:pt x="254842" y="45912"/>
                </a:cubicBezTo>
                <a:cubicBezTo>
                  <a:pt x="251949" y="42420"/>
                  <a:pt x="248365" y="40674"/>
                  <a:pt x="244090" y="40674"/>
                </a:cubicBezTo>
                <a:cubicBezTo>
                  <a:pt x="239643" y="40674"/>
                  <a:pt x="235951" y="42388"/>
                  <a:pt x="233015" y="45815"/>
                </a:cubicBezTo>
                <a:cubicBezTo>
                  <a:pt x="230079" y="49243"/>
                  <a:pt x="228611" y="54319"/>
                  <a:pt x="228611" y="61046"/>
                </a:cubicBezTo>
                <a:close/>
                <a:moveTo>
                  <a:pt x="386624" y="79665"/>
                </a:moveTo>
                <a:lnTo>
                  <a:pt x="386624" y="96634"/>
                </a:lnTo>
                <a:lnTo>
                  <a:pt x="322827" y="96634"/>
                </a:lnTo>
                <a:cubicBezTo>
                  <a:pt x="323518" y="90249"/>
                  <a:pt x="325590" y="84198"/>
                  <a:pt x="329045" y="78483"/>
                </a:cubicBezTo>
                <a:cubicBezTo>
                  <a:pt x="332499" y="72765"/>
                  <a:pt x="339321" y="65182"/>
                  <a:pt x="349511" y="55733"/>
                </a:cubicBezTo>
                <a:cubicBezTo>
                  <a:pt x="357715" y="48097"/>
                  <a:pt x="362746" y="42920"/>
                  <a:pt x="364602" y="40203"/>
                </a:cubicBezTo>
                <a:cubicBezTo>
                  <a:pt x="367107" y="36449"/>
                  <a:pt x="368359" y="32738"/>
                  <a:pt x="368359" y="29071"/>
                </a:cubicBezTo>
                <a:cubicBezTo>
                  <a:pt x="368359" y="25015"/>
                  <a:pt x="367269" y="21898"/>
                  <a:pt x="365088" y="19720"/>
                </a:cubicBezTo>
                <a:cubicBezTo>
                  <a:pt x="362908" y="17541"/>
                  <a:pt x="359896" y="16451"/>
                  <a:pt x="356053" y="16451"/>
                </a:cubicBezTo>
                <a:cubicBezTo>
                  <a:pt x="352253" y="16451"/>
                  <a:pt x="349231" y="17601"/>
                  <a:pt x="346985" y="19900"/>
                </a:cubicBezTo>
                <a:cubicBezTo>
                  <a:pt x="344740" y="22198"/>
                  <a:pt x="343445" y="26014"/>
                  <a:pt x="343099" y="31348"/>
                </a:cubicBezTo>
                <a:lnTo>
                  <a:pt x="324964" y="29526"/>
                </a:lnTo>
                <a:cubicBezTo>
                  <a:pt x="326044" y="19465"/>
                  <a:pt x="329433" y="12245"/>
                  <a:pt x="335133" y="7865"/>
                </a:cubicBezTo>
                <a:cubicBezTo>
                  <a:pt x="340833" y="3485"/>
                  <a:pt x="347957" y="1295"/>
                  <a:pt x="356506" y="1295"/>
                </a:cubicBezTo>
                <a:cubicBezTo>
                  <a:pt x="365876" y="1295"/>
                  <a:pt x="373238" y="3819"/>
                  <a:pt x="378592" y="8867"/>
                </a:cubicBezTo>
                <a:cubicBezTo>
                  <a:pt x="383946" y="13915"/>
                  <a:pt x="386624" y="20192"/>
                  <a:pt x="386624" y="27698"/>
                </a:cubicBezTo>
                <a:cubicBezTo>
                  <a:pt x="386624" y="31970"/>
                  <a:pt x="385857" y="36037"/>
                  <a:pt x="384324" y="39899"/>
                </a:cubicBezTo>
                <a:cubicBezTo>
                  <a:pt x="382791" y="43760"/>
                  <a:pt x="380363" y="47804"/>
                  <a:pt x="377038" y="52031"/>
                </a:cubicBezTo>
                <a:cubicBezTo>
                  <a:pt x="374836" y="54836"/>
                  <a:pt x="370863" y="58871"/>
                  <a:pt x="365121" y="64134"/>
                </a:cubicBezTo>
                <a:cubicBezTo>
                  <a:pt x="359378" y="69397"/>
                  <a:pt x="355740" y="72891"/>
                  <a:pt x="354207" y="74617"/>
                </a:cubicBezTo>
                <a:cubicBezTo>
                  <a:pt x="352674" y="76343"/>
                  <a:pt x="351433" y="78025"/>
                  <a:pt x="350483" y="79665"/>
                </a:cubicBezTo>
                <a:lnTo>
                  <a:pt x="386624" y="79665"/>
                </a:lnTo>
                <a:close/>
                <a:moveTo>
                  <a:pt x="406293" y="46115"/>
                </a:moveTo>
                <a:lnTo>
                  <a:pt x="406293" y="27850"/>
                </a:lnTo>
                <a:lnTo>
                  <a:pt x="424493" y="27850"/>
                </a:lnTo>
                <a:lnTo>
                  <a:pt x="424493" y="46115"/>
                </a:lnTo>
                <a:lnTo>
                  <a:pt x="406293" y="46115"/>
                </a:lnTo>
                <a:moveTo>
                  <a:pt x="406293" y="96634"/>
                </a:moveTo>
                <a:lnTo>
                  <a:pt x="406293" y="78369"/>
                </a:lnTo>
                <a:lnTo>
                  <a:pt x="424493" y="78369"/>
                </a:lnTo>
                <a:lnTo>
                  <a:pt x="424493" y="96634"/>
                </a:lnTo>
                <a:lnTo>
                  <a:pt x="406293" y="96634"/>
                </a:lnTo>
                <a:close/>
                <a:moveTo>
                  <a:pt x="505344" y="96634"/>
                </a:moveTo>
                <a:lnTo>
                  <a:pt x="505344" y="17746"/>
                </a:lnTo>
                <a:lnTo>
                  <a:pt x="477170" y="17746"/>
                </a:lnTo>
                <a:lnTo>
                  <a:pt x="477170" y="1684"/>
                </a:lnTo>
                <a:lnTo>
                  <a:pt x="552625" y="1684"/>
                </a:lnTo>
                <a:lnTo>
                  <a:pt x="552625" y="17746"/>
                </a:lnTo>
                <a:lnTo>
                  <a:pt x="524516" y="17746"/>
                </a:lnTo>
                <a:lnTo>
                  <a:pt x="524516" y="96634"/>
                </a:lnTo>
                <a:lnTo>
                  <a:pt x="505344" y="96634"/>
                </a:lnTo>
                <a:close/>
                <a:moveTo>
                  <a:pt x="550787" y="61271"/>
                </a:moveTo>
                <a:cubicBezTo>
                  <a:pt x="550787" y="55226"/>
                  <a:pt x="552277" y="49375"/>
                  <a:pt x="555256" y="43718"/>
                </a:cubicBezTo>
                <a:cubicBezTo>
                  <a:pt x="558235" y="38062"/>
                  <a:pt x="562456" y="33744"/>
                  <a:pt x="567918" y="30765"/>
                </a:cubicBezTo>
                <a:cubicBezTo>
                  <a:pt x="573380" y="27785"/>
                  <a:pt x="579479" y="26296"/>
                  <a:pt x="586215" y="26296"/>
                </a:cubicBezTo>
                <a:cubicBezTo>
                  <a:pt x="596621" y="26296"/>
                  <a:pt x="605149" y="29675"/>
                  <a:pt x="611798" y="36432"/>
                </a:cubicBezTo>
                <a:cubicBezTo>
                  <a:pt x="618448" y="43189"/>
                  <a:pt x="621773" y="51728"/>
                  <a:pt x="621773" y="62048"/>
                </a:cubicBezTo>
                <a:cubicBezTo>
                  <a:pt x="621773" y="72454"/>
                  <a:pt x="618416" y="81079"/>
                  <a:pt x="611701" y="87923"/>
                </a:cubicBezTo>
                <a:cubicBezTo>
                  <a:pt x="604987" y="94766"/>
                  <a:pt x="596535" y="98188"/>
                  <a:pt x="586345" y="98188"/>
                </a:cubicBezTo>
                <a:cubicBezTo>
                  <a:pt x="580041" y="98188"/>
                  <a:pt x="574028" y="96763"/>
                  <a:pt x="568307" y="93914"/>
                </a:cubicBezTo>
                <a:cubicBezTo>
                  <a:pt x="562586" y="91064"/>
                  <a:pt x="558235" y="86886"/>
                  <a:pt x="555256" y="81381"/>
                </a:cubicBezTo>
                <a:cubicBezTo>
                  <a:pt x="552277" y="75876"/>
                  <a:pt x="550787" y="69172"/>
                  <a:pt x="550787" y="61271"/>
                </a:cubicBezTo>
                <a:moveTo>
                  <a:pt x="569440" y="62242"/>
                </a:moveTo>
                <a:cubicBezTo>
                  <a:pt x="569440" y="69043"/>
                  <a:pt x="571059" y="74251"/>
                  <a:pt x="574298" y="77867"/>
                </a:cubicBezTo>
                <a:cubicBezTo>
                  <a:pt x="577536" y="81484"/>
                  <a:pt x="581530" y="83292"/>
                  <a:pt x="586280" y="83292"/>
                </a:cubicBezTo>
                <a:cubicBezTo>
                  <a:pt x="591030" y="83292"/>
                  <a:pt x="595013" y="81484"/>
                  <a:pt x="598230" y="77867"/>
                </a:cubicBezTo>
                <a:cubicBezTo>
                  <a:pt x="601446" y="74251"/>
                  <a:pt x="603055" y="69000"/>
                  <a:pt x="603055" y="62113"/>
                </a:cubicBezTo>
                <a:cubicBezTo>
                  <a:pt x="603055" y="55398"/>
                  <a:pt x="601446" y="50233"/>
                  <a:pt x="598230" y="46617"/>
                </a:cubicBezTo>
                <a:cubicBezTo>
                  <a:pt x="595013" y="43001"/>
                  <a:pt x="591030" y="41192"/>
                  <a:pt x="586280" y="41192"/>
                </a:cubicBezTo>
                <a:cubicBezTo>
                  <a:pt x="581530" y="41192"/>
                  <a:pt x="577536" y="43001"/>
                  <a:pt x="574298" y="46617"/>
                </a:cubicBezTo>
                <a:cubicBezTo>
                  <a:pt x="571059" y="50233"/>
                  <a:pt x="569440" y="55441"/>
                  <a:pt x="569440" y="62242"/>
                </a:cubicBezTo>
                <a:close/>
                <a:moveTo>
                  <a:pt x="635525" y="27850"/>
                </a:moveTo>
                <a:lnTo>
                  <a:pt x="652494" y="27850"/>
                </a:lnTo>
                <a:lnTo>
                  <a:pt x="652494" y="37954"/>
                </a:lnTo>
                <a:cubicBezTo>
                  <a:pt x="654696" y="34500"/>
                  <a:pt x="657675" y="31693"/>
                  <a:pt x="661432" y="29534"/>
                </a:cubicBezTo>
                <a:cubicBezTo>
                  <a:pt x="665189" y="27375"/>
                  <a:pt x="669355" y="26296"/>
                  <a:pt x="673932" y="26296"/>
                </a:cubicBezTo>
                <a:cubicBezTo>
                  <a:pt x="681920" y="26296"/>
                  <a:pt x="688699" y="29426"/>
                  <a:pt x="694269" y="35687"/>
                </a:cubicBezTo>
                <a:cubicBezTo>
                  <a:pt x="699839" y="41948"/>
                  <a:pt x="702624" y="50670"/>
                  <a:pt x="702624" y="61853"/>
                </a:cubicBezTo>
                <a:cubicBezTo>
                  <a:pt x="702624" y="73339"/>
                  <a:pt x="699818" y="82266"/>
                  <a:pt x="694205" y="88635"/>
                </a:cubicBezTo>
                <a:cubicBezTo>
                  <a:pt x="688591" y="95004"/>
                  <a:pt x="681791" y="98188"/>
                  <a:pt x="673803" y="98188"/>
                </a:cubicBezTo>
                <a:cubicBezTo>
                  <a:pt x="670003" y="98188"/>
                  <a:pt x="666559" y="97433"/>
                  <a:pt x="663472" y="95921"/>
                </a:cubicBezTo>
                <a:cubicBezTo>
                  <a:pt x="660385" y="94410"/>
                  <a:pt x="657136" y="91819"/>
                  <a:pt x="653725" y="88149"/>
                </a:cubicBezTo>
                <a:lnTo>
                  <a:pt x="653725" y="122800"/>
                </a:lnTo>
                <a:lnTo>
                  <a:pt x="635525" y="122800"/>
                </a:lnTo>
                <a:lnTo>
                  <a:pt x="635525" y="27850"/>
                </a:lnTo>
                <a:moveTo>
                  <a:pt x="653530" y="61046"/>
                </a:moveTo>
                <a:cubicBezTo>
                  <a:pt x="653530" y="68763"/>
                  <a:pt x="655063" y="74464"/>
                  <a:pt x="658129" y="78151"/>
                </a:cubicBezTo>
                <a:cubicBezTo>
                  <a:pt x="661195" y="81837"/>
                  <a:pt x="664929" y="83680"/>
                  <a:pt x="669334" y="83680"/>
                </a:cubicBezTo>
                <a:cubicBezTo>
                  <a:pt x="673565" y="83680"/>
                  <a:pt x="677084" y="81988"/>
                  <a:pt x="679891" y="78604"/>
                </a:cubicBezTo>
                <a:cubicBezTo>
                  <a:pt x="682698" y="75220"/>
                  <a:pt x="684101" y="69669"/>
                  <a:pt x="684101" y="61951"/>
                </a:cubicBezTo>
                <a:cubicBezTo>
                  <a:pt x="684101" y="54751"/>
                  <a:pt x="682654" y="49404"/>
                  <a:pt x="679761" y="45912"/>
                </a:cubicBezTo>
                <a:cubicBezTo>
                  <a:pt x="676868" y="42420"/>
                  <a:pt x="673285" y="40674"/>
                  <a:pt x="669010" y="40674"/>
                </a:cubicBezTo>
                <a:cubicBezTo>
                  <a:pt x="664562" y="40674"/>
                  <a:pt x="660871" y="42388"/>
                  <a:pt x="657935" y="45815"/>
                </a:cubicBezTo>
                <a:cubicBezTo>
                  <a:pt x="654998" y="49243"/>
                  <a:pt x="653530" y="54319"/>
                  <a:pt x="653530" y="61046"/>
                </a:cubicBezTo>
                <a:close/>
                <a:moveTo>
                  <a:pt x="715016" y="71245"/>
                </a:moveTo>
                <a:lnTo>
                  <a:pt x="715016" y="52980"/>
                </a:lnTo>
                <a:lnTo>
                  <a:pt x="750768" y="52980"/>
                </a:lnTo>
                <a:lnTo>
                  <a:pt x="750768" y="71245"/>
                </a:lnTo>
                <a:lnTo>
                  <a:pt x="715016" y="71245"/>
                </a:lnTo>
                <a:close/>
                <a:moveTo>
                  <a:pt x="761907" y="96634"/>
                </a:moveTo>
                <a:lnTo>
                  <a:pt x="761907" y="2461"/>
                </a:lnTo>
                <a:lnTo>
                  <a:pt x="781079" y="2461"/>
                </a:lnTo>
                <a:lnTo>
                  <a:pt x="781079" y="80571"/>
                </a:lnTo>
                <a:lnTo>
                  <a:pt x="828748" y="80571"/>
                </a:lnTo>
                <a:lnTo>
                  <a:pt x="828748" y="96634"/>
                </a:lnTo>
                <a:lnTo>
                  <a:pt x="761907" y="96634"/>
                </a:lnTo>
                <a:close/>
                <a:moveTo>
                  <a:pt x="882138" y="74742"/>
                </a:moveTo>
                <a:lnTo>
                  <a:pt x="900273" y="77851"/>
                </a:lnTo>
                <a:cubicBezTo>
                  <a:pt x="897942" y="84479"/>
                  <a:pt x="894261" y="89526"/>
                  <a:pt x="889230" y="92991"/>
                </a:cubicBezTo>
                <a:cubicBezTo>
                  <a:pt x="884200" y="96456"/>
                  <a:pt x="877907" y="98188"/>
                  <a:pt x="870350" y="98188"/>
                </a:cubicBezTo>
                <a:cubicBezTo>
                  <a:pt x="858390" y="98188"/>
                  <a:pt x="849538" y="94281"/>
                  <a:pt x="843796" y="86465"/>
                </a:cubicBezTo>
                <a:cubicBezTo>
                  <a:pt x="839262" y="80204"/>
                  <a:pt x="836995" y="72303"/>
                  <a:pt x="836995" y="62760"/>
                </a:cubicBezTo>
                <a:cubicBezTo>
                  <a:pt x="836995" y="51361"/>
                  <a:pt x="839974" y="42434"/>
                  <a:pt x="845933" y="35979"/>
                </a:cubicBezTo>
                <a:cubicBezTo>
                  <a:pt x="851892" y="29523"/>
                  <a:pt x="859426" y="26296"/>
                  <a:pt x="868537" y="26296"/>
                </a:cubicBezTo>
                <a:cubicBezTo>
                  <a:pt x="878770" y="26296"/>
                  <a:pt x="886845" y="29675"/>
                  <a:pt x="892760" y="36432"/>
                </a:cubicBezTo>
                <a:cubicBezTo>
                  <a:pt x="898676" y="43189"/>
                  <a:pt x="901504" y="53542"/>
                  <a:pt x="901245" y="67488"/>
                </a:cubicBezTo>
                <a:lnTo>
                  <a:pt x="855648" y="67488"/>
                </a:lnTo>
                <a:cubicBezTo>
                  <a:pt x="855778" y="72886"/>
                  <a:pt x="857246" y="77085"/>
                  <a:pt x="860052" y="80086"/>
                </a:cubicBezTo>
                <a:cubicBezTo>
                  <a:pt x="862859" y="83087"/>
                  <a:pt x="866356" y="84587"/>
                  <a:pt x="870545" y="84587"/>
                </a:cubicBezTo>
                <a:cubicBezTo>
                  <a:pt x="873394" y="84587"/>
                  <a:pt x="875791" y="83810"/>
                  <a:pt x="877734" y="82255"/>
                </a:cubicBezTo>
                <a:cubicBezTo>
                  <a:pt x="879677" y="80701"/>
                  <a:pt x="881145" y="78197"/>
                  <a:pt x="882138" y="74742"/>
                </a:cubicBezTo>
                <a:moveTo>
                  <a:pt x="883174" y="56348"/>
                </a:moveTo>
                <a:cubicBezTo>
                  <a:pt x="883045" y="51102"/>
                  <a:pt x="881685" y="47113"/>
                  <a:pt x="879094" y="44382"/>
                </a:cubicBezTo>
                <a:cubicBezTo>
                  <a:pt x="876503" y="41651"/>
                  <a:pt x="873351" y="40286"/>
                  <a:pt x="869638" y="40286"/>
                </a:cubicBezTo>
                <a:cubicBezTo>
                  <a:pt x="865666" y="40286"/>
                  <a:pt x="862384" y="41726"/>
                  <a:pt x="859793" y="44607"/>
                </a:cubicBezTo>
                <a:cubicBezTo>
                  <a:pt x="857202" y="47489"/>
                  <a:pt x="855929" y="51403"/>
                  <a:pt x="855972" y="56348"/>
                </a:cubicBezTo>
                <a:lnTo>
                  <a:pt x="883174" y="56348"/>
                </a:lnTo>
                <a:close/>
                <a:moveTo>
                  <a:pt x="934969" y="96634"/>
                </a:moveTo>
                <a:lnTo>
                  <a:pt x="907248" y="27850"/>
                </a:lnTo>
                <a:lnTo>
                  <a:pt x="926354" y="27850"/>
                </a:lnTo>
                <a:lnTo>
                  <a:pt x="939308" y="62954"/>
                </a:lnTo>
                <a:lnTo>
                  <a:pt x="943065" y="74677"/>
                </a:lnTo>
                <a:cubicBezTo>
                  <a:pt x="944058" y="71698"/>
                  <a:pt x="944684" y="69734"/>
                  <a:pt x="944943" y="68784"/>
                </a:cubicBezTo>
                <a:cubicBezTo>
                  <a:pt x="945547" y="66841"/>
                  <a:pt x="946195" y="64898"/>
                  <a:pt x="946886" y="62954"/>
                </a:cubicBezTo>
                <a:lnTo>
                  <a:pt x="959969" y="27850"/>
                </a:lnTo>
                <a:lnTo>
                  <a:pt x="978687" y="27850"/>
                </a:lnTo>
                <a:lnTo>
                  <a:pt x="951355" y="96634"/>
                </a:lnTo>
                <a:lnTo>
                  <a:pt x="934969" y="96634"/>
                </a:lnTo>
                <a:close/>
                <a:moveTo>
                  <a:pt x="1029639" y="74742"/>
                </a:moveTo>
                <a:lnTo>
                  <a:pt x="1047774" y="77851"/>
                </a:lnTo>
                <a:cubicBezTo>
                  <a:pt x="1045443" y="84479"/>
                  <a:pt x="1041762" y="89526"/>
                  <a:pt x="1036731" y="92991"/>
                </a:cubicBezTo>
                <a:cubicBezTo>
                  <a:pt x="1031701" y="96456"/>
                  <a:pt x="1025408" y="98188"/>
                  <a:pt x="1017851" y="98188"/>
                </a:cubicBezTo>
                <a:cubicBezTo>
                  <a:pt x="1005891" y="98188"/>
                  <a:pt x="997039" y="94281"/>
                  <a:pt x="991297" y="86465"/>
                </a:cubicBezTo>
                <a:cubicBezTo>
                  <a:pt x="986763" y="80204"/>
                  <a:pt x="984496" y="72303"/>
                  <a:pt x="984496" y="62760"/>
                </a:cubicBezTo>
                <a:cubicBezTo>
                  <a:pt x="984496" y="51361"/>
                  <a:pt x="987475" y="42434"/>
                  <a:pt x="993434" y="35979"/>
                </a:cubicBezTo>
                <a:cubicBezTo>
                  <a:pt x="999393" y="29523"/>
                  <a:pt x="1006927" y="26296"/>
                  <a:pt x="1016038" y="26296"/>
                </a:cubicBezTo>
                <a:cubicBezTo>
                  <a:pt x="1026271" y="26296"/>
                  <a:pt x="1034346" y="29675"/>
                  <a:pt x="1040261" y="36432"/>
                </a:cubicBezTo>
                <a:cubicBezTo>
                  <a:pt x="1046177" y="43189"/>
                  <a:pt x="1049005" y="53542"/>
                  <a:pt x="1048746" y="67488"/>
                </a:cubicBezTo>
                <a:lnTo>
                  <a:pt x="1003149" y="67488"/>
                </a:lnTo>
                <a:cubicBezTo>
                  <a:pt x="1003279" y="72886"/>
                  <a:pt x="1004747" y="77085"/>
                  <a:pt x="1007553" y="80086"/>
                </a:cubicBezTo>
                <a:cubicBezTo>
                  <a:pt x="1010360" y="83087"/>
                  <a:pt x="1013857" y="84587"/>
                  <a:pt x="1018046" y="84587"/>
                </a:cubicBezTo>
                <a:cubicBezTo>
                  <a:pt x="1020896" y="84587"/>
                  <a:pt x="1023292" y="83810"/>
                  <a:pt x="1025235" y="82255"/>
                </a:cubicBezTo>
                <a:cubicBezTo>
                  <a:pt x="1027178" y="80701"/>
                  <a:pt x="1028646" y="78197"/>
                  <a:pt x="1029639" y="74742"/>
                </a:cubicBezTo>
                <a:moveTo>
                  <a:pt x="1030676" y="56348"/>
                </a:moveTo>
                <a:cubicBezTo>
                  <a:pt x="1030546" y="51102"/>
                  <a:pt x="1029186" y="47113"/>
                  <a:pt x="1026595" y="44382"/>
                </a:cubicBezTo>
                <a:cubicBezTo>
                  <a:pt x="1024004" y="41651"/>
                  <a:pt x="1020852" y="40286"/>
                  <a:pt x="1017139" y="40286"/>
                </a:cubicBezTo>
                <a:cubicBezTo>
                  <a:pt x="1013167" y="40286"/>
                  <a:pt x="1009885" y="41726"/>
                  <a:pt x="1007294" y="44607"/>
                </a:cubicBezTo>
                <a:cubicBezTo>
                  <a:pt x="1004704" y="47489"/>
                  <a:pt x="1003430" y="51403"/>
                  <a:pt x="1003473" y="56348"/>
                </a:cubicBezTo>
                <a:lnTo>
                  <a:pt x="1030676" y="56348"/>
                </a:lnTo>
                <a:close/>
                <a:moveTo>
                  <a:pt x="1063558" y="96634"/>
                </a:moveTo>
                <a:lnTo>
                  <a:pt x="1063558" y="1684"/>
                </a:lnTo>
                <a:lnTo>
                  <a:pt x="1081757" y="1684"/>
                </a:lnTo>
                <a:lnTo>
                  <a:pt x="1081757" y="96634"/>
                </a:lnTo>
                <a:lnTo>
                  <a:pt x="1063558" y="96634"/>
                </a:lnTo>
                <a:close/>
                <a:moveTo>
                  <a:pt x="1132580" y="65804"/>
                </a:moveTo>
                <a:lnTo>
                  <a:pt x="1151233" y="63991"/>
                </a:lnTo>
                <a:cubicBezTo>
                  <a:pt x="1152356" y="70275"/>
                  <a:pt x="1154633" y="74890"/>
                  <a:pt x="1158066" y="77837"/>
                </a:cubicBezTo>
                <a:cubicBezTo>
                  <a:pt x="1161499" y="80783"/>
                  <a:pt x="1166130" y="82255"/>
                  <a:pt x="1171959" y="82255"/>
                </a:cubicBezTo>
                <a:cubicBezTo>
                  <a:pt x="1178133" y="82255"/>
                  <a:pt x="1182786" y="80945"/>
                  <a:pt x="1185916" y="78325"/>
                </a:cubicBezTo>
                <a:cubicBezTo>
                  <a:pt x="1189047" y="75704"/>
                  <a:pt x="1190612" y="72639"/>
                  <a:pt x="1190612" y="69130"/>
                </a:cubicBezTo>
                <a:cubicBezTo>
                  <a:pt x="1190612" y="66878"/>
                  <a:pt x="1189954" y="64962"/>
                  <a:pt x="1188637" y="63382"/>
                </a:cubicBezTo>
                <a:cubicBezTo>
                  <a:pt x="1187320" y="61800"/>
                  <a:pt x="1185020" y="60424"/>
                  <a:pt x="1181739" y="59255"/>
                </a:cubicBezTo>
                <a:cubicBezTo>
                  <a:pt x="1179494" y="58476"/>
                  <a:pt x="1174377" y="57092"/>
                  <a:pt x="1166389" y="55101"/>
                </a:cubicBezTo>
                <a:cubicBezTo>
                  <a:pt x="1156112" y="52548"/>
                  <a:pt x="1148901" y="49411"/>
                  <a:pt x="1144756" y="45690"/>
                </a:cubicBezTo>
                <a:cubicBezTo>
                  <a:pt x="1138927" y="40454"/>
                  <a:pt x="1136013" y="34073"/>
                  <a:pt x="1136013" y="26545"/>
                </a:cubicBezTo>
                <a:cubicBezTo>
                  <a:pt x="1136013" y="21699"/>
                  <a:pt x="1137384" y="17168"/>
                  <a:pt x="1140125" y="12950"/>
                </a:cubicBezTo>
                <a:cubicBezTo>
                  <a:pt x="1142867" y="8730"/>
                  <a:pt x="1146818" y="5517"/>
                  <a:pt x="1151978" y="3311"/>
                </a:cubicBezTo>
                <a:cubicBezTo>
                  <a:pt x="1157138" y="1104"/>
                  <a:pt x="1163366" y="0"/>
                  <a:pt x="1170664" y="0"/>
                </a:cubicBezTo>
                <a:cubicBezTo>
                  <a:pt x="1182581" y="0"/>
                  <a:pt x="1191551" y="2624"/>
                  <a:pt x="1197575" y="7873"/>
                </a:cubicBezTo>
                <a:cubicBezTo>
                  <a:pt x="1203598" y="13121"/>
                  <a:pt x="1206761" y="20125"/>
                  <a:pt x="1207063" y="28887"/>
                </a:cubicBezTo>
                <a:lnTo>
                  <a:pt x="1187892" y="29664"/>
                </a:lnTo>
                <a:cubicBezTo>
                  <a:pt x="1187071" y="24785"/>
                  <a:pt x="1185312" y="21276"/>
                  <a:pt x="1182613" y="19139"/>
                </a:cubicBezTo>
                <a:cubicBezTo>
                  <a:pt x="1179915" y="17002"/>
                  <a:pt x="1175867" y="15933"/>
                  <a:pt x="1170469" y="15933"/>
                </a:cubicBezTo>
                <a:cubicBezTo>
                  <a:pt x="1164899" y="15933"/>
                  <a:pt x="1160538" y="17078"/>
                  <a:pt x="1157386" y="19368"/>
                </a:cubicBezTo>
                <a:cubicBezTo>
                  <a:pt x="1155357" y="20836"/>
                  <a:pt x="1154342" y="22801"/>
                  <a:pt x="1154342" y="25264"/>
                </a:cubicBezTo>
                <a:cubicBezTo>
                  <a:pt x="1154342" y="27510"/>
                  <a:pt x="1155292" y="29432"/>
                  <a:pt x="1157192" y="31030"/>
                </a:cubicBezTo>
                <a:cubicBezTo>
                  <a:pt x="1159610" y="33061"/>
                  <a:pt x="1165482" y="35179"/>
                  <a:pt x="1174809" y="37385"/>
                </a:cubicBezTo>
                <a:cubicBezTo>
                  <a:pt x="1184135" y="39591"/>
                  <a:pt x="1191033" y="41874"/>
                  <a:pt x="1195502" y="44232"/>
                </a:cubicBezTo>
                <a:cubicBezTo>
                  <a:pt x="1199971" y="46590"/>
                  <a:pt x="1203468" y="49813"/>
                  <a:pt x="1205994" y="53901"/>
                </a:cubicBezTo>
                <a:cubicBezTo>
                  <a:pt x="1208520" y="57988"/>
                  <a:pt x="1209783" y="63039"/>
                  <a:pt x="1209783" y="69053"/>
                </a:cubicBezTo>
                <a:cubicBezTo>
                  <a:pt x="1209783" y="74503"/>
                  <a:pt x="1208272" y="79607"/>
                  <a:pt x="1205250" y="84366"/>
                </a:cubicBezTo>
                <a:cubicBezTo>
                  <a:pt x="1202227" y="89125"/>
                  <a:pt x="1197952" y="92662"/>
                  <a:pt x="1192426" y="94976"/>
                </a:cubicBezTo>
                <a:cubicBezTo>
                  <a:pt x="1186899" y="97290"/>
                  <a:pt x="1180012" y="98447"/>
                  <a:pt x="1171765" y="98447"/>
                </a:cubicBezTo>
                <a:cubicBezTo>
                  <a:pt x="1159761" y="98447"/>
                  <a:pt x="1150542" y="95668"/>
                  <a:pt x="1144109" y="90108"/>
                </a:cubicBezTo>
                <a:cubicBezTo>
                  <a:pt x="1137675" y="84549"/>
                  <a:pt x="1133832" y="76448"/>
                  <a:pt x="1132580" y="65804"/>
                </a:cubicBezTo>
                <a:close/>
                <a:moveTo>
                  <a:pt x="1257324" y="27850"/>
                </a:moveTo>
                <a:lnTo>
                  <a:pt x="1257324" y="42358"/>
                </a:lnTo>
                <a:lnTo>
                  <a:pt x="1244889" y="42358"/>
                </a:lnTo>
                <a:lnTo>
                  <a:pt x="1244889" y="70034"/>
                </a:lnTo>
                <a:cubicBezTo>
                  <a:pt x="1244889" y="75640"/>
                  <a:pt x="1245007" y="78906"/>
                  <a:pt x="1245245" y="79833"/>
                </a:cubicBezTo>
                <a:cubicBezTo>
                  <a:pt x="1245482" y="80758"/>
                  <a:pt x="1246022" y="81523"/>
                  <a:pt x="1246864" y="82128"/>
                </a:cubicBezTo>
                <a:cubicBezTo>
                  <a:pt x="1247706" y="82731"/>
                  <a:pt x="1248732" y="83033"/>
                  <a:pt x="1249941" y="83033"/>
                </a:cubicBezTo>
                <a:cubicBezTo>
                  <a:pt x="1251625" y="83033"/>
                  <a:pt x="1254064" y="82450"/>
                  <a:pt x="1257259" y="81284"/>
                </a:cubicBezTo>
                <a:lnTo>
                  <a:pt x="1258814" y="95456"/>
                </a:lnTo>
                <a:cubicBezTo>
                  <a:pt x="1254582" y="97277"/>
                  <a:pt x="1249790" y="98188"/>
                  <a:pt x="1244435" y="98188"/>
                </a:cubicBezTo>
                <a:cubicBezTo>
                  <a:pt x="1241154" y="98188"/>
                  <a:pt x="1238196" y="97638"/>
                  <a:pt x="1235562" y="96537"/>
                </a:cubicBezTo>
                <a:cubicBezTo>
                  <a:pt x="1232928" y="95436"/>
                  <a:pt x="1230996" y="94011"/>
                  <a:pt x="1229765" y="92262"/>
                </a:cubicBezTo>
                <a:cubicBezTo>
                  <a:pt x="1228535" y="90513"/>
                  <a:pt x="1227682" y="88149"/>
                  <a:pt x="1227207" y="85170"/>
                </a:cubicBezTo>
                <a:cubicBezTo>
                  <a:pt x="1226818" y="83054"/>
                  <a:pt x="1226624" y="78779"/>
                  <a:pt x="1226624" y="72346"/>
                </a:cubicBezTo>
                <a:lnTo>
                  <a:pt x="1226624" y="42358"/>
                </a:lnTo>
                <a:lnTo>
                  <a:pt x="1218269" y="42358"/>
                </a:lnTo>
                <a:lnTo>
                  <a:pt x="1218269" y="27850"/>
                </a:lnTo>
                <a:lnTo>
                  <a:pt x="1226624" y="27850"/>
                </a:lnTo>
                <a:lnTo>
                  <a:pt x="1226624" y="14119"/>
                </a:lnTo>
                <a:lnTo>
                  <a:pt x="1244889" y="3368"/>
                </a:lnTo>
                <a:lnTo>
                  <a:pt x="1244889" y="27850"/>
                </a:lnTo>
                <a:lnTo>
                  <a:pt x="1257324" y="27850"/>
                </a:lnTo>
                <a:close/>
                <a:moveTo>
                  <a:pt x="1287375" y="96634"/>
                </a:moveTo>
                <a:lnTo>
                  <a:pt x="1269176" y="96634"/>
                </a:lnTo>
                <a:lnTo>
                  <a:pt x="1269176" y="27850"/>
                </a:lnTo>
                <a:lnTo>
                  <a:pt x="1286080" y="27850"/>
                </a:lnTo>
                <a:lnTo>
                  <a:pt x="1286080" y="37630"/>
                </a:lnTo>
                <a:cubicBezTo>
                  <a:pt x="1288973" y="33010"/>
                  <a:pt x="1291575" y="29966"/>
                  <a:pt x="1293885" y="28498"/>
                </a:cubicBezTo>
                <a:cubicBezTo>
                  <a:pt x="1296195" y="27030"/>
                  <a:pt x="1298818" y="26296"/>
                  <a:pt x="1301754" y="26296"/>
                </a:cubicBezTo>
                <a:cubicBezTo>
                  <a:pt x="1305899" y="26296"/>
                  <a:pt x="1309893" y="27440"/>
                  <a:pt x="1313736" y="29729"/>
                </a:cubicBezTo>
                <a:lnTo>
                  <a:pt x="1308101" y="45597"/>
                </a:lnTo>
                <a:cubicBezTo>
                  <a:pt x="1305036" y="43610"/>
                  <a:pt x="1302186" y="42617"/>
                  <a:pt x="1299552" y="42617"/>
                </a:cubicBezTo>
                <a:cubicBezTo>
                  <a:pt x="1297004" y="42617"/>
                  <a:pt x="1294845" y="43319"/>
                  <a:pt x="1293075" y="44722"/>
                </a:cubicBezTo>
                <a:cubicBezTo>
                  <a:pt x="1291305" y="46126"/>
                  <a:pt x="1289912" y="48662"/>
                  <a:pt x="1288898" y="52333"/>
                </a:cubicBezTo>
                <a:cubicBezTo>
                  <a:pt x="1287883" y="56003"/>
                  <a:pt x="1287375" y="63689"/>
                  <a:pt x="1287375" y="75390"/>
                </a:cubicBezTo>
                <a:lnTo>
                  <a:pt x="1287375" y="96634"/>
                </a:lnTo>
                <a:close/>
                <a:moveTo>
                  <a:pt x="1366825" y="96634"/>
                </a:moveTo>
                <a:lnTo>
                  <a:pt x="1366825" y="86336"/>
                </a:lnTo>
                <a:cubicBezTo>
                  <a:pt x="1364320" y="90006"/>
                  <a:pt x="1361028" y="92899"/>
                  <a:pt x="1356947" y="95015"/>
                </a:cubicBezTo>
                <a:cubicBezTo>
                  <a:pt x="1352867" y="97130"/>
                  <a:pt x="1348560" y="98188"/>
                  <a:pt x="1344026" y="98188"/>
                </a:cubicBezTo>
                <a:cubicBezTo>
                  <a:pt x="1339406" y="98188"/>
                  <a:pt x="1335261" y="97174"/>
                  <a:pt x="1331591" y="95144"/>
                </a:cubicBezTo>
                <a:cubicBezTo>
                  <a:pt x="1327921" y="93115"/>
                  <a:pt x="1325265" y="90265"/>
                  <a:pt x="1323624" y="86595"/>
                </a:cubicBezTo>
                <a:cubicBezTo>
                  <a:pt x="1321984" y="82925"/>
                  <a:pt x="1321163" y="77851"/>
                  <a:pt x="1321163" y="71374"/>
                </a:cubicBezTo>
                <a:lnTo>
                  <a:pt x="1321163" y="27850"/>
                </a:lnTo>
                <a:lnTo>
                  <a:pt x="1339363" y="27850"/>
                </a:lnTo>
                <a:lnTo>
                  <a:pt x="1339363" y="59384"/>
                </a:lnTo>
                <a:cubicBezTo>
                  <a:pt x="1339363" y="69035"/>
                  <a:pt x="1339698" y="74947"/>
                  <a:pt x="1340367" y="77122"/>
                </a:cubicBezTo>
                <a:cubicBezTo>
                  <a:pt x="1341036" y="79298"/>
                  <a:pt x="1342256" y="81021"/>
                  <a:pt x="1344026" y="82292"/>
                </a:cubicBezTo>
                <a:cubicBezTo>
                  <a:pt x="1345797" y="83563"/>
                  <a:pt x="1348042" y="84198"/>
                  <a:pt x="1350762" y="84198"/>
                </a:cubicBezTo>
                <a:cubicBezTo>
                  <a:pt x="1353871" y="84198"/>
                  <a:pt x="1356656" y="83348"/>
                  <a:pt x="1359117" y="81646"/>
                </a:cubicBezTo>
                <a:cubicBezTo>
                  <a:pt x="1361578" y="79945"/>
                  <a:pt x="1363262" y="77834"/>
                  <a:pt x="1364169" y="75313"/>
                </a:cubicBezTo>
                <a:cubicBezTo>
                  <a:pt x="1365076" y="72792"/>
                  <a:pt x="1365529" y="66621"/>
                  <a:pt x="1365529" y="56800"/>
                </a:cubicBezTo>
                <a:lnTo>
                  <a:pt x="1365529" y="27850"/>
                </a:lnTo>
                <a:lnTo>
                  <a:pt x="1383729" y="27850"/>
                </a:lnTo>
                <a:lnTo>
                  <a:pt x="1383729" y="96634"/>
                </a:lnTo>
                <a:lnTo>
                  <a:pt x="1366825" y="96634"/>
                </a:lnTo>
                <a:close/>
                <a:moveTo>
                  <a:pt x="1462573" y="48187"/>
                </a:moveTo>
                <a:lnTo>
                  <a:pt x="1444632" y="51426"/>
                </a:lnTo>
                <a:cubicBezTo>
                  <a:pt x="1444028" y="47864"/>
                  <a:pt x="1442657" y="45181"/>
                  <a:pt x="1440520" y="43378"/>
                </a:cubicBezTo>
                <a:cubicBezTo>
                  <a:pt x="1438382" y="41576"/>
                  <a:pt x="1435608" y="40674"/>
                  <a:pt x="1432197" y="40674"/>
                </a:cubicBezTo>
                <a:cubicBezTo>
                  <a:pt x="1427663" y="40674"/>
                  <a:pt x="1424047" y="42235"/>
                  <a:pt x="1421348" y="45356"/>
                </a:cubicBezTo>
                <a:cubicBezTo>
                  <a:pt x="1418650" y="48477"/>
                  <a:pt x="1417300" y="53696"/>
                  <a:pt x="1417300" y="61013"/>
                </a:cubicBezTo>
                <a:cubicBezTo>
                  <a:pt x="1417300" y="69150"/>
                  <a:pt x="1418671" y="74897"/>
                  <a:pt x="1421413" y="78256"/>
                </a:cubicBezTo>
                <a:cubicBezTo>
                  <a:pt x="1424155" y="81613"/>
                  <a:pt x="1427836" y="83292"/>
                  <a:pt x="1432456" y="83292"/>
                </a:cubicBezTo>
                <a:cubicBezTo>
                  <a:pt x="1435910" y="83292"/>
                  <a:pt x="1438738" y="82309"/>
                  <a:pt x="1440941" y="80345"/>
                </a:cubicBezTo>
                <a:cubicBezTo>
                  <a:pt x="1443143" y="78380"/>
                  <a:pt x="1444697" y="75001"/>
                  <a:pt x="1445604" y="70209"/>
                </a:cubicBezTo>
                <a:lnTo>
                  <a:pt x="1463480" y="73317"/>
                </a:lnTo>
                <a:cubicBezTo>
                  <a:pt x="1461623" y="81521"/>
                  <a:pt x="1458061" y="87717"/>
                  <a:pt x="1452793" y="91906"/>
                </a:cubicBezTo>
                <a:cubicBezTo>
                  <a:pt x="1447525" y="96094"/>
                  <a:pt x="1440466" y="98188"/>
                  <a:pt x="1431614" y="98188"/>
                </a:cubicBezTo>
                <a:cubicBezTo>
                  <a:pt x="1421553" y="98188"/>
                  <a:pt x="1413533" y="95015"/>
                  <a:pt x="1407553" y="88667"/>
                </a:cubicBezTo>
                <a:cubicBezTo>
                  <a:pt x="1401572" y="82320"/>
                  <a:pt x="1398582" y="73533"/>
                  <a:pt x="1398582" y="62307"/>
                </a:cubicBezTo>
                <a:cubicBezTo>
                  <a:pt x="1398582" y="50951"/>
                  <a:pt x="1401583" y="42110"/>
                  <a:pt x="1407585" y="35784"/>
                </a:cubicBezTo>
                <a:cubicBezTo>
                  <a:pt x="1413587" y="29459"/>
                  <a:pt x="1421704" y="26296"/>
                  <a:pt x="1431938" y="26296"/>
                </a:cubicBezTo>
                <a:cubicBezTo>
                  <a:pt x="1440314" y="26296"/>
                  <a:pt x="1446975" y="28099"/>
                  <a:pt x="1451919" y="31704"/>
                </a:cubicBezTo>
                <a:cubicBezTo>
                  <a:pt x="1456863" y="35309"/>
                  <a:pt x="1460414" y="40804"/>
                  <a:pt x="1462573" y="48187"/>
                </a:cubicBezTo>
                <a:close/>
                <a:moveTo>
                  <a:pt x="1507890" y="27850"/>
                </a:moveTo>
                <a:lnTo>
                  <a:pt x="1507890" y="42358"/>
                </a:lnTo>
                <a:lnTo>
                  <a:pt x="1495455" y="42358"/>
                </a:lnTo>
                <a:lnTo>
                  <a:pt x="1495455" y="70034"/>
                </a:lnTo>
                <a:cubicBezTo>
                  <a:pt x="1495455" y="75640"/>
                  <a:pt x="1495574" y="78906"/>
                  <a:pt x="1495811" y="79833"/>
                </a:cubicBezTo>
                <a:cubicBezTo>
                  <a:pt x="1496049" y="80758"/>
                  <a:pt x="1496588" y="81523"/>
                  <a:pt x="1497430" y="82128"/>
                </a:cubicBezTo>
                <a:cubicBezTo>
                  <a:pt x="1498272" y="82731"/>
                  <a:pt x="1499298" y="83033"/>
                  <a:pt x="1500507" y="83033"/>
                </a:cubicBezTo>
                <a:cubicBezTo>
                  <a:pt x="1502191" y="83033"/>
                  <a:pt x="1504630" y="82450"/>
                  <a:pt x="1507826" y="81284"/>
                </a:cubicBezTo>
                <a:lnTo>
                  <a:pt x="1509380" y="95456"/>
                </a:lnTo>
                <a:cubicBezTo>
                  <a:pt x="1505149" y="97277"/>
                  <a:pt x="1500356" y="98188"/>
                  <a:pt x="1495002" y="98188"/>
                </a:cubicBezTo>
                <a:cubicBezTo>
                  <a:pt x="1491720" y="98188"/>
                  <a:pt x="1488762" y="97638"/>
                  <a:pt x="1486128" y="96537"/>
                </a:cubicBezTo>
                <a:cubicBezTo>
                  <a:pt x="1483494" y="95436"/>
                  <a:pt x="1481562" y="94011"/>
                  <a:pt x="1480332" y="92262"/>
                </a:cubicBezTo>
                <a:cubicBezTo>
                  <a:pt x="1479101" y="90513"/>
                  <a:pt x="1478248" y="88149"/>
                  <a:pt x="1477773" y="85170"/>
                </a:cubicBezTo>
                <a:cubicBezTo>
                  <a:pt x="1477385" y="83054"/>
                  <a:pt x="1477190" y="78779"/>
                  <a:pt x="1477190" y="72346"/>
                </a:cubicBezTo>
                <a:lnTo>
                  <a:pt x="1477190" y="42358"/>
                </a:lnTo>
                <a:lnTo>
                  <a:pt x="1468835" y="42358"/>
                </a:lnTo>
                <a:lnTo>
                  <a:pt x="1468835" y="27850"/>
                </a:lnTo>
                <a:lnTo>
                  <a:pt x="1477190" y="27850"/>
                </a:lnTo>
                <a:lnTo>
                  <a:pt x="1477190" y="14119"/>
                </a:lnTo>
                <a:lnTo>
                  <a:pt x="1495455" y="3368"/>
                </a:lnTo>
                <a:lnTo>
                  <a:pt x="1495455" y="27850"/>
                </a:lnTo>
                <a:lnTo>
                  <a:pt x="1507890" y="27850"/>
                </a:lnTo>
                <a:close/>
                <a:moveTo>
                  <a:pt x="1565792" y="96634"/>
                </a:moveTo>
                <a:lnTo>
                  <a:pt x="1565792" y="86336"/>
                </a:lnTo>
                <a:cubicBezTo>
                  <a:pt x="1563288" y="90006"/>
                  <a:pt x="1559995" y="92899"/>
                  <a:pt x="1555915" y="95015"/>
                </a:cubicBezTo>
                <a:cubicBezTo>
                  <a:pt x="1551834" y="97130"/>
                  <a:pt x="1547527" y="98188"/>
                  <a:pt x="1542994" y="98188"/>
                </a:cubicBezTo>
                <a:cubicBezTo>
                  <a:pt x="1538373" y="98188"/>
                  <a:pt x="1534228" y="97174"/>
                  <a:pt x="1530558" y="95144"/>
                </a:cubicBezTo>
                <a:cubicBezTo>
                  <a:pt x="1526888" y="93115"/>
                  <a:pt x="1524232" y="90265"/>
                  <a:pt x="1522592" y="86595"/>
                </a:cubicBezTo>
                <a:cubicBezTo>
                  <a:pt x="1520951" y="82925"/>
                  <a:pt x="1520130" y="77851"/>
                  <a:pt x="1520130" y="71374"/>
                </a:cubicBezTo>
                <a:lnTo>
                  <a:pt x="1520130" y="27850"/>
                </a:lnTo>
                <a:lnTo>
                  <a:pt x="1538330" y="27850"/>
                </a:lnTo>
                <a:lnTo>
                  <a:pt x="1538330" y="59384"/>
                </a:lnTo>
                <a:cubicBezTo>
                  <a:pt x="1538330" y="69035"/>
                  <a:pt x="1538665" y="74947"/>
                  <a:pt x="1539334" y="77122"/>
                </a:cubicBezTo>
                <a:cubicBezTo>
                  <a:pt x="1540003" y="79298"/>
                  <a:pt x="1541223" y="81021"/>
                  <a:pt x="1542994" y="82292"/>
                </a:cubicBezTo>
                <a:cubicBezTo>
                  <a:pt x="1544764" y="83563"/>
                  <a:pt x="1547009" y="84198"/>
                  <a:pt x="1549729" y="84198"/>
                </a:cubicBezTo>
                <a:cubicBezTo>
                  <a:pt x="1552838" y="84198"/>
                  <a:pt x="1555623" y="83348"/>
                  <a:pt x="1558084" y="81646"/>
                </a:cubicBezTo>
                <a:cubicBezTo>
                  <a:pt x="1560546" y="79945"/>
                  <a:pt x="1562230" y="77834"/>
                  <a:pt x="1563136" y="75313"/>
                </a:cubicBezTo>
                <a:cubicBezTo>
                  <a:pt x="1564043" y="72792"/>
                  <a:pt x="1564497" y="66621"/>
                  <a:pt x="1564497" y="56800"/>
                </a:cubicBezTo>
                <a:lnTo>
                  <a:pt x="1564497" y="27850"/>
                </a:lnTo>
                <a:lnTo>
                  <a:pt x="1582696" y="27850"/>
                </a:lnTo>
                <a:lnTo>
                  <a:pt x="1582696" y="96634"/>
                </a:lnTo>
                <a:lnTo>
                  <a:pt x="1565792" y="96634"/>
                </a:lnTo>
                <a:close/>
                <a:moveTo>
                  <a:pt x="1618988" y="96634"/>
                </a:moveTo>
                <a:lnTo>
                  <a:pt x="1600788" y="96634"/>
                </a:lnTo>
                <a:lnTo>
                  <a:pt x="1600788" y="27850"/>
                </a:lnTo>
                <a:lnTo>
                  <a:pt x="1617692" y="27850"/>
                </a:lnTo>
                <a:lnTo>
                  <a:pt x="1617692" y="37630"/>
                </a:lnTo>
                <a:cubicBezTo>
                  <a:pt x="1620585" y="33010"/>
                  <a:pt x="1623187" y="29966"/>
                  <a:pt x="1625497" y="28498"/>
                </a:cubicBezTo>
                <a:cubicBezTo>
                  <a:pt x="1627807" y="27030"/>
                  <a:pt x="1630430" y="26296"/>
                  <a:pt x="1633366" y="26296"/>
                </a:cubicBezTo>
                <a:cubicBezTo>
                  <a:pt x="1637511" y="26296"/>
                  <a:pt x="1641505" y="27440"/>
                  <a:pt x="1645348" y="29729"/>
                </a:cubicBezTo>
                <a:lnTo>
                  <a:pt x="1639713" y="45597"/>
                </a:lnTo>
                <a:cubicBezTo>
                  <a:pt x="1636648" y="43610"/>
                  <a:pt x="1633798" y="42617"/>
                  <a:pt x="1631164" y="42617"/>
                </a:cubicBezTo>
                <a:cubicBezTo>
                  <a:pt x="1628617" y="42617"/>
                  <a:pt x="1626458" y="43319"/>
                  <a:pt x="1624687" y="44722"/>
                </a:cubicBezTo>
                <a:cubicBezTo>
                  <a:pt x="1622917" y="46126"/>
                  <a:pt x="1621524" y="48662"/>
                  <a:pt x="1620510" y="52333"/>
                </a:cubicBezTo>
                <a:cubicBezTo>
                  <a:pt x="1619495" y="56003"/>
                  <a:pt x="1618988" y="63689"/>
                  <a:pt x="1618988" y="75390"/>
                </a:cubicBezTo>
                <a:lnTo>
                  <a:pt x="1618988" y="96634"/>
                </a:lnTo>
                <a:close/>
                <a:moveTo>
                  <a:pt x="1692996" y="74742"/>
                </a:moveTo>
                <a:lnTo>
                  <a:pt x="1711131" y="77851"/>
                </a:lnTo>
                <a:cubicBezTo>
                  <a:pt x="1708800" y="84479"/>
                  <a:pt x="1705119" y="89526"/>
                  <a:pt x="1700088" y="92991"/>
                </a:cubicBezTo>
                <a:cubicBezTo>
                  <a:pt x="1695058" y="96456"/>
                  <a:pt x="1688765" y="98188"/>
                  <a:pt x="1681208" y="98188"/>
                </a:cubicBezTo>
                <a:cubicBezTo>
                  <a:pt x="1669248" y="98188"/>
                  <a:pt x="1660396" y="94281"/>
                  <a:pt x="1654654" y="86465"/>
                </a:cubicBezTo>
                <a:cubicBezTo>
                  <a:pt x="1650120" y="80204"/>
                  <a:pt x="1647853" y="72303"/>
                  <a:pt x="1647853" y="62760"/>
                </a:cubicBezTo>
                <a:cubicBezTo>
                  <a:pt x="1647853" y="51361"/>
                  <a:pt x="1650832" y="42434"/>
                  <a:pt x="1656791" y="35979"/>
                </a:cubicBezTo>
                <a:cubicBezTo>
                  <a:pt x="1662750" y="29523"/>
                  <a:pt x="1670284" y="26296"/>
                  <a:pt x="1679395" y="26296"/>
                </a:cubicBezTo>
                <a:cubicBezTo>
                  <a:pt x="1689628" y="26296"/>
                  <a:pt x="1697703" y="29675"/>
                  <a:pt x="1703618" y="36432"/>
                </a:cubicBezTo>
                <a:cubicBezTo>
                  <a:pt x="1709534" y="43189"/>
                  <a:pt x="1712362" y="53542"/>
                  <a:pt x="1712103" y="67488"/>
                </a:cubicBezTo>
                <a:lnTo>
                  <a:pt x="1666506" y="67488"/>
                </a:lnTo>
                <a:cubicBezTo>
                  <a:pt x="1666636" y="72886"/>
                  <a:pt x="1668104" y="77085"/>
                  <a:pt x="1670910" y="80086"/>
                </a:cubicBezTo>
                <a:cubicBezTo>
                  <a:pt x="1673717" y="83087"/>
                  <a:pt x="1677214" y="84587"/>
                  <a:pt x="1681403" y="84587"/>
                </a:cubicBezTo>
                <a:cubicBezTo>
                  <a:pt x="1684253" y="84587"/>
                  <a:pt x="1686649" y="83810"/>
                  <a:pt x="1688592" y="82255"/>
                </a:cubicBezTo>
                <a:cubicBezTo>
                  <a:pt x="1690535" y="80701"/>
                  <a:pt x="1692003" y="78197"/>
                  <a:pt x="1692996" y="74742"/>
                </a:cubicBezTo>
                <a:moveTo>
                  <a:pt x="1694032" y="56348"/>
                </a:moveTo>
                <a:cubicBezTo>
                  <a:pt x="1693903" y="51102"/>
                  <a:pt x="1692543" y="47113"/>
                  <a:pt x="1689952" y="44382"/>
                </a:cubicBezTo>
                <a:cubicBezTo>
                  <a:pt x="1687361" y="41651"/>
                  <a:pt x="1684209" y="40286"/>
                  <a:pt x="1680496" y="40286"/>
                </a:cubicBezTo>
                <a:cubicBezTo>
                  <a:pt x="1676524" y="40286"/>
                  <a:pt x="1673242" y="41726"/>
                  <a:pt x="1670651" y="44607"/>
                </a:cubicBezTo>
                <a:cubicBezTo>
                  <a:pt x="1668061" y="47489"/>
                  <a:pt x="1666787" y="51403"/>
                  <a:pt x="1666830" y="56348"/>
                </a:cubicBezTo>
                <a:lnTo>
                  <a:pt x="1694032" y="56348"/>
                </a:lnTo>
                <a:close/>
                <a:moveTo>
                  <a:pt x="1824672" y="61659"/>
                </a:moveTo>
                <a:lnTo>
                  <a:pt x="1843260" y="67488"/>
                </a:lnTo>
                <a:cubicBezTo>
                  <a:pt x="1840410" y="77917"/>
                  <a:pt x="1835671" y="85663"/>
                  <a:pt x="1829043" y="90726"/>
                </a:cubicBezTo>
                <a:cubicBezTo>
                  <a:pt x="1822416" y="95787"/>
                  <a:pt x="1814006" y="98318"/>
                  <a:pt x="1803816" y="98318"/>
                </a:cubicBezTo>
                <a:cubicBezTo>
                  <a:pt x="1791208" y="98318"/>
                  <a:pt x="1780845" y="94005"/>
                  <a:pt x="1772728" y="85380"/>
                </a:cubicBezTo>
                <a:cubicBezTo>
                  <a:pt x="1764610" y="76754"/>
                  <a:pt x="1760551" y="64962"/>
                  <a:pt x="1760551" y="50003"/>
                </a:cubicBezTo>
                <a:cubicBezTo>
                  <a:pt x="1760551" y="34178"/>
                  <a:pt x="1764632" y="21888"/>
                  <a:pt x="1772792" y="13134"/>
                </a:cubicBezTo>
                <a:cubicBezTo>
                  <a:pt x="1780953" y="4378"/>
                  <a:pt x="1791683" y="0"/>
                  <a:pt x="1804982" y="0"/>
                </a:cubicBezTo>
                <a:cubicBezTo>
                  <a:pt x="1816597" y="0"/>
                  <a:pt x="1826032" y="3441"/>
                  <a:pt x="1833286" y="10322"/>
                </a:cubicBezTo>
                <a:cubicBezTo>
                  <a:pt x="1837604" y="14391"/>
                  <a:pt x="1840842" y="20233"/>
                  <a:pt x="1843001" y="27850"/>
                </a:cubicBezTo>
                <a:lnTo>
                  <a:pt x="1824024" y="32384"/>
                </a:lnTo>
                <a:cubicBezTo>
                  <a:pt x="1822901" y="27462"/>
                  <a:pt x="1820559" y="23576"/>
                  <a:pt x="1816997" y="20726"/>
                </a:cubicBezTo>
                <a:cubicBezTo>
                  <a:pt x="1813434" y="17876"/>
                  <a:pt x="1809106" y="16451"/>
                  <a:pt x="1804011" y="16451"/>
                </a:cubicBezTo>
                <a:cubicBezTo>
                  <a:pt x="1796973" y="16451"/>
                  <a:pt x="1791262" y="18977"/>
                  <a:pt x="1786880" y="24029"/>
                </a:cubicBezTo>
                <a:cubicBezTo>
                  <a:pt x="1782497" y="29081"/>
                  <a:pt x="1780306" y="37263"/>
                  <a:pt x="1780306" y="48576"/>
                </a:cubicBezTo>
                <a:cubicBezTo>
                  <a:pt x="1780306" y="60580"/>
                  <a:pt x="1782464" y="69129"/>
                  <a:pt x="1786782" y="74224"/>
                </a:cubicBezTo>
                <a:cubicBezTo>
                  <a:pt x="1791100" y="79319"/>
                  <a:pt x="1796713" y="81867"/>
                  <a:pt x="1803622" y="81867"/>
                </a:cubicBezTo>
                <a:cubicBezTo>
                  <a:pt x="1808717" y="81867"/>
                  <a:pt x="1813100" y="80243"/>
                  <a:pt x="1816770" y="76995"/>
                </a:cubicBezTo>
                <a:cubicBezTo>
                  <a:pt x="1820440" y="73746"/>
                  <a:pt x="1823074" y="68634"/>
                  <a:pt x="1824672" y="61659"/>
                </a:cubicBezTo>
                <a:close/>
                <a:moveTo>
                  <a:pt x="1855349" y="61271"/>
                </a:moveTo>
                <a:cubicBezTo>
                  <a:pt x="1855349" y="55226"/>
                  <a:pt x="1856839" y="49375"/>
                  <a:pt x="1859818" y="43718"/>
                </a:cubicBezTo>
                <a:cubicBezTo>
                  <a:pt x="1862798" y="38062"/>
                  <a:pt x="1867018" y="33744"/>
                  <a:pt x="1872480" y="30765"/>
                </a:cubicBezTo>
                <a:cubicBezTo>
                  <a:pt x="1877942" y="27785"/>
                  <a:pt x="1884041" y="26296"/>
                  <a:pt x="1890777" y="26296"/>
                </a:cubicBezTo>
                <a:cubicBezTo>
                  <a:pt x="1901183" y="26296"/>
                  <a:pt x="1909711" y="29675"/>
                  <a:pt x="1916361" y="36432"/>
                </a:cubicBezTo>
                <a:cubicBezTo>
                  <a:pt x="1923010" y="43189"/>
                  <a:pt x="1926335" y="51728"/>
                  <a:pt x="1926335" y="62048"/>
                </a:cubicBezTo>
                <a:cubicBezTo>
                  <a:pt x="1926335" y="72454"/>
                  <a:pt x="1922978" y="81079"/>
                  <a:pt x="1916264" y="87923"/>
                </a:cubicBezTo>
                <a:cubicBezTo>
                  <a:pt x="1909549" y="94766"/>
                  <a:pt x="1901097" y="98188"/>
                  <a:pt x="1890907" y="98188"/>
                </a:cubicBezTo>
                <a:cubicBezTo>
                  <a:pt x="1884603" y="98188"/>
                  <a:pt x="1878590" y="96763"/>
                  <a:pt x="1872869" y="93914"/>
                </a:cubicBezTo>
                <a:cubicBezTo>
                  <a:pt x="1867148" y="91064"/>
                  <a:pt x="1862798" y="86886"/>
                  <a:pt x="1859818" y="81381"/>
                </a:cubicBezTo>
                <a:cubicBezTo>
                  <a:pt x="1856839" y="75876"/>
                  <a:pt x="1855349" y="69172"/>
                  <a:pt x="1855349" y="61271"/>
                </a:cubicBezTo>
                <a:moveTo>
                  <a:pt x="1874002" y="62242"/>
                </a:moveTo>
                <a:cubicBezTo>
                  <a:pt x="1874002" y="69043"/>
                  <a:pt x="1875622" y="74251"/>
                  <a:pt x="1878860" y="77867"/>
                </a:cubicBezTo>
                <a:cubicBezTo>
                  <a:pt x="1882098" y="81484"/>
                  <a:pt x="1886092" y="83292"/>
                  <a:pt x="1890842" y="83292"/>
                </a:cubicBezTo>
                <a:cubicBezTo>
                  <a:pt x="1895592" y="83292"/>
                  <a:pt x="1899575" y="81484"/>
                  <a:pt x="1902792" y="77867"/>
                </a:cubicBezTo>
                <a:cubicBezTo>
                  <a:pt x="1906009" y="74251"/>
                  <a:pt x="1907617" y="69000"/>
                  <a:pt x="1907617" y="62113"/>
                </a:cubicBezTo>
                <a:cubicBezTo>
                  <a:pt x="1907617" y="55398"/>
                  <a:pt x="1906009" y="50233"/>
                  <a:pt x="1902792" y="46617"/>
                </a:cubicBezTo>
                <a:cubicBezTo>
                  <a:pt x="1899575" y="43001"/>
                  <a:pt x="1895592" y="41192"/>
                  <a:pt x="1890842" y="41192"/>
                </a:cubicBezTo>
                <a:cubicBezTo>
                  <a:pt x="1886092" y="41192"/>
                  <a:pt x="1882098" y="43001"/>
                  <a:pt x="1878860" y="46617"/>
                </a:cubicBezTo>
                <a:cubicBezTo>
                  <a:pt x="1875622" y="50233"/>
                  <a:pt x="1874002" y="55441"/>
                  <a:pt x="1874002" y="62242"/>
                </a:cubicBezTo>
                <a:close/>
                <a:moveTo>
                  <a:pt x="2003171" y="96634"/>
                </a:moveTo>
                <a:lnTo>
                  <a:pt x="1984971" y="96634"/>
                </a:lnTo>
                <a:lnTo>
                  <a:pt x="1984971" y="61570"/>
                </a:lnTo>
                <a:cubicBezTo>
                  <a:pt x="1984971" y="54151"/>
                  <a:pt x="1984583" y="49353"/>
                  <a:pt x="1983806" y="47175"/>
                </a:cubicBezTo>
                <a:cubicBezTo>
                  <a:pt x="1983028" y="44998"/>
                  <a:pt x="1981765" y="43305"/>
                  <a:pt x="1980017" y="42097"/>
                </a:cubicBezTo>
                <a:cubicBezTo>
                  <a:pt x="1978268" y="40890"/>
                  <a:pt x="1976163" y="40286"/>
                  <a:pt x="1973702" y="40286"/>
                </a:cubicBezTo>
                <a:cubicBezTo>
                  <a:pt x="1970550" y="40286"/>
                  <a:pt x="1967721" y="41149"/>
                  <a:pt x="1965217" y="42874"/>
                </a:cubicBezTo>
                <a:cubicBezTo>
                  <a:pt x="1962713" y="44599"/>
                  <a:pt x="1960996" y="46885"/>
                  <a:pt x="1960068" y="49732"/>
                </a:cubicBezTo>
                <a:cubicBezTo>
                  <a:pt x="1959140" y="52577"/>
                  <a:pt x="1958676" y="57839"/>
                  <a:pt x="1958676" y="65517"/>
                </a:cubicBezTo>
                <a:lnTo>
                  <a:pt x="1958676" y="96634"/>
                </a:lnTo>
                <a:lnTo>
                  <a:pt x="1940476" y="96634"/>
                </a:lnTo>
                <a:lnTo>
                  <a:pt x="1940476" y="27850"/>
                </a:lnTo>
                <a:lnTo>
                  <a:pt x="1957380" y="27850"/>
                </a:lnTo>
                <a:lnTo>
                  <a:pt x="1957380" y="37954"/>
                </a:lnTo>
                <a:cubicBezTo>
                  <a:pt x="1963382" y="30182"/>
                  <a:pt x="1970938" y="26296"/>
                  <a:pt x="1980049" y="26296"/>
                </a:cubicBezTo>
                <a:cubicBezTo>
                  <a:pt x="1984065" y="26296"/>
                  <a:pt x="1987735" y="27019"/>
                  <a:pt x="1991060" y="28466"/>
                </a:cubicBezTo>
                <a:cubicBezTo>
                  <a:pt x="1994384" y="29912"/>
                  <a:pt x="1996899" y="31758"/>
                  <a:pt x="1998605" y="34003"/>
                </a:cubicBezTo>
                <a:cubicBezTo>
                  <a:pt x="2000311" y="36248"/>
                  <a:pt x="2001498" y="38796"/>
                  <a:pt x="2002167" y="41646"/>
                </a:cubicBezTo>
                <a:cubicBezTo>
                  <a:pt x="2002837" y="44496"/>
                  <a:pt x="2003171" y="48576"/>
                  <a:pt x="2003171" y="53887"/>
                </a:cubicBezTo>
                <a:lnTo>
                  <a:pt x="2003171" y="96634"/>
                </a:lnTo>
                <a:close/>
                <a:moveTo>
                  <a:pt x="2015239" y="77074"/>
                </a:moveTo>
                <a:lnTo>
                  <a:pt x="2033504" y="74224"/>
                </a:lnTo>
                <a:cubicBezTo>
                  <a:pt x="2034281" y="77743"/>
                  <a:pt x="2035857" y="80415"/>
                  <a:pt x="2038232" y="82239"/>
                </a:cubicBezTo>
                <a:cubicBezTo>
                  <a:pt x="2040607" y="84063"/>
                  <a:pt x="2043932" y="84976"/>
                  <a:pt x="2048206" y="84976"/>
                </a:cubicBezTo>
                <a:cubicBezTo>
                  <a:pt x="2052913" y="84976"/>
                  <a:pt x="2056453" y="84113"/>
                  <a:pt x="2058828" y="82389"/>
                </a:cubicBezTo>
                <a:cubicBezTo>
                  <a:pt x="2060426" y="81181"/>
                  <a:pt x="2061225" y="79564"/>
                  <a:pt x="2061225" y="77537"/>
                </a:cubicBezTo>
                <a:cubicBezTo>
                  <a:pt x="2061225" y="76157"/>
                  <a:pt x="2060793" y="75014"/>
                  <a:pt x="2059929" y="74109"/>
                </a:cubicBezTo>
                <a:cubicBezTo>
                  <a:pt x="2059023" y="73247"/>
                  <a:pt x="2056993" y="72449"/>
                  <a:pt x="2053841" y="71716"/>
                </a:cubicBezTo>
                <a:cubicBezTo>
                  <a:pt x="2039160" y="68483"/>
                  <a:pt x="2029855" y="65530"/>
                  <a:pt x="2025926" y="62855"/>
                </a:cubicBezTo>
                <a:cubicBezTo>
                  <a:pt x="2020486" y="59145"/>
                  <a:pt x="2017765" y="53990"/>
                  <a:pt x="2017765" y="47390"/>
                </a:cubicBezTo>
                <a:cubicBezTo>
                  <a:pt x="2017765" y="41437"/>
                  <a:pt x="2020119" y="36433"/>
                  <a:pt x="2024825" y="32378"/>
                </a:cubicBezTo>
                <a:cubicBezTo>
                  <a:pt x="2029532" y="28323"/>
                  <a:pt x="2036829" y="26296"/>
                  <a:pt x="2046717" y="26296"/>
                </a:cubicBezTo>
                <a:cubicBezTo>
                  <a:pt x="2056130" y="26296"/>
                  <a:pt x="2063125" y="27823"/>
                  <a:pt x="2067701" y="30878"/>
                </a:cubicBezTo>
                <a:cubicBezTo>
                  <a:pt x="2072278" y="33933"/>
                  <a:pt x="2075430" y="38451"/>
                  <a:pt x="2077158" y="44431"/>
                </a:cubicBezTo>
                <a:lnTo>
                  <a:pt x="2059994" y="47669"/>
                </a:lnTo>
                <a:cubicBezTo>
                  <a:pt x="2059260" y="44992"/>
                  <a:pt x="2057868" y="42941"/>
                  <a:pt x="2055817" y="41516"/>
                </a:cubicBezTo>
                <a:cubicBezTo>
                  <a:pt x="2053766" y="40091"/>
                  <a:pt x="2050840" y="39379"/>
                  <a:pt x="2047040" y="39379"/>
                </a:cubicBezTo>
                <a:cubicBezTo>
                  <a:pt x="2042248" y="39379"/>
                  <a:pt x="2038815" y="40048"/>
                  <a:pt x="2036742" y="41385"/>
                </a:cubicBezTo>
                <a:cubicBezTo>
                  <a:pt x="2035361" y="42332"/>
                  <a:pt x="2034670" y="43561"/>
                  <a:pt x="2034670" y="45070"/>
                </a:cubicBezTo>
                <a:cubicBezTo>
                  <a:pt x="2034670" y="46363"/>
                  <a:pt x="2035274" y="47462"/>
                  <a:pt x="2036483" y="48368"/>
                </a:cubicBezTo>
                <a:cubicBezTo>
                  <a:pt x="2038124" y="49575"/>
                  <a:pt x="2043791" y="51279"/>
                  <a:pt x="2053485" y="53478"/>
                </a:cubicBezTo>
                <a:cubicBezTo>
                  <a:pt x="2063178" y="55678"/>
                  <a:pt x="2069947" y="58376"/>
                  <a:pt x="2073790" y="61572"/>
                </a:cubicBezTo>
                <a:cubicBezTo>
                  <a:pt x="2077589" y="64813"/>
                  <a:pt x="2079489" y="69328"/>
                  <a:pt x="2079489" y="75117"/>
                </a:cubicBezTo>
                <a:cubicBezTo>
                  <a:pt x="2079489" y="81425"/>
                  <a:pt x="2076855" y="86847"/>
                  <a:pt x="2071588" y="91384"/>
                </a:cubicBezTo>
                <a:cubicBezTo>
                  <a:pt x="2066320" y="95920"/>
                  <a:pt x="2058526" y="98188"/>
                  <a:pt x="2048206" y="98188"/>
                </a:cubicBezTo>
                <a:cubicBezTo>
                  <a:pt x="2038837" y="98188"/>
                  <a:pt x="2031421" y="96294"/>
                  <a:pt x="2025958" y="92507"/>
                </a:cubicBezTo>
                <a:cubicBezTo>
                  <a:pt x="2020496" y="88718"/>
                  <a:pt x="2016923" y="83574"/>
                  <a:pt x="2015239" y="77074"/>
                </a:cubicBezTo>
                <a:close/>
                <a:moveTo>
                  <a:pt x="2126944" y="27850"/>
                </a:moveTo>
                <a:lnTo>
                  <a:pt x="2126944" y="42358"/>
                </a:lnTo>
                <a:lnTo>
                  <a:pt x="2114509" y="42358"/>
                </a:lnTo>
                <a:lnTo>
                  <a:pt x="2114509" y="70034"/>
                </a:lnTo>
                <a:cubicBezTo>
                  <a:pt x="2114509" y="75640"/>
                  <a:pt x="2114627" y="78906"/>
                  <a:pt x="2114865" y="79833"/>
                </a:cubicBezTo>
                <a:cubicBezTo>
                  <a:pt x="2115102" y="80758"/>
                  <a:pt x="2115642" y="81523"/>
                  <a:pt x="2116484" y="82128"/>
                </a:cubicBezTo>
                <a:cubicBezTo>
                  <a:pt x="2117326" y="82731"/>
                  <a:pt x="2118351" y="83033"/>
                  <a:pt x="2119560" y="83033"/>
                </a:cubicBezTo>
                <a:cubicBezTo>
                  <a:pt x="2121244" y="83033"/>
                  <a:pt x="2123684" y="82450"/>
                  <a:pt x="2126879" y="81284"/>
                </a:cubicBezTo>
                <a:lnTo>
                  <a:pt x="2128434" y="95456"/>
                </a:lnTo>
                <a:cubicBezTo>
                  <a:pt x="2124202" y="97277"/>
                  <a:pt x="2119409" y="98188"/>
                  <a:pt x="2114055" y="98188"/>
                </a:cubicBezTo>
                <a:cubicBezTo>
                  <a:pt x="2110774" y="98188"/>
                  <a:pt x="2107816" y="97638"/>
                  <a:pt x="2105182" y="96537"/>
                </a:cubicBezTo>
                <a:cubicBezTo>
                  <a:pt x="2102548" y="95436"/>
                  <a:pt x="2100616" y="94011"/>
                  <a:pt x="2099385" y="92262"/>
                </a:cubicBezTo>
                <a:cubicBezTo>
                  <a:pt x="2098155" y="90513"/>
                  <a:pt x="2097302" y="88149"/>
                  <a:pt x="2096827" y="85170"/>
                </a:cubicBezTo>
                <a:cubicBezTo>
                  <a:pt x="2096438" y="83054"/>
                  <a:pt x="2096244" y="78779"/>
                  <a:pt x="2096244" y="72346"/>
                </a:cubicBezTo>
                <a:lnTo>
                  <a:pt x="2096244" y="42358"/>
                </a:lnTo>
                <a:lnTo>
                  <a:pt x="2087889" y="42358"/>
                </a:lnTo>
                <a:lnTo>
                  <a:pt x="2087889" y="27850"/>
                </a:lnTo>
                <a:lnTo>
                  <a:pt x="2096244" y="27850"/>
                </a:lnTo>
                <a:lnTo>
                  <a:pt x="2096244" y="14119"/>
                </a:lnTo>
                <a:lnTo>
                  <a:pt x="2114509" y="3368"/>
                </a:lnTo>
                <a:lnTo>
                  <a:pt x="2114509" y="27850"/>
                </a:lnTo>
                <a:lnTo>
                  <a:pt x="2126944" y="27850"/>
                </a:lnTo>
                <a:close/>
                <a:moveTo>
                  <a:pt x="2156995" y="96634"/>
                </a:moveTo>
                <a:lnTo>
                  <a:pt x="2138795" y="96634"/>
                </a:lnTo>
                <a:lnTo>
                  <a:pt x="2138795" y="27850"/>
                </a:lnTo>
                <a:lnTo>
                  <a:pt x="2155700" y="27850"/>
                </a:lnTo>
                <a:lnTo>
                  <a:pt x="2155700" y="37630"/>
                </a:lnTo>
                <a:cubicBezTo>
                  <a:pt x="2158593" y="33010"/>
                  <a:pt x="2161194" y="29966"/>
                  <a:pt x="2163504" y="28498"/>
                </a:cubicBezTo>
                <a:cubicBezTo>
                  <a:pt x="2165814" y="27030"/>
                  <a:pt x="2168437" y="26296"/>
                  <a:pt x="2171374" y="26296"/>
                </a:cubicBezTo>
                <a:cubicBezTo>
                  <a:pt x="2175519" y="26296"/>
                  <a:pt x="2179513" y="27440"/>
                  <a:pt x="2183356" y="29729"/>
                </a:cubicBezTo>
                <a:lnTo>
                  <a:pt x="2177721" y="45597"/>
                </a:lnTo>
                <a:cubicBezTo>
                  <a:pt x="2174655" y="43610"/>
                  <a:pt x="2171805" y="42617"/>
                  <a:pt x="2169171" y="42617"/>
                </a:cubicBezTo>
                <a:cubicBezTo>
                  <a:pt x="2166624" y="42617"/>
                  <a:pt x="2164465" y="43319"/>
                  <a:pt x="2162695" y="44722"/>
                </a:cubicBezTo>
                <a:cubicBezTo>
                  <a:pt x="2160924" y="46126"/>
                  <a:pt x="2159532" y="48662"/>
                  <a:pt x="2158517" y="52333"/>
                </a:cubicBezTo>
                <a:cubicBezTo>
                  <a:pt x="2157502" y="56003"/>
                  <a:pt x="2156995" y="63689"/>
                  <a:pt x="2156995" y="75390"/>
                </a:cubicBezTo>
                <a:lnTo>
                  <a:pt x="2156995" y="96634"/>
                </a:lnTo>
                <a:close/>
                <a:moveTo>
                  <a:pt x="2236444" y="96634"/>
                </a:moveTo>
                <a:lnTo>
                  <a:pt x="2236444" y="86336"/>
                </a:lnTo>
                <a:cubicBezTo>
                  <a:pt x="2233940" y="90006"/>
                  <a:pt x="2230648" y="92899"/>
                  <a:pt x="2226567" y="95015"/>
                </a:cubicBezTo>
                <a:cubicBezTo>
                  <a:pt x="2222487" y="97130"/>
                  <a:pt x="2218180" y="98188"/>
                  <a:pt x="2213646" y="98188"/>
                </a:cubicBezTo>
                <a:cubicBezTo>
                  <a:pt x="2209026" y="98188"/>
                  <a:pt x="2204881" y="97174"/>
                  <a:pt x="2201210" y="95144"/>
                </a:cubicBezTo>
                <a:cubicBezTo>
                  <a:pt x="2197540" y="93115"/>
                  <a:pt x="2194885" y="90265"/>
                  <a:pt x="2193244" y="86595"/>
                </a:cubicBezTo>
                <a:cubicBezTo>
                  <a:pt x="2191603" y="82925"/>
                  <a:pt x="2190783" y="77851"/>
                  <a:pt x="2190783" y="71374"/>
                </a:cubicBezTo>
                <a:lnTo>
                  <a:pt x="2190783" y="27850"/>
                </a:lnTo>
                <a:lnTo>
                  <a:pt x="2208983" y="27850"/>
                </a:lnTo>
                <a:lnTo>
                  <a:pt x="2208983" y="59384"/>
                </a:lnTo>
                <a:cubicBezTo>
                  <a:pt x="2208983" y="69035"/>
                  <a:pt x="2209317" y="74947"/>
                  <a:pt x="2209987" y="77122"/>
                </a:cubicBezTo>
                <a:cubicBezTo>
                  <a:pt x="2210656" y="79298"/>
                  <a:pt x="2211876" y="81021"/>
                  <a:pt x="2213646" y="82292"/>
                </a:cubicBezTo>
                <a:cubicBezTo>
                  <a:pt x="2215416" y="83563"/>
                  <a:pt x="2217662" y="84198"/>
                  <a:pt x="2220382" y="84198"/>
                </a:cubicBezTo>
                <a:cubicBezTo>
                  <a:pt x="2223491" y="84198"/>
                  <a:pt x="2226276" y="83348"/>
                  <a:pt x="2228737" y="81646"/>
                </a:cubicBezTo>
                <a:cubicBezTo>
                  <a:pt x="2231198" y="79945"/>
                  <a:pt x="2232882" y="77834"/>
                  <a:pt x="2233789" y="75313"/>
                </a:cubicBezTo>
                <a:cubicBezTo>
                  <a:pt x="2234696" y="72792"/>
                  <a:pt x="2235149" y="66621"/>
                  <a:pt x="2235149" y="56800"/>
                </a:cubicBezTo>
                <a:lnTo>
                  <a:pt x="2235149" y="27850"/>
                </a:lnTo>
                <a:lnTo>
                  <a:pt x="2253349" y="27850"/>
                </a:lnTo>
                <a:lnTo>
                  <a:pt x="2253349" y="96634"/>
                </a:lnTo>
                <a:lnTo>
                  <a:pt x="2236444" y="96634"/>
                </a:lnTo>
                <a:close/>
                <a:moveTo>
                  <a:pt x="2332193" y="48187"/>
                </a:moveTo>
                <a:lnTo>
                  <a:pt x="2314252" y="51426"/>
                </a:lnTo>
                <a:cubicBezTo>
                  <a:pt x="2313648" y="47864"/>
                  <a:pt x="2312277" y="45181"/>
                  <a:pt x="2310139" y="43378"/>
                </a:cubicBezTo>
                <a:cubicBezTo>
                  <a:pt x="2308002" y="41576"/>
                  <a:pt x="2305228" y="40674"/>
                  <a:pt x="2301817" y="40674"/>
                </a:cubicBezTo>
                <a:cubicBezTo>
                  <a:pt x="2297283" y="40674"/>
                  <a:pt x="2293667" y="42235"/>
                  <a:pt x="2290968" y="45356"/>
                </a:cubicBezTo>
                <a:cubicBezTo>
                  <a:pt x="2288269" y="48477"/>
                  <a:pt x="2286920" y="53696"/>
                  <a:pt x="2286920" y="61013"/>
                </a:cubicBezTo>
                <a:cubicBezTo>
                  <a:pt x="2286920" y="69150"/>
                  <a:pt x="2288291" y="74897"/>
                  <a:pt x="2291033" y="78256"/>
                </a:cubicBezTo>
                <a:cubicBezTo>
                  <a:pt x="2293775" y="81613"/>
                  <a:pt x="2297456" y="83292"/>
                  <a:pt x="2302076" y="83292"/>
                </a:cubicBezTo>
                <a:cubicBezTo>
                  <a:pt x="2305530" y="83292"/>
                  <a:pt x="2308358" y="82309"/>
                  <a:pt x="2310560" y="80345"/>
                </a:cubicBezTo>
                <a:cubicBezTo>
                  <a:pt x="2312762" y="78380"/>
                  <a:pt x="2314317" y="75001"/>
                  <a:pt x="2315224" y="70209"/>
                </a:cubicBezTo>
                <a:lnTo>
                  <a:pt x="2333099" y="73317"/>
                </a:lnTo>
                <a:cubicBezTo>
                  <a:pt x="2331243" y="81521"/>
                  <a:pt x="2327681" y="87717"/>
                  <a:pt x="2322413" y="91906"/>
                </a:cubicBezTo>
                <a:cubicBezTo>
                  <a:pt x="2317145" y="96094"/>
                  <a:pt x="2310085" y="98188"/>
                  <a:pt x="2301234" y="98188"/>
                </a:cubicBezTo>
                <a:cubicBezTo>
                  <a:pt x="2291173" y="98188"/>
                  <a:pt x="2283153" y="95015"/>
                  <a:pt x="2277172" y="88667"/>
                </a:cubicBezTo>
                <a:cubicBezTo>
                  <a:pt x="2271192" y="82320"/>
                  <a:pt x="2268202" y="73533"/>
                  <a:pt x="2268202" y="62307"/>
                </a:cubicBezTo>
                <a:cubicBezTo>
                  <a:pt x="2268202" y="50951"/>
                  <a:pt x="2271203" y="42110"/>
                  <a:pt x="2277205" y="35784"/>
                </a:cubicBezTo>
                <a:cubicBezTo>
                  <a:pt x="2283207" y="29459"/>
                  <a:pt x="2291324" y="26296"/>
                  <a:pt x="2301557" y="26296"/>
                </a:cubicBezTo>
                <a:cubicBezTo>
                  <a:pt x="2309934" y="26296"/>
                  <a:pt x="2316594" y="28099"/>
                  <a:pt x="2321538" y="31704"/>
                </a:cubicBezTo>
                <a:cubicBezTo>
                  <a:pt x="2326482" y="35309"/>
                  <a:pt x="2330034" y="40804"/>
                  <a:pt x="2332193" y="48187"/>
                </a:cubicBezTo>
                <a:close/>
                <a:moveTo>
                  <a:pt x="2377510" y="27850"/>
                </a:moveTo>
                <a:lnTo>
                  <a:pt x="2377510" y="42358"/>
                </a:lnTo>
                <a:lnTo>
                  <a:pt x="2365074" y="42358"/>
                </a:lnTo>
                <a:lnTo>
                  <a:pt x="2365074" y="70034"/>
                </a:lnTo>
                <a:cubicBezTo>
                  <a:pt x="2365074" y="75640"/>
                  <a:pt x="2365193" y="78906"/>
                  <a:pt x="2365430" y="79833"/>
                </a:cubicBezTo>
                <a:cubicBezTo>
                  <a:pt x="2365668" y="80758"/>
                  <a:pt x="2366208" y="81523"/>
                  <a:pt x="2367050" y="82128"/>
                </a:cubicBezTo>
                <a:cubicBezTo>
                  <a:pt x="2367892" y="82731"/>
                  <a:pt x="2368917" y="83033"/>
                  <a:pt x="2370126" y="83033"/>
                </a:cubicBezTo>
                <a:cubicBezTo>
                  <a:pt x="2371810" y="83033"/>
                  <a:pt x="2374250" y="82450"/>
                  <a:pt x="2377445" y="81284"/>
                </a:cubicBezTo>
                <a:lnTo>
                  <a:pt x="2378999" y="95456"/>
                </a:lnTo>
                <a:cubicBezTo>
                  <a:pt x="2374768" y="97277"/>
                  <a:pt x="2369975" y="98188"/>
                  <a:pt x="2364621" y="98188"/>
                </a:cubicBezTo>
                <a:cubicBezTo>
                  <a:pt x="2361339" y="98188"/>
                  <a:pt x="2358382" y="97638"/>
                  <a:pt x="2355748" y="96537"/>
                </a:cubicBezTo>
                <a:cubicBezTo>
                  <a:pt x="2353114" y="95436"/>
                  <a:pt x="2351181" y="94011"/>
                  <a:pt x="2349951" y="92262"/>
                </a:cubicBezTo>
                <a:cubicBezTo>
                  <a:pt x="2348720" y="90513"/>
                  <a:pt x="2347868" y="88149"/>
                  <a:pt x="2347393" y="85170"/>
                </a:cubicBezTo>
                <a:cubicBezTo>
                  <a:pt x="2347004" y="83054"/>
                  <a:pt x="2346810" y="78779"/>
                  <a:pt x="2346810" y="72346"/>
                </a:cubicBezTo>
                <a:lnTo>
                  <a:pt x="2346810" y="42358"/>
                </a:lnTo>
                <a:lnTo>
                  <a:pt x="2338455" y="42358"/>
                </a:lnTo>
                <a:lnTo>
                  <a:pt x="2338455" y="27850"/>
                </a:lnTo>
                <a:lnTo>
                  <a:pt x="2346810" y="27850"/>
                </a:lnTo>
                <a:lnTo>
                  <a:pt x="2346810" y="14119"/>
                </a:lnTo>
                <a:lnTo>
                  <a:pt x="2365074" y="3368"/>
                </a:lnTo>
                <a:lnTo>
                  <a:pt x="2365074" y="27850"/>
                </a:lnTo>
                <a:lnTo>
                  <a:pt x="2377510" y="27850"/>
                </a:lnTo>
                <a:close/>
                <a:moveTo>
                  <a:pt x="2390138" y="18524"/>
                </a:moveTo>
                <a:lnTo>
                  <a:pt x="2390138" y="1684"/>
                </a:lnTo>
                <a:lnTo>
                  <a:pt x="2408338" y="1684"/>
                </a:lnTo>
                <a:lnTo>
                  <a:pt x="2408338" y="18524"/>
                </a:lnTo>
                <a:lnTo>
                  <a:pt x="2390138" y="18524"/>
                </a:lnTo>
                <a:moveTo>
                  <a:pt x="2390138" y="96634"/>
                </a:moveTo>
                <a:lnTo>
                  <a:pt x="2390138" y="27850"/>
                </a:lnTo>
                <a:lnTo>
                  <a:pt x="2408338" y="27850"/>
                </a:lnTo>
                <a:lnTo>
                  <a:pt x="2408338" y="96634"/>
                </a:lnTo>
                <a:lnTo>
                  <a:pt x="2390138" y="96634"/>
                </a:lnTo>
                <a:close/>
                <a:moveTo>
                  <a:pt x="2422804" y="61271"/>
                </a:moveTo>
                <a:cubicBezTo>
                  <a:pt x="2422804" y="55226"/>
                  <a:pt x="2424294" y="49375"/>
                  <a:pt x="2427273" y="43718"/>
                </a:cubicBezTo>
                <a:cubicBezTo>
                  <a:pt x="2430252" y="38062"/>
                  <a:pt x="2434473" y="33744"/>
                  <a:pt x="2439935" y="30765"/>
                </a:cubicBezTo>
                <a:cubicBezTo>
                  <a:pt x="2445397" y="27785"/>
                  <a:pt x="2451496" y="26296"/>
                  <a:pt x="2458232" y="26296"/>
                </a:cubicBezTo>
                <a:cubicBezTo>
                  <a:pt x="2468638" y="26296"/>
                  <a:pt x="2477166" y="29675"/>
                  <a:pt x="2483815" y="36432"/>
                </a:cubicBezTo>
                <a:cubicBezTo>
                  <a:pt x="2490465" y="43189"/>
                  <a:pt x="2493790" y="51728"/>
                  <a:pt x="2493790" y="62048"/>
                </a:cubicBezTo>
                <a:cubicBezTo>
                  <a:pt x="2493790" y="72454"/>
                  <a:pt x="2490432" y="81079"/>
                  <a:pt x="2483718" y="87923"/>
                </a:cubicBezTo>
                <a:cubicBezTo>
                  <a:pt x="2477004" y="94766"/>
                  <a:pt x="2468552" y="98188"/>
                  <a:pt x="2458361" y="98188"/>
                </a:cubicBezTo>
                <a:cubicBezTo>
                  <a:pt x="2452057" y="98188"/>
                  <a:pt x="2446045" y="96763"/>
                  <a:pt x="2440324" y="93914"/>
                </a:cubicBezTo>
                <a:cubicBezTo>
                  <a:pt x="2434602" y="91064"/>
                  <a:pt x="2430252" y="86886"/>
                  <a:pt x="2427273" y="81381"/>
                </a:cubicBezTo>
                <a:cubicBezTo>
                  <a:pt x="2424294" y="75876"/>
                  <a:pt x="2422804" y="69172"/>
                  <a:pt x="2422804" y="61271"/>
                </a:cubicBezTo>
                <a:moveTo>
                  <a:pt x="2441457" y="62242"/>
                </a:moveTo>
                <a:cubicBezTo>
                  <a:pt x="2441457" y="69043"/>
                  <a:pt x="2443076" y="74251"/>
                  <a:pt x="2446315" y="77867"/>
                </a:cubicBezTo>
                <a:cubicBezTo>
                  <a:pt x="2449553" y="81484"/>
                  <a:pt x="2453547" y="83292"/>
                  <a:pt x="2458297" y="83292"/>
                </a:cubicBezTo>
                <a:cubicBezTo>
                  <a:pt x="2463046" y="83292"/>
                  <a:pt x="2467030" y="81484"/>
                  <a:pt x="2470246" y="77867"/>
                </a:cubicBezTo>
                <a:cubicBezTo>
                  <a:pt x="2473463" y="74251"/>
                  <a:pt x="2475072" y="69000"/>
                  <a:pt x="2475072" y="62113"/>
                </a:cubicBezTo>
                <a:cubicBezTo>
                  <a:pt x="2475072" y="55398"/>
                  <a:pt x="2473463" y="50233"/>
                  <a:pt x="2470246" y="46617"/>
                </a:cubicBezTo>
                <a:cubicBezTo>
                  <a:pt x="2467030" y="43001"/>
                  <a:pt x="2463046" y="41192"/>
                  <a:pt x="2458297" y="41192"/>
                </a:cubicBezTo>
                <a:cubicBezTo>
                  <a:pt x="2453547" y="41192"/>
                  <a:pt x="2449553" y="43001"/>
                  <a:pt x="2446315" y="46617"/>
                </a:cubicBezTo>
                <a:cubicBezTo>
                  <a:pt x="2443076" y="50233"/>
                  <a:pt x="2441457" y="55441"/>
                  <a:pt x="2441457" y="62242"/>
                </a:cubicBezTo>
                <a:close/>
                <a:moveTo>
                  <a:pt x="2570625" y="96634"/>
                </a:moveTo>
                <a:lnTo>
                  <a:pt x="2552425" y="96634"/>
                </a:lnTo>
                <a:lnTo>
                  <a:pt x="2552425" y="61570"/>
                </a:lnTo>
                <a:cubicBezTo>
                  <a:pt x="2552425" y="54151"/>
                  <a:pt x="2552037" y="49353"/>
                  <a:pt x="2551260" y="47175"/>
                </a:cubicBezTo>
                <a:cubicBezTo>
                  <a:pt x="2550482" y="44998"/>
                  <a:pt x="2549219" y="43305"/>
                  <a:pt x="2547471" y="42097"/>
                </a:cubicBezTo>
                <a:cubicBezTo>
                  <a:pt x="2545722" y="40890"/>
                  <a:pt x="2543617" y="40286"/>
                  <a:pt x="2541156" y="40286"/>
                </a:cubicBezTo>
                <a:cubicBezTo>
                  <a:pt x="2538004" y="40286"/>
                  <a:pt x="2535176" y="41149"/>
                  <a:pt x="2532671" y="42874"/>
                </a:cubicBezTo>
                <a:cubicBezTo>
                  <a:pt x="2530167" y="44599"/>
                  <a:pt x="2528450" y="46885"/>
                  <a:pt x="2527522" y="49732"/>
                </a:cubicBezTo>
                <a:cubicBezTo>
                  <a:pt x="2526594" y="52577"/>
                  <a:pt x="2526130" y="57839"/>
                  <a:pt x="2526130" y="65517"/>
                </a:cubicBezTo>
                <a:lnTo>
                  <a:pt x="2526130" y="96634"/>
                </a:lnTo>
                <a:lnTo>
                  <a:pt x="2507930" y="96634"/>
                </a:lnTo>
                <a:lnTo>
                  <a:pt x="2507930" y="27850"/>
                </a:lnTo>
                <a:lnTo>
                  <a:pt x="2524834" y="27850"/>
                </a:lnTo>
                <a:lnTo>
                  <a:pt x="2524834" y="37954"/>
                </a:lnTo>
                <a:cubicBezTo>
                  <a:pt x="2530836" y="30182"/>
                  <a:pt x="2538392" y="26296"/>
                  <a:pt x="2547503" y="26296"/>
                </a:cubicBezTo>
                <a:cubicBezTo>
                  <a:pt x="2551519" y="26296"/>
                  <a:pt x="2555189" y="27019"/>
                  <a:pt x="2558514" y="28466"/>
                </a:cubicBezTo>
                <a:cubicBezTo>
                  <a:pt x="2561838" y="29912"/>
                  <a:pt x="2564354" y="31758"/>
                  <a:pt x="2566059" y="34003"/>
                </a:cubicBezTo>
                <a:cubicBezTo>
                  <a:pt x="2567765" y="36248"/>
                  <a:pt x="2568952" y="38796"/>
                  <a:pt x="2569621" y="41646"/>
                </a:cubicBezTo>
                <a:cubicBezTo>
                  <a:pt x="2570291" y="44496"/>
                  <a:pt x="2570625" y="48576"/>
                  <a:pt x="2570625" y="53887"/>
                </a:cubicBezTo>
                <a:lnTo>
                  <a:pt x="2570625" y="966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0958A-6BF9-4FD5-A089-4577AA9C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8" y="1223656"/>
            <a:ext cx="2747643" cy="1894926"/>
          </a:xfrm>
          <a:custGeom xmlns:a="http://schemas.openxmlformats.org/drawingml/2006/main">
            <a:pathLst>
              <a:path w="2747643" h="1894926">
                <a:moveTo>
                  <a:pt x="0" y="0"/>
                </a:moveTo>
                <a:lnTo>
                  <a:pt x="2747643" y="0"/>
                </a:lnTo>
                <a:lnTo>
                  <a:pt x="2747643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F57CE-5428-4CB3-84BA-01BD6491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8" y="1223656"/>
            <a:ext cx="2747643" cy="1894926"/>
          </a:xfrm>
          <a:custGeom xmlns:a="http://schemas.openxmlformats.org/drawingml/2006/main">
            <a:pathLst>
              <a:path w="2747643" h="1894926" fill="none">
                <a:moveTo>
                  <a:pt x="0" y="0"/>
                </a:moveTo>
                <a:lnTo>
                  <a:pt x="2747643" y="0"/>
                </a:lnTo>
                <a:lnTo>
                  <a:pt x="2747643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7C7D7-126B-48C0-9F55-DAD0708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8" y="1195232"/>
            <a:ext cx="2747643" cy="1894926"/>
          </a:xfrm>
          <a:custGeom xmlns:a="http://schemas.openxmlformats.org/drawingml/2006/main">
            <a:pathLst>
              <a:path w="2747643" h="1894926">
                <a:moveTo>
                  <a:pt x="0" y="0"/>
                </a:moveTo>
                <a:lnTo>
                  <a:pt x="2747643" y="0"/>
                </a:lnTo>
                <a:lnTo>
                  <a:pt x="2747643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78251-4CD5-4E80-866D-AC265D88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8" y="1195232"/>
            <a:ext cx="2747643" cy="1894926"/>
          </a:xfrm>
          <a:custGeom xmlns:a="http://schemas.openxmlformats.org/drawingml/2006/main">
            <a:pathLst>
              <a:path w="2747643" h="1894926" fill="none">
                <a:moveTo>
                  <a:pt x="0" y="0"/>
                </a:moveTo>
                <a:lnTo>
                  <a:pt x="2747643" y="0"/>
                </a:lnTo>
                <a:lnTo>
                  <a:pt x="2747643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53" name="Text (">
            <a:extLst xmlns:a="http://schemas.openxmlformats.org/drawingml/2006/main">
              <a:ext uri="{FF2B5EF4-FFF2-40B4-BE49-F238E27FC236}">
                <a16:creationId xmlns:a16="http://schemas.microsoft.com/office/drawing/2014/main" id="{598231AC-E9CE-4611-83E5-295C1AA8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90" y="1472846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61670-1EEC-4D09-AE61-FD585A9E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33" y="1446310"/>
            <a:ext cx="37899" cy="151594"/>
          </a:xfrm>
          <a:custGeom xmlns:a="http://schemas.openxmlformats.org/drawingml/2006/main">
            <a:pathLst>
              <a:path w="37899" h="151594">
                <a:moveTo>
                  <a:pt x="0" y="0"/>
                </a:moveTo>
                <a:lnTo>
                  <a:pt x="37899" y="0"/>
                </a:lnTo>
                <a:lnTo>
                  <a:pt x="3789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AD40D-6649-4095-A92F-A47305F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32" y="1446310"/>
            <a:ext cx="113696" cy="151594"/>
          </a:xfrm>
          <a:custGeom xmlns:a="http://schemas.openxmlformats.org/drawingml/2006/main">
            <a:pathLst>
              <a:path w="113696" h="151594">
                <a:moveTo>
                  <a:pt x="0" y="0"/>
                </a:moveTo>
                <a:lnTo>
                  <a:pt x="113696" y="0"/>
                </a:lnTo>
                <a:lnTo>
                  <a:pt x="113696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If">
            <a:extLst xmlns:a="http://schemas.openxmlformats.org/drawingml/2006/main">
              <a:ext uri="{FF2B5EF4-FFF2-40B4-BE49-F238E27FC236}">
                <a16:creationId xmlns:a16="http://schemas.microsoft.com/office/drawing/2014/main" id="{D02C3BE3-6C9B-4F28-826D-2EDF0EE1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58" y="1472846"/>
            <a:ext cx="75866" cy="96634"/>
          </a:xfrm>
          <a:custGeom xmlns:a="http://schemas.openxmlformats.org/drawingml/2006/main">
            <a:pathLst>
              <a:path w="75866" h="96634">
                <a:moveTo>
                  <a:pt x="0" y="96634"/>
                </a:moveTo>
                <a:lnTo>
                  <a:pt x="0" y="1684"/>
                </a:lnTo>
                <a:lnTo>
                  <a:pt x="19171" y="1684"/>
                </a:lnTo>
                <a:lnTo>
                  <a:pt x="19171" y="96634"/>
                </a:lnTo>
                <a:lnTo>
                  <a:pt x="0" y="96634"/>
                </a:lnTo>
                <a:close/>
                <a:moveTo>
                  <a:pt x="29362" y="27850"/>
                </a:moveTo>
                <a:lnTo>
                  <a:pt x="39466" y="27850"/>
                </a:lnTo>
                <a:lnTo>
                  <a:pt x="39466" y="22657"/>
                </a:lnTo>
                <a:cubicBezTo>
                  <a:pt x="39466" y="16857"/>
                  <a:pt x="40081" y="12529"/>
                  <a:pt x="41312" y="9673"/>
                </a:cubicBezTo>
                <a:cubicBezTo>
                  <a:pt x="42542" y="6816"/>
                  <a:pt x="44809" y="4490"/>
                  <a:pt x="48113" y="2694"/>
                </a:cubicBezTo>
                <a:cubicBezTo>
                  <a:pt x="51416" y="898"/>
                  <a:pt x="55593" y="0"/>
                  <a:pt x="60645" y="0"/>
                </a:cubicBezTo>
                <a:cubicBezTo>
                  <a:pt x="65827" y="0"/>
                  <a:pt x="70900" y="777"/>
                  <a:pt x="75866" y="2332"/>
                </a:cubicBezTo>
                <a:lnTo>
                  <a:pt x="73404" y="15026"/>
                </a:lnTo>
                <a:cubicBezTo>
                  <a:pt x="70511" y="14335"/>
                  <a:pt x="67726" y="13990"/>
                  <a:pt x="65049" y="13990"/>
                </a:cubicBezTo>
                <a:cubicBezTo>
                  <a:pt x="62415" y="13990"/>
                  <a:pt x="60526" y="14609"/>
                  <a:pt x="59382" y="15846"/>
                </a:cubicBezTo>
                <a:cubicBezTo>
                  <a:pt x="58238" y="17082"/>
                  <a:pt x="57666" y="19457"/>
                  <a:pt x="57666" y="22970"/>
                </a:cubicBezTo>
                <a:lnTo>
                  <a:pt x="57666" y="27850"/>
                </a:lnTo>
                <a:lnTo>
                  <a:pt x="71267" y="27850"/>
                </a:lnTo>
                <a:lnTo>
                  <a:pt x="71267" y="42229"/>
                </a:lnTo>
                <a:lnTo>
                  <a:pt x="57666" y="42229"/>
                </a:lnTo>
                <a:lnTo>
                  <a:pt x="57666" y="96634"/>
                </a:lnTo>
                <a:lnTo>
                  <a:pt x="39466" y="96634"/>
                </a:lnTo>
                <a:lnTo>
                  <a:pt x="39466" y="42229"/>
                </a:lnTo>
                <a:lnTo>
                  <a:pt x="29362" y="42229"/>
                </a:lnTo>
                <a:lnTo>
                  <a:pt x="29362" y="278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C85DB-4090-4C7D-9174-AA0A8F7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27" y="1446310"/>
            <a:ext cx="37899" cy="151594"/>
          </a:xfrm>
          <a:custGeom xmlns:a="http://schemas.openxmlformats.org/drawingml/2006/main">
            <a:pathLst>
              <a:path w="37899" h="151594">
                <a:moveTo>
                  <a:pt x="0" y="0"/>
                </a:moveTo>
                <a:lnTo>
                  <a:pt x="37899" y="0"/>
                </a:lnTo>
                <a:lnTo>
                  <a:pt x="3789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574FD-3D77-4062-B5D2-CE73119C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26" y="1446310"/>
            <a:ext cx="2008622" cy="151594"/>
          </a:xfrm>
          <a:custGeom xmlns:a="http://schemas.openxmlformats.org/drawingml/2006/main">
            <a:pathLst>
              <a:path w="2008622" h="151594">
                <a:moveTo>
                  <a:pt x="0" y="0"/>
                </a:moveTo>
                <a:lnTo>
                  <a:pt x="2008622" y="0"/>
                </a:lnTo>
                <a:lnTo>
                  <a:pt x="2008622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thesystemisinthedualinertial">
            <a:extLst xmlns:a="http://schemas.openxmlformats.org/drawingml/2006/main">
              <a:ext uri="{FF2B5EF4-FFF2-40B4-BE49-F238E27FC236}">
                <a16:creationId xmlns:a16="http://schemas.microsoft.com/office/drawing/2014/main" id="{B30ADD45-F08A-41E9-8C1D-5183DDA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53" y="1474530"/>
            <a:ext cx="2001325" cy="122930"/>
          </a:xfrm>
          <a:custGeom xmlns:a="http://schemas.openxmlformats.org/drawingml/2006/main">
            <a:pathLst>
              <a:path w="2001325" h="122930">
                <a:moveTo>
                  <a:pt x="39055" y="26166"/>
                </a:moveTo>
                <a:lnTo>
                  <a:pt x="39055" y="40674"/>
                </a:lnTo>
                <a:lnTo>
                  <a:pt x="26620" y="40674"/>
                </a:lnTo>
                <a:lnTo>
                  <a:pt x="26620" y="68350"/>
                </a:lnTo>
                <a:cubicBezTo>
                  <a:pt x="26620" y="73956"/>
                  <a:pt x="26738" y="77222"/>
                  <a:pt x="26976" y="78149"/>
                </a:cubicBezTo>
                <a:cubicBezTo>
                  <a:pt x="27213" y="79074"/>
                  <a:pt x="27753" y="79839"/>
                  <a:pt x="28595" y="80444"/>
                </a:cubicBezTo>
                <a:cubicBezTo>
                  <a:pt x="29437" y="81047"/>
                  <a:pt x="30463" y="81349"/>
                  <a:pt x="31672" y="81349"/>
                </a:cubicBezTo>
                <a:cubicBezTo>
                  <a:pt x="33356" y="81349"/>
                  <a:pt x="35795" y="80766"/>
                  <a:pt x="38990" y="79600"/>
                </a:cubicBezTo>
                <a:lnTo>
                  <a:pt x="40545" y="93772"/>
                </a:lnTo>
                <a:cubicBezTo>
                  <a:pt x="36313" y="95594"/>
                  <a:pt x="31520" y="96504"/>
                  <a:pt x="26166" y="96504"/>
                </a:cubicBezTo>
                <a:cubicBezTo>
                  <a:pt x="22885" y="96504"/>
                  <a:pt x="19927" y="95954"/>
                  <a:pt x="17293" y="94853"/>
                </a:cubicBezTo>
                <a:cubicBezTo>
                  <a:pt x="14659" y="93752"/>
                  <a:pt x="12727" y="92327"/>
                  <a:pt x="11496" y="90578"/>
                </a:cubicBezTo>
                <a:cubicBezTo>
                  <a:pt x="10266" y="88829"/>
                  <a:pt x="9413" y="86465"/>
                  <a:pt x="8938" y="83486"/>
                </a:cubicBezTo>
                <a:cubicBezTo>
                  <a:pt x="8549" y="81370"/>
                  <a:pt x="8355" y="77096"/>
                  <a:pt x="8355" y="70662"/>
                </a:cubicBezTo>
                <a:lnTo>
                  <a:pt x="8355" y="40674"/>
                </a:lnTo>
                <a:lnTo>
                  <a:pt x="0" y="40674"/>
                </a:lnTo>
                <a:lnTo>
                  <a:pt x="0" y="26166"/>
                </a:lnTo>
                <a:lnTo>
                  <a:pt x="8355" y="26166"/>
                </a:lnTo>
                <a:lnTo>
                  <a:pt x="8355" y="12435"/>
                </a:lnTo>
                <a:lnTo>
                  <a:pt x="26620" y="1684"/>
                </a:lnTo>
                <a:lnTo>
                  <a:pt x="26620" y="26166"/>
                </a:lnTo>
                <a:lnTo>
                  <a:pt x="39055" y="26166"/>
                </a:lnTo>
                <a:close/>
                <a:moveTo>
                  <a:pt x="69819" y="0"/>
                </a:moveTo>
                <a:lnTo>
                  <a:pt x="69819" y="34959"/>
                </a:lnTo>
                <a:cubicBezTo>
                  <a:pt x="75691" y="28061"/>
                  <a:pt x="82708" y="24612"/>
                  <a:pt x="90868" y="24612"/>
                </a:cubicBezTo>
                <a:cubicBezTo>
                  <a:pt x="95057" y="24612"/>
                  <a:pt x="98835" y="25389"/>
                  <a:pt x="102203" y="26943"/>
                </a:cubicBezTo>
                <a:cubicBezTo>
                  <a:pt x="105571" y="28498"/>
                  <a:pt x="108108" y="30484"/>
                  <a:pt x="109813" y="32902"/>
                </a:cubicBezTo>
                <a:cubicBezTo>
                  <a:pt x="111519" y="35320"/>
                  <a:pt x="112684" y="37997"/>
                  <a:pt x="113311" y="40933"/>
                </a:cubicBezTo>
                <a:cubicBezTo>
                  <a:pt x="113937" y="43870"/>
                  <a:pt x="114250" y="48425"/>
                  <a:pt x="114250" y="54599"/>
                </a:cubicBezTo>
                <a:lnTo>
                  <a:pt x="114250" y="94950"/>
                </a:lnTo>
                <a:lnTo>
                  <a:pt x="96050" y="94950"/>
                </a:lnTo>
                <a:lnTo>
                  <a:pt x="96050" y="58658"/>
                </a:lnTo>
                <a:cubicBezTo>
                  <a:pt x="96050" y="51455"/>
                  <a:pt x="95704" y="46883"/>
                  <a:pt x="95014" y="44943"/>
                </a:cubicBezTo>
                <a:cubicBezTo>
                  <a:pt x="94323" y="43001"/>
                  <a:pt x="93103" y="41459"/>
                  <a:pt x="91354" y="40316"/>
                </a:cubicBezTo>
                <a:cubicBezTo>
                  <a:pt x="89606" y="39173"/>
                  <a:pt x="87414" y="38602"/>
                  <a:pt x="84780" y="38602"/>
                </a:cubicBezTo>
                <a:cubicBezTo>
                  <a:pt x="81758" y="38602"/>
                  <a:pt x="79059" y="39335"/>
                  <a:pt x="76684" y="40802"/>
                </a:cubicBezTo>
                <a:cubicBezTo>
                  <a:pt x="74309" y="42269"/>
                  <a:pt x="72572" y="44479"/>
                  <a:pt x="71470" y="47432"/>
                </a:cubicBezTo>
                <a:cubicBezTo>
                  <a:pt x="70369" y="50386"/>
                  <a:pt x="69819" y="54753"/>
                  <a:pt x="69819" y="60534"/>
                </a:cubicBezTo>
                <a:lnTo>
                  <a:pt x="69819" y="94950"/>
                </a:lnTo>
                <a:lnTo>
                  <a:pt x="51619" y="94950"/>
                </a:lnTo>
                <a:lnTo>
                  <a:pt x="51619" y="0"/>
                </a:lnTo>
                <a:lnTo>
                  <a:pt x="69819" y="0"/>
                </a:lnTo>
                <a:close/>
                <a:moveTo>
                  <a:pt x="172562" y="73058"/>
                </a:moveTo>
                <a:lnTo>
                  <a:pt x="190697" y="76167"/>
                </a:lnTo>
                <a:cubicBezTo>
                  <a:pt x="188366" y="82795"/>
                  <a:pt x="184685" y="87842"/>
                  <a:pt x="179654" y="91307"/>
                </a:cubicBezTo>
                <a:cubicBezTo>
                  <a:pt x="174624" y="94772"/>
                  <a:pt x="168331" y="96504"/>
                  <a:pt x="160774" y="96504"/>
                </a:cubicBezTo>
                <a:cubicBezTo>
                  <a:pt x="148814" y="96504"/>
                  <a:pt x="139962" y="92597"/>
                  <a:pt x="134220" y="84781"/>
                </a:cubicBezTo>
                <a:cubicBezTo>
                  <a:pt x="129686" y="78520"/>
                  <a:pt x="127419" y="70619"/>
                  <a:pt x="127419" y="61076"/>
                </a:cubicBezTo>
                <a:cubicBezTo>
                  <a:pt x="127419" y="49677"/>
                  <a:pt x="130398" y="40750"/>
                  <a:pt x="136357" y="34295"/>
                </a:cubicBezTo>
                <a:cubicBezTo>
                  <a:pt x="142316" y="27839"/>
                  <a:pt x="149850" y="24612"/>
                  <a:pt x="158961" y="24612"/>
                </a:cubicBezTo>
                <a:cubicBezTo>
                  <a:pt x="169194" y="24612"/>
                  <a:pt x="177269" y="27991"/>
                  <a:pt x="183184" y="34748"/>
                </a:cubicBezTo>
                <a:cubicBezTo>
                  <a:pt x="189100" y="41505"/>
                  <a:pt x="191928" y="51858"/>
                  <a:pt x="191669" y="65804"/>
                </a:cubicBezTo>
                <a:lnTo>
                  <a:pt x="146072" y="65804"/>
                </a:lnTo>
                <a:cubicBezTo>
                  <a:pt x="146202" y="71202"/>
                  <a:pt x="147670" y="75401"/>
                  <a:pt x="150476" y="78402"/>
                </a:cubicBezTo>
                <a:cubicBezTo>
                  <a:pt x="153283" y="81403"/>
                  <a:pt x="156780" y="82903"/>
                  <a:pt x="160969" y="82903"/>
                </a:cubicBezTo>
                <a:cubicBezTo>
                  <a:pt x="163818" y="82903"/>
                  <a:pt x="166215" y="82126"/>
                  <a:pt x="168158" y="80571"/>
                </a:cubicBezTo>
                <a:cubicBezTo>
                  <a:pt x="170101" y="79017"/>
                  <a:pt x="171569" y="76513"/>
                  <a:pt x="172562" y="73058"/>
                </a:cubicBezTo>
                <a:moveTo>
                  <a:pt x="173598" y="54664"/>
                </a:moveTo>
                <a:cubicBezTo>
                  <a:pt x="173469" y="49418"/>
                  <a:pt x="172109" y="45429"/>
                  <a:pt x="169518" y="42698"/>
                </a:cubicBezTo>
                <a:cubicBezTo>
                  <a:pt x="166927" y="39967"/>
                  <a:pt x="163775" y="38602"/>
                  <a:pt x="160062" y="38602"/>
                </a:cubicBezTo>
                <a:cubicBezTo>
                  <a:pt x="156090" y="38602"/>
                  <a:pt x="152808" y="40042"/>
                  <a:pt x="150217" y="42923"/>
                </a:cubicBezTo>
                <a:cubicBezTo>
                  <a:pt x="147626" y="45805"/>
                  <a:pt x="146353" y="49719"/>
                  <a:pt x="146396" y="54664"/>
                </a:cubicBezTo>
                <a:lnTo>
                  <a:pt x="173598" y="54664"/>
                </a:lnTo>
                <a:close/>
                <a:moveTo>
                  <a:pt x="236944" y="75390"/>
                </a:moveTo>
                <a:lnTo>
                  <a:pt x="255208" y="72540"/>
                </a:lnTo>
                <a:cubicBezTo>
                  <a:pt x="255985" y="76059"/>
                  <a:pt x="257561" y="78731"/>
                  <a:pt x="259936" y="80555"/>
                </a:cubicBezTo>
                <a:cubicBezTo>
                  <a:pt x="262311" y="82379"/>
                  <a:pt x="265636" y="83292"/>
                  <a:pt x="269911" y="83292"/>
                </a:cubicBezTo>
                <a:cubicBezTo>
                  <a:pt x="274617" y="83292"/>
                  <a:pt x="278158" y="82429"/>
                  <a:pt x="280533" y="80705"/>
                </a:cubicBezTo>
                <a:cubicBezTo>
                  <a:pt x="282130" y="79497"/>
                  <a:pt x="282929" y="77880"/>
                  <a:pt x="282929" y="75853"/>
                </a:cubicBezTo>
                <a:cubicBezTo>
                  <a:pt x="282929" y="74473"/>
                  <a:pt x="282497" y="73330"/>
                  <a:pt x="281634" y="72425"/>
                </a:cubicBezTo>
                <a:cubicBezTo>
                  <a:pt x="280727" y="71563"/>
                  <a:pt x="278697" y="70765"/>
                  <a:pt x="275545" y="70032"/>
                </a:cubicBezTo>
                <a:cubicBezTo>
                  <a:pt x="260865" y="66799"/>
                  <a:pt x="251560" y="63846"/>
                  <a:pt x="247630" y="61171"/>
                </a:cubicBezTo>
                <a:cubicBezTo>
                  <a:pt x="242190" y="57461"/>
                  <a:pt x="239470" y="52306"/>
                  <a:pt x="239470" y="45706"/>
                </a:cubicBezTo>
                <a:cubicBezTo>
                  <a:pt x="239470" y="39753"/>
                  <a:pt x="241823" y="34749"/>
                  <a:pt x="246529" y="30694"/>
                </a:cubicBezTo>
                <a:cubicBezTo>
                  <a:pt x="251236" y="26639"/>
                  <a:pt x="258533" y="24612"/>
                  <a:pt x="268421" y="24612"/>
                </a:cubicBezTo>
                <a:cubicBezTo>
                  <a:pt x="277834" y="24612"/>
                  <a:pt x="284829" y="26139"/>
                  <a:pt x="289406" y="29194"/>
                </a:cubicBezTo>
                <a:cubicBezTo>
                  <a:pt x="293983" y="32249"/>
                  <a:pt x="297135" y="36767"/>
                  <a:pt x="298862" y="42747"/>
                </a:cubicBezTo>
                <a:lnTo>
                  <a:pt x="281698" y="45985"/>
                </a:lnTo>
                <a:cubicBezTo>
                  <a:pt x="280964" y="43308"/>
                  <a:pt x="279572" y="41257"/>
                  <a:pt x="277521" y="39832"/>
                </a:cubicBezTo>
                <a:cubicBezTo>
                  <a:pt x="275470" y="38407"/>
                  <a:pt x="272544" y="37695"/>
                  <a:pt x="268745" y="37695"/>
                </a:cubicBezTo>
                <a:cubicBezTo>
                  <a:pt x="263952" y="37695"/>
                  <a:pt x="260519" y="38364"/>
                  <a:pt x="258447" y="39701"/>
                </a:cubicBezTo>
                <a:cubicBezTo>
                  <a:pt x="257065" y="40648"/>
                  <a:pt x="256374" y="41877"/>
                  <a:pt x="256374" y="43386"/>
                </a:cubicBezTo>
                <a:cubicBezTo>
                  <a:pt x="256374" y="44679"/>
                  <a:pt x="256979" y="45778"/>
                  <a:pt x="258188" y="46684"/>
                </a:cubicBezTo>
                <a:cubicBezTo>
                  <a:pt x="259828" y="47891"/>
                  <a:pt x="265496" y="49595"/>
                  <a:pt x="275189" y="51794"/>
                </a:cubicBezTo>
                <a:cubicBezTo>
                  <a:pt x="284883" y="53994"/>
                  <a:pt x="291651" y="56692"/>
                  <a:pt x="295494" y="59888"/>
                </a:cubicBezTo>
                <a:cubicBezTo>
                  <a:pt x="299294" y="63129"/>
                  <a:pt x="301194" y="67644"/>
                  <a:pt x="301194" y="73433"/>
                </a:cubicBezTo>
                <a:cubicBezTo>
                  <a:pt x="301194" y="79741"/>
                  <a:pt x="298560" y="85163"/>
                  <a:pt x="293292" y="89700"/>
                </a:cubicBezTo>
                <a:cubicBezTo>
                  <a:pt x="288024" y="94236"/>
                  <a:pt x="280230" y="96504"/>
                  <a:pt x="269911" y="96504"/>
                </a:cubicBezTo>
                <a:cubicBezTo>
                  <a:pt x="260541" y="96504"/>
                  <a:pt x="253125" y="94611"/>
                  <a:pt x="247663" y="90823"/>
                </a:cubicBezTo>
                <a:cubicBezTo>
                  <a:pt x="242201" y="87034"/>
                  <a:pt x="238628" y="81890"/>
                  <a:pt x="236944" y="75390"/>
                </a:cubicBezTo>
                <a:close/>
                <a:moveTo>
                  <a:pt x="308492" y="26166"/>
                </a:moveTo>
                <a:lnTo>
                  <a:pt x="327858" y="26166"/>
                </a:lnTo>
                <a:lnTo>
                  <a:pt x="344309" y="75048"/>
                </a:lnTo>
                <a:lnTo>
                  <a:pt x="360371" y="26166"/>
                </a:lnTo>
                <a:lnTo>
                  <a:pt x="379219" y="26166"/>
                </a:lnTo>
                <a:lnTo>
                  <a:pt x="354931" y="92381"/>
                </a:lnTo>
                <a:lnTo>
                  <a:pt x="350591" y="104406"/>
                </a:lnTo>
                <a:cubicBezTo>
                  <a:pt x="348994" y="108422"/>
                  <a:pt x="347472" y="111487"/>
                  <a:pt x="346025" y="113603"/>
                </a:cubicBezTo>
                <a:cubicBezTo>
                  <a:pt x="344579" y="115719"/>
                  <a:pt x="342916" y="117435"/>
                  <a:pt x="341038" y="118752"/>
                </a:cubicBezTo>
                <a:cubicBezTo>
                  <a:pt x="339160" y="120069"/>
                  <a:pt x="336850" y="121095"/>
                  <a:pt x="334108" y="121829"/>
                </a:cubicBezTo>
                <a:cubicBezTo>
                  <a:pt x="331366" y="122563"/>
                  <a:pt x="328268" y="122930"/>
                  <a:pt x="324814" y="122930"/>
                </a:cubicBezTo>
                <a:cubicBezTo>
                  <a:pt x="321316" y="122930"/>
                  <a:pt x="317883" y="122563"/>
                  <a:pt x="314516" y="121829"/>
                </a:cubicBezTo>
                <a:lnTo>
                  <a:pt x="312896" y="107580"/>
                </a:lnTo>
                <a:cubicBezTo>
                  <a:pt x="315746" y="108141"/>
                  <a:pt x="318315" y="108422"/>
                  <a:pt x="320604" y="108422"/>
                </a:cubicBezTo>
                <a:cubicBezTo>
                  <a:pt x="324835" y="108422"/>
                  <a:pt x="327966" y="107180"/>
                  <a:pt x="329995" y="104697"/>
                </a:cubicBezTo>
                <a:cubicBezTo>
                  <a:pt x="332024" y="102215"/>
                  <a:pt x="333579" y="99052"/>
                  <a:pt x="334658" y="95209"/>
                </a:cubicBezTo>
                <a:lnTo>
                  <a:pt x="308492" y="26166"/>
                </a:lnTo>
                <a:close/>
                <a:moveTo>
                  <a:pt x="384445" y="75390"/>
                </a:moveTo>
                <a:lnTo>
                  <a:pt x="402709" y="72540"/>
                </a:lnTo>
                <a:cubicBezTo>
                  <a:pt x="403487" y="76059"/>
                  <a:pt x="405063" y="78731"/>
                  <a:pt x="407437" y="80555"/>
                </a:cubicBezTo>
                <a:cubicBezTo>
                  <a:pt x="409812" y="82379"/>
                  <a:pt x="413137" y="83292"/>
                  <a:pt x="417412" y="83292"/>
                </a:cubicBezTo>
                <a:cubicBezTo>
                  <a:pt x="422118" y="83292"/>
                  <a:pt x="425659" y="82429"/>
                  <a:pt x="428034" y="80705"/>
                </a:cubicBezTo>
                <a:cubicBezTo>
                  <a:pt x="429631" y="79497"/>
                  <a:pt x="430430" y="77880"/>
                  <a:pt x="430430" y="75853"/>
                </a:cubicBezTo>
                <a:cubicBezTo>
                  <a:pt x="430430" y="74473"/>
                  <a:pt x="429998" y="73330"/>
                  <a:pt x="429135" y="72425"/>
                </a:cubicBezTo>
                <a:cubicBezTo>
                  <a:pt x="428228" y="71563"/>
                  <a:pt x="426199" y="70765"/>
                  <a:pt x="423047" y="70032"/>
                </a:cubicBezTo>
                <a:cubicBezTo>
                  <a:pt x="408366" y="66799"/>
                  <a:pt x="399061" y="63846"/>
                  <a:pt x="395132" y="61171"/>
                </a:cubicBezTo>
                <a:cubicBezTo>
                  <a:pt x="389691" y="57461"/>
                  <a:pt x="386971" y="52306"/>
                  <a:pt x="386971" y="45706"/>
                </a:cubicBezTo>
                <a:cubicBezTo>
                  <a:pt x="386971" y="39753"/>
                  <a:pt x="389324" y="34749"/>
                  <a:pt x="394030" y="30694"/>
                </a:cubicBezTo>
                <a:cubicBezTo>
                  <a:pt x="398737" y="26639"/>
                  <a:pt x="406034" y="24612"/>
                  <a:pt x="415922" y="24612"/>
                </a:cubicBezTo>
                <a:cubicBezTo>
                  <a:pt x="425335" y="24612"/>
                  <a:pt x="432330" y="26139"/>
                  <a:pt x="436907" y="29194"/>
                </a:cubicBezTo>
                <a:cubicBezTo>
                  <a:pt x="441484" y="32249"/>
                  <a:pt x="444636" y="36767"/>
                  <a:pt x="446363" y="42747"/>
                </a:cubicBezTo>
                <a:lnTo>
                  <a:pt x="429200" y="45985"/>
                </a:lnTo>
                <a:cubicBezTo>
                  <a:pt x="428465" y="43308"/>
                  <a:pt x="427073" y="41257"/>
                  <a:pt x="425022" y="39832"/>
                </a:cubicBezTo>
                <a:cubicBezTo>
                  <a:pt x="422971" y="38407"/>
                  <a:pt x="420046" y="37695"/>
                  <a:pt x="416246" y="37695"/>
                </a:cubicBezTo>
                <a:cubicBezTo>
                  <a:pt x="411453" y="37695"/>
                  <a:pt x="408020" y="38364"/>
                  <a:pt x="405948" y="39701"/>
                </a:cubicBezTo>
                <a:cubicBezTo>
                  <a:pt x="404566" y="40648"/>
                  <a:pt x="403875" y="41877"/>
                  <a:pt x="403875" y="43386"/>
                </a:cubicBezTo>
                <a:cubicBezTo>
                  <a:pt x="403875" y="44679"/>
                  <a:pt x="404480" y="45778"/>
                  <a:pt x="405689" y="46684"/>
                </a:cubicBezTo>
                <a:cubicBezTo>
                  <a:pt x="407330" y="47891"/>
                  <a:pt x="412997" y="49595"/>
                  <a:pt x="422690" y="51794"/>
                </a:cubicBezTo>
                <a:cubicBezTo>
                  <a:pt x="432384" y="53994"/>
                  <a:pt x="439152" y="56692"/>
                  <a:pt x="442995" y="59888"/>
                </a:cubicBezTo>
                <a:cubicBezTo>
                  <a:pt x="446795" y="63129"/>
                  <a:pt x="448695" y="67644"/>
                  <a:pt x="448695" y="73433"/>
                </a:cubicBezTo>
                <a:cubicBezTo>
                  <a:pt x="448695" y="79741"/>
                  <a:pt x="446061" y="85163"/>
                  <a:pt x="440793" y="89700"/>
                </a:cubicBezTo>
                <a:cubicBezTo>
                  <a:pt x="435525" y="94236"/>
                  <a:pt x="427731" y="96504"/>
                  <a:pt x="417412" y="96504"/>
                </a:cubicBezTo>
                <a:cubicBezTo>
                  <a:pt x="408042" y="96504"/>
                  <a:pt x="400626" y="94611"/>
                  <a:pt x="395164" y="90823"/>
                </a:cubicBezTo>
                <a:cubicBezTo>
                  <a:pt x="389702" y="87034"/>
                  <a:pt x="386129" y="81890"/>
                  <a:pt x="384445" y="75390"/>
                </a:cubicBezTo>
                <a:close/>
                <a:moveTo>
                  <a:pt x="496149" y="26166"/>
                </a:moveTo>
                <a:lnTo>
                  <a:pt x="496149" y="40674"/>
                </a:lnTo>
                <a:lnTo>
                  <a:pt x="483714" y="40674"/>
                </a:lnTo>
                <a:lnTo>
                  <a:pt x="483714" y="68350"/>
                </a:lnTo>
                <a:cubicBezTo>
                  <a:pt x="483714" y="73956"/>
                  <a:pt x="483833" y="77222"/>
                  <a:pt x="484070" y="78149"/>
                </a:cubicBezTo>
                <a:cubicBezTo>
                  <a:pt x="484308" y="79074"/>
                  <a:pt x="484847" y="79839"/>
                  <a:pt x="485689" y="80444"/>
                </a:cubicBezTo>
                <a:cubicBezTo>
                  <a:pt x="486531" y="81047"/>
                  <a:pt x="487557" y="81349"/>
                  <a:pt x="488766" y="81349"/>
                </a:cubicBezTo>
                <a:cubicBezTo>
                  <a:pt x="490450" y="81349"/>
                  <a:pt x="492889" y="80766"/>
                  <a:pt x="496085" y="79600"/>
                </a:cubicBezTo>
                <a:lnTo>
                  <a:pt x="497639" y="93772"/>
                </a:lnTo>
                <a:cubicBezTo>
                  <a:pt x="493408" y="95594"/>
                  <a:pt x="488615" y="96504"/>
                  <a:pt x="483261" y="96504"/>
                </a:cubicBezTo>
                <a:cubicBezTo>
                  <a:pt x="479979" y="96504"/>
                  <a:pt x="477021" y="95954"/>
                  <a:pt x="474387" y="94853"/>
                </a:cubicBezTo>
                <a:cubicBezTo>
                  <a:pt x="471753" y="93752"/>
                  <a:pt x="469821" y="92327"/>
                  <a:pt x="468591" y="90578"/>
                </a:cubicBezTo>
                <a:cubicBezTo>
                  <a:pt x="467360" y="88829"/>
                  <a:pt x="466507" y="86465"/>
                  <a:pt x="466032" y="83486"/>
                </a:cubicBezTo>
                <a:cubicBezTo>
                  <a:pt x="465644" y="81370"/>
                  <a:pt x="465449" y="77096"/>
                  <a:pt x="465449" y="70662"/>
                </a:cubicBezTo>
                <a:lnTo>
                  <a:pt x="465449" y="40674"/>
                </a:lnTo>
                <a:lnTo>
                  <a:pt x="457094" y="40674"/>
                </a:lnTo>
                <a:lnTo>
                  <a:pt x="457094" y="26166"/>
                </a:lnTo>
                <a:lnTo>
                  <a:pt x="465449" y="26166"/>
                </a:lnTo>
                <a:lnTo>
                  <a:pt x="465449" y="12435"/>
                </a:lnTo>
                <a:lnTo>
                  <a:pt x="483714" y="1684"/>
                </a:lnTo>
                <a:lnTo>
                  <a:pt x="483714" y="26166"/>
                </a:lnTo>
                <a:lnTo>
                  <a:pt x="496149" y="26166"/>
                </a:lnTo>
                <a:close/>
                <a:moveTo>
                  <a:pt x="548611" y="73058"/>
                </a:moveTo>
                <a:lnTo>
                  <a:pt x="566746" y="76167"/>
                </a:lnTo>
                <a:cubicBezTo>
                  <a:pt x="564414" y="82795"/>
                  <a:pt x="560733" y="87842"/>
                  <a:pt x="555703" y="91307"/>
                </a:cubicBezTo>
                <a:cubicBezTo>
                  <a:pt x="550672" y="94772"/>
                  <a:pt x="544379" y="96504"/>
                  <a:pt x="536823" y="96504"/>
                </a:cubicBezTo>
                <a:cubicBezTo>
                  <a:pt x="524862" y="96504"/>
                  <a:pt x="516011" y="92597"/>
                  <a:pt x="510268" y="84781"/>
                </a:cubicBezTo>
                <a:cubicBezTo>
                  <a:pt x="505734" y="78520"/>
                  <a:pt x="503467" y="70619"/>
                  <a:pt x="503467" y="61076"/>
                </a:cubicBezTo>
                <a:cubicBezTo>
                  <a:pt x="503467" y="49677"/>
                  <a:pt x="506447" y="40750"/>
                  <a:pt x="512405" y="34295"/>
                </a:cubicBezTo>
                <a:cubicBezTo>
                  <a:pt x="518364" y="27839"/>
                  <a:pt x="525899" y="24612"/>
                  <a:pt x="535009" y="24612"/>
                </a:cubicBezTo>
                <a:cubicBezTo>
                  <a:pt x="545243" y="24612"/>
                  <a:pt x="553317" y="27991"/>
                  <a:pt x="559232" y="34748"/>
                </a:cubicBezTo>
                <a:cubicBezTo>
                  <a:pt x="565148" y="41505"/>
                  <a:pt x="567976" y="51858"/>
                  <a:pt x="567717" y="65804"/>
                </a:cubicBezTo>
                <a:lnTo>
                  <a:pt x="522120" y="65804"/>
                </a:lnTo>
                <a:cubicBezTo>
                  <a:pt x="522250" y="71202"/>
                  <a:pt x="523718" y="75401"/>
                  <a:pt x="526525" y="78402"/>
                </a:cubicBezTo>
                <a:cubicBezTo>
                  <a:pt x="529331" y="81403"/>
                  <a:pt x="532829" y="82903"/>
                  <a:pt x="537017" y="82903"/>
                </a:cubicBezTo>
                <a:cubicBezTo>
                  <a:pt x="539867" y="82903"/>
                  <a:pt x="542263" y="82126"/>
                  <a:pt x="544206" y="80571"/>
                </a:cubicBezTo>
                <a:cubicBezTo>
                  <a:pt x="546149" y="79017"/>
                  <a:pt x="547617" y="76513"/>
                  <a:pt x="548611" y="73058"/>
                </a:cubicBezTo>
                <a:moveTo>
                  <a:pt x="549647" y="54664"/>
                </a:moveTo>
                <a:cubicBezTo>
                  <a:pt x="549517" y="49418"/>
                  <a:pt x="548157" y="45429"/>
                  <a:pt x="545566" y="42698"/>
                </a:cubicBezTo>
                <a:cubicBezTo>
                  <a:pt x="542976" y="39967"/>
                  <a:pt x="539824" y="38602"/>
                  <a:pt x="536110" y="38602"/>
                </a:cubicBezTo>
                <a:cubicBezTo>
                  <a:pt x="532138" y="38602"/>
                  <a:pt x="528856" y="40042"/>
                  <a:pt x="526266" y="42923"/>
                </a:cubicBezTo>
                <a:cubicBezTo>
                  <a:pt x="523675" y="45805"/>
                  <a:pt x="522401" y="49719"/>
                  <a:pt x="522444" y="54664"/>
                </a:cubicBezTo>
                <a:lnTo>
                  <a:pt x="549647" y="54664"/>
                </a:lnTo>
                <a:close/>
                <a:moveTo>
                  <a:pt x="581169" y="26166"/>
                </a:moveTo>
                <a:lnTo>
                  <a:pt x="597944" y="26166"/>
                </a:lnTo>
                <a:lnTo>
                  <a:pt x="597944" y="35558"/>
                </a:lnTo>
                <a:cubicBezTo>
                  <a:pt x="603945" y="28260"/>
                  <a:pt x="611092" y="24612"/>
                  <a:pt x="619382" y="24612"/>
                </a:cubicBezTo>
                <a:cubicBezTo>
                  <a:pt x="623786" y="24612"/>
                  <a:pt x="627607" y="25523"/>
                  <a:pt x="630846" y="27344"/>
                </a:cubicBezTo>
                <a:cubicBezTo>
                  <a:pt x="634084" y="29166"/>
                  <a:pt x="636740" y="31921"/>
                  <a:pt x="638812" y="35608"/>
                </a:cubicBezTo>
                <a:cubicBezTo>
                  <a:pt x="641835" y="31921"/>
                  <a:pt x="645095" y="29166"/>
                  <a:pt x="648592" y="27344"/>
                </a:cubicBezTo>
                <a:cubicBezTo>
                  <a:pt x="652090" y="25523"/>
                  <a:pt x="655825" y="24612"/>
                  <a:pt x="659797" y="24612"/>
                </a:cubicBezTo>
                <a:cubicBezTo>
                  <a:pt x="664849" y="24612"/>
                  <a:pt x="669124" y="25637"/>
                  <a:pt x="672621" y="27688"/>
                </a:cubicBezTo>
                <a:cubicBezTo>
                  <a:pt x="676119" y="29739"/>
                  <a:pt x="678731" y="32751"/>
                  <a:pt x="680458" y="36723"/>
                </a:cubicBezTo>
                <a:cubicBezTo>
                  <a:pt x="681710" y="39660"/>
                  <a:pt x="682336" y="44409"/>
                  <a:pt x="682336" y="50972"/>
                </a:cubicBezTo>
                <a:lnTo>
                  <a:pt x="682336" y="94950"/>
                </a:lnTo>
                <a:lnTo>
                  <a:pt x="664136" y="94950"/>
                </a:lnTo>
                <a:lnTo>
                  <a:pt x="664136" y="55680"/>
                </a:lnTo>
                <a:cubicBezTo>
                  <a:pt x="664136" y="48866"/>
                  <a:pt x="663510" y="44467"/>
                  <a:pt x="662258" y="42484"/>
                </a:cubicBezTo>
                <a:cubicBezTo>
                  <a:pt x="660574" y="39896"/>
                  <a:pt x="657984" y="38602"/>
                  <a:pt x="654486" y="38602"/>
                </a:cubicBezTo>
                <a:cubicBezTo>
                  <a:pt x="651939" y="38602"/>
                  <a:pt x="649542" y="39378"/>
                  <a:pt x="647297" y="40931"/>
                </a:cubicBezTo>
                <a:cubicBezTo>
                  <a:pt x="645052" y="42483"/>
                  <a:pt x="643432" y="44758"/>
                  <a:pt x="642439" y="47756"/>
                </a:cubicBezTo>
                <a:cubicBezTo>
                  <a:pt x="641446" y="50753"/>
                  <a:pt x="640950" y="55487"/>
                  <a:pt x="640950" y="61957"/>
                </a:cubicBezTo>
                <a:lnTo>
                  <a:pt x="640950" y="94950"/>
                </a:lnTo>
                <a:lnTo>
                  <a:pt x="622750" y="94950"/>
                </a:lnTo>
                <a:lnTo>
                  <a:pt x="622750" y="57297"/>
                </a:lnTo>
                <a:cubicBezTo>
                  <a:pt x="622750" y="50613"/>
                  <a:pt x="622426" y="46300"/>
                  <a:pt x="621778" y="44360"/>
                </a:cubicBezTo>
                <a:cubicBezTo>
                  <a:pt x="621131" y="42418"/>
                  <a:pt x="620127" y="40973"/>
                  <a:pt x="618767" y="40025"/>
                </a:cubicBezTo>
                <a:cubicBezTo>
                  <a:pt x="617406" y="39076"/>
                  <a:pt x="615560" y="38602"/>
                  <a:pt x="613229" y="38602"/>
                </a:cubicBezTo>
                <a:cubicBezTo>
                  <a:pt x="610422" y="38602"/>
                  <a:pt x="607896" y="39357"/>
                  <a:pt x="605651" y="40867"/>
                </a:cubicBezTo>
                <a:cubicBezTo>
                  <a:pt x="603406" y="42375"/>
                  <a:pt x="601797" y="44553"/>
                  <a:pt x="600826" y="47400"/>
                </a:cubicBezTo>
                <a:cubicBezTo>
                  <a:pt x="599854" y="50247"/>
                  <a:pt x="599368" y="54970"/>
                  <a:pt x="599368" y="61568"/>
                </a:cubicBezTo>
                <a:lnTo>
                  <a:pt x="599368" y="94950"/>
                </a:lnTo>
                <a:lnTo>
                  <a:pt x="581169" y="94950"/>
                </a:lnTo>
                <a:lnTo>
                  <a:pt x="581169" y="26166"/>
                </a:lnTo>
                <a:close/>
                <a:moveTo>
                  <a:pt x="737325" y="16840"/>
                </a:moveTo>
                <a:lnTo>
                  <a:pt x="737325" y="0"/>
                </a:lnTo>
                <a:lnTo>
                  <a:pt x="755525" y="0"/>
                </a:lnTo>
                <a:lnTo>
                  <a:pt x="755525" y="16840"/>
                </a:lnTo>
                <a:lnTo>
                  <a:pt x="737325" y="16840"/>
                </a:lnTo>
                <a:moveTo>
                  <a:pt x="737325" y="94950"/>
                </a:moveTo>
                <a:lnTo>
                  <a:pt x="737325" y="26166"/>
                </a:lnTo>
                <a:lnTo>
                  <a:pt x="755525" y="26166"/>
                </a:lnTo>
                <a:lnTo>
                  <a:pt x="755525" y="94950"/>
                </a:lnTo>
                <a:lnTo>
                  <a:pt x="737325" y="94950"/>
                </a:lnTo>
                <a:close/>
                <a:moveTo>
                  <a:pt x="767789" y="75390"/>
                </a:moveTo>
                <a:lnTo>
                  <a:pt x="786053" y="72540"/>
                </a:lnTo>
                <a:cubicBezTo>
                  <a:pt x="786830" y="76059"/>
                  <a:pt x="788406" y="78731"/>
                  <a:pt x="790781" y="80555"/>
                </a:cubicBezTo>
                <a:cubicBezTo>
                  <a:pt x="793156" y="82379"/>
                  <a:pt x="796481" y="83292"/>
                  <a:pt x="800755" y="83292"/>
                </a:cubicBezTo>
                <a:cubicBezTo>
                  <a:pt x="805462" y="83292"/>
                  <a:pt x="809003" y="82429"/>
                  <a:pt x="811377" y="80705"/>
                </a:cubicBezTo>
                <a:cubicBezTo>
                  <a:pt x="812975" y="79497"/>
                  <a:pt x="813774" y="77880"/>
                  <a:pt x="813774" y="75853"/>
                </a:cubicBezTo>
                <a:cubicBezTo>
                  <a:pt x="813774" y="74473"/>
                  <a:pt x="813342" y="73330"/>
                  <a:pt x="812478" y="72425"/>
                </a:cubicBezTo>
                <a:cubicBezTo>
                  <a:pt x="811572" y="71563"/>
                  <a:pt x="809542" y="70765"/>
                  <a:pt x="806390" y="70032"/>
                </a:cubicBezTo>
                <a:cubicBezTo>
                  <a:pt x="791709" y="66799"/>
                  <a:pt x="782404" y="63846"/>
                  <a:pt x="778475" y="61171"/>
                </a:cubicBezTo>
                <a:cubicBezTo>
                  <a:pt x="773035" y="57461"/>
                  <a:pt x="770314" y="52306"/>
                  <a:pt x="770314" y="45706"/>
                </a:cubicBezTo>
                <a:cubicBezTo>
                  <a:pt x="770314" y="39753"/>
                  <a:pt x="772668" y="34749"/>
                  <a:pt x="777374" y="30694"/>
                </a:cubicBezTo>
                <a:cubicBezTo>
                  <a:pt x="782081" y="26639"/>
                  <a:pt x="789378" y="24612"/>
                  <a:pt x="799266" y="24612"/>
                </a:cubicBezTo>
                <a:cubicBezTo>
                  <a:pt x="808679" y="24612"/>
                  <a:pt x="815674" y="26139"/>
                  <a:pt x="820251" y="29194"/>
                </a:cubicBezTo>
                <a:cubicBezTo>
                  <a:pt x="824828" y="32249"/>
                  <a:pt x="827980" y="36767"/>
                  <a:pt x="829707" y="42747"/>
                </a:cubicBezTo>
                <a:lnTo>
                  <a:pt x="812543" y="45985"/>
                </a:lnTo>
                <a:cubicBezTo>
                  <a:pt x="811809" y="43308"/>
                  <a:pt x="810417" y="41257"/>
                  <a:pt x="808366" y="39832"/>
                </a:cubicBezTo>
                <a:cubicBezTo>
                  <a:pt x="806315" y="38407"/>
                  <a:pt x="803389" y="37695"/>
                  <a:pt x="799590" y="37695"/>
                </a:cubicBezTo>
                <a:cubicBezTo>
                  <a:pt x="794797" y="37695"/>
                  <a:pt x="791364" y="38364"/>
                  <a:pt x="789291" y="39701"/>
                </a:cubicBezTo>
                <a:cubicBezTo>
                  <a:pt x="787910" y="40648"/>
                  <a:pt x="787219" y="41877"/>
                  <a:pt x="787219" y="43386"/>
                </a:cubicBezTo>
                <a:cubicBezTo>
                  <a:pt x="787219" y="44679"/>
                  <a:pt x="787823" y="45778"/>
                  <a:pt x="789032" y="46684"/>
                </a:cubicBezTo>
                <a:cubicBezTo>
                  <a:pt x="790673" y="47891"/>
                  <a:pt x="796340" y="49595"/>
                  <a:pt x="806034" y="51794"/>
                </a:cubicBezTo>
                <a:cubicBezTo>
                  <a:pt x="815728" y="53994"/>
                  <a:pt x="822496" y="56692"/>
                  <a:pt x="826339" y="59888"/>
                </a:cubicBezTo>
                <a:cubicBezTo>
                  <a:pt x="830139" y="63129"/>
                  <a:pt x="832038" y="67644"/>
                  <a:pt x="832038" y="73433"/>
                </a:cubicBezTo>
                <a:cubicBezTo>
                  <a:pt x="832038" y="79741"/>
                  <a:pt x="829404" y="85163"/>
                  <a:pt x="824137" y="89700"/>
                </a:cubicBezTo>
                <a:cubicBezTo>
                  <a:pt x="818869" y="94236"/>
                  <a:pt x="811075" y="96504"/>
                  <a:pt x="800755" y="96504"/>
                </a:cubicBezTo>
                <a:cubicBezTo>
                  <a:pt x="791386" y="96504"/>
                  <a:pt x="783970" y="94611"/>
                  <a:pt x="778508" y="90823"/>
                </a:cubicBezTo>
                <a:cubicBezTo>
                  <a:pt x="773046" y="87034"/>
                  <a:pt x="769472" y="81890"/>
                  <a:pt x="767789" y="75390"/>
                </a:cubicBezTo>
                <a:close/>
                <a:moveTo>
                  <a:pt x="884826" y="16840"/>
                </a:moveTo>
                <a:lnTo>
                  <a:pt x="884826" y="0"/>
                </a:lnTo>
                <a:lnTo>
                  <a:pt x="903026" y="0"/>
                </a:lnTo>
                <a:lnTo>
                  <a:pt x="903026" y="16840"/>
                </a:lnTo>
                <a:lnTo>
                  <a:pt x="884826" y="16840"/>
                </a:lnTo>
                <a:moveTo>
                  <a:pt x="884826" y="94950"/>
                </a:moveTo>
                <a:lnTo>
                  <a:pt x="884826" y="26166"/>
                </a:lnTo>
                <a:lnTo>
                  <a:pt x="903026" y="26166"/>
                </a:lnTo>
                <a:lnTo>
                  <a:pt x="903026" y="94950"/>
                </a:lnTo>
                <a:lnTo>
                  <a:pt x="884826" y="94950"/>
                </a:lnTo>
                <a:close/>
                <a:moveTo>
                  <a:pt x="984267" y="94950"/>
                </a:moveTo>
                <a:lnTo>
                  <a:pt x="966068" y="94950"/>
                </a:lnTo>
                <a:lnTo>
                  <a:pt x="966068" y="59886"/>
                </a:lnTo>
                <a:cubicBezTo>
                  <a:pt x="966068" y="52467"/>
                  <a:pt x="965679" y="47669"/>
                  <a:pt x="964902" y="45491"/>
                </a:cubicBezTo>
                <a:cubicBezTo>
                  <a:pt x="964125" y="43314"/>
                  <a:pt x="962862" y="41621"/>
                  <a:pt x="961113" y="40413"/>
                </a:cubicBezTo>
                <a:cubicBezTo>
                  <a:pt x="959364" y="39206"/>
                  <a:pt x="957259" y="38602"/>
                  <a:pt x="954798" y="38602"/>
                </a:cubicBezTo>
                <a:cubicBezTo>
                  <a:pt x="951646" y="38602"/>
                  <a:pt x="948818" y="39465"/>
                  <a:pt x="946313" y="41190"/>
                </a:cubicBezTo>
                <a:cubicBezTo>
                  <a:pt x="943809" y="42915"/>
                  <a:pt x="942093" y="45201"/>
                  <a:pt x="941164" y="48048"/>
                </a:cubicBezTo>
                <a:cubicBezTo>
                  <a:pt x="940236" y="50893"/>
                  <a:pt x="939772" y="56155"/>
                  <a:pt x="939772" y="63833"/>
                </a:cubicBezTo>
                <a:lnTo>
                  <a:pt x="939772" y="94950"/>
                </a:lnTo>
                <a:lnTo>
                  <a:pt x="921572" y="94950"/>
                </a:lnTo>
                <a:lnTo>
                  <a:pt x="921572" y="26166"/>
                </a:lnTo>
                <a:lnTo>
                  <a:pt x="938476" y="26166"/>
                </a:lnTo>
                <a:lnTo>
                  <a:pt x="938476" y="36270"/>
                </a:lnTo>
                <a:cubicBezTo>
                  <a:pt x="944478" y="28498"/>
                  <a:pt x="952035" y="24612"/>
                  <a:pt x="961145" y="24612"/>
                </a:cubicBezTo>
                <a:cubicBezTo>
                  <a:pt x="965161" y="24612"/>
                  <a:pt x="968831" y="25335"/>
                  <a:pt x="972156" y="26782"/>
                </a:cubicBezTo>
                <a:cubicBezTo>
                  <a:pt x="975481" y="28228"/>
                  <a:pt x="977996" y="30074"/>
                  <a:pt x="979701" y="32319"/>
                </a:cubicBezTo>
                <a:cubicBezTo>
                  <a:pt x="981407" y="34565"/>
                  <a:pt x="982594" y="37112"/>
                  <a:pt x="983263" y="39962"/>
                </a:cubicBezTo>
                <a:cubicBezTo>
                  <a:pt x="983933" y="42812"/>
                  <a:pt x="984267" y="46892"/>
                  <a:pt x="984267" y="52203"/>
                </a:cubicBezTo>
                <a:lnTo>
                  <a:pt x="984267" y="94950"/>
                </a:lnTo>
                <a:close/>
                <a:moveTo>
                  <a:pt x="1071165" y="26166"/>
                </a:moveTo>
                <a:lnTo>
                  <a:pt x="1071165" y="40674"/>
                </a:lnTo>
                <a:lnTo>
                  <a:pt x="1058729" y="40674"/>
                </a:lnTo>
                <a:lnTo>
                  <a:pt x="1058729" y="68350"/>
                </a:lnTo>
                <a:cubicBezTo>
                  <a:pt x="1058729" y="73956"/>
                  <a:pt x="1058848" y="77222"/>
                  <a:pt x="1059086" y="78149"/>
                </a:cubicBezTo>
                <a:cubicBezTo>
                  <a:pt x="1059323" y="79074"/>
                  <a:pt x="1059863" y="79839"/>
                  <a:pt x="1060705" y="80444"/>
                </a:cubicBezTo>
                <a:cubicBezTo>
                  <a:pt x="1061547" y="81047"/>
                  <a:pt x="1062572" y="81349"/>
                  <a:pt x="1063781" y="81349"/>
                </a:cubicBezTo>
                <a:cubicBezTo>
                  <a:pt x="1065465" y="81349"/>
                  <a:pt x="1067905" y="80766"/>
                  <a:pt x="1071100" y="79600"/>
                </a:cubicBezTo>
                <a:lnTo>
                  <a:pt x="1072655" y="93772"/>
                </a:lnTo>
                <a:cubicBezTo>
                  <a:pt x="1068423" y="95594"/>
                  <a:pt x="1063630" y="96504"/>
                  <a:pt x="1058276" y="96504"/>
                </a:cubicBezTo>
                <a:cubicBezTo>
                  <a:pt x="1054994" y="96504"/>
                  <a:pt x="1052037" y="95954"/>
                  <a:pt x="1049403" y="94853"/>
                </a:cubicBezTo>
                <a:cubicBezTo>
                  <a:pt x="1046769" y="93752"/>
                  <a:pt x="1044837" y="92327"/>
                  <a:pt x="1043606" y="90578"/>
                </a:cubicBezTo>
                <a:cubicBezTo>
                  <a:pt x="1042375" y="88829"/>
                  <a:pt x="1041523" y="86465"/>
                  <a:pt x="1041048" y="83486"/>
                </a:cubicBezTo>
                <a:cubicBezTo>
                  <a:pt x="1040659" y="81370"/>
                  <a:pt x="1040465" y="77096"/>
                  <a:pt x="1040465" y="70662"/>
                </a:cubicBezTo>
                <a:lnTo>
                  <a:pt x="1040465" y="40674"/>
                </a:lnTo>
                <a:lnTo>
                  <a:pt x="1032110" y="40674"/>
                </a:lnTo>
                <a:lnTo>
                  <a:pt x="1032110" y="26166"/>
                </a:lnTo>
                <a:lnTo>
                  <a:pt x="1040465" y="26166"/>
                </a:lnTo>
                <a:lnTo>
                  <a:pt x="1040465" y="12435"/>
                </a:lnTo>
                <a:lnTo>
                  <a:pt x="1058729" y="1684"/>
                </a:lnTo>
                <a:lnTo>
                  <a:pt x="1058729" y="26166"/>
                </a:lnTo>
                <a:lnTo>
                  <a:pt x="1071165" y="26166"/>
                </a:lnTo>
                <a:close/>
                <a:moveTo>
                  <a:pt x="1101929" y="0"/>
                </a:moveTo>
                <a:lnTo>
                  <a:pt x="1101929" y="34959"/>
                </a:lnTo>
                <a:cubicBezTo>
                  <a:pt x="1107801" y="28061"/>
                  <a:pt x="1114817" y="24612"/>
                  <a:pt x="1122978" y="24612"/>
                </a:cubicBezTo>
                <a:cubicBezTo>
                  <a:pt x="1127166" y="24612"/>
                  <a:pt x="1130945" y="25389"/>
                  <a:pt x="1134313" y="26943"/>
                </a:cubicBezTo>
                <a:cubicBezTo>
                  <a:pt x="1137680" y="28498"/>
                  <a:pt x="1140217" y="30484"/>
                  <a:pt x="1141923" y="32902"/>
                </a:cubicBezTo>
                <a:cubicBezTo>
                  <a:pt x="1143628" y="35320"/>
                  <a:pt x="1144794" y="37997"/>
                  <a:pt x="1145420" y="40933"/>
                </a:cubicBezTo>
                <a:cubicBezTo>
                  <a:pt x="1146046" y="43870"/>
                  <a:pt x="1146359" y="48425"/>
                  <a:pt x="1146359" y="54599"/>
                </a:cubicBezTo>
                <a:lnTo>
                  <a:pt x="1146359" y="94950"/>
                </a:lnTo>
                <a:lnTo>
                  <a:pt x="1128160" y="94950"/>
                </a:lnTo>
                <a:lnTo>
                  <a:pt x="1128160" y="58658"/>
                </a:lnTo>
                <a:cubicBezTo>
                  <a:pt x="1128160" y="51455"/>
                  <a:pt x="1127814" y="46883"/>
                  <a:pt x="1127123" y="44943"/>
                </a:cubicBezTo>
                <a:cubicBezTo>
                  <a:pt x="1126432" y="43001"/>
                  <a:pt x="1125213" y="41459"/>
                  <a:pt x="1123464" y="40316"/>
                </a:cubicBezTo>
                <a:cubicBezTo>
                  <a:pt x="1121715" y="39173"/>
                  <a:pt x="1119524" y="38602"/>
                  <a:pt x="1116890" y="38602"/>
                </a:cubicBezTo>
                <a:cubicBezTo>
                  <a:pt x="1113867" y="38602"/>
                  <a:pt x="1111169" y="39335"/>
                  <a:pt x="1108794" y="40802"/>
                </a:cubicBezTo>
                <a:cubicBezTo>
                  <a:pt x="1106419" y="42269"/>
                  <a:pt x="1104681" y="44479"/>
                  <a:pt x="1103580" y="47432"/>
                </a:cubicBezTo>
                <a:cubicBezTo>
                  <a:pt x="1102479" y="50386"/>
                  <a:pt x="1101929" y="54753"/>
                  <a:pt x="1101929" y="60534"/>
                </a:cubicBezTo>
                <a:lnTo>
                  <a:pt x="1101929" y="94950"/>
                </a:lnTo>
                <a:lnTo>
                  <a:pt x="1083729" y="94950"/>
                </a:lnTo>
                <a:lnTo>
                  <a:pt x="1083729" y="0"/>
                </a:lnTo>
                <a:lnTo>
                  <a:pt x="1101929" y="0"/>
                </a:lnTo>
                <a:close/>
                <a:moveTo>
                  <a:pt x="1204672" y="73058"/>
                </a:moveTo>
                <a:lnTo>
                  <a:pt x="1222807" y="76167"/>
                </a:lnTo>
                <a:cubicBezTo>
                  <a:pt x="1220475" y="82795"/>
                  <a:pt x="1216794" y="87842"/>
                  <a:pt x="1211764" y="91307"/>
                </a:cubicBezTo>
                <a:cubicBezTo>
                  <a:pt x="1206734" y="94772"/>
                  <a:pt x="1200440" y="96504"/>
                  <a:pt x="1192884" y="96504"/>
                </a:cubicBezTo>
                <a:cubicBezTo>
                  <a:pt x="1180924" y="96504"/>
                  <a:pt x="1172072" y="92597"/>
                  <a:pt x="1166329" y="84781"/>
                </a:cubicBezTo>
                <a:cubicBezTo>
                  <a:pt x="1161795" y="78520"/>
                  <a:pt x="1159529" y="70619"/>
                  <a:pt x="1159529" y="61076"/>
                </a:cubicBezTo>
                <a:cubicBezTo>
                  <a:pt x="1159529" y="49677"/>
                  <a:pt x="1162508" y="40750"/>
                  <a:pt x="1168467" y="34295"/>
                </a:cubicBezTo>
                <a:cubicBezTo>
                  <a:pt x="1174425" y="27839"/>
                  <a:pt x="1181960" y="24612"/>
                  <a:pt x="1191071" y="24612"/>
                </a:cubicBezTo>
                <a:cubicBezTo>
                  <a:pt x="1201304" y="24612"/>
                  <a:pt x="1209378" y="27991"/>
                  <a:pt x="1215294" y="34748"/>
                </a:cubicBezTo>
                <a:cubicBezTo>
                  <a:pt x="1221209" y="41505"/>
                  <a:pt x="1224038" y="51858"/>
                  <a:pt x="1223778" y="65804"/>
                </a:cubicBezTo>
                <a:lnTo>
                  <a:pt x="1178182" y="65804"/>
                </a:lnTo>
                <a:cubicBezTo>
                  <a:pt x="1178311" y="71202"/>
                  <a:pt x="1179779" y="75401"/>
                  <a:pt x="1182586" y="78402"/>
                </a:cubicBezTo>
                <a:cubicBezTo>
                  <a:pt x="1185393" y="81403"/>
                  <a:pt x="1188890" y="82903"/>
                  <a:pt x="1193078" y="82903"/>
                </a:cubicBezTo>
                <a:cubicBezTo>
                  <a:pt x="1195928" y="82903"/>
                  <a:pt x="1198325" y="82126"/>
                  <a:pt x="1200268" y="80571"/>
                </a:cubicBezTo>
                <a:cubicBezTo>
                  <a:pt x="1202211" y="79017"/>
                  <a:pt x="1203679" y="76513"/>
                  <a:pt x="1204672" y="73058"/>
                </a:cubicBezTo>
                <a:moveTo>
                  <a:pt x="1205708" y="54664"/>
                </a:moveTo>
                <a:cubicBezTo>
                  <a:pt x="1205579" y="49418"/>
                  <a:pt x="1204219" y="45429"/>
                  <a:pt x="1201628" y="42698"/>
                </a:cubicBezTo>
                <a:cubicBezTo>
                  <a:pt x="1199037" y="39967"/>
                  <a:pt x="1195885" y="38602"/>
                  <a:pt x="1192172" y="38602"/>
                </a:cubicBezTo>
                <a:cubicBezTo>
                  <a:pt x="1188199" y="38602"/>
                  <a:pt x="1184918" y="40042"/>
                  <a:pt x="1182327" y="42923"/>
                </a:cubicBezTo>
                <a:cubicBezTo>
                  <a:pt x="1179736" y="45805"/>
                  <a:pt x="1178462" y="49719"/>
                  <a:pt x="1178506" y="54664"/>
                </a:cubicBezTo>
                <a:lnTo>
                  <a:pt x="1205708" y="54664"/>
                </a:lnTo>
                <a:close/>
                <a:moveTo>
                  <a:pt x="1338549" y="94950"/>
                </a:moveTo>
                <a:lnTo>
                  <a:pt x="1321645" y="94950"/>
                </a:lnTo>
                <a:lnTo>
                  <a:pt x="1321645" y="84846"/>
                </a:lnTo>
                <a:cubicBezTo>
                  <a:pt x="1318838" y="88775"/>
                  <a:pt x="1315524" y="91701"/>
                  <a:pt x="1311703" y="93622"/>
                </a:cubicBezTo>
                <a:cubicBezTo>
                  <a:pt x="1307882" y="95544"/>
                  <a:pt x="1304028" y="96504"/>
                  <a:pt x="1300142" y="96504"/>
                </a:cubicBezTo>
                <a:cubicBezTo>
                  <a:pt x="1292240" y="96504"/>
                  <a:pt x="1285472" y="93320"/>
                  <a:pt x="1279837" y="86951"/>
                </a:cubicBezTo>
                <a:cubicBezTo>
                  <a:pt x="1274202" y="80582"/>
                  <a:pt x="1271385" y="71698"/>
                  <a:pt x="1271385" y="60299"/>
                </a:cubicBezTo>
                <a:cubicBezTo>
                  <a:pt x="1271385" y="48641"/>
                  <a:pt x="1274127" y="39778"/>
                  <a:pt x="1279611" y="33712"/>
                </a:cubicBezTo>
                <a:cubicBezTo>
                  <a:pt x="1285094" y="27645"/>
                  <a:pt x="1292024" y="24612"/>
                  <a:pt x="1300401" y="24612"/>
                </a:cubicBezTo>
                <a:cubicBezTo>
                  <a:pt x="1308087" y="24612"/>
                  <a:pt x="1314736" y="27807"/>
                  <a:pt x="1320350" y="34198"/>
                </a:cubicBezTo>
                <a:lnTo>
                  <a:pt x="1320350" y="0"/>
                </a:lnTo>
                <a:lnTo>
                  <a:pt x="1338549" y="0"/>
                </a:lnTo>
                <a:lnTo>
                  <a:pt x="1338549" y="94950"/>
                </a:lnTo>
                <a:moveTo>
                  <a:pt x="1289973" y="59103"/>
                </a:moveTo>
                <a:cubicBezTo>
                  <a:pt x="1289973" y="66432"/>
                  <a:pt x="1290988" y="71735"/>
                  <a:pt x="1293017" y="75011"/>
                </a:cubicBezTo>
                <a:cubicBezTo>
                  <a:pt x="1295954" y="79754"/>
                  <a:pt x="1300056" y="82126"/>
                  <a:pt x="1305323" y="82126"/>
                </a:cubicBezTo>
                <a:cubicBezTo>
                  <a:pt x="1309512" y="82126"/>
                  <a:pt x="1313074" y="80347"/>
                  <a:pt x="1316010" y="76791"/>
                </a:cubicBezTo>
                <a:cubicBezTo>
                  <a:pt x="1318946" y="73234"/>
                  <a:pt x="1320414" y="67920"/>
                  <a:pt x="1320414" y="60850"/>
                </a:cubicBezTo>
                <a:cubicBezTo>
                  <a:pt x="1320414" y="52959"/>
                  <a:pt x="1318989" y="47278"/>
                  <a:pt x="1316140" y="43807"/>
                </a:cubicBezTo>
                <a:cubicBezTo>
                  <a:pt x="1313290" y="40337"/>
                  <a:pt x="1309641" y="38602"/>
                  <a:pt x="1305194" y="38602"/>
                </a:cubicBezTo>
                <a:cubicBezTo>
                  <a:pt x="1300876" y="38602"/>
                  <a:pt x="1297260" y="40315"/>
                  <a:pt x="1294345" y="43743"/>
                </a:cubicBezTo>
                <a:cubicBezTo>
                  <a:pt x="1291431" y="47170"/>
                  <a:pt x="1289973" y="52290"/>
                  <a:pt x="1289973" y="59103"/>
                </a:cubicBezTo>
                <a:close/>
                <a:moveTo>
                  <a:pt x="1401784" y="94950"/>
                </a:moveTo>
                <a:lnTo>
                  <a:pt x="1401784" y="84652"/>
                </a:lnTo>
                <a:cubicBezTo>
                  <a:pt x="1399280" y="88322"/>
                  <a:pt x="1395988" y="91215"/>
                  <a:pt x="1391907" y="93331"/>
                </a:cubicBezTo>
                <a:cubicBezTo>
                  <a:pt x="1387827" y="95446"/>
                  <a:pt x="1383520" y="96504"/>
                  <a:pt x="1378986" y="96504"/>
                </a:cubicBezTo>
                <a:cubicBezTo>
                  <a:pt x="1374366" y="96504"/>
                  <a:pt x="1370221" y="95490"/>
                  <a:pt x="1366550" y="93460"/>
                </a:cubicBezTo>
                <a:cubicBezTo>
                  <a:pt x="1362880" y="91431"/>
                  <a:pt x="1360225" y="88581"/>
                  <a:pt x="1358584" y="84911"/>
                </a:cubicBezTo>
                <a:cubicBezTo>
                  <a:pt x="1356943" y="81241"/>
                  <a:pt x="1356123" y="76167"/>
                  <a:pt x="1356123" y="69690"/>
                </a:cubicBezTo>
                <a:lnTo>
                  <a:pt x="1356123" y="26166"/>
                </a:lnTo>
                <a:lnTo>
                  <a:pt x="1374323" y="26166"/>
                </a:lnTo>
                <a:lnTo>
                  <a:pt x="1374323" y="57700"/>
                </a:lnTo>
                <a:cubicBezTo>
                  <a:pt x="1374323" y="67351"/>
                  <a:pt x="1374657" y="73263"/>
                  <a:pt x="1375327" y="75439"/>
                </a:cubicBezTo>
                <a:cubicBezTo>
                  <a:pt x="1375996" y="77614"/>
                  <a:pt x="1377216" y="79337"/>
                  <a:pt x="1378986" y="80608"/>
                </a:cubicBezTo>
                <a:cubicBezTo>
                  <a:pt x="1380756" y="81879"/>
                  <a:pt x="1383002" y="82514"/>
                  <a:pt x="1385722" y="82514"/>
                </a:cubicBezTo>
                <a:cubicBezTo>
                  <a:pt x="1388831" y="82514"/>
                  <a:pt x="1391616" y="81664"/>
                  <a:pt x="1394077" y="79962"/>
                </a:cubicBezTo>
                <a:cubicBezTo>
                  <a:pt x="1396538" y="78261"/>
                  <a:pt x="1398222" y="76150"/>
                  <a:pt x="1399129" y="73629"/>
                </a:cubicBezTo>
                <a:cubicBezTo>
                  <a:pt x="1400036" y="71109"/>
                  <a:pt x="1400489" y="64937"/>
                  <a:pt x="1400489" y="55116"/>
                </a:cubicBezTo>
                <a:lnTo>
                  <a:pt x="1400489" y="26166"/>
                </a:lnTo>
                <a:lnTo>
                  <a:pt x="1418689" y="26166"/>
                </a:lnTo>
                <a:lnTo>
                  <a:pt x="1418689" y="94950"/>
                </a:lnTo>
                <a:lnTo>
                  <a:pt x="1401784" y="94950"/>
                </a:lnTo>
                <a:close/>
                <a:moveTo>
                  <a:pt x="1451159" y="47410"/>
                </a:moveTo>
                <a:lnTo>
                  <a:pt x="1434643" y="44431"/>
                </a:lnTo>
                <a:cubicBezTo>
                  <a:pt x="1436499" y="37694"/>
                  <a:pt x="1439695" y="32706"/>
                  <a:pt x="1444228" y="29469"/>
                </a:cubicBezTo>
                <a:cubicBezTo>
                  <a:pt x="1448762" y="26231"/>
                  <a:pt x="1455498" y="24612"/>
                  <a:pt x="1464436" y="24612"/>
                </a:cubicBezTo>
                <a:cubicBezTo>
                  <a:pt x="1472554" y="24612"/>
                  <a:pt x="1478599" y="25573"/>
                  <a:pt x="1482571" y="27494"/>
                </a:cubicBezTo>
                <a:cubicBezTo>
                  <a:pt x="1486543" y="29415"/>
                  <a:pt x="1489339" y="31855"/>
                  <a:pt x="1490958" y="34813"/>
                </a:cubicBezTo>
                <a:cubicBezTo>
                  <a:pt x="1492578" y="37771"/>
                  <a:pt x="1493387" y="43200"/>
                  <a:pt x="1493387" y="51102"/>
                </a:cubicBezTo>
                <a:lnTo>
                  <a:pt x="1493193" y="72346"/>
                </a:lnTo>
                <a:cubicBezTo>
                  <a:pt x="1493193" y="78391"/>
                  <a:pt x="1493484" y="82849"/>
                  <a:pt x="1494067" y="85720"/>
                </a:cubicBezTo>
                <a:cubicBezTo>
                  <a:pt x="1494650" y="88592"/>
                  <a:pt x="1495741" y="91668"/>
                  <a:pt x="1497338" y="94950"/>
                </a:cubicBezTo>
                <a:lnTo>
                  <a:pt x="1479333" y="94950"/>
                </a:lnTo>
                <a:cubicBezTo>
                  <a:pt x="1478858" y="93741"/>
                  <a:pt x="1478275" y="91949"/>
                  <a:pt x="1477584" y="89574"/>
                </a:cubicBezTo>
                <a:cubicBezTo>
                  <a:pt x="1477282" y="88495"/>
                  <a:pt x="1477066" y="87782"/>
                  <a:pt x="1476936" y="87437"/>
                </a:cubicBezTo>
                <a:cubicBezTo>
                  <a:pt x="1473827" y="90459"/>
                  <a:pt x="1470503" y="92726"/>
                  <a:pt x="1466962" y="94237"/>
                </a:cubicBezTo>
                <a:cubicBezTo>
                  <a:pt x="1463421" y="95749"/>
                  <a:pt x="1459643" y="96504"/>
                  <a:pt x="1455628" y="96504"/>
                </a:cubicBezTo>
                <a:cubicBezTo>
                  <a:pt x="1448546" y="96504"/>
                  <a:pt x="1442965" y="94591"/>
                  <a:pt x="1438885" y="90764"/>
                </a:cubicBezTo>
                <a:cubicBezTo>
                  <a:pt x="1434805" y="86938"/>
                  <a:pt x="1432764" y="82100"/>
                  <a:pt x="1432764" y="76252"/>
                </a:cubicBezTo>
                <a:cubicBezTo>
                  <a:pt x="1432764" y="72382"/>
                  <a:pt x="1433693" y="68932"/>
                  <a:pt x="1435549" y="65901"/>
                </a:cubicBezTo>
                <a:cubicBezTo>
                  <a:pt x="1437406" y="62869"/>
                  <a:pt x="1440008" y="60547"/>
                  <a:pt x="1443354" y="58935"/>
                </a:cubicBezTo>
                <a:cubicBezTo>
                  <a:pt x="1446700" y="57322"/>
                  <a:pt x="1451526" y="55914"/>
                  <a:pt x="1457830" y="54711"/>
                </a:cubicBezTo>
                <a:cubicBezTo>
                  <a:pt x="1466336" y="53120"/>
                  <a:pt x="1472230" y="51636"/>
                  <a:pt x="1475511" y="50260"/>
                </a:cubicBezTo>
                <a:lnTo>
                  <a:pt x="1475511" y="48426"/>
                </a:lnTo>
                <a:cubicBezTo>
                  <a:pt x="1475511" y="44890"/>
                  <a:pt x="1474648" y="42368"/>
                  <a:pt x="1472921" y="40863"/>
                </a:cubicBezTo>
                <a:cubicBezTo>
                  <a:pt x="1471193" y="39355"/>
                  <a:pt x="1467933" y="38602"/>
                  <a:pt x="1463141" y="38602"/>
                </a:cubicBezTo>
                <a:cubicBezTo>
                  <a:pt x="1459902" y="38602"/>
                  <a:pt x="1457376" y="39253"/>
                  <a:pt x="1455563" y="40557"/>
                </a:cubicBezTo>
                <a:cubicBezTo>
                  <a:pt x="1453749" y="41859"/>
                  <a:pt x="1452281" y="44143"/>
                  <a:pt x="1451159" y="47410"/>
                </a:cubicBezTo>
                <a:moveTo>
                  <a:pt x="1475511" y="62177"/>
                </a:moveTo>
                <a:cubicBezTo>
                  <a:pt x="1473180" y="62945"/>
                  <a:pt x="1469488" y="63863"/>
                  <a:pt x="1464436" y="64930"/>
                </a:cubicBezTo>
                <a:cubicBezTo>
                  <a:pt x="1459384" y="65996"/>
                  <a:pt x="1456081" y="67041"/>
                  <a:pt x="1454526" y="68065"/>
                </a:cubicBezTo>
                <a:cubicBezTo>
                  <a:pt x="1452152" y="69729"/>
                  <a:pt x="1450964" y="71841"/>
                  <a:pt x="1450964" y="74400"/>
                </a:cubicBezTo>
                <a:cubicBezTo>
                  <a:pt x="1450964" y="76918"/>
                  <a:pt x="1451914" y="79095"/>
                  <a:pt x="1453814" y="80930"/>
                </a:cubicBezTo>
                <a:cubicBezTo>
                  <a:pt x="1455714" y="82763"/>
                  <a:pt x="1458132" y="83680"/>
                  <a:pt x="1461068" y="83680"/>
                </a:cubicBezTo>
                <a:cubicBezTo>
                  <a:pt x="1464350" y="83680"/>
                  <a:pt x="1467480" y="82614"/>
                  <a:pt x="1470459" y="80480"/>
                </a:cubicBezTo>
                <a:cubicBezTo>
                  <a:pt x="1472662" y="78860"/>
                  <a:pt x="1474108" y="76876"/>
                  <a:pt x="1474799" y="74528"/>
                </a:cubicBezTo>
                <a:cubicBezTo>
                  <a:pt x="1475274" y="72992"/>
                  <a:pt x="1475511" y="70070"/>
                  <a:pt x="1475511" y="65762"/>
                </a:cubicBezTo>
                <a:lnTo>
                  <a:pt x="1475511" y="62177"/>
                </a:lnTo>
                <a:close/>
                <a:moveTo>
                  <a:pt x="1511308" y="94950"/>
                </a:moveTo>
                <a:lnTo>
                  <a:pt x="1511308" y="0"/>
                </a:lnTo>
                <a:lnTo>
                  <a:pt x="1529508" y="0"/>
                </a:lnTo>
                <a:lnTo>
                  <a:pt x="1529508" y="94950"/>
                </a:lnTo>
                <a:lnTo>
                  <a:pt x="1511308" y="94950"/>
                </a:lnTo>
                <a:close/>
                <a:moveTo>
                  <a:pt x="1585058" y="16840"/>
                </a:moveTo>
                <a:lnTo>
                  <a:pt x="1585058" y="0"/>
                </a:lnTo>
                <a:lnTo>
                  <a:pt x="1603258" y="0"/>
                </a:lnTo>
                <a:lnTo>
                  <a:pt x="1603258" y="16840"/>
                </a:lnTo>
                <a:lnTo>
                  <a:pt x="1585058" y="16840"/>
                </a:lnTo>
                <a:moveTo>
                  <a:pt x="1585058" y="94950"/>
                </a:moveTo>
                <a:lnTo>
                  <a:pt x="1585058" y="26166"/>
                </a:lnTo>
                <a:lnTo>
                  <a:pt x="1603258" y="26166"/>
                </a:lnTo>
                <a:lnTo>
                  <a:pt x="1603258" y="94950"/>
                </a:lnTo>
                <a:lnTo>
                  <a:pt x="1585058" y="94950"/>
                </a:lnTo>
                <a:close/>
                <a:moveTo>
                  <a:pt x="1684499" y="94950"/>
                </a:moveTo>
                <a:lnTo>
                  <a:pt x="1666300" y="94950"/>
                </a:lnTo>
                <a:lnTo>
                  <a:pt x="1666300" y="59886"/>
                </a:lnTo>
                <a:cubicBezTo>
                  <a:pt x="1666300" y="52467"/>
                  <a:pt x="1665911" y="47669"/>
                  <a:pt x="1665134" y="45491"/>
                </a:cubicBezTo>
                <a:cubicBezTo>
                  <a:pt x="1664356" y="43314"/>
                  <a:pt x="1663094" y="41621"/>
                  <a:pt x="1661345" y="40413"/>
                </a:cubicBezTo>
                <a:cubicBezTo>
                  <a:pt x="1659596" y="39206"/>
                  <a:pt x="1657491" y="38602"/>
                  <a:pt x="1655030" y="38602"/>
                </a:cubicBezTo>
                <a:cubicBezTo>
                  <a:pt x="1651878" y="38602"/>
                  <a:pt x="1649050" y="39465"/>
                  <a:pt x="1646545" y="41190"/>
                </a:cubicBezTo>
                <a:cubicBezTo>
                  <a:pt x="1644041" y="42915"/>
                  <a:pt x="1642325" y="45201"/>
                  <a:pt x="1641396" y="48048"/>
                </a:cubicBezTo>
                <a:cubicBezTo>
                  <a:pt x="1640468" y="50893"/>
                  <a:pt x="1640004" y="56155"/>
                  <a:pt x="1640004" y="63833"/>
                </a:cubicBezTo>
                <a:lnTo>
                  <a:pt x="1640004" y="94950"/>
                </a:lnTo>
                <a:lnTo>
                  <a:pt x="1621804" y="94950"/>
                </a:lnTo>
                <a:lnTo>
                  <a:pt x="1621804" y="26166"/>
                </a:lnTo>
                <a:lnTo>
                  <a:pt x="1638708" y="26166"/>
                </a:lnTo>
                <a:lnTo>
                  <a:pt x="1638708" y="36270"/>
                </a:lnTo>
                <a:cubicBezTo>
                  <a:pt x="1644710" y="28498"/>
                  <a:pt x="1652266" y="24612"/>
                  <a:pt x="1661377" y="24612"/>
                </a:cubicBezTo>
                <a:cubicBezTo>
                  <a:pt x="1665393" y="24612"/>
                  <a:pt x="1669063" y="25335"/>
                  <a:pt x="1672388" y="26782"/>
                </a:cubicBezTo>
                <a:cubicBezTo>
                  <a:pt x="1675712" y="28228"/>
                  <a:pt x="1678228" y="30074"/>
                  <a:pt x="1679933" y="32319"/>
                </a:cubicBezTo>
                <a:cubicBezTo>
                  <a:pt x="1681639" y="34565"/>
                  <a:pt x="1682826" y="37112"/>
                  <a:pt x="1683495" y="39962"/>
                </a:cubicBezTo>
                <a:cubicBezTo>
                  <a:pt x="1684165" y="42812"/>
                  <a:pt x="1684499" y="46892"/>
                  <a:pt x="1684499" y="52203"/>
                </a:cubicBezTo>
                <a:lnTo>
                  <a:pt x="1684499" y="94950"/>
                </a:lnTo>
                <a:close/>
                <a:moveTo>
                  <a:pt x="1742812" y="73058"/>
                </a:moveTo>
                <a:lnTo>
                  <a:pt x="1760947" y="76167"/>
                </a:lnTo>
                <a:cubicBezTo>
                  <a:pt x="1758615" y="82795"/>
                  <a:pt x="1754934" y="87842"/>
                  <a:pt x="1749904" y="91307"/>
                </a:cubicBezTo>
                <a:cubicBezTo>
                  <a:pt x="1744874" y="94772"/>
                  <a:pt x="1738580" y="96504"/>
                  <a:pt x="1731024" y="96504"/>
                </a:cubicBezTo>
                <a:cubicBezTo>
                  <a:pt x="1719064" y="96504"/>
                  <a:pt x="1710212" y="92597"/>
                  <a:pt x="1704469" y="84781"/>
                </a:cubicBezTo>
                <a:cubicBezTo>
                  <a:pt x="1699935" y="78520"/>
                  <a:pt x="1697669" y="70619"/>
                  <a:pt x="1697669" y="61076"/>
                </a:cubicBezTo>
                <a:cubicBezTo>
                  <a:pt x="1697669" y="49677"/>
                  <a:pt x="1700648" y="40750"/>
                  <a:pt x="1706607" y="34295"/>
                </a:cubicBezTo>
                <a:cubicBezTo>
                  <a:pt x="1712565" y="27839"/>
                  <a:pt x="1720100" y="24612"/>
                  <a:pt x="1729211" y="24612"/>
                </a:cubicBezTo>
                <a:cubicBezTo>
                  <a:pt x="1739444" y="24612"/>
                  <a:pt x="1747518" y="27991"/>
                  <a:pt x="1753434" y="34748"/>
                </a:cubicBezTo>
                <a:cubicBezTo>
                  <a:pt x="1759349" y="41505"/>
                  <a:pt x="1762178" y="51858"/>
                  <a:pt x="1761918" y="65804"/>
                </a:cubicBezTo>
                <a:lnTo>
                  <a:pt x="1716322" y="65804"/>
                </a:lnTo>
                <a:cubicBezTo>
                  <a:pt x="1716451" y="71202"/>
                  <a:pt x="1717919" y="75401"/>
                  <a:pt x="1720726" y="78402"/>
                </a:cubicBezTo>
                <a:cubicBezTo>
                  <a:pt x="1723533" y="81403"/>
                  <a:pt x="1727030" y="82903"/>
                  <a:pt x="1731218" y="82903"/>
                </a:cubicBezTo>
                <a:cubicBezTo>
                  <a:pt x="1734068" y="82903"/>
                  <a:pt x="1736465" y="82126"/>
                  <a:pt x="1738408" y="80571"/>
                </a:cubicBezTo>
                <a:cubicBezTo>
                  <a:pt x="1740351" y="79017"/>
                  <a:pt x="1741819" y="76513"/>
                  <a:pt x="1742812" y="73058"/>
                </a:cubicBezTo>
                <a:moveTo>
                  <a:pt x="1743848" y="54664"/>
                </a:moveTo>
                <a:cubicBezTo>
                  <a:pt x="1743719" y="49418"/>
                  <a:pt x="1742359" y="45429"/>
                  <a:pt x="1739768" y="42698"/>
                </a:cubicBezTo>
                <a:cubicBezTo>
                  <a:pt x="1737177" y="39967"/>
                  <a:pt x="1734025" y="38602"/>
                  <a:pt x="1730312" y="38602"/>
                </a:cubicBezTo>
                <a:cubicBezTo>
                  <a:pt x="1726339" y="38602"/>
                  <a:pt x="1723058" y="40042"/>
                  <a:pt x="1720467" y="42923"/>
                </a:cubicBezTo>
                <a:cubicBezTo>
                  <a:pt x="1717876" y="45805"/>
                  <a:pt x="1716602" y="49719"/>
                  <a:pt x="1716646" y="54664"/>
                </a:cubicBezTo>
                <a:lnTo>
                  <a:pt x="1743848" y="54664"/>
                </a:lnTo>
                <a:close/>
                <a:moveTo>
                  <a:pt x="1794153" y="94950"/>
                </a:moveTo>
                <a:lnTo>
                  <a:pt x="1775953" y="94950"/>
                </a:lnTo>
                <a:lnTo>
                  <a:pt x="1775953" y="26166"/>
                </a:lnTo>
                <a:lnTo>
                  <a:pt x="1792857" y="26166"/>
                </a:lnTo>
                <a:lnTo>
                  <a:pt x="1792857" y="35946"/>
                </a:lnTo>
                <a:cubicBezTo>
                  <a:pt x="1795750" y="31326"/>
                  <a:pt x="1798352" y="28282"/>
                  <a:pt x="1800662" y="26814"/>
                </a:cubicBezTo>
                <a:cubicBezTo>
                  <a:pt x="1802972" y="25346"/>
                  <a:pt x="1805595" y="24612"/>
                  <a:pt x="1808531" y="24612"/>
                </a:cubicBezTo>
                <a:cubicBezTo>
                  <a:pt x="1812676" y="24612"/>
                  <a:pt x="1816670" y="25756"/>
                  <a:pt x="1820513" y="28045"/>
                </a:cubicBezTo>
                <a:lnTo>
                  <a:pt x="1814879" y="43913"/>
                </a:lnTo>
                <a:cubicBezTo>
                  <a:pt x="1811813" y="41926"/>
                  <a:pt x="1808963" y="40933"/>
                  <a:pt x="1806329" y="40933"/>
                </a:cubicBezTo>
                <a:cubicBezTo>
                  <a:pt x="1803782" y="40933"/>
                  <a:pt x="1801623" y="41635"/>
                  <a:pt x="1799852" y="43038"/>
                </a:cubicBezTo>
                <a:cubicBezTo>
                  <a:pt x="1798082" y="44442"/>
                  <a:pt x="1796689" y="46978"/>
                  <a:pt x="1795675" y="50649"/>
                </a:cubicBezTo>
                <a:cubicBezTo>
                  <a:pt x="1794660" y="54319"/>
                  <a:pt x="1794153" y="62005"/>
                  <a:pt x="1794153" y="73706"/>
                </a:cubicBezTo>
                <a:lnTo>
                  <a:pt x="1794153" y="94950"/>
                </a:lnTo>
                <a:close/>
                <a:moveTo>
                  <a:pt x="1859871" y="26166"/>
                </a:moveTo>
                <a:lnTo>
                  <a:pt x="1859871" y="40674"/>
                </a:lnTo>
                <a:lnTo>
                  <a:pt x="1847436" y="40674"/>
                </a:lnTo>
                <a:lnTo>
                  <a:pt x="1847436" y="68350"/>
                </a:lnTo>
                <a:cubicBezTo>
                  <a:pt x="1847436" y="73956"/>
                  <a:pt x="1847554" y="77222"/>
                  <a:pt x="1847792" y="78149"/>
                </a:cubicBezTo>
                <a:cubicBezTo>
                  <a:pt x="1848029" y="79074"/>
                  <a:pt x="1848569" y="79839"/>
                  <a:pt x="1849411" y="80444"/>
                </a:cubicBezTo>
                <a:cubicBezTo>
                  <a:pt x="1850253" y="81047"/>
                  <a:pt x="1851279" y="81349"/>
                  <a:pt x="1852488" y="81349"/>
                </a:cubicBezTo>
                <a:cubicBezTo>
                  <a:pt x="1854172" y="81349"/>
                  <a:pt x="1856611" y="80766"/>
                  <a:pt x="1859806" y="79600"/>
                </a:cubicBezTo>
                <a:lnTo>
                  <a:pt x="1861361" y="93772"/>
                </a:lnTo>
                <a:cubicBezTo>
                  <a:pt x="1857129" y="95594"/>
                  <a:pt x="1852337" y="96504"/>
                  <a:pt x="1846982" y="96504"/>
                </a:cubicBezTo>
                <a:cubicBezTo>
                  <a:pt x="1843701" y="96504"/>
                  <a:pt x="1840743" y="95954"/>
                  <a:pt x="1838109" y="94853"/>
                </a:cubicBezTo>
                <a:cubicBezTo>
                  <a:pt x="1835475" y="93752"/>
                  <a:pt x="1833543" y="92327"/>
                  <a:pt x="1832312" y="90578"/>
                </a:cubicBezTo>
                <a:cubicBezTo>
                  <a:pt x="1831082" y="88829"/>
                  <a:pt x="1830229" y="86465"/>
                  <a:pt x="1829754" y="83486"/>
                </a:cubicBezTo>
                <a:cubicBezTo>
                  <a:pt x="1829365" y="81370"/>
                  <a:pt x="1829171" y="77096"/>
                  <a:pt x="1829171" y="70662"/>
                </a:cubicBezTo>
                <a:lnTo>
                  <a:pt x="1829171" y="40674"/>
                </a:lnTo>
                <a:lnTo>
                  <a:pt x="1820816" y="40674"/>
                </a:lnTo>
                <a:lnTo>
                  <a:pt x="1820816" y="26166"/>
                </a:lnTo>
                <a:lnTo>
                  <a:pt x="1829171" y="26166"/>
                </a:lnTo>
                <a:lnTo>
                  <a:pt x="1829171" y="12435"/>
                </a:lnTo>
                <a:lnTo>
                  <a:pt x="1847436" y="1684"/>
                </a:lnTo>
                <a:lnTo>
                  <a:pt x="1847436" y="26166"/>
                </a:lnTo>
                <a:lnTo>
                  <a:pt x="1859871" y="26166"/>
                </a:lnTo>
                <a:close/>
                <a:moveTo>
                  <a:pt x="1872500" y="16840"/>
                </a:moveTo>
                <a:lnTo>
                  <a:pt x="1872500" y="0"/>
                </a:lnTo>
                <a:lnTo>
                  <a:pt x="1890699" y="0"/>
                </a:lnTo>
                <a:lnTo>
                  <a:pt x="1890699" y="16840"/>
                </a:lnTo>
                <a:lnTo>
                  <a:pt x="1872500" y="16840"/>
                </a:lnTo>
                <a:moveTo>
                  <a:pt x="1872500" y="94950"/>
                </a:moveTo>
                <a:lnTo>
                  <a:pt x="1872500" y="26166"/>
                </a:lnTo>
                <a:lnTo>
                  <a:pt x="1890699" y="26166"/>
                </a:lnTo>
                <a:lnTo>
                  <a:pt x="1890699" y="94950"/>
                </a:lnTo>
                <a:lnTo>
                  <a:pt x="1872500" y="94950"/>
                </a:lnTo>
                <a:close/>
                <a:moveTo>
                  <a:pt x="1922976" y="47410"/>
                </a:moveTo>
                <a:lnTo>
                  <a:pt x="1906461" y="44431"/>
                </a:lnTo>
                <a:cubicBezTo>
                  <a:pt x="1908317" y="37694"/>
                  <a:pt x="1911512" y="32706"/>
                  <a:pt x="1916046" y="29469"/>
                </a:cubicBezTo>
                <a:cubicBezTo>
                  <a:pt x="1920580" y="26231"/>
                  <a:pt x="1927316" y="24612"/>
                  <a:pt x="1936254" y="24612"/>
                </a:cubicBezTo>
                <a:cubicBezTo>
                  <a:pt x="1944371" y="24612"/>
                  <a:pt x="1950416" y="25573"/>
                  <a:pt x="1954389" y="27494"/>
                </a:cubicBezTo>
                <a:cubicBezTo>
                  <a:pt x="1958361" y="29415"/>
                  <a:pt x="1961157" y="31855"/>
                  <a:pt x="1962776" y="34813"/>
                </a:cubicBezTo>
                <a:cubicBezTo>
                  <a:pt x="1964395" y="37771"/>
                  <a:pt x="1965205" y="43200"/>
                  <a:pt x="1965205" y="51102"/>
                </a:cubicBezTo>
                <a:lnTo>
                  <a:pt x="1965011" y="72346"/>
                </a:lnTo>
                <a:cubicBezTo>
                  <a:pt x="1965011" y="78391"/>
                  <a:pt x="1965302" y="82849"/>
                  <a:pt x="1965885" y="85720"/>
                </a:cubicBezTo>
                <a:cubicBezTo>
                  <a:pt x="1966468" y="88592"/>
                  <a:pt x="1967558" y="91668"/>
                  <a:pt x="1969156" y="94950"/>
                </a:cubicBezTo>
                <a:lnTo>
                  <a:pt x="1951150" y="94950"/>
                </a:lnTo>
                <a:cubicBezTo>
                  <a:pt x="1950675" y="93741"/>
                  <a:pt x="1950093" y="91949"/>
                  <a:pt x="1949402" y="89574"/>
                </a:cubicBezTo>
                <a:cubicBezTo>
                  <a:pt x="1949099" y="88495"/>
                  <a:pt x="1948884" y="87782"/>
                  <a:pt x="1948754" y="87437"/>
                </a:cubicBezTo>
                <a:cubicBezTo>
                  <a:pt x="1945645" y="90459"/>
                  <a:pt x="1942320" y="92726"/>
                  <a:pt x="1938780" y="94237"/>
                </a:cubicBezTo>
                <a:cubicBezTo>
                  <a:pt x="1935239" y="95749"/>
                  <a:pt x="1931461" y="96504"/>
                  <a:pt x="1927445" y="96504"/>
                </a:cubicBezTo>
                <a:cubicBezTo>
                  <a:pt x="1920364" y="96504"/>
                  <a:pt x="1914783" y="94591"/>
                  <a:pt x="1910703" y="90764"/>
                </a:cubicBezTo>
                <a:cubicBezTo>
                  <a:pt x="1906622" y="86938"/>
                  <a:pt x="1904582" y="82100"/>
                  <a:pt x="1904582" y="76252"/>
                </a:cubicBezTo>
                <a:cubicBezTo>
                  <a:pt x="1904582" y="72382"/>
                  <a:pt x="1905511" y="68932"/>
                  <a:pt x="1907367" y="65901"/>
                </a:cubicBezTo>
                <a:cubicBezTo>
                  <a:pt x="1909224" y="62869"/>
                  <a:pt x="1911825" y="60547"/>
                  <a:pt x="1915172" y="58935"/>
                </a:cubicBezTo>
                <a:cubicBezTo>
                  <a:pt x="1918518" y="57322"/>
                  <a:pt x="1923343" y="55914"/>
                  <a:pt x="1929647" y="54711"/>
                </a:cubicBezTo>
                <a:cubicBezTo>
                  <a:pt x="1938154" y="53120"/>
                  <a:pt x="1944048" y="51636"/>
                  <a:pt x="1947329" y="50260"/>
                </a:cubicBezTo>
                <a:lnTo>
                  <a:pt x="1947329" y="48426"/>
                </a:lnTo>
                <a:cubicBezTo>
                  <a:pt x="1947329" y="44890"/>
                  <a:pt x="1946466" y="42368"/>
                  <a:pt x="1944738" y="40863"/>
                </a:cubicBezTo>
                <a:cubicBezTo>
                  <a:pt x="1943011" y="39355"/>
                  <a:pt x="1939751" y="38602"/>
                  <a:pt x="1934958" y="38602"/>
                </a:cubicBezTo>
                <a:cubicBezTo>
                  <a:pt x="1931720" y="38602"/>
                  <a:pt x="1929194" y="39253"/>
                  <a:pt x="1927381" y="40557"/>
                </a:cubicBezTo>
                <a:cubicBezTo>
                  <a:pt x="1925567" y="41859"/>
                  <a:pt x="1924099" y="44143"/>
                  <a:pt x="1922976" y="47410"/>
                </a:cubicBezTo>
                <a:moveTo>
                  <a:pt x="1947329" y="62177"/>
                </a:moveTo>
                <a:cubicBezTo>
                  <a:pt x="1944997" y="62945"/>
                  <a:pt x="1941306" y="63863"/>
                  <a:pt x="1936254" y="64930"/>
                </a:cubicBezTo>
                <a:cubicBezTo>
                  <a:pt x="1931202" y="65996"/>
                  <a:pt x="1927899" y="67041"/>
                  <a:pt x="1926344" y="68065"/>
                </a:cubicBezTo>
                <a:cubicBezTo>
                  <a:pt x="1923969" y="69729"/>
                  <a:pt x="1922782" y="71841"/>
                  <a:pt x="1922782" y="74400"/>
                </a:cubicBezTo>
                <a:cubicBezTo>
                  <a:pt x="1922782" y="76918"/>
                  <a:pt x="1923732" y="79095"/>
                  <a:pt x="1925632" y="80930"/>
                </a:cubicBezTo>
                <a:cubicBezTo>
                  <a:pt x="1927532" y="82763"/>
                  <a:pt x="1929950" y="83680"/>
                  <a:pt x="1932886" y="83680"/>
                </a:cubicBezTo>
                <a:cubicBezTo>
                  <a:pt x="1936167" y="83680"/>
                  <a:pt x="1939298" y="82614"/>
                  <a:pt x="1942277" y="80480"/>
                </a:cubicBezTo>
                <a:cubicBezTo>
                  <a:pt x="1944479" y="78860"/>
                  <a:pt x="1945926" y="76876"/>
                  <a:pt x="1946617" y="74528"/>
                </a:cubicBezTo>
                <a:cubicBezTo>
                  <a:pt x="1947092" y="72992"/>
                  <a:pt x="1947329" y="70070"/>
                  <a:pt x="1947329" y="65762"/>
                </a:cubicBezTo>
                <a:lnTo>
                  <a:pt x="1947329" y="62177"/>
                </a:lnTo>
                <a:close/>
                <a:moveTo>
                  <a:pt x="1983125" y="94950"/>
                </a:moveTo>
                <a:lnTo>
                  <a:pt x="1983125" y="0"/>
                </a:lnTo>
                <a:lnTo>
                  <a:pt x="2001325" y="0"/>
                </a:lnTo>
                <a:lnTo>
                  <a:pt x="2001325" y="94950"/>
                </a:lnTo>
                <a:lnTo>
                  <a:pt x="1983125" y="94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E5B52-DEEB-40F4-8916-97519D4A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60" y="1607379"/>
            <a:ext cx="2321285" cy="151594"/>
          </a:xfrm>
          <a:custGeom xmlns:a="http://schemas.openxmlformats.org/drawingml/2006/main">
            <a:pathLst>
              <a:path w="2321285" h="151594">
                <a:moveTo>
                  <a:pt x="0" y="0"/>
                </a:moveTo>
                <a:lnTo>
                  <a:pt x="2321285" y="0"/>
                </a:lnTo>
                <a:lnTo>
                  <a:pt x="2321285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navigationcalculationangleworking">
            <a:extLst xmlns:a="http://schemas.openxmlformats.org/drawingml/2006/main">
              <a:ext uri="{FF2B5EF4-FFF2-40B4-BE49-F238E27FC236}">
                <a16:creationId xmlns:a16="http://schemas.microsoft.com/office/drawing/2014/main" id="{BFF23EAD-C2E4-425D-9991-6131BE79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1" y="1635599"/>
            <a:ext cx="2304051" cy="122930"/>
          </a:xfrm>
          <a:custGeom xmlns:a="http://schemas.openxmlformats.org/drawingml/2006/main">
            <a:pathLst>
              <a:path w="2304051" h="122930">
                <a:moveTo>
                  <a:pt x="62695" y="94950"/>
                </a:moveTo>
                <a:lnTo>
                  <a:pt x="44496" y="94950"/>
                </a:lnTo>
                <a:lnTo>
                  <a:pt x="44496" y="59886"/>
                </a:lnTo>
                <a:cubicBezTo>
                  <a:pt x="44496" y="52467"/>
                  <a:pt x="44107" y="47669"/>
                  <a:pt x="43330" y="45491"/>
                </a:cubicBezTo>
                <a:cubicBezTo>
                  <a:pt x="42553" y="43314"/>
                  <a:pt x="41290" y="41621"/>
                  <a:pt x="39541" y="40413"/>
                </a:cubicBezTo>
                <a:cubicBezTo>
                  <a:pt x="37792" y="39206"/>
                  <a:pt x="35687" y="38602"/>
                  <a:pt x="33226" y="38602"/>
                </a:cubicBezTo>
                <a:cubicBezTo>
                  <a:pt x="30074" y="38602"/>
                  <a:pt x="27246" y="39465"/>
                  <a:pt x="24741" y="41190"/>
                </a:cubicBezTo>
                <a:cubicBezTo>
                  <a:pt x="22237" y="42915"/>
                  <a:pt x="20521" y="45201"/>
                  <a:pt x="19592" y="48048"/>
                </a:cubicBezTo>
                <a:cubicBezTo>
                  <a:pt x="18664" y="50893"/>
                  <a:pt x="18200" y="56155"/>
                  <a:pt x="18200" y="63833"/>
                </a:cubicBezTo>
                <a:lnTo>
                  <a:pt x="18200" y="94950"/>
                </a:lnTo>
                <a:lnTo>
                  <a:pt x="0" y="94950"/>
                </a:lnTo>
                <a:lnTo>
                  <a:pt x="0" y="26166"/>
                </a:lnTo>
                <a:lnTo>
                  <a:pt x="16904" y="26166"/>
                </a:lnTo>
                <a:lnTo>
                  <a:pt x="16904" y="36270"/>
                </a:lnTo>
                <a:cubicBezTo>
                  <a:pt x="22906" y="28498"/>
                  <a:pt x="30463" y="24612"/>
                  <a:pt x="39573" y="24612"/>
                </a:cubicBezTo>
                <a:cubicBezTo>
                  <a:pt x="43589" y="24612"/>
                  <a:pt x="47259" y="25335"/>
                  <a:pt x="50584" y="26782"/>
                </a:cubicBezTo>
                <a:cubicBezTo>
                  <a:pt x="53909" y="28228"/>
                  <a:pt x="56424" y="30074"/>
                  <a:pt x="58129" y="32319"/>
                </a:cubicBezTo>
                <a:cubicBezTo>
                  <a:pt x="59835" y="34565"/>
                  <a:pt x="61022" y="37112"/>
                  <a:pt x="61692" y="39962"/>
                </a:cubicBezTo>
                <a:cubicBezTo>
                  <a:pt x="62361" y="42812"/>
                  <a:pt x="62695" y="46892"/>
                  <a:pt x="62695" y="52203"/>
                </a:cubicBezTo>
                <a:lnTo>
                  <a:pt x="62695" y="94950"/>
                </a:lnTo>
                <a:close/>
                <a:moveTo>
                  <a:pt x="94777" y="47410"/>
                </a:moveTo>
                <a:lnTo>
                  <a:pt x="78261" y="44431"/>
                </a:lnTo>
                <a:cubicBezTo>
                  <a:pt x="80118" y="37694"/>
                  <a:pt x="83313" y="32706"/>
                  <a:pt x="87847" y="29469"/>
                </a:cubicBezTo>
                <a:cubicBezTo>
                  <a:pt x="92380" y="26231"/>
                  <a:pt x="99116" y="24612"/>
                  <a:pt x="108054" y="24612"/>
                </a:cubicBezTo>
                <a:cubicBezTo>
                  <a:pt x="116172" y="24612"/>
                  <a:pt x="122217" y="25573"/>
                  <a:pt x="126189" y="27494"/>
                </a:cubicBezTo>
                <a:cubicBezTo>
                  <a:pt x="130162" y="29415"/>
                  <a:pt x="132958" y="31855"/>
                  <a:pt x="134577" y="34813"/>
                </a:cubicBezTo>
                <a:cubicBezTo>
                  <a:pt x="136196" y="37771"/>
                  <a:pt x="137006" y="43200"/>
                  <a:pt x="137006" y="51102"/>
                </a:cubicBezTo>
                <a:lnTo>
                  <a:pt x="136811" y="72346"/>
                </a:lnTo>
                <a:cubicBezTo>
                  <a:pt x="136811" y="78391"/>
                  <a:pt x="137103" y="82849"/>
                  <a:pt x="137686" y="85720"/>
                </a:cubicBezTo>
                <a:cubicBezTo>
                  <a:pt x="138269" y="88592"/>
                  <a:pt x="139359" y="91668"/>
                  <a:pt x="140956" y="94950"/>
                </a:cubicBezTo>
                <a:lnTo>
                  <a:pt x="122951" y="94950"/>
                </a:lnTo>
                <a:cubicBezTo>
                  <a:pt x="122476" y="93741"/>
                  <a:pt x="121893" y="91949"/>
                  <a:pt x="121202" y="89574"/>
                </a:cubicBezTo>
                <a:cubicBezTo>
                  <a:pt x="120900" y="88495"/>
                  <a:pt x="120684" y="87782"/>
                  <a:pt x="120554" y="87437"/>
                </a:cubicBezTo>
                <a:cubicBezTo>
                  <a:pt x="117446" y="90459"/>
                  <a:pt x="114121" y="92726"/>
                  <a:pt x="110580" y="94237"/>
                </a:cubicBezTo>
                <a:cubicBezTo>
                  <a:pt x="107040" y="95749"/>
                  <a:pt x="103261" y="96504"/>
                  <a:pt x="99246" y="96504"/>
                </a:cubicBezTo>
                <a:cubicBezTo>
                  <a:pt x="92165" y="96504"/>
                  <a:pt x="86584" y="94591"/>
                  <a:pt x="82503" y="90764"/>
                </a:cubicBezTo>
                <a:cubicBezTo>
                  <a:pt x="78423" y="86938"/>
                  <a:pt x="76383" y="82100"/>
                  <a:pt x="76383" y="76252"/>
                </a:cubicBezTo>
                <a:cubicBezTo>
                  <a:pt x="76383" y="72382"/>
                  <a:pt x="77311" y="68932"/>
                  <a:pt x="79168" y="65901"/>
                </a:cubicBezTo>
                <a:cubicBezTo>
                  <a:pt x="81024" y="62869"/>
                  <a:pt x="83626" y="60547"/>
                  <a:pt x="86972" y="58935"/>
                </a:cubicBezTo>
                <a:cubicBezTo>
                  <a:pt x="90319" y="57322"/>
                  <a:pt x="95144" y="55914"/>
                  <a:pt x="101448" y="54711"/>
                </a:cubicBezTo>
                <a:cubicBezTo>
                  <a:pt x="109954" y="53120"/>
                  <a:pt x="115848" y="51636"/>
                  <a:pt x="119130" y="50260"/>
                </a:cubicBezTo>
                <a:lnTo>
                  <a:pt x="119130" y="48426"/>
                </a:lnTo>
                <a:cubicBezTo>
                  <a:pt x="119130" y="44890"/>
                  <a:pt x="118266" y="42368"/>
                  <a:pt x="116539" y="40863"/>
                </a:cubicBezTo>
                <a:cubicBezTo>
                  <a:pt x="114812" y="39355"/>
                  <a:pt x="111552" y="38602"/>
                  <a:pt x="106759" y="38602"/>
                </a:cubicBezTo>
                <a:cubicBezTo>
                  <a:pt x="103521" y="38602"/>
                  <a:pt x="100995" y="39253"/>
                  <a:pt x="99181" y="40557"/>
                </a:cubicBezTo>
                <a:cubicBezTo>
                  <a:pt x="97368" y="41859"/>
                  <a:pt x="95899" y="44143"/>
                  <a:pt x="94777" y="47410"/>
                </a:cubicBezTo>
                <a:moveTo>
                  <a:pt x="119130" y="62177"/>
                </a:moveTo>
                <a:cubicBezTo>
                  <a:pt x="116798" y="62945"/>
                  <a:pt x="113106" y="63863"/>
                  <a:pt x="108054" y="64930"/>
                </a:cubicBezTo>
                <a:cubicBezTo>
                  <a:pt x="103002" y="65996"/>
                  <a:pt x="99699" y="67041"/>
                  <a:pt x="98145" y="68065"/>
                </a:cubicBezTo>
                <a:cubicBezTo>
                  <a:pt x="95770" y="69729"/>
                  <a:pt x="94583" y="71841"/>
                  <a:pt x="94583" y="74400"/>
                </a:cubicBezTo>
                <a:cubicBezTo>
                  <a:pt x="94583" y="76918"/>
                  <a:pt x="95532" y="79095"/>
                  <a:pt x="97432" y="80930"/>
                </a:cubicBezTo>
                <a:cubicBezTo>
                  <a:pt x="99332" y="82763"/>
                  <a:pt x="101750" y="83680"/>
                  <a:pt x="104686" y="83680"/>
                </a:cubicBezTo>
                <a:cubicBezTo>
                  <a:pt x="107968" y="83680"/>
                  <a:pt x="111098" y="82614"/>
                  <a:pt x="114078" y="80480"/>
                </a:cubicBezTo>
                <a:cubicBezTo>
                  <a:pt x="116280" y="78860"/>
                  <a:pt x="117726" y="76876"/>
                  <a:pt x="118417" y="74528"/>
                </a:cubicBezTo>
                <a:cubicBezTo>
                  <a:pt x="118892" y="72992"/>
                  <a:pt x="119130" y="70070"/>
                  <a:pt x="119130" y="65762"/>
                </a:cubicBezTo>
                <a:lnTo>
                  <a:pt x="119130" y="62177"/>
                </a:lnTo>
                <a:close/>
                <a:moveTo>
                  <a:pt x="173838" y="94950"/>
                </a:moveTo>
                <a:lnTo>
                  <a:pt x="146118" y="26166"/>
                </a:lnTo>
                <a:lnTo>
                  <a:pt x="165224" y="26166"/>
                </a:lnTo>
                <a:lnTo>
                  <a:pt x="178178" y="61271"/>
                </a:lnTo>
                <a:lnTo>
                  <a:pt x="181934" y="72994"/>
                </a:lnTo>
                <a:cubicBezTo>
                  <a:pt x="182927" y="70014"/>
                  <a:pt x="183554" y="68050"/>
                  <a:pt x="183813" y="67100"/>
                </a:cubicBezTo>
                <a:cubicBezTo>
                  <a:pt x="184417" y="65157"/>
                  <a:pt x="185065" y="63214"/>
                  <a:pt x="185756" y="61271"/>
                </a:cubicBezTo>
                <a:lnTo>
                  <a:pt x="198839" y="26166"/>
                </a:lnTo>
                <a:lnTo>
                  <a:pt x="217557" y="26166"/>
                </a:lnTo>
                <a:lnTo>
                  <a:pt x="190225" y="94950"/>
                </a:lnTo>
                <a:lnTo>
                  <a:pt x="173838" y="94950"/>
                </a:lnTo>
                <a:close/>
                <a:moveTo>
                  <a:pt x="228677" y="16840"/>
                </a:moveTo>
                <a:lnTo>
                  <a:pt x="228677" y="0"/>
                </a:lnTo>
                <a:lnTo>
                  <a:pt x="246876" y="0"/>
                </a:lnTo>
                <a:lnTo>
                  <a:pt x="246876" y="16840"/>
                </a:lnTo>
                <a:lnTo>
                  <a:pt x="228677" y="16840"/>
                </a:lnTo>
                <a:moveTo>
                  <a:pt x="228677" y="94950"/>
                </a:moveTo>
                <a:lnTo>
                  <a:pt x="228677" y="26166"/>
                </a:lnTo>
                <a:lnTo>
                  <a:pt x="246876" y="26166"/>
                </a:lnTo>
                <a:lnTo>
                  <a:pt x="246876" y="94950"/>
                </a:lnTo>
                <a:lnTo>
                  <a:pt x="228677" y="94950"/>
                </a:lnTo>
                <a:close/>
                <a:moveTo>
                  <a:pt x="263868" y="99354"/>
                </a:moveTo>
                <a:lnTo>
                  <a:pt x="284658" y="101945"/>
                </a:lnTo>
                <a:cubicBezTo>
                  <a:pt x="285004" y="104386"/>
                  <a:pt x="285803" y="106064"/>
                  <a:pt x="287055" y="106979"/>
                </a:cubicBezTo>
                <a:cubicBezTo>
                  <a:pt x="288782" y="108286"/>
                  <a:pt x="291502" y="108940"/>
                  <a:pt x="295216" y="108940"/>
                </a:cubicBezTo>
                <a:cubicBezTo>
                  <a:pt x="299965" y="108940"/>
                  <a:pt x="303528" y="108222"/>
                  <a:pt x="305902" y="106786"/>
                </a:cubicBezTo>
                <a:cubicBezTo>
                  <a:pt x="307500" y="105830"/>
                  <a:pt x="308709" y="104286"/>
                  <a:pt x="309529" y="102155"/>
                </a:cubicBezTo>
                <a:cubicBezTo>
                  <a:pt x="310091" y="100633"/>
                  <a:pt x="310371" y="97829"/>
                  <a:pt x="310371" y="93742"/>
                </a:cubicBezTo>
                <a:lnTo>
                  <a:pt x="310371" y="83630"/>
                </a:lnTo>
                <a:cubicBezTo>
                  <a:pt x="304931" y="91176"/>
                  <a:pt x="298065" y="94950"/>
                  <a:pt x="289775" y="94950"/>
                </a:cubicBezTo>
                <a:cubicBezTo>
                  <a:pt x="280535" y="94950"/>
                  <a:pt x="273216" y="91042"/>
                  <a:pt x="267819" y="83227"/>
                </a:cubicBezTo>
                <a:cubicBezTo>
                  <a:pt x="263587" y="77052"/>
                  <a:pt x="261472" y="69367"/>
                  <a:pt x="261472" y="60169"/>
                </a:cubicBezTo>
                <a:cubicBezTo>
                  <a:pt x="261472" y="48641"/>
                  <a:pt x="264246" y="39832"/>
                  <a:pt x="269794" y="33744"/>
                </a:cubicBezTo>
                <a:cubicBezTo>
                  <a:pt x="275343" y="27656"/>
                  <a:pt x="282240" y="24612"/>
                  <a:pt x="290488" y="24612"/>
                </a:cubicBezTo>
                <a:cubicBezTo>
                  <a:pt x="298994" y="24612"/>
                  <a:pt x="306010" y="28364"/>
                  <a:pt x="311537" y="35869"/>
                </a:cubicBezTo>
                <a:lnTo>
                  <a:pt x="311537" y="26166"/>
                </a:lnTo>
                <a:lnTo>
                  <a:pt x="328571" y="26166"/>
                </a:lnTo>
                <a:lnTo>
                  <a:pt x="328571" y="87931"/>
                </a:lnTo>
                <a:cubicBezTo>
                  <a:pt x="328571" y="96054"/>
                  <a:pt x="327902" y="102124"/>
                  <a:pt x="326563" y="106143"/>
                </a:cubicBezTo>
                <a:cubicBezTo>
                  <a:pt x="325225" y="110161"/>
                  <a:pt x="323347" y="113315"/>
                  <a:pt x="320929" y="115605"/>
                </a:cubicBezTo>
                <a:cubicBezTo>
                  <a:pt x="318511" y="117896"/>
                  <a:pt x="315283" y="119689"/>
                  <a:pt x="311246" y="120985"/>
                </a:cubicBezTo>
                <a:cubicBezTo>
                  <a:pt x="307209" y="122281"/>
                  <a:pt x="302103" y="122930"/>
                  <a:pt x="295928" y="122930"/>
                </a:cubicBezTo>
                <a:cubicBezTo>
                  <a:pt x="284270" y="122930"/>
                  <a:pt x="276001" y="120916"/>
                  <a:pt x="271122" y="116888"/>
                </a:cubicBezTo>
                <a:cubicBezTo>
                  <a:pt x="266243" y="112862"/>
                  <a:pt x="263803" y="107757"/>
                  <a:pt x="263803" y="101574"/>
                </a:cubicBezTo>
                <a:cubicBezTo>
                  <a:pt x="263803" y="100965"/>
                  <a:pt x="263825" y="100224"/>
                  <a:pt x="263868" y="99354"/>
                </a:cubicBezTo>
                <a:moveTo>
                  <a:pt x="280125" y="59133"/>
                </a:moveTo>
                <a:cubicBezTo>
                  <a:pt x="280125" y="66409"/>
                  <a:pt x="281539" y="71736"/>
                  <a:pt x="284367" y="75115"/>
                </a:cubicBezTo>
                <a:cubicBezTo>
                  <a:pt x="287195" y="78493"/>
                  <a:pt x="290682" y="80183"/>
                  <a:pt x="294827" y="80183"/>
                </a:cubicBezTo>
                <a:cubicBezTo>
                  <a:pt x="299274" y="80183"/>
                  <a:pt x="303031" y="78450"/>
                  <a:pt x="306097" y="74985"/>
                </a:cubicBezTo>
                <a:cubicBezTo>
                  <a:pt x="309162" y="71520"/>
                  <a:pt x="310695" y="66387"/>
                  <a:pt x="310695" y="59587"/>
                </a:cubicBezTo>
                <a:cubicBezTo>
                  <a:pt x="310695" y="52484"/>
                  <a:pt x="309227" y="47210"/>
                  <a:pt x="306291" y="43767"/>
                </a:cubicBezTo>
                <a:cubicBezTo>
                  <a:pt x="303355" y="40323"/>
                  <a:pt x="299641" y="38602"/>
                  <a:pt x="295151" y="38602"/>
                </a:cubicBezTo>
                <a:cubicBezTo>
                  <a:pt x="290790" y="38602"/>
                  <a:pt x="287195" y="40291"/>
                  <a:pt x="284367" y="43670"/>
                </a:cubicBezTo>
                <a:cubicBezTo>
                  <a:pt x="281539" y="47049"/>
                  <a:pt x="280125" y="52203"/>
                  <a:pt x="280125" y="59133"/>
                </a:cubicBezTo>
                <a:close/>
                <a:moveTo>
                  <a:pt x="360199" y="47410"/>
                </a:moveTo>
                <a:lnTo>
                  <a:pt x="343683" y="44431"/>
                </a:lnTo>
                <a:cubicBezTo>
                  <a:pt x="345540" y="37694"/>
                  <a:pt x="348735" y="32706"/>
                  <a:pt x="353269" y="29469"/>
                </a:cubicBezTo>
                <a:cubicBezTo>
                  <a:pt x="357803" y="26231"/>
                  <a:pt x="364539" y="24612"/>
                  <a:pt x="373477" y="24612"/>
                </a:cubicBezTo>
                <a:cubicBezTo>
                  <a:pt x="381594" y="24612"/>
                  <a:pt x="387639" y="25573"/>
                  <a:pt x="391612" y="27494"/>
                </a:cubicBezTo>
                <a:cubicBezTo>
                  <a:pt x="395584" y="29415"/>
                  <a:pt x="398380" y="31855"/>
                  <a:pt x="399999" y="34813"/>
                </a:cubicBezTo>
                <a:cubicBezTo>
                  <a:pt x="401618" y="37771"/>
                  <a:pt x="402428" y="43200"/>
                  <a:pt x="402428" y="51102"/>
                </a:cubicBezTo>
                <a:lnTo>
                  <a:pt x="402234" y="72346"/>
                </a:lnTo>
                <a:cubicBezTo>
                  <a:pt x="402234" y="78391"/>
                  <a:pt x="402525" y="82849"/>
                  <a:pt x="403108" y="85720"/>
                </a:cubicBezTo>
                <a:cubicBezTo>
                  <a:pt x="403691" y="88592"/>
                  <a:pt x="404781" y="91668"/>
                  <a:pt x="406379" y="94950"/>
                </a:cubicBezTo>
                <a:lnTo>
                  <a:pt x="388373" y="94950"/>
                </a:lnTo>
                <a:cubicBezTo>
                  <a:pt x="387898" y="93741"/>
                  <a:pt x="387315" y="91949"/>
                  <a:pt x="386625" y="89574"/>
                </a:cubicBezTo>
                <a:cubicBezTo>
                  <a:pt x="386322" y="88495"/>
                  <a:pt x="386106" y="87782"/>
                  <a:pt x="385977" y="87437"/>
                </a:cubicBezTo>
                <a:cubicBezTo>
                  <a:pt x="382868" y="90459"/>
                  <a:pt x="379543" y="92726"/>
                  <a:pt x="376003" y="94237"/>
                </a:cubicBezTo>
                <a:cubicBezTo>
                  <a:pt x="372462" y="95749"/>
                  <a:pt x="368684" y="96504"/>
                  <a:pt x="364668" y="96504"/>
                </a:cubicBezTo>
                <a:cubicBezTo>
                  <a:pt x="357587" y="96504"/>
                  <a:pt x="352006" y="94591"/>
                  <a:pt x="347926" y="90764"/>
                </a:cubicBezTo>
                <a:cubicBezTo>
                  <a:pt x="343845" y="86938"/>
                  <a:pt x="341805" y="82100"/>
                  <a:pt x="341805" y="76252"/>
                </a:cubicBezTo>
                <a:cubicBezTo>
                  <a:pt x="341805" y="72382"/>
                  <a:pt x="342733" y="68932"/>
                  <a:pt x="344590" y="65901"/>
                </a:cubicBezTo>
                <a:cubicBezTo>
                  <a:pt x="346447" y="62869"/>
                  <a:pt x="349048" y="60547"/>
                  <a:pt x="352395" y="58935"/>
                </a:cubicBezTo>
                <a:cubicBezTo>
                  <a:pt x="355741" y="57322"/>
                  <a:pt x="360566" y="55914"/>
                  <a:pt x="366870" y="54711"/>
                </a:cubicBezTo>
                <a:cubicBezTo>
                  <a:pt x="375376" y="53120"/>
                  <a:pt x="381270" y="51636"/>
                  <a:pt x="384552" y="50260"/>
                </a:cubicBezTo>
                <a:lnTo>
                  <a:pt x="384552" y="48426"/>
                </a:lnTo>
                <a:cubicBezTo>
                  <a:pt x="384552" y="44890"/>
                  <a:pt x="383688" y="42368"/>
                  <a:pt x="381961" y="40863"/>
                </a:cubicBezTo>
                <a:cubicBezTo>
                  <a:pt x="380234" y="39355"/>
                  <a:pt x="376974" y="38602"/>
                  <a:pt x="372181" y="38602"/>
                </a:cubicBezTo>
                <a:cubicBezTo>
                  <a:pt x="368943" y="38602"/>
                  <a:pt x="366417" y="39253"/>
                  <a:pt x="364603" y="40557"/>
                </a:cubicBezTo>
                <a:cubicBezTo>
                  <a:pt x="362790" y="41859"/>
                  <a:pt x="361322" y="44143"/>
                  <a:pt x="360199" y="47410"/>
                </a:cubicBezTo>
                <a:moveTo>
                  <a:pt x="384552" y="62177"/>
                </a:moveTo>
                <a:cubicBezTo>
                  <a:pt x="382220" y="62945"/>
                  <a:pt x="378529" y="63863"/>
                  <a:pt x="373477" y="64930"/>
                </a:cubicBezTo>
                <a:cubicBezTo>
                  <a:pt x="368425" y="65996"/>
                  <a:pt x="365122" y="67041"/>
                  <a:pt x="363567" y="68065"/>
                </a:cubicBezTo>
                <a:cubicBezTo>
                  <a:pt x="361192" y="69729"/>
                  <a:pt x="360005" y="71841"/>
                  <a:pt x="360005" y="74400"/>
                </a:cubicBezTo>
                <a:cubicBezTo>
                  <a:pt x="360005" y="76918"/>
                  <a:pt x="360955" y="79095"/>
                  <a:pt x="362855" y="80930"/>
                </a:cubicBezTo>
                <a:cubicBezTo>
                  <a:pt x="364755" y="82763"/>
                  <a:pt x="367173" y="83680"/>
                  <a:pt x="370109" y="83680"/>
                </a:cubicBezTo>
                <a:cubicBezTo>
                  <a:pt x="373390" y="83680"/>
                  <a:pt x="376521" y="82614"/>
                  <a:pt x="379500" y="80480"/>
                </a:cubicBezTo>
                <a:cubicBezTo>
                  <a:pt x="381702" y="78860"/>
                  <a:pt x="383149" y="76876"/>
                  <a:pt x="383839" y="74528"/>
                </a:cubicBezTo>
                <a:cubicBezTo>
                  <a:pt x="384314" y="72992"/>
                  <a:pt x="384552" y="70070"/>
                  <a:pt x="384552" y="65762"/>
                </a:cubicBezTo>
                <a:lnTo>
                  <a:pt x="384552" y="62177"/>
                </a:lnTo>
                <a:close/>
                <a:moveTo>
                  <a:pt x="451890" y="26166"/>
                </a:moveTo>
                <a:lnTo>
                  <a:pt x="451890" y="40674"/>
                </a:lnTo>
                <a:lnTo>
                  <a:pt x="439455" y="40674"/>
                </a:lnTo>
                <a:lnTo>
                  <a:pt x="439455" y="68350"/>
                </a:lnTo>
                <a:cubicBezTo>
                  <a:pt x="439455" y="73956"/>
                  <a:pt x="439574" y="77222"/>
                  <a:pt x="439811" y="78149"/>
                </a:cubicBezTo>
                <a:cubicBezTo>
                  <a:pt x="440049" y="79074"/>
                  <a:pt x="440588" y="79839"/>
                  <a:pt x="441430" y="80444"/>
                </a:cubicBezTo>
                <a:cubicBezTo>
                  <a:pt x="442272" y="81047"/>
                  <a:pt x="443298" y="81349"/>
                  <a:pt x="444507" y="81349"/>
                </a:cubicBezTo>
                <a:cubicBezTo>
                  <a:pt x="446191" y="81349"/>
                  <a:pt x="448631" y="80766"/>
                  <a:pt x="451826" y="79600"/>
                </a:cubicBezTo>
                <a:lnTo>
                  <a:pt x="453380" y="93772"/>
                </a:lnTo>
                <a:cubicBezTo>
                  <a:pt x="449149" y="95594"/>
                  <a:pt x="444356" y="96504"/>
                  <a:pt x="439002" y="96504"/>
                </a:cubicBezTo>
                <a:cubicBezTo>
                  <a:pt x="435720" y="96504"/>
                  <a:pt x="432762" y="95954"/>
                  <a:pt x="430128" y="94853"/>
                </a:cubicBezTo>
                <a:cubicBezTo>
                  <a:pt x="427495" y="93752"/>
                  <a:pt x="425562" y="92327"/>
                  <a:pt x="424332" y="90578"/>
                </a:cubicBezTo>
                <a:cubicBezTo>
                  <a:pt x="423101" y="88829"/>
                  <a:pt x="422248" y="86465"/>
                  <a:pt x="421773" y="83486"/>
                </a:cubicBezTo>
                <a:cubicBezTo>
                  <a:pt x="421385" y="81370"/>
                  <a:pt x="421190" y="77096"/>
                  <a:pt x="421190" y="70662"/>
                </a:cubicBezTo>
                <a:lnTo>
                  <a:pt x="421190" y="40674"/>
                </a:lnTo>
                <a:lnTo>
                  <a:pt x="412835" y="40674"/>
                </a:lnTo>
                <a:lnTo>
                  <a:pt x="412835" y="26166"/>
                </a:lnTo>
                <a:lnTo>
                  <a:pt x="421190" y="26166"/>
                </a:lnTo>
                <a:lnTo>
                  <a:pt x="421190" y="12435"/>
                </a:lnTo>
                <a:lnTo>
                  <a:pt x="439455" y="1684"/>
                </a:lnTo>
                <a:lnTo>
                  <a:pt x="439455" y="26166"/>
                </a:lnTo>
                <a:lnTo>
                  <a:pt x="451890" y="26166"/>
                </a:lnTo>
                <a:close/>
                <a:moveTo>
                  <a:pt x="464519" y="16840"/>
                </a:moveTo>
                <a:lnTo>
                  <a:pt x="464519" y="0"/>
                </a:lnTo>
                <a:lnTo>
                  <a:pt x="482719" y="0"/>
                </a:lnTo>
                <a:lnTo>
                  <a:pt x="482719" y="16840"/>
                </a:lnTo>
                <a:lnTo>
                  <a:pt x="464519" y="16840"/>
                </a:lnTo>
                <a:moveTo>
                  <a:pt x="464519" y="94950"/>
                </a:moveTo>
                <a:lnTo>
                  <a:pt x="464519" y="26166"/>
                </a:lnTo>
                <a:lnTo>
                  <a:pt x="482719" y="26166"/>
                </a:lnTo>
                <a:lnTo>
                  <a:pt x="482719" y="94950"/>
                </a:lnTo>
                <a:lnTo>
                  <a:pt x="464519" y="94950"/>
                </a:lnTo>
                <a:close/>
                <a:moveTo>
                  <a:pt x="497185" y="59587"/>
                </a:moveTo>
                <a:cubicBezTo>
                  <a:pt x="497185" y="53542"/>
                  <a:pt x="498674" y="47691"/>
                  <a:pt x="501654" y="42034"/>
                </a:cubicBezTo>
                <a:cubicBezTo>
                  <a:pt x="504633" y="36378"/>
                  <a:pt x="508854" y="32060"/>
                  <a:pt x="514316" y="29081"/>
                </a:cubicBezTo>
                <a:cubicBezTo>
                  <a:pt x="519778" y="26101"/>
                  <a:pt x="525877" y="24612"/>
                  <a:pt x="532613" y="24612"/>
                </a:cubicBezTo>
                <a:cubicBezTo>
                  <a:pt x="543019" y="24612"/>
                  <a:pt x="551547" y="27991"/>
                  <a:pt x="558196" y="34748"/>
                </a:cubicBezTo>
                <a:cubicBezTo>
                  <a:pt x="564846" y="41505"/>
                  <a:pt x="568170" y="50044"/>
                  <a:pt x="568170" y="60364"/>
                </a:cubicBezTo>
                <a:cubicBezTo>
                  <a:pt x="568170" y="70770"/>
                  <a:pt x="564813" y="79395"/>
                  <a:pt x="558099" y="86239"/>
                </a:cubicBezTo>
                <a:cubicBezTo>
                  <a:pt x="551385" y="93082"/>
                  <a:pt x="542932" y="96504"/>
                  <a:pt x="532742" y="96504"/>
                </a:cubicBezTo>
                <a:cubicBezTo>
                  <a:pt x="526438" y="96504"/>
                  <a:pt x="520425" y="95079"/>
                  <a:pt x="514704" y="92230"/>
                </a:cubicBezTo>
                <a:cubicBezTo>
                  <a:pt x="508983" y="89380"/>
                  <a:pt x="504633" y="85202"/>
                  <a:pt x="501654" y="79697"/>
                </a:cubicBezTo>
                <a:cubicBezTo>
                  <a:pt x="498674" y="74192"/>
                  <a:pt x="497185" y="67488"/>
                  <a:pt x="497185" y="59587"/>
                </a:cubicBezTo>
                <a:moveTo>
                  <a:pt x="515838" y="60558"/>
                </a:moveTo>
                <a:cubicBezTo>
                  <a:pt x="515838" y="67359"/>
                  <a:pt x="517457" y="72567"/>
                  <a:pt x="520695" y="76183"/>
                </a:cubicBezTo>
                <a:cubicBezTo>
                  <a:pt x="523934" y="79800"/>
                  <a:pt x="527928" y="81608"/>
                  <a:pt x="532677" y="81608"/>
                </a:cubicBezTo>
                <a:cubicBezTo>
                  <a:pt x="537427" y="81608"/>
                  <a:pt x="541410" y="79800"/>
                  <a:pt x="544627" y="76183"/>
                </a:cubicBezTo>
                <a:cubicBezTo>
                  <a:pt x="547844" y="72567"/>
                  <a:pt x="549452" y="67316"/>
                  <a:pt x="549452" y="60429"/>
                </a:cubicBezTo>
                <a:cubicBezTo>
                  <a:pt x="549452" y="53714"/>
                  <a:pt x="547844" y="48549"/>
                  <a:pt x="544627" y="44933"/>
                </a:cubicBezTo>
                <a:cubicBezTo>
                  <a:pt x="541410" y="41317"/>
                  <a:pt x="537427" y="39508"/>
                  <a:pt x="532677" y="39508"/>
                </a:cubicBezTo>
                <a:cubicBezTo>
                  <a:pt x="527928" y="39508"/>
                  <a:pt x="523934" y="41317"/>
                  <a:pt x="520695" y="44933"/>
                </a:cubicBezTo>
                <a:cubicBezTo>
                  <a:pt x="517457" y="48549"/>
                  <a:pt x="515838" y="53757"/>
                  <a:pt x="515838" y="60558"/>
                </a:cubicBezTo>
                <a:close/>
                <a:moveTo>
                  <a:pt x="645006" y="94950"/>
                </a:moveTo>
                <a:lnTo>
                  <a:pt x="626807" y="94950"/>
                </a:lnTo>
                <a:lnTo>
                  <a:pt x="626807" y="59886"/>
                </a:lnTo>
                <a:cubicBezTo>
                  <a:pt x="626807" y="52467"/>
                  <a:pt x="626418" y="47669"/>
                  <a:pt x="625641" y="45491"/>
                </a:cubicBezTo>
                <a:cubicBezTo>
                  <a:pt x="624864" y="43314"/>
                  <a:pt x="623601" y="41621"/>
                  <a:pt x="621852" y="40413"/>
                </a:cubicBezTo>
                <a:cubicBezTo>
                  <a:pt x="620103" y="39206"/>
                  <a:pt x="617998" y="38602"/>
                  <a:pt x="615537" y="38602"/>
                </a:cubicBezTo>
                <a:cubicBezTo>
                  <a:pt x="612385" y="38602"/>
                  <a:pt x="609557" y="39465"/>
                  <a:pt x="607052" y="41190"/>
                </a:cubicBezTo>
                <a:cubicBezTo>
                  <a:pt x="604548" y="42915"/>
                  <a:pt x="602832" y="45201"/>
                  <a:pt x="601903" y="48048"/>
                </a:cubicBezTo>
                <a:cubicBezTo>
                  <a:pt x="600975" y="50893"/>
                  <a:pt x="600511" y="56155"/>
                  <a:pt x="600511" y="63833"/>
                </a:cubicBezTo>
                <a:lnTo>
                  <a:pt x="600511" y="94950"/>
                </a:lnTo>
                <a:lnTo>
                  <a:pt x="582311" y="94950"/>
                </a:lnTo>
                <a:lnTo>
                  <a:pt x="582311" y="26166"/>
                </a:lnTo>
                <a:lnTo>
                  <a:pt x="599215" y="26166"/>
                </a:lnTo>
                <a:lnTo>
                  <a:pt x="599215" y="36270"/>
                </a:lnTo>
                <a:cubicBezTo>
                  <a:pt x="605217" y="28498"/>
                  <a:pt x="612774" y="24612"/>
                  <a:pt x="621884" y="24612"/>
                </a:cubicBezTo>
                <a:cubicBezTo>
                  <a:pt x="625900" y="24612"/>
                  <a:pt x="629570" y="25335"/>
                  <a:pt x="632895" y="26782"/>
                </a:cubicBezTo>
                <a:cubicBezTo>
                  <a:pt x="636220" y="28228"/>
                  <a:pt x="638735" y="30074"/>
                  <a:pt x="640440" y="32319"/>
                </a:cubicBezTo>
                <a:cubicBezTo>
                  <a:pt x="642146" y="34565"/>
                  <a:pt x="643333" y="37112"/>
                  <a:pt x="644003" y="39962"/>
                </a:cubicBezTo>
                <a:cubicBezTo>
                  <a:pt x="644672" y="42812"/>
                  <a:pt x="645006" y="46892"/>
                  <a:pt x="645006" y="52203"/>
                </a:cubicBezTo>
                <a:lnTo>
                  <a:pt x="645006" y="94950"/>
                </a:lnTo>
                <a:close/>
                <a:moveTo>
                  <a:pt x="760337" y="46503"/>
                </a:moveTo>
                <a:lnTo>
                  <a:pt x="742396" y="49742"/>
                </a:lnTo>
                <a:cubicBezTo>
                  <a:pt x="741792" y="46180"/>
                  <a:pt x="740421" y="43497"/>
                  <a:pt x="738283" y="41694"/>
                </a:cubicBezTo>
                <a:cubicBezTo>
                  <a:pt x="736146" y="39892"/>
                  <a:pt x="733372" y="38990"/>
                  <a:pt x="729961" y="38990"/>
                </a:cubicBezTo>
                <a:cubicBezTo>
                  <a:pt x="725427" y="38990"/>
                  <a:pt x="721811" y="40551"/>
                  <a:pt x="719112" y="43672"/>
                </a:cubicBezTo>
                <a:cubicBezTo>
                  <a:pt x="716413" y="46793"/>
                  <a:pt x="715064" y="52012"/>
                  <a:pt x="715064" y="59330"/>
                </a:cubicBezTo>
                <a:cubicBezTo>
                  <a:pt x="715064" y="67466"/>
                  <a:pt x="716435" y="73213"/>
                  <a:pt x="719177" y="76572"/>
                </a:cubicBezTo>
                <a:cubicBezTo>
                  <a:pt x="721919" y="79929"/>
                  <a:pt x="725600" y="81608"/>
                  <a:pt x="730220" y="81608"/>
                </a:cubicBezTo>
                <a:cubicBezTo>
                  <a:pt x="733674" y="81608"/>
                  <a:pt x="736502" y="80625"/>
                  <a:pt x="738704" y="78661"/>
                </a:cubicBezTo>
                <a:cubicBezTo>
                  <a:pt x="740907" y="76696"/>
                  <a:pt x="742461" y="73317"/>
                  <a:pt x="743368" y="68525"/>
                </a:cubicBezTo>
                <a:lnTo>
                  <a:pt x="761244" y="71633"/>
                </a:lnTo>
                <a:cubicBezTo>
                  <a:pt x="759387" y="79837"/>
                  <a:pt x="755825" y="86033"/>
                  <a:pt x="750557" y="90222"/>
                </a:cubicBezTo>
                <a:cubicBezTo>
                  <a:pt x="745289" y="94410"/>
                  <a:pt x="738229" y="96504"/>
                  <a:pt x="729378" y="96504"/>
                </a:cubicBezTo>
                <a:cubicBezTo>
                  <a:pt x="719317" y="96504"/>
                  <a:pt x="711297" y="93331"/>
                  <a:pt x="705317" y="86983"/>
                </a:cubicBezTo>
                <a:cubicBezTo>
                  <a:pt x="699336" y="80636"/>
                  <a:pt x="696346" y="71849"/>
                  <a:pt x="696346" y="60623"/>
                </a:cubicBezTo>
                <a:cubicBezTo>
                  <a:pt x="696346" y="49267"/>
                  <a:pt x="699347" y="40426"/>
                  <a:pt x="705349" y="34100"/>
                </a:cubicBezTo>
                <a:cubicBezTo>
                  <a:pt x="711351" y="27775"/>
                  <a:pt x="719468" y="24612"/>
                  <a:pt x="729702" y="24612"/>
                </a:cubicBezTo>
                <a:cubicBezTo>
                  <a:pt x="738078" y="24612"/>
                  <a:pt x="744739" y="26415"/>
                  <a:pt x="749683" y="30020"/>
                </a:cubicBezTo>
                <a:cubicBezTo>
                  <a:pt x="754627" y="33625"/>
                  <a:pt x="758178" y="39120"/>
                  <a:pt x="760337" y="46503"/>
                </a:cubicBezTo>
                <a:close/>
                <a:moveTo>
                  <a:pt x="787714" y="47410"/>
                </a:moveTo>
                <a:lnTo>
                  <a:pt x="771198" y="44431"/>
                </a:lnTo>
                <a:cubicBezTo>
                  <a:pt x="773055" y="37694"/>
                  <a:pt x="776250" y="32706"/>
                  <a:pt x="780783" y="29469"/>
                </a:cubicBezTo>
                <a:cubicBezTo>
                  <a:pt x="785317" y="26231"/>
                  <a:pt x="792053" y="24612"/>
                  <a:pt x="800991" y="24612"/>
                </a:cubicBezTo>
                <a:cubicBezTo>
                  <a:pt x="809109" y="24612"/>
                  <a:pt x="815154" y="25573"/>
                  <a:pt x="819126" y="27494"/>
                </a:cubicBezTo>
                <a:cubicBezTo>
                  <a:pt x="823099" y="29415"/>
                  <a:pt x="825894" y="31855"/>
                  <a:pt x="827514" y="34813"/>
                </a:cubicBezTo>
                <a:cubicBezTo>
                  <a:pt x="829133" y="37771"/>
                  <a:pt x="829942" y="43200"/>
                  <a:pt x="829942" y="51102"/>
                </a:cubicBezTo>
                <a:lnTo>
                  <a:pt x="829748" y="72346"/>
                </a:lnTo>
                <a:cubicBezTo>
                  <a:pt x="829748" y="78391"/>
                  <a:pt x="830040" y="82849"/>
                  <a:pt x="830622" y="85720"/>
                </a:cubicBezTo>
                <a:cubicBezTo>
                  <a:pt x="831205" y="88592"/>
                  <a:pt x="832296" y="91668"/>
                  <a:pt x="833893" y="94950"/>
                </a:cubicBezTo>
                <a:lnTo>
                  <a:pt x="815888" y="94950"/>
                </a:lnTo>
                <a:cubicBezTo>
                  <a:pt x="815413" y="93741"/>
                  <a:pt x="814830" y="91949"/>
                  <a:pt x="814139" y="89574"/>
                </a:cubicBezTo>
                <a:cubicBezTo>
                  <a:pt x="813837" y="88495"/>
                  <a:pt x="813621" y="87782"/>
                  <a:pt x="813491" y="87437"/>
                </a:cubicBezTo>
                <a:cubicBezTo>
                  <a:pt x="810382" y="90459"/>
                  <a:pt x="807058" y="92726"/>
                  <a:pt x="803517" y="94237"/>
                </a:cubicBezTo>
                <a:cubicBezTo>
                  <a:pt x="799976" y="95749"/>
                  <a:pt x="796198" y="96504"/>
                  <a:pt x="792183" y="96504"/>
                </a:cubicBezTo>
                <a:cubicBezTo>
                  <a:pt x="785101" y="96504"/>
                  <a:pt x="779521" y="94591"/>
                  <a:pt x="775440" y="90764"/>
                </a:cubicBezTo>
                <a:cubicBezTo>
                  <a:pt x="771360" y="86938"/>
                  <a:pt x="769320" y="82100"/>
                  <a:pt x="769320" y="76252"/>
                </a:cubicBezTo>
                <a:cubicBezTo>
                  <a:pt x="769320" y="72382"/>
                  <a:pt x="770248" y="68932"/>
                  <a:pt x="772105" y="65901"/>
                </a:cubicBezTo>
                <a:cubicBezTo>
                  <a:pt x="773961" y="62869"/>
                  <a:pt x="776563" y="60547"/>
                  <a:pt x="779909" y="58935"/>
                </a:cubicBezTo>
                <a:cubicBezTo>
                  <a:pt x="783255" y="57322"/>
                  <a:pt x="788081" y="55914"/>
                  <a:pt x="794385" y="54711"/>
                </a:cubicBezTo>
                <a:cubicBezTo>
                  <a:pt x="802891" y="53120"/>
                  <a:pt x="808785" y="51636"/>
                  <a:pt x="812066" y="50260"/>
                </a:cubicBezTo>
                <a:lnTo>
                  <a:pt x="812066" y="48426"/>
                </a:lnTo>
                <a:cubicBezTo>
                  <a:pt x="812066" y="44890"/>
                  <a:pt x="811203" y="42368"/>
                  <a:pt x="809476" y="40863"/>
                </a:cubicBezTo>
                <a:cubicBezTo>
                  <a:pt x="807749" y="39355"/>
                  <a:pt x="804489" y="38602"/>
                  <a:pt x="799696" y="38602"/>
                </a:cubicBezTo>
                <a:cubicBezTo>
                  <a:pt x="796457" y="38602"/>
                  <a:pt x="793931" y="39253"/>
                  <a:pt x="792118" y="40557"/>
                </a:cubicBezTo>
                <a:cubicBezTo>
                  <a:pt x="790304" y="41859"/>
                  <a:pt x="788836" y="44143"/>
                  <a:pt x="787714" y="47410"/>
                </a:cubicBezTo>
                <a:moveTo>
                  <a:pt x="812066" y="62177"/>
                </a:moveTo>
                <a:cubicBezTo>
                  <a:pt x="809735" y="62945"/>
                  <a:pt x="806043" y="63863"/>
                  <a:pt x="800991" y="64930"/>
                </a:cubicBezTo>
                <a:cubicBezTo>
                  <a:pt x="795939" y="65996"/>
                  <a:pt x="792636" y="67041"/>
                  <a:pt x="791082" y="68065"/>
                </a:cubicBezTo>
                <a:cubicBezTo>
                  <a:pt x="788707" y="69729"/>
                  <a:pt x="787519" y="71841"/>
                  <a:pt x="787519" y="74400"/>
                </a:cubicBezTo>
                <a:cubicBezTo>
                  <a:pt x="787519" y="76918"/>
                  <a:pt x="788469" y="79095"/>
                  <a:pt x="790369" y="80930"/>
                </a:cubicBezTo>
                <a:cubicBezTo>
                  <a:pt x="792269" y="82763"/>
                  <a:pt x="794687" y="83680"/>
                  <a:pt x="797623" y="83680"/>
                </a:cubicBezTo>
                <a:cubicBezTo>
                  <a:pt x="800905" y="83680"/>
                  <a:pt x="804035" y="82614"/>
                  <a:pt x="807015" y="80480"/>
                </a:cubicBezTo>
                <a:cubicBezTo>
                  <a:pt x="809217" y="78860"/>
                  <a:pt x="810663" y="76876"/>
                  <a:pt x="811354" y="74528"/>
                </a:cubicBezTo>
                <a:cubicBezTo>
                  <a:pt x="811829" y="72992"/>
                  <a:pt x="812066" y="70070"/>
                  <a:pt x="812066" y="65762"/>
                </a:cubicBezTo>
                <a:lnTo>
                  <a:pt x="812066" y="62177"/>
                </a:lnTo>
                <a:close/>
                <a:moveTo>
                  <a:pt x="847863" y="94950"/>
                </a:moveTo>
                <a:lnTo>
                  <a:pt x="847863" y="0"/>
                </a:lnTo>
                <a:lnTo>
                  <a:pt x="866063" y="0"/>
                </a:lnTo>
                <a:lnTo>
                  <a:pt x="866063" y="94950"/>
                </a:lnTo>
                <a:lnTo>
                  <a:pt x="847863" y="94950"/>
                </a:lnTo>
                <a:close/>
                <a:moveTo>
                  <a:pt x="944713" y="46503"/>
                </a:moveTo>
                <a:lnTo>
                  <a:pt x="926773" y="49742"/>
                </a:lnTo>
                <a:cubicBezTo>
                  <a:pt x="926168" y="46180"/>
                  <a:pt x="924797" y="43497"/>
                  <a:pt x="922660" y="41694"/>
                </a:cubicBezTo>
                <a:cubicBezTo>
                  <a:pt x="920522" y="39892"/>
                  <a:pt x="917748" y="38990"/>
                  <a:pt x="914337" y="38990"/>
                </a:cubicBezTo>
                <a:cubicBezTo>
                  <a:pt x="909803" y="38990"/>
                  <a:pt x="906187" y="40551"/>
                  <a:pt x="903488" y="43672"/>
                </a:cubicBezTo>
                <a:cubicBezTo>
                  <a:pt x="900790" y="46793"/>
                  <a:pt x="899440" y="52012"/>
                  <a:pt x="899440" y="59330"/>
                </a:cubicBezTo>
                <a:cubicBezTo>
                  <a:pt x="899440" y="67466"/>
                  <a:pt x="900811" y="73213"/>
                  <a:pt x="903553" y="76572"/>
                </a:cubicBezTo>
                <a:cubicBezTo>
                  <a:pt x="906295" y="79929"/>
                  <a:pt x="909976" y="81608"/>
                  <a:pt x="914596" y="81608"/>
                </a:cubicBezTo>
                <a:cubicBezTo>
                  <a:pt x="918050" y="81608"/>
                  <a:pt x="920879" y="80625"/>
                  <a:pt x="923081" y="78661"/>
                </a:cubicBezTo>
                <a:cubicBezTo>
                  <a:pt x="925283" y="76696"/>
                  <a:pt x="926837" y="73317"/>
                  <a:pt x="927744" y="68525"/>
                </a:cubicBezTo>
                <a:lnTo>
                  <a:pt x="945620" y="71633"/>
                </a:lnTo>
                <a:cubicBezTo>
                  <a:pt x="943763" y="79837"/>
                  <a:pt x="940201" y="86033"/>
                  <a:pt x="934933" y="90222"/>
                </a:cubicBezTo>
                <a:cubicBezTo>
                  <a:pt x="929666" y="94410"/>
                  <a:pt x="922606" y="96504"/>
                  <a:pt x="913754" y="96504"/>
                </a:cubicBezTo>
                <a:cubicBezTo>
                  <a:pt x="903694" y="96504"/>
                  <a:pt x="895673" y="93331"/>
                  <a:pt x="889693" y="86983"/>
                </a:cubicBezTo>
                <a:cubicBezTo>
                  <a:pt x="883713" y="80636"/>
                  <a:pt x="880723" y="71849"/>
                  <a:pt x="880723" y="60623"/>
                </a:cubicBezTo>
                <a:cubicBezTo>
                  <a:pt x="880723" y="49267"/>
                  <a:pt x="883723" y="40426"/>
                  <a:pt x="889725" y="34100"/>
                </a:cubicBezTo>
                <a:cubicBezTo>
                  <a:pt x="895727" y="27775"/>
                  <a:pt x="903845" y="24612"/>
                  <a:pt x="914078" y="24612"/>
                </a:cubicBezTo>
                <a:cubicBezTo>
                  <a:pt x="922455" y="24612"/>
                  <a:pt x="929115" y="26415"/>
                  <a:pt x="934059" y="30020"/>
                </a:cubicBezTo>
                <a:cubicBezTo>
                  <a:pt x="939003" y="33625"/>
                  <a:pt x="942554" y="39120"/>
                  <a:pt x="944713" y="46503"/>
                </a:cubicBezTo>
                <a:close/>
                <a:moveTo>
                  <a:pt x="1003762" y="94950"/>
                </a:moveTo>
                <a:lnTo>
                  <a:pt x="1003762" y="84652"/>
                </a:lnTo>
                <a:cubicBezTo>
                  <a:pt x="1001257" y="88322"/>
                  <a:pt x="997965" y="91215"/>
                  <a:pt x="993884" y="93331"/>
                </a:cubicBezTo>
                <a:cubicBezTo>
                  <a:pt x="989804" y="95446"/>
                  <a:pt x="985497" y="96504"/>
                  <a:pt x="980963" y="96504"/>
                </a:cubicBezTo>
                <a:cubicBezTo>
                  <a:pt x="976343" y="96504"/>
                  <a:pt x="972198" y="95490"/>
                  <a:pt x="968528" y="93460"/>
                </a:cubicBezTo>
                <a:cubicBezTo>
                  <a:pt x="964858" y="91431"/>
                  <a:pt x="962202" y="88581"/>
                  <a:pt x="960561" y="84911"/>
                </a:cubicBezTo>
                <a:cubicBezTo>
                  <a:pt x="958920" y="81241"/>
                  <a:pt x="958100" y="76167"/>
                  <a:pt x="958100" y="69690"/>
                </a:cubicBezTo>
                <a:lnTo>
                  <a:pt x="958100" y="26166"/>
                </a:lnTo>
                <a:lnTo>
                  <a:pt x="976300" y="26166"/>
                </a:lnTo>
                <a:lnTo>
                  <a:pt x="976300" y="57700"/>
                </a:lnTo>
                <a:cubicBezTo>
                  <a:pt x="976300" y="67351"/>
                  <a:pt x="976635" y="73263"/>
                  <a:pt x="977304" y="75439"/>
                </a:cubicBezTo>
                <a:cubicBezTo>
                  <a:pt x="977973" y="77614"/>
                  <a:pt x="979193" y="79337"/>
                  <a:pt x="980963" y="80608"/>
                </a:cubicBezTo>
                <a:cubicBezTo>
                  <a:pt x="982734" y="81879"/>
                  <a:pt x="984979" y="82514"/>
                  <a:pt x="987699" y="82514"/>
                </a:cubicBezTo>
                <a:cubicBezTo>
                  <a:pt x="990808" y="82514"/>
                  <a:pt x="993593" y="81664"/>
                  <a:pt x="996054" y="79962"/>
                </a:cubicBezTo>
                <a:cubicBezTo>
                  <a:pt x="998515" y="78261"/>
                  <a:pt x="1000199" y="76150"/>
                  <a:pt x="1001106" y="73629"/>
                </a:cubicBezTo>
                <a:cubicBezTo>
                  <a:pt x="1002013" y="71109"/>
                  <a:pt x="1002466" y="64937"/>
                  <a:pt x="1002466" y="55116"/>
                </a:cubicBezTo>
                <a:lnTo>
                  <a:pt x="1002466" y="26166"/>
                </a:lnTo>
                <a:lnTo>
                  <a:pt x="1020666" y="26166"/>
                </a:lnTo>
                <a:lnTo>
                  <a:pt x="1020666" y="94950"/>
                </a:lnTo>
                <a:lnTo>
                  <a:pt x="1003762" y="94950"/>
                </a:lnTo>
                <a:close/>
                <a:moveTo>
                  <a:pt x="1039535" y="94950"/>
                </a:moveTo>
                <a:lnTo>
                  <a:pt x="1039535" y="0"/>
                </a:lnTo>
                <a:lnTo>
                  <a:pt x="1057735" y="0"/>
                </a:lnTo>
                <a:lnTo>
                  <a:pt x="1057735" y="94950"/>
                </a:lnTo>
                <a:lnTo>
                  <a:pt x="1039535" y="94950"/>
                </a:lnTo>
                <a:close/>
                <a:moveTo>
                  <a:pt x="1090011" y="47410"/>
                </a:moveTo>
                <a:lnTo>
                  <a:pt x="1073495" y="44431"/>
                </a:lnTo>
                <a:cubicBezTo>
                  <a:pt x="1075352" y="37694"/>
                  <a:pt x="1078547" y="32706"/>
                  <a:pt x="1083081" y="29469"/>
                </a:cubicBezTo>
                <a:cubicBezTo>
                  <a:pt x="1087615" y="26231"/>
                  <a:pt x="1094351" y="24612"/>
                  <a:pt x="1103289" y="24612"/>
                </a:cubicBezTo>
                <a:cubicBezTo>
                  <a:pt x="1111406" y="24612"/>
                  <a:pt x="1117451" y="25573"/>
                  <a:pt x="1121424" y="27494"/>
                </a:cubicBezTo>
                <a:cubicBezTo>
                  <a:pt x="1125396" y="29415"/>
                  <a:pt x="1128192" y="31855"/>
                  <a:pt x="1129811" y="34813"/>
                </a:cubicBezTo>
                <a:cubicBezTo>
                  <a:pt x="1131430" y="37771"/>
                  <a:pt x="1132240" y="43200"/>
                  <a:pt x="1132240" y="51102"/>
                </a:cubicBezTo>
                <a:lnTo>
                  <a:pt x="1132046" y="72346"/>
                </a:lnTo>
                <a:cubicBezTo>
                  <a:pt x="1132046" y="78391"/>
                  <a:pt x="1132337" y="82849"/>
                  <a:pt x="1132920" y="85720"/>
                </a:cubicBezTo>
                <a:cubicBezTo>
                  <a:pt x="1133503" y="88592"/>
                  <a:pt x="1134593" y="91668"/>
                  <a:pt x="1136191" y="94950"/>
                </a:cubicBezTo>
                <a:lnTo>
                  <a:pt x="1118185" y="94950"/>
                </a:lnTo>
                <a:cubicBezTo>
                  <a:pt x="1117710" y="93741"/>
                  <a:pt x="1117127" y="91949"/>
                  <a:pt x="1116437" y="89574"/>
                </a:cubicBezTo>
                <a:cubicBezTo>
                  <a:pt x="1116134" y="88495"/>
                  <a:pt x="1115918" y="87782"/>
                  <a:pt x="1115789" y="87437"/>
                </a:cubicBezTo>
                <a:cubicBezTo>
                  <a:pt x="1112680" y="90459"/>
                  <a:pt x="1109355" y="92726"/>
                  <a:pt x="1105815" y="94237"/>
                </a:cubicBezTo>
                <a:cubicBezTo>
                  <a:pt x="1102274" y="95749"/>
                  <a:pt x="1098496" y="96504"/>
                  <a:pt x="1094480" y="96504"/>
                </a:cubicBezTo>
                <a:cubicBezTo>
                  <a:pt x="1087399" y="96504"/>
                  <a:pt x="1081818" y="94591"/>
                  <a:pt x="1077738" y="90764"/>
                </a:cubicBezTo>
                <a:cubicBezTo>
                  <a:pt x="1073657" y="86938"/>
                  <a:pt x="1071617" y="82100"/>
                  <a:pt x="1071617" y="76252"/>
                </a:cubicBezTo>
                <a:cubicBezTo>
                  <a:pt x="1071617" y="72382"/>
                  <a:pt x="1072546" y="68932"/>
                  <a:pt x="1074402" y="65901"/>
                </a:cubicBezTo>
                <a:cubicBezTo>
                  <a:pt x="1076259" y="62869"/>
                  <a:pt x="1078860" y="60547"/>
                  <a:pt x="1082207" y="58935"/>
                </a:cubicBezTo>
                <a:cubicBezTo>
                  <a:pt x="1085553" y="57322"/>
                  <a:pt x="1090378" y="55914"/>
                  <a:pt x="1096682" y="54711"/>
                </a:cubicBezTo>
                <a:cubicBezTo>
                  <a:pt x="1105189" y="53120"/>
                  <a:pt x="1111082" y="51636"/>
                  <a:pt x="1114364" y="50260"/>
                </a:cubicBezTo>
                <a:lnTo>
                  <a:pt x="1114364" y="48426"/>
                </a:lnTo>
                <a:cubicBezTo>
                  <a:pt x="1114364" y="44890"/>
                  <a:pt x="1113500" y="42368"/>
                  <a:pt x="1111773" y="40863"/>
                </a:cubicBezTo>
                <a:cubicBezTo>
                  <a:pt x="1110046" y="39355"/>
                  <a:pt x="1106786" y="38602"/>
                  <a:pt x="1101993" y="38602"/>
                </a:cubicBezTo>
                <a:cubicBezTo>
                  <a:pt x="1098755" y="38602"/>
                  <a:pt x="1096229" y="39253"/>
                  <a:pt x="1094416" y="40557"/>
                </a:cubicBezTo>
                <a:cubicBezTo>
                  <a:pt x="1092602" y="41859"/>
                  <a:pt x="1091134" y="44143"/>
                  <a:pt x="1090011" y="47410"/>
                </a:cubicBezTo>
                <a:moveTo>
                  <a:pt x="1114364" y="62177"/>
                </a:moveTo>
                <a:cubicBezTo>
                  <a:pt x="1112032" y="62945"/>
                  <a:pt x="1108341" y="63863"/>
                  <a:pt x="1103289" y="64930"/>
                </a:cubicBezTo>
                <a:cubicBezTo>
                  <a:pt x="1098237" y="65996"/>
                  <a:pt x="1094934" y="67041"/>
                  <a:pt x="1093379" y="68065"/>
                </a:cubicBezTo>
                <a:cubicBezTo>
                  <a:pt x="1091004" y="69729"/>
                  <a:pt x="1089817" y="71841"/>
                  <a:pt x="1089817" y="74400"/>
                </a:cubicBezTo>
                <a:cubicBezTo>
                  <a:pt x="1089817" y="76918"/>
                  <a:pt x="1090767" y="79095"/>
                  <a:pt x="1092667" y="80930"/>
                </a:cubicBezTo>
                <a:cubicBezTo>
                  <a:pt x="1094567" y="82763"/>
                  <a:pt x="1096985" y="83680"/>
                  <a:pt x="1099921" y="83680"/>
                </a:cubicBezTo>
                <a:cubicBezTo>
                  <a:pt x="1103202" y="83680"/>
                  <a:pt x="1106333" y="82614"/>
                  <a:pt x="1109312" y="80480"/>
                </a:cubicBezTo>
                <a:cubicBezTo>
                  <a:pt x="1111514" y="78860"/>
                  <a:pt x="1112961" y="76876"/>
                  <a:pt x="1113652" y="74528"/>
                </a:cubicBezTo>
                <a:cubicBezTo>
                  <a:pt x="1114127" y="72992"/>
                  <a:pt x="1114364" y="70070"/>
                  <a:pt x="1114364" y="65762"/>
                </a:cubicBezTo>
                <a:lnTo>
                  <a:pt x="1114364" y="62177"/>
                </a:lnTo>
                <a:close/>
                <a:moveTo>
                  <a:pt x="1181702" y="26166"/>
                </a:moveTo>
                <a:lnTo>
                  <a:pt x="1181702" y="40674"/>
                </a:lnTo>
                <a:lnTo>
                  <a:pt x="1169267" y="40674"/>
                </a:lnTo>
                <a:lnTo>
                  <a:pt x="1169267" y="68350"/>
                </a:lnTo>
                <a:cubicBezTo>
                  <a:pt x="1169267" y="73956"/>
                  <a:pt x="1169386" y="77222"/>
                  <a:pt x="1169623" y="78149"/>
                </a:cubicBezTo>
                <a:cubicBezTo>
                  <a:pt x="1169861" y="79074"/>
                  <a:pt x="1170400" y="79839"/>
                  <a:pt x="1171242" y="80444"/>
                </a:cubicBezTo>
                <a:cubicBezTo>
                  <a:pt x="1172084" y="81047"/>
                  <a:pt x="1173110" y="81349"/>
                  <a:pt x="1174319" y="81349"/>
                </a:cubicBezTo>
                <a:cubicBezTo>
                  <a:pt x="1176003" y="81349"/>
                  <a:pt x="1178442" y="80766"/>
                  <a:pt x="1181638" y="79600"/>
                </a:cubicBezTo>
                <a:lnTo>
                  <a:pt x="1183192" y="93772"/>
                </a:lnTo>
                <a:cubicBezTo>
                  <a:pt x="1178961" y="95594"/>
                  <a:pt x="1174168" y="96504"/>
                  <a:pt x="1168814" y="96504"/>
                </a:cubicBezTo>
                <a:cubicBezTo>
                  <a:pt x="1165532" y="96504"/>
                  <a:pt x="1162574" y="95954"/>
                  <a:pt x="1159940" y="94853"/>
                </a:cubicBezTo>
                <a:cubicBezTo>
                  <a:pt x="1157307" y="93752"/>
                  <a:pt x="1155374" y="92327"/>
                  <a:pt x="1154144" y="90578"/>
                </a:cubicBezTo>
                <a:cubicBezTo>
                  <a:pt x="1152913" y="88829"/>
                  <a:pt x="1152060" y="86465"/>
                  <a:pt x="1151585" y="83486"/>
                </a:cubicBezTo>
                <a:cubicBezTo>
                  <a:pt x="1151197" y="81370"/>
                  <a:pt x="1151002" y="77096"/>
                  <a:pt x="1151002" y="70662"/>
                </a:cubicBezTo>
                <a:lnTo>
                  <a:pt x="1151002" y="40674"/>
                </a:lnTo>
                <a:lnTo>
                  <a:pt x="1142647" y="40674"/>
                </a:lnTo>
                <a:lnTo>
                  <a:pt x="1142647" y="26166"/>
                </a:lnTo>
                <a:lnTo>
                  <a:pt x="1151002" y="26166"/>
                </a:lnTo>
                <a:lnTo>
                  <a:pt x="1151002" y="12435"/>
                </a:lnTo>
                <a:lnTo>
                  <a:pt x="1169267" y="1684"/>
                </a:lnTo>
                <a:lnTo>
                  <a:pt x="1169267" y="26166"/>
                </a:lnTo>
                <a:lnTo>
                  <a:pt x="1181702" y="26166"/>
                </a:lnTo>
                <a:close/>
                <a:moveTo>
                  <a:pt x="1194331" y="16840"/>
                </a:moveTo>
                <a:lnTo>
                  <a:pt x="1194331" y="0"/>
                </a:lnTo>
                <a:lnTo>
                  <a:pt x="1212531" y="0"/>
                </a:lnTo>
                <a:lnTo>
                  <a:pt x="1212531" y="16840"/>
                </a:lnTo>
                <a:lnTo>
                  <a:pt x="1194331" y="16840"/>
                </a:lnTo>
                <a:moveTo>
                  <a:pt x="1194331" y="94950"/>
                </a:moveTo>
                <a:lnTo>
                  <a:pt x="1194331" y="26166"/>
                </a:lnTo>
                <a:lnTo>
                  <a:pt x="1212531" y="26166"/>
                </a:lnTo>
                <a:lnTo>
                  <a:pt x="1212531" y="94950"/>
                </a:lnTo>
                <a:lnTo>
                  <a:pt x="1194331" y="94950"/>
                </a:lnTo>
                <a:close/>
                <a:moveTo>
                  <a:pt x="1226997" y="59587"/>
                </a:moveTo>
                <a:cubicBezTo>
                  <a:pt x="1226997" y="53542"/>
                  <a:pt x="1228486" y="47691"/>
                  <a:pt x="1231466" y="42034"/>
                </a:cubicBezTo>
                <a:cubicBezTo>
                  <a:pt x="1234445" y="36378"/>
                  <a:pt x="1238666" y="32060"/>
                  <a:pt x="1244128" y="29081"/>
                </a:cubicBezTo>
                <a:cubicBezTo>
                  <a:pt x="1249590" y="26101"/>
                  <a:pt x="1255689" y="24612"/>
                  <a:pt x="1262425" y="24612"/>
                </a:cubicBezTo>
                <a:cubicBezTo>
                  <a:pt x="1272831" y="24612"/>
                  <a:pt x="1281359" y="27991"/>
                  <a:pt x="1288008" y="34748"/>
                </a:cubicBezTo>
                <a:cubicBezTo>
                  <a:pt x="1294658" y="41505"/>
                  <a:pt x="1297982" y="50044"/>
                  <a:pt x="1297982" y="60364"/>
                </a:cubicBezTo>
                <a:cubicBezTo>
                  <a:pt x="1297982" y="70770"/>
                  <a:pt x="1294625" y="79395"/>
                  <a:pt x="1287911" y="86239"/>
                </a:cubicBezTo>
                <a:cubicBezTo>
                  <a:pt x="1281197" y="93082"/>
                  <a:pt x="1272744" y="96504"/>
                  <a:pt x="1262554" y="96504"/>
                </a:cubicBezTo>
                <a:cubicBezTo>
                  <a:pt x="1256250" y="96504"/>
                  <a:pt x="1250237" y="95079"/>
                  <a:pt x="1244516" y="92230"/>
                </a:cubicBezTo>
                <a:cubicBezTo>
                  <a:pt x="1238795" y="89380"/>
                  <a:pt x="1234445" y="85202"/>
                  <a:pt x="1231466" y="79697"/>
                </a:cubicBezTo>
                <a:cubicBezTo>
                  <a:pt x="1228486" y="74192"/>
                  <a:pt x="1226997" y="67488"/>
                  <a:pt x="1226997" y="59587"/>
                </a:cubicBezTo>
                <a:moveTo>
                  <a:pt x="1245650" y="60558"/>
                </a:moveTo>
                <a:cubicBezTo>
                  <a:pt x="1245650" y="67359"/>
                  <a:pt x="1247269" y="72567"/>
                  <a:pt x="1250507" y="76183"/>
                </a:cubicBezTo>
                <a:cubicBezTo>
                  <a:pt x="1253746" y="79800"/>
                  <a:pt x="1257740" y="81608"/>
                  <a:pt x="1262489" y="81608"/>
                </a:cubicBezTo>
                <a:cubicBezTo>
                  <a:pt x="1267239" y="81608"/>
                  <a:pt x="1271222" y="79800"/>
                  <a:pt x="1274439" y="76183"/>
                </a:cubicBezTo>
                <a:cubicBezTo>
                  <a:pt x="1277656" y="72567"/>
                  <a:pt x="1279264" y="67316"/>
                  <a:pt x="1279264" y="60429"/>
                </a:cubicBezTo>
                <a:cubicBezTo>
                  <a:pt x="1279264" y="53714"/>
                  <a:pt x="1277656" y="48549"/>
                  <a:pt x="1274439" y="44933"/>
                </a:cubicBezTo>
                <a:cubicBezTo>
                  <a:pt x="1271222" y="41317"/>
                  <a:pt x="1267239" y="39508"/>
                  <a:pt x="1262489" y="39508"/>
                </a:cubicBezTo>
                <a:cubicBezTo>
                  <a:pt x="1257740" y="39508"/>
                  <a:pt x="1253746" y="41317"/>
                  <a:pt x="1250507" y="44933"/>
                </a:cubicBezTo>
                <a:cubicBezTo>
                  <a:pt x="1247269" y="48549"/>
                  <a:pt x="1245650" y="53757"/>
                  <a:pt x="1245650" y="60558"/>
                </a:cubicBezTo>
                <a:close/>
                <a:moveTo>
                  <a:pt x="1374818" y="94950"/>
                </a:moveTo>
                <a:lnTo>
                  <a:pt x="1356619" y="94950"/>
                </a:lnTo>
                <a:lnTo>
                  <a:pt x="1356619" y="59886"/>
                </a:lnTo>
                <a:cubicBezTo>
                  <a:pt x="1356619" y="52467"/>
                  <a:pt x="1356230" y="47669"/>
                  <a:pt x="1355453" y="45491"/>
                </a:cubicBezTo>
                <a:cubicBezTo>
                  <a:pt x="1354676" y="43314"/>
                  <a:pt x="1353413" y="41621"/>
                  <a:pt x="1351664" y="40413"/>
                </a:cubicBezTo>
                <a:cubicBezTo>
                  <a:pt x="1349915" y="39206"/>
                  <a:pt x="1347810" y="38602"/>
                  <a:pt x="1345349" y="38602"/>
                </a:cubicBezTo>
                <a:cubicBezTo>
                  <a:pt x="1342197" y="38602"/>
                  <a:pt x="1339369" y="39465"/>
                  <a:pt x="1336864" y="41190"/>
                </a:cubicBezTo>
                <a:cubicBezTo>
                  <a:pt x="1334360" y="42915"/>
                  <a:pt x="1332644" y="45201"/>
                  <a:pt x="1331715" y="48048"/>
                </a:cubicBezTo>
                <a:cubicBezTo>
                  <a:pt x="1330787" y="50893"/>
                  <a:pt x="1330323" y="56155"/>
                  <a:pt x="1330323" y="63833"/>
                </a:cubicBezTo>
                <a:lnTo>
                  <a:pt x="1330323" y="94950"/>
                </a:lnTo>
                <a:lnTo>
                  <a:pt x="1312123" y="94950"/>
                </a:lnTo>
                <a:lnTo>
                  <a:pt x="1312123" y="26166"/>
                </a:lnTo>
                <a:lnTo>
                  <a:pt x="1329027" y="26166"/>
                </a:lnTo>
                <a:lnTo>
                  <a:pt x="1329027" y="36270"/>
                </a:lnTo>
                <a:cubicBezTo>
                  <a:pt x="1335029" y="28498"/>
                  <a:pt x="1342586" y="24612"/>
                  <a:pt x="1351696" y="24612"/>
                </a:cubicBezTo>
                <a:cubicBezTo>
                  <a:pt x="1355712" y="24612"/>
                  <a:pt x="1359382" y="25335"/>
                  <a:pt x="1362707" y="26782"/>
                </a:cubicBezTo>
                <a:cubicBezTo>
                  <a:pt x="1366032" y="28228"/>
                  <a:pt x="1368547" y="30074"/>
                  <a:pt x="1370252" y="32319"/>
                </a:cubicBezTo>
                <a:cubicBezTo>
                  <a:pt x="1371958" y="34565"/>
                  <a:pt x="1373145" y="37112"/>
                  <a:pt x="1373814" y="39962"/>
                </a:cubicBezTo>
                <a:cubicBezTo>
                  <a:pt x="1374484" y="42812"/>
                  <a:pt x="1374818" y="46892"/>
                  <a:pt x="1374818" y="52203"/>
                </a:cubicBezTo>
                <a:lnTo>
                  <a:pt x="1374818" y="94950"/>
                </a:lnTo>
                <a:close/>
                <a:moveTo>
                  <a:pt x="1443775" y="47410"/>
                </a:moveTo>
                <a:lnTo>
                  <a:pt x="1427259" y="44431"/>
                </a:lnTo>
                <a:cubicBezTo>
                  <a:pt x="1429116" y="37694"/>
                  <a:pt x="1432311" y="32706"/>
                  <a:pt x="1436845" y="29469"/>
                </a:cubicBezTo>
                <a:cubicBezTo>
                  <a:pt x="1441379" y="26231"/>
                  <a:pt x="1448114" y="24612"/>
                  <a:pt x="1457052" y="24612"/>
                </a:cubicBezTo>
                <a:cubicBezTo>
                  <a:pt x="1465170" y="24612"/>
                  <a:pt x="1471215" y="25573"/>
                  <a:pt x="1475188" y="27494"/>
                </a:cubicBezTo>
                <a:cubicBezTo>
                  <a:pt x="1479160" y="29415"/>
                  <a:pt x="1481956" y="31855"/>
                  <a:pt x="1483575" y="34813"/>
                </a:cubicBezTo>
                <a:cubicBezTo>
                  <a:pt x="1485194" y="37771"/>
                  <a:pt x="1486004" y="43200"/>
                  <a:pt x="1486004" y="51102"/>
                </a:cubicBezTo>
                <a:lnTo>
                  <a:pt x="1485809" y="72346"/>
                </a:lnTo>
                <a:cubicBezTo>
                  <a:pt x="1485809" y="78391"/>
                  <a:pt x="1486101" y="82849"/>
                  <a:pt x="1486684" y="85720"/>
                </a:cubicBezTo>
                <a:cubicBezTo>
                  <a:pt x="1487267" y="88592"/>
                  <a:pt x="1488357" y="91668"/>
                  <a:pt x="1489955" y="94950"/>
                </a:cubicBezTo>
                <a:lnTo>
                  <a:pt x="1471949" y="94950"/>
                </a:lnTo>
                <a:cubicBezTo>
                  <a:pt x="1471474" y="93741"/>
                  <a:pt x="1470891" y="91949"/>
                  <a:pt x="1470200" y="89574"/>
                </a:cubicBezTo>
                <a:cubicBezTo>
                  <a:pt x="1469898" y="88495"/>
                  <a:pt x="1469682" y="87782"/>
                  <a:pt x="1469553" y="87437"/>
                </a:cubicBezTo>
                <a:cubicBezTo>
                  <a:pt x="1466444" y="90459"/>
                  <a:pt x="1463119" y="92726"/>
                  <a:pt x="1459578" y="94237"/>
                </a:cubicBezTo>
                <a:cubicBezTo>
                  <a:pt x="1456038" y="95749"/>
                  <a:pt x="1452260" y="96504"/>
                  <a:pt x="1448244" y="96504"/>
                </a:cubicBezTo>
                <a:cubicBezTo>
                  <a:pt x="1441163" y="96504"/>
                  <a:pt x="1435582" y="94591"/>
                  <a:pt x="1431501" y="90764"/>
                </a:cubicBezTo>
                <a:cubicBezTo>
                  <a:pt x="1427421" y="86938"/>
                  <a:pt x="1425381" y="82100"/>
                  <a:pt x="1425381" y="76252"/>
                </a:cubicBezTo>
                <a:cubicBezTo>
                  <a:pt x="1425381" y="72382"/>
                  <a:pt x="1426309" y="68932"/>
                  <a:pt x="1428166" y="65901"/>
                </a:cubicBezTo>
                <a:cubicBezTo>
                  <a:pt x="1430023" y="62869"/>
                  <a:pt x="1432624" y="60547"/>
                  <a:pt x="1435970" y="58935"/>
                </a:cubicBezTo>
                <a:cubicBezTo>
                  <a:pt x="1439317" y="57322"/>
                  <a:pt x="1444142" y="55914"/>
                  <a:pt x="1450446" y="54711"/>
                </a:cubicBezTo>
                <a:cubicBezTo>
                  <a:pt x="1458952" y="53120"/>
                  <a:pt x="1464846" y="51636"/>
                  <a:pt x="1468128" y="50260"/>
                </a:cubicBezTo>
                <a:lnTo>
                  <a:pt x="1468128" y="48426"/>
                </a:lnTo>
                <a:cubicBezTo>
                  <a:pt x="1468128" y="44890"/>
                  <a:pt x="1467264" y="42368"/>
                  <a:pt x="1465537" y="40863"/>
                </a:cubicBezTo>
                <a:cubicBezTo>
                  <a:pt x="1463810" y="39355"/>
                  <a:pt x="1460550" y="38602"/>
                  <a:pt x="1455757" y="38602"/>
                </a:cubicBezTo>
                <a:cubicBezTo>
                  <a:pt x="1452519" y="38602"/>
                  <a:pt x="1449993" y="39253"/>
                  <a:pt x="1448179" y="40557"/>
                </a:cubicBezTo>
                <a:cubicBezTo>
                  <a:pt x="1446366" y="41859"/>
                  <a:pt x="1444898" y="44143"/>
                  <a:pt x="1443775" y="47410"/>
                </a:cubicBezTo>
                <a:moveTo>
                  <a:pt x="1468128" y="62177"/>
                </a:moveTo>
                <a:cubicBezTo>
                  <a:pt x="1465796" y="62945"/>
                  <a:pt x="1462104" y="63863"/>
                  <a:pt x="1457052" y="64930"/>
                </a:cubicBezTo>
                <a:cubicBezTo>
                  <a:pt x="1452001" y="65996"/>
                  <a:pt x="1448697" y="67041"/>
                  <a:pt x="1447143" y="68065"/>
                </a:cubicBezTo>
                <a:cubicBezTo>
                  <a:pt x="1444768" y="69729"/>
                  <a:pt x="1443581" y="71841"/>
                  <a:pt x="1443581" y="74400"/>
                </a:cubicBezTo>
                <a:cubicBezTo>
                  <a:pt x="1443581" y="76918"/>
                  <a:pt x="1444531" y="79095"/>
                  <a:pt x="1446431" y="80930"/>
                </a:cubicBezTo>
                <a:cubicBezTo>
                  <a:pt x="1448330" y="82763"/>
                  <a:pt x="1450748" y="83680"/>
                  <a:pt x="1453685" y="83680"/>
                </a:cubicBezTo>
                <a:cubicBezTo>
                  <a:pt x="1456966" y="83680"/>
                  <a:pt x="1460097" y="82614"/>
                  <a:pt x="1463076" y="80480"/>
                </a:cubicBezTo>
                <a:cubicBezTo>
                  <a:pt x="1465278" y="78860"/>
                  <a:pt x="1466724" y="76876"/>
                  <a:pt x="1467415" y="74528"/>
                </a:cubicBezTo>
                <a:cubicBezTo>
                  <a:pt x="1467890" y="72992"/>
                  <a:pt x="1468128" y="70070"/>
                  <a:pt x="1468128" y="65762"/>
                </a:cubicBezTo>
                <a:lnTo>
                  <a:pt x="1468128" y="62177"/>
                </a:lnTo>
                <a:close/>
                <a:moveTo>
                  <a:pt x="1566490" y="94950"/>
                </a:moveTo>
                <a:lnTo>
                  <a:pt x="1548290" y="94950"/>
                </a:lnTo>
                <a:lnTo>
                  <a:pt x="1548290" y="59886"/>
                </a:lnTo>
                <a:cubicBezTo>
                  <a:pt x="1548290" y="52467"/>
                  <a:pt x="1547902" y="47669"/>
                  <a:pt x="1547124" y="45491"/>
                </a:cubicBezTo>
                <a:cubicBezTo>
                  <a:pt x="1546347" y="43314"/>
                  <a:pt x="1545084" y="41621"/>
                  <a:pt x="1543336" y="40413"/>
                </a:cubicBezTo>
                <a:cubicBezTo>
                  <a:pt x="1541587" y="39206"/>
                  <a:pt x="1539482" y="38602"/>
                  <a:pt x="1537021" y="38602"/>
                </a:cubicBezTo>
                <a:cubicBezTo>
                  <a:pt x="1533869" y="38602"/>
                  <a:pt x="1531040" y="39465"/>
                  <a:pt x="1528536" y="41190"/>
                </a:cubicBezTo>
                <a:cubicBezTo>
                  <a:pt x="1526032" y="42915"/>
                  <a:pt x="1524315" y="45201"/>
                  <a:pt x="1523387" y="48048"/>
                </a:cubicBezTo>
                <a:cubicBezTo>
                  <a:pt x="1522459" y="50893"/>
                  <a:pt x="1521995" y="56155"/>
                  <a:pt x="1521995" y="63833"/>
                </a:cubicBezTo>
                <a:lnTo>
                  <a:pt x="1521995" y="94950"/>
                </a:lnTo>
                <a:lnTo>
                  <a:pt x="1503795" y="94950"/>
                </a:lnTo>
                <a:lnTo>
                  <a:pt x="1503795" y="26166"/>
                </a:lnTo>
                <a:lnTo>
                  <a:pt x="1520699" y="26166"/>
                </a:lnTo>
                <a:lnTo>
                  <a:pt x="1520699" y="36270"/>
                </a:lnTo>
                <a:cubicBezTo>
                  <a:pt x="1526701" y="28498"/>
                  <a:pt x="1534257" y="24612"/>
                  <a:pt x="1543368" y="24612"/>
                </a:cubicBezTo>
                <a:cubicBezTo>
                  <a:pt x="1547384" y="24612"/>
                  <a:pt x="1551054" y="25335"/>
                  <a:pt x="1554379" y="26782"/>
                </a:cubicBezTo>
                <a:cubicBezTo>
                  <a:pt x="1557703" y="28228"/>
                  <a:pt x="1560218" y="30074"/>
                  <a:pt x="1561924" y="32319"/>
                </a:cubicBezTo>
                <a:cubicBezTo>
                  <a:pt x="1563630" y="34565"/>
                  <a:pt x="1564817" y="37112"/>
                  <a:pt x="1565486" y="39962"/>
                </a:cubicBezTo>
                <a:cubicBezTo>
                  <a:pt x="1566155" y="42812"/>
                  <a:pt x="1566490" y="46892"/>
                  <a:pt x="1566490" y="52203"/>
                </a:cubicBezTo>
                <a:lnTo>
                  <a:pt x="1566490" y="94950"/>
                </a:lnTo>
                <a:close/>
                <a:moveTo>
                  <a:pt x="1583286" y="99354"/>
                </a:moveTo>
                <a:lnTo>
                  <a:pt x="1604077" y="101945"/>
                </a:lnTo>
                <a:cubicBezTo>
                  <a:pt x="1604422" y="104386"/>
                  <a:pt x="1605221" y="106064"/>
                  <a:pt x="1606473" y="106979"/>
                </a:cubicBezTo>
                <a:cubicBezTo>
                  <a:pt x="1608200" y="108286"/>
                  <a:pt x="1610921" y="108940"/>
                  <a:pt x="1614634" y="108940"/>
                </a:cubicBezTo>
                <a:cubicBezTo>
                  <a:pt x="1619384" y="108940"/>
                  <a:pt x="1622946" y="108222"/>
                  <a:pt x="1625321" y="106786"/>
                </a:cubicBezTo>
                <a:cubicBezTo>
                  <a:pt x="1626918" y="105830"/>
                  <a:pt x="1628127" y="104286"/>
                  <a:pt x="1628948" y="102155"/>
                </a:cubicBezTo>
                <a:cubicBezTo>
                  <a:pt x="1629509" y="100633"/>
                  <a:pt x="1629790" y="97829"/>
                  <a:pt x="1629790" y="93742"/>
                </a:cubicBezTo>
                <a:lnTo>
                  <a:pt x="1629790" y="83630"/>
                </a:lnTo>
                <a:cubicBezTo>
                  <a:pt x="1624349" y="91176"/>
                  <a:pt x="1617484" y="94950"/>
                  <a:pt x="1609194" y="94950"/>
                </a:cubicBezTo>
                <a:cubicBezTo>
                  <a:pt x="1599953" y="94950"/>
                  <a:pt x="1592635" y="91042"/>
                  <a:pt x="1587237" y="83227"/>
                </a:cubicBezTo>
                <a:cubicBezTo>
                  <a:pt x="1583006" y="77052"/>
                  <a:pt x="1580890" y="69367"/>
                  <a:pt x="1580890" y="60169"/>
                </a:cubicBezTo>
                <a:cubicBezTo>
                  <a:pt x="1580890" y="48641"/>
                  <a:pt x="1583664" y="39832"/>
                  <a:pt x="1589213" y="33744"/>
                </a:cubicBezTo>
                <a:cubicBezTo>
                  <a:pt x="1594761" y="27656"/>
                  <a:pt x="1601659" y="24612"/>
                  <a:pt x="1609906" y="24612"/>
                </a:cubicBezTo>
                <a:cubicBezTo>
                  <a:pt x="1618412" y="24612"/>
                  <a:pt x="1625429" y="28364"/>
                  <a:pt x="1630956" y="35869"/>
                </a:cubicBezTo>
                <a:lnTo>
                  <a:pt x="1630956" y="26166"/>
                </a:lnTo>
                <a:lnTo>
                  <a:pt x="1647990" y="26166"/>
                </a:lnTo>
                <a:lnTo>
                  <a:pt x="1647990" y="87931"/>
                </a:lnTo>
                <a:cubicBezTo>
                  <a:pt x="1647990" y="96054"/>
                  <a:pt x="1647320" y="102124"/>
                  <a:pt x="1645982" y="106143"/>
                </a:cubicBezTo>
                <a:cubicBezTo>
                  <a:pt x="1644643" y="110161"/>
                  <a:pt x="1642765" y="113315"/>
                  <a:pt x="1640347" y="115605"/>
                </a:cubicBezTo>
                <a:cubicBezTo>
                  <a:pt x="1637929" y="117896"/>
                  <a:pt x="1634701" y="119689"/>
                  <a:pt x="1630664" y="120985"/>
                </a:cubicBezTo>
                <a:cubicBezTo>
                  <a:pt x="1626627" y="122281"/>
                  <a:pt x="1621521" y="122930"/>
                  <a:pt x="1615347" y="122930"/>
                </a:cubicBezTo>
                <a:cubicBezTo>
                  <a:pt x="1603688" y="122930"/>
                  <a:pt x="1595420" y="120916"/>
                  <a:pt x="1590540" y="116888"/>
                </a:cubicBezTo>
                <a:cubicBezTo>
                  <a:pt x="1585661" y="112862"/>
                  <a:pt x="1583222" y="107757"/>
                  <a:pt x="1583222" y="101574"/>
                </a:cubicBezTo>
                <a:cubicBezTo>
                  <a:pt x="1583222" y="100965"/>
                  <a:pt x="1583243" y="100224"/>
                  <a:pt x="1583286" y="99354"/>
                </a:cubicBezTo>
                <a:moveTo>
                  <a:pt x="1599543" y="59133"/>
                </a:moveTo>
                <a:cubicBezTo>
                  <a:pt x="1599543" y="66409"/>
                  <a:pt x="1600957" y="71736"/>
                  <a:pt x="1603785" y="75115"/>
                </a:cubicBezTo>
                <a:cubicBezTo>
                  <a:pt x="1606614" y="78493"/>
                  <a:pt x="1610100" y="80183"/>
                  <a:pt x="1614245" y="80183"/>
                </a:cubicBezTo>
                <a:cubicBezTo>
                  <a:pt x="1618693" y="80183"/>
                  <a:pt x="1622449" y="78450"/>
                  <a:pt x="1625515" y="74985"/>
                </a:cubicBezTo>
                <a:cubicBezTo>
                  <a:pt x="1628581" y="71520"/>
                  <a:pt x="1630114" y="66387"/>
                  <a:pt x="1630114" y="59587"/>
                </a:cubicBezTo>
                <a:cubicBezTo>
                  <a:pt x="1630114" y="52484"/>
                  <a:pt x="1628646" y="47210"/>
                  <a:pt x="1625709" y="43767"/>
                </a:cubicBezTo>
                <a:cubicBezTo>
                  <a:pt x="1622773" y="40323"/>
                  <a:pt x="1619060" y="38602"/>
                  <a:pt x="1614569" y="38602"/>
                </a:cubicBezTo>
                <a:cubicBezTo>
                  <a:pt x="1610208" y="38602"/>
                  <a:pt x="1606614" y="40291"/>
                  <a:pt x="1603785" y="43670"/>
                </a:cubicBezTo>
                <a:cubicBezTo>
                  <a:pt x="1600957" y="47049"/>
                  <a:pt x="1599543" y="52203"/>
                  <a:pt x="1599543" y="59133"/>
                </a:cubicBezTo>
                <a:close/>
                <a:moveTo>
                  <a:pt x="1666016" y="94950"/>
                </a:moveTo>
                <a:lnTo>
                  <a:pt x="1666016" y="0"/>
                </a:lnTo>
                <a:lnTo>
                  <a:pt x="1684216" y="0"/>
                </a:lnTo>
                <a:lnTo>
                  <a:pt x="1684216" y="94950"/>
                </a:lnTo>
                <a:lnTo>
                  <a:pt x="1666016" y="94950"/>
                </a:lnTo>
                <a:close/>
                <a:moveTo>
                  <a:pt x="1742724" y="73058"/>
                </a:moveTo>
                <a:lnTo>
                  <a:pt x="1760859" y="76167"/>
                </a:lnTo>
                <a:cubicBezTo>
                  <a:pt x="1758527" y="82795"/>
                  <a:pt x="1754846" y="87842"/>
                  <a:pt x="1749816" y="91307"/>
                </a:cubicBezTo>
                <a:cubicBezTo>
                  <a:pt x="1744786" y="94772"/>
                  <a:pt x="1738492" y="96504"/>
                  <a:pt x="1730936" y="96504"/>
                </a:cubicBezTo>
                <a:cubicBezTo>
                  <a:pt x="1718975" y="96504"/>
                  <a:pt x="1710124" y="92597"/>
                  <a:pt x="1704381" y="84781"/>
                </a:cubicBezTo>
                <a:cubicBezTo>
                  <a:pt x="1699847" y="78520"/>
                  <a:pt x="1697580" y="70619"/>
                  <a:pt x="1697580" y="61076"/>
                </a:cubicBezTo>
                <a:cubicBezTo>
                  <a:pt x="1697580" y="49677"/>
                  <a:pt x="1700560" y="40750"/>
                  <a:pt x="1706518" y="34295"/>
                </a:cubicBezTo>
                <a:cubicBezTo>
                  <a:pt x="1712477" y="27839"/>
                  <a:pt x="1720012" y="24612"/>
                  <a:pt x="1729122" y="24612"/>
                </a:cubicBezTo>
                <a:cubicBezTo>
                  <a:pt x="1739356" y="24612"/>
                  <a:pt x="1747430" y="27991"/>
                  <a:pt x="1753346" y="34748"/>
                </a:cubicBezTo>
                <a:cubicBezTo>
                  <a:pt x="1759261" y="41505"/>
                  <a:pt x="1762089" y="51858"/>
                  <a:pt x="1761830" y="65804"/>
                </a:cubicBezTo>
                <a:lnTo>
                  <a:pt x="1716234" y="65804"/>
                </a:lnTo>
                <a:cubicBezTo>
                  <a:pt x="1716363" y="71202"/>
                  <a:pt x="1717831" y="75401"/>
                  <a:pt x="1720638" y="78402"/>
                </a:cubicBezTo>
                <a:cubicBezTo>
                  <a:pt x="1723444" y="81403"/>
                  <a:pt x="1726942" y="82903"/>
                  <a:pt x="1731130" y="82903"/>
                </a:cubicBezTo>
                <a:cubicBezTo>
                  <a:pt x="1733980" y="82903"/>
                  <a:pt x="1736376" y="82126"/>
                  <a:pt x="1738320" y="80571"/>
                </a:cubicBezTo>
                <a:cubicBezTo>
                  <a:pt x="1740263" y="79017"/>
                  <a:pt x="1741731" y="76513"/>
                  <a:pt x="1742724" y="73058"/>
                </a:cubicBezTo>
                <a:moveTo>
                  <a:pt x="1743760" y="54664"/>
                </a:moveTo>
                <a:cubicBezTo>
                  <a:pt x="1743631" y="49418"/>
                  <a:pt x="1742270" y="45429"/>
                  <a:pt x="1739680" y="42698"/>
                </a:cubicBezTo>
                <a:cubicBezTo>
                  <a:pt x="1737089" y="39967"/>
                  <a:pt x="1733937" y="38602"/>
                  <a:pt x="1730224" y="38602"/>
                </a:cubicBezTo>
                <a:cubicBezTo>
                  <a:pt x="1726251" y="38602"/>
                  <a:pt x="1722970" y="40042"/>
                  <a:pt x="1720379" y="42923"/>
                </a:cubicBezTo>
                <a:cubicBezTo>
                  <a:pt x="1717788" y="45805"/>
                  <a:pt x="1716514" y="49719"/>
                  <a:pt x="1716557" y="54664"/>
                </a:cubicBezTo>
                <a:lnTo>
                  <a:pt x="1743760" y="54664"/>
                </a:lnTo>
                <a:close/>
                <a:moveTo>
                  <a:pt x="1826341" y="94950"/>
                </a:moveTo>
                <a:lnTo>
                  <a:pt x="1804579" y="26166"/>
                </a:lnTo>
                <a:lnTo>
                  <a:pt x="1822261" y="26166"/>
                </a:lnTo>
                <a:lnTo>
                  <a:pt x="1835149" y="71245"/>
                </a:lnTo>
                <a:lnTo>
                  <a:pt x="1847002" y="26166"/>
                </a:lnTo>
                <a:lnTo>
                  <a:pt x="1864554" y="26166"/>
                </a:lnTo>
                <a:lnTo>
                  <a:pt x="1876018" y="71245"/>
                </a:lnTo>
                <a:lnTo>
                  <a:pt x="1889166" y="26166"/>
                </a:lnTo>
                <a:lnTo>
                  <a:pt x="1907107" y="26166"/>
                </a:lnTo>
                <a:lnTo>
                  <a:pt x="1885021" y="94950"/>
                </a:lnTo>
                <a:lnTo>
                  <a:pt x="1867533" y="94950"/>
                </a:lnTo>
                <a:lnTo>
                  <a:pt x="1855681" y="50713"/>
                </a:lnTo>
                <a:lnTo>
                  <a:pt x="1844023" y="94950"/>
                </a:lnTo>
                <a:lnTo>
                  <a:pt x="1826341" y="94950"/>
                </a:lnTo>
                <a:close/>
                <a:moveTo>
                  <a:pt x="1912505" y="59587"/>
                </a:moveTo>
                <a:cubicBezTo>
                  <a:pt x="1912505" y="53542"/>
                  <a:pt x="1913995" y="47691"/>
                  <a:pt x="1916974" y="42034"/>
                </a:cubicBezTo>
                <a:cubicBezTo>
                  <a:pt x="1919954" y="36378"/>
                  <a:pt x="1924174" y="32060"/>
                  <a:pt x="1929636" y="29081"/>
                </a:cubicBezTo>
                <a:cubicBezTo>
                  <a:pt x="1935099" y="26101"/>
                  <a:pt x="1941198" y="24612"/>
                  <a:pt x="1947933" y="24612"/>
                </a:cubicBezTo>
                <a:cubicBezTo>
                  <a:pt x="1958339" y="24612"/>
                  <a:pt x="1966867" y="27991"/>
                  <a:pt x="1973517" y="34748"/>
                </a:cubicBezTo>
                <a:cubicBezTo>
                  <a:pt x="1980166" y="41505"/>
                  <a:pt x="1983491" y="50044"/>
                  <a:pt x="1983491" y="60364"/>
                </a:cubicBezTo>
                <a:cubicBezTo>
                  <a:pt x="1983491" y="70770"/>
                  <a:pt x="1980134" y="79395"/>
                  <a:pt x="1973420" y="86239"/>
                </a:cubicBezTo>
                <a:cubicBezTo>
                  <a:pt x="1966705" y="93082"/>
                  <a:pt x="1958253" y="96504"/>
                  <a:pt x="1948063" y="96504"/>
                </a:cubicBezTo>
                <a:cubicBezTo>
                  <a:pt x="1941759" y="96504"/>
                  <a:pt x="1935746" y="95079"/>
                  <a:pt x="1930025" y="92230"/>
                </a:cubicBezTo>
                <a:cubicBezTo>
                  <a:pt x="1924304" y="89380"/>
                  <a:pt x="1919954" y="85202"/>
                  <a:pt x="1916974" y="79697"/>
                </a:cubicBezTo>
                <a:cubicBezTo>
                  <a:pt x="1913995" y="74192"/>
                  <a:pt x="1912505" y="67488"/>
                  <a:pt x="1912505" y="59587"/>
                </a:cubicBezTo>
                <a:moveTo>
                  <a:pt x="1931158" y="60558"/>
                </a:moveTo>
                <a:cubicBezTo>
                  <a:pt x="1931158" y="67359"/>
                  <a:pt x="1932778" y="72567"/>
                  <a:pt x="1936016" y="76183"/>
                </a:cubicBezTo>
                <a:cubicBezTo>
                  <a:pt x="1939254" y="79800"/>
                  <a:pt x="1943249" y="81608"/>
                  <a:pt x="1947998" y="81608"/>
                </a:cubicBezTo>
                <a:cubicBezTo>
                  <a:pt x="1952748" y="81608"/>
                  <a:pt x="1956731" y="79800"/>
                  <a:pt x="1959948" y="76183"/>
                </a:cubicBezTo>
                <a:cubicBezTo>
                  <a:pt x="1963165" y="72567"/>
                  <a:pt x="1964773" y="67316"/>
                  <a:pt x="1964773" y="60429"/>
                </a:cubicBezTo>
                <a:cubicBezTo>
                  <a:pt x="1964773" y="53714"/>
                  <a:pt x="1963165" y="48549"/>
                  <a:pt x="1959948" y="44933"/>
                </a:cubicBezTo>
                <a:cubicBezTo>
                  <a:pt x="1956731" y="41317"/>
                  <a:pt x="1952748" y="39508"/>
                  <a:pt x="1947998" y="39508"/>
                </a:cubicBezTo>
                <a:cubicBezTo>
                  <a:pt x="1943249" y="39508"/>
                  <a:pt x="1939254" y="41317"/>
                  <a:pt x="1936016" y="44933"/>
                </a:cubicBezTo>
                <a:cubicBezTo>
                  <a:pt x="1932778" y="48549"/>
                  <a:pt x="1931158" y="53757"/>
                  <a:pt x="1931158" y="60558"/>
                </a:cubicBezTo>
                <a:close/>
                <a:moveTo>
                  <a:pt x="2015183" y="94950"/>
                </a:moveTo>
                <a:lnTo>
                  <a:pt x="1996984" y="94950"/>
                </a:lnTo>
                <a:lnTo>
                  <a:pt x="1996984" y="26166"/>
                </a:lnTo>
                <a:lnTo>
                  <a:pt x="2013888" y="26166"/>
                </a:lnTo>
                <a:lnTo>
                  <a:pt x="2013888" y="35946"/>
                </a:lnTo>
                <a:cubicBezTo>
                  <a:pt x="2016781" y="31326"/>
                  <a:pt x="2019383" y="28282"/>
                  <a:pt x="2021693" y="26814"/>
                </a:cubicBezTo>
                <a:cubicBezTo>
                  <a:pt x="2024003" y="25346"/>
                  <a:pt x="2026626" y="24612"/>
                  <a:pt x="2029562" y="24612"/>
                </a:cubicBezTo>
                <a:cubicBezTo>
                  <a:pt x="2033707" y="24612"/>
                  <a:pt x="2037701" y="25756"/>
                  <a:pt x="2041544" y="28045"/>
                </a:cubicBezTo>
                <a:lnTo>
                  <a:pt x="2035909" y="43913"/>
                </a:lnTo>
                <a:cubicBezTo>
                  <a:pt x="2032844" y="41926"/>
                  <a:pt x="2029994" y="40933"/>
                  <a:pt x="2027360" y="40933"/>
                </a:cubicBezTo>
                <a:cubicBezTo>
                  <a:pt x="2024812" y="40933"/>
                  <a:pt x="2022653" y="41635"/>
                  <a:pt x="2020883" y="43038"/>
                </a:cubicBezTo>
                <a:cubicBezTo>
                  <a:pt x="2019113" y="44442"/>
                  <a:pt x="2017720" y="46978"/>
                  <a:pt x="2016706" y="50649"/>
                </a:cubicBezTo>
                <a:cubicBezTo>
                  <a:pt x="2015691" y="54319"/>
                  <a:pt x="2015183" y="62005"/>
                  <a:pt x="2015183" y="73706"/>
                </a:cubicBezTo>
                <a:lnTo>
                  <a:pt x="2015183" y="94950"/>
                </a:lnTo>
                <a:close/>
                <a:moveTo>
                  <a:pt x="2048712" y="94950"/>
                </a:moveTo>
                <a:lnTo>
                  <a:pt x="2048712" y="0"/>
                </a:lnTo>
                <a:lnTo>
                  <a:pt x="2066912" y="0"/>
                </a:lnTo>
                <a:lnTo>
                  <a:pt x="2066912" y="50390"/>
                </a:lnTo>
                <a:lnTo>
                  <a:pt x="2088221" y="26166"/>
                </a:lnTo>
                <a:lnTo>
                  <a:pt x="2110630" y="26166"/>
                </a:lnTo>
                <a:lnTo>
                  <a:pt x="2087120" y="51306"/>
                </a:lnTo>
                <a:lnTo>
                  <a:pt x="2112314" y="94950"/>
                </a:lnTo>
                <a:lnTo>
                  <a:pt x="2092690" y="94950"/>
                </a:lnTo>
                <a:lnTo>
                  <a:pt x="2075397" y="64047"/>
                </a:lnTo>
                <a:lnTo>
                  <a:pt x="2066912" y="72929"/>
                </a:lnTo>
                <a:lnTo>
                  <a:pt x="2066912" y="94950"/>
                </a:lnTo>
                <a:lnTo>
                  <a:pt x="2048712" y="94950"/>
                </a:lnTo>
                <a:close/>
                <a:moveTo>
                  <a:pt x="2123110" y="16840"/>
                </a:moveTo>
                <a:lnTo>
                  <a:pt x="2123110" y="0"/>
                </a:lnTo>
                <a:lnTo>
                  <a:pt x="2141310" y="0"/>
                </a:lnTo>
                <a:lnTo>
                  <a:pt x="2141310" y="16840"/>
                </a:lnTo>
                <a:lnTo>
                  <a:pt x="2123110" y="16840"/>
                </a:lnTo>
                <a:moveTo>
                  <a:pt x="2123110" y="94950"/>
                </a:moveTo>
                <a:lnTo>
                  <a:pt x="2123110" y="26166"/>
                </a:lnTo>
                <a:lnTo>
                  <a:pt x="2141310" y="26166"/>
                </a:lnTo>
                <a:lnTo>
                  <a:pt x="2141310" y="94950"/>
                </a:lnTo>
                <a:lnTo>
                  <a:pt x="2123110" y="94950"/>
                </a:lnTo>
                <a:close/>
                <a:moveTo>
                  <a:pt x="2222552" y="94950"/>
                </a:moveTo>
                <a:lnTo>
                  <a:pt x="2204352" y="94950"/>
                </a:lnTo>
                <a:lnTo>
                  <a:pt x="2204352" y="59886"/>
                </a:lnTo>
                <a:cubicBezTo>
                  <a:pt x="2204352" y="52467"/>
                  <a:pt x="2203963" y="47669"/>
                  <a:pt x="2203186" y="45491"/>
                </a:cubicBezTo>
                <a:cubicBezTo>
                  <a:pt x="2202409" y="43314"/>
                  <a:pt x="2201146" y="41621"/>
                  <a:pt x="2199397" y="40413"/>
                </a:cubicBezTo>
                <a:cubicBezTo>
                  <a:pt x="2197649" y="39206"/>
                  <a:pt x="2195544" y="38602"/>
                  <a:pt x="2193082" y="38602"/>
                </a:cubicBezTo>
                <a:cubicBezTo>
                  <a:pt x="2189930" y="38602"/>
                  <a:pt x="2187102" y="39465"/>
                  <a:pt x="2184598" y="41190"/>
                </a:cubicBezTo>
                <a:cubicBezTo>
                  <a:pt x="2182093" y="42915"/>
                  <a:pt x="2180377" y="45201"/>
                  <a:pt x="2179449" y="48048"/>
                </a:cubicBezTo>
                <a:cubicBezTo>
                  <a:pt x="2178520" y="50893"/>
                  <a:pt x="2178056" y="56155"/>
                  <a:pt x="2178056" y="63833"/>
                </a:cubicBezTo>
                <a:lnTo>
                  <a:pt x="2178056" y="94950"/>
                </a:lnTo>
                <a:lnTo>
                  <a:pt x="2159856" y="94950"/>
                </a:lnTo>
                <a:lnTo>
                  <a:pt x="2159856" y="26166"/>
                </a:lnTo>
                <a:lnTo>
                  <a:pt x="2176761" y="26166"/>
                </a:lnTo>
                <a:lnTo>
                  <a:pt x="2176761" y="36270"/>
                </a:lnTo>
                <a:cubicBezTo>
                  <a:pt x="2182763" y="28498"/>
                  <a:pt x="2190319" y="24612"/>
                  <a:pt x="2199430" y="24612"/>
                </a:cubicBezTo>
                <a:cubicBezTo>
                  <a:pt x="2203445" y="24612"/>
                  <a:pt x="2207116" y="25335"/>
                  <a:pt x="2210440" y="26782"/>
                </a:cubicBezTo>
                <a:cubicBezTo>
                  <a:pt x="2213765" y="28228"/>
                  <a:pt x="2216280" y="30074"/>
                  <a:pt x="2217986" y="32319"/>
                </a:cubicBezTo>
                <a:cubicBezTo>
                  <a:pt x="2219691" y="34565"/>
                  <a:pt x="2220879" y="37112"/>
                  <a:pt x="2221548" y="39962"/>
                </a:cubicBezTo>
                <a:cubicBezTo>
                  <a:pt x="2222217" y="42812"/>
                  <a:pt x="2222552" y="46892"/>
                  <a:pt x="2222552" y="52203"/>
                </a:cubicBezTo>
                <a:lnTo>
                  <a:pt x="2222552" y="94950"/>
                </a:lnTo>
                <a:close/>
                <a:moveTo>
                  <a:pt x="2239348" y="99354"/>
                </a:moveTo>
                <a:lnTo>
                  <a:pt x="2260138" y="101945"/>
                </a:lnTo>
                <a:cubicBezTo>
                  <a:pt x="2260484" y="104386"/>
                  <a:pt x="2261282" y="106064"/>
                  <a:pt x="2262535" y="106979"/>
                </a:cubicBezTo>
                <a:cubicBezTo>
                  <a:pt x="2264262" y="108286"/>
                  <a:pt x="2266982" y="108940"/>
                  <a:pt x="2270695" y="108940"/>
                </a:cubicBezTo>
                <a:cubicBezTo>
                  <a:pt x="2275445" y="108940"/>
                  <a:pt x="2279007" y="108222"/>
                  <a:pt x="2281382" y="106786"/>
                </a:cubicBezTo>
                <a:cubicBezTo>
                  <a:pt x="2282980" y="105830"/>
                  <a:pt x="2284189" y="104286"/>
                  <a:pt x="2285009" y="102155"/>
                </a:cubicBezTo>
                <a:cubicBezTo>
                  <a:pt x="2285570" y="100633"/>
                  <a:pt x="2285851" y="97829"/>
                  <a:pt x="2285851" y="93742"/>
                </a:cubicBezTo>
                <a:lnTo>
                  <a:pt x="2285851" y="83630"/>
                </a:lnTo>
                <a:cubicBezTo>
                  <a:pt x="2280411" y="91176"/>
                  <a:pt x="2273545" y="94950"/>
                  <a:pt x="2265255" y="94950"/>
                </a:cubicBezTo>
                <a:cubicBezTo>
                  <a:pt x="2256015" y="94950"/>
                  <a:pt x="2248696" y="91042"/>
                  <a:pt x="2243298" y="83227"/>
                </a:cubicBezTo>
                <a:cubicBezTo>
                  <a:pt x="2239067" y="77052"/>
                  <a:pt x="2236951" y="69367"/>
                  <a:pt x="2236951" y="60169"/>
                </a:cubicBezTo>
                <a:cubicBezTo>
                  <a:pt x="2236951" y="48641"/>
                  <a:pt x="2239725" y="39832"/>
                  <a:pt x="2245274" y="33744"/>
                </a:cubicBezTo>
                <a:cubicBezTo>
                  <a:pt x="2250822" y="27656"/>
                  <a:pt x="2257720" y="24612"/>
                  <a:pt x="2265967" y="24612"/>
                </a:cubicBezTo>
                <a:cubicBezTo>
                  <a:pt x="2274473" y="24612"/>
                  <a:pt x="2281490" y="28364"/>
                  <a:pt x="2287017" y="35869"/>
                </a:cubicBezTo>
                <a:lnTo>
                  <a:pt x="2287017" y="26166"/>
                </a:lnTo>
                <a:lnTo>
                  <a:pt x="2304051" y="26166"/>
                </a:lnTo>
                <a:lnTo>
                  <a:pt x="2304051" y="87931"/>
                </a:lnTo>
                <a:cubicBezTo>
                  <a:pt x="2304051" y="96054"/>
                  <a:pt x="2303382" y="102124"/>
                  <a:pt x="2302043" y="106143"/>
                </a:cubicBezTo>
                <a:cubicBezTo>
                  <a:pt x="2300704" y="110161"/>
                  <a:pt x="2298826" y="113315"/>
                  <a:pt x="2296408" y="115605"/>
                </a:cubicBezTo>
                <a:cubicBezTo>
                  <a:pt x="2293990" y="117896"/>
                  <a:pt x="2290763" y="119689"/>
                  <a:pt x="2286725" y="120985"/>
                </a:cubicBezTo>
                <a:cubicBezTo>
                  <a:pt x="2282688" y="122281"/>
                  <a:pt x="2277582" y="122930"/>
                  <a:pt x="2271408" y="122930"/>
                </a:cubicBezTo>
                <a:cubicBezTo>
                  <a:pt x="2259750" y="122930"/>
                  <a:pt x="2251481" y="120916"/>
                  <a:pt x="2246602" y="116888"/>
                </a:cubicBezTo>
                <a:cubicBezTo>
                  <a:pt x="2241722" y="112862"/>
                  <a:pt x="2239283" y="107757"/>
                  <a:pt x="2239283" y="101574"/>
                </a:cubicBezTo>
                <a:cubicBezTo>
                  <a:pt x="2239283" y="100965"/>
                  <a:pt x="2239304" y="100224"/>
                  <a:pt x="2239348" y="99354"/>
                </a:cubicBezTo>
                <a:moveTo>
                  <a:pt x="2255604" y="59133"/>
                </a:moveTo>
                <a:cubicBezTo>
                  <a:pt x="2255604" y="66409"/>
                  <a:pt x="2257018" y="71736"/>
                  <a:pt x="2259847" y="75115"/>
                </a:cubicBezTo>
                <a:cubicBezTo>
                  <a:pt x="2262675" y="78493"/>
                  <a:pt x="2266162" y="80183"/>
                  <a:pt x="2270307" y="80183"/>
                </a:cubicBezTo>
                <a:cubicBezTo>
                  <a:pt x="2274754" y="80183"/>
                  <a:pt x="2278511" y="78450"/>
                  <a:pt x="2281576" y="74985"/>
                </a:cubicBezTo>
                <a:cubicBezTo>
                  <a:pt x="2284642" y="71520"/>
                  <a:pt x="2286175" y="66387"/>
                  <a:pt x="2286175" y="59587"/>
                </a:cubicBezTo>
                <a:cubicBezTo>
                  <a:pt x="2286175" y="52484"/>
                  <a:pt x="2284707" y="47210"/>
                  <a:pt x="2281771" y="43767"/>
                </a:cubicBezTo>
                <a:cubicBezTo>
                  <a:pt x="2278834" y="40323"/>
                  <a:pt x="2275121" y="38602"/>
                  <a:pt x="2270631" y="38602"/>
                </a:cubicBezTo>
                <a:cubicBezTo>
                  <a:pt x="2266269" y="38602"/>
                  <a:pt x="2262675" y="40291"/>
                  <a:pt x="2259847" y="43670"/>
                </a:cubicBezTo>
                <a:cubicBezTo>
                  <a:pt x="2257018" y="47049"/>
                  <a:pt x="2255604" y="52203"/>
                  <a:pt x="2255604" y="5913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4F106-3025-4236-95BF-5B1AD774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60" y="1758973"/>
            <a:ext cx="350561" cy="151594"/>
          </a:xfrm>
          <a:custGeom xmlns:a="http://schemas.openxmlformats.org/drawingml/2006/main">
            <a:pathLst>
              <a:path w="350561" h="151594">
                <a:moveTo>
                  <a:pt x="0" y="0"/>
                </a:moveTo>
                <a:lnTo>
                  <a:pt x="350561" y="0"/>
                </a:lnTo>
                <a:lnTo>
                  <a:pt x="350561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mode">
            <a:extLst xmlns:a="http://schemas.openxmlformats.org/drawingml/2006/main">
              <a:ext uri="{FF2B5EF4-FFF2-40B4-BE49-F238E27FC236}">
                <a16:creationId xmlns:a16="http://schemas.microsoft.com/office/drawing/2014/main" id="{8D4D16E5-70B8-4636-8630-D69929B0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21" y="1787193"/>
            <a:ext cx="340571" cy="96504"/>
          </a:xfrm>
          <a:custGeom xmlns:a="http://schemas.openxmlformats.org/drawingml/2006/main">
            <a:pathLst>
              <a:path w="340571" h="96504">
                <a:moveTo>
                  <a:pt x="0" y="26166"/>
                </a:moveTo>
                <a:lnTo>
                  <a:pt x="16775" y="26166"/>
                </a:lnTo>
                <a:lnTo>
                  <a:pt x="16775" y="35558"/>
                </a:lnTo>
                <a:cubicBezTo>
                  <a:pt x="22777" y="28260"/>
                  <a:pt x="29923" y="24612"/>
                  <a:pt x="38213" y="24612"/>
                </a:cubicBezTo>
                <a:cubicBezTo>
                  <a:pt x="42617" y="24612"/>
                  <a:pt x="46439" y="25523"/>
                  <a:pt x="49677" y="27344"/>
                </a:cubicBezTo>
                <a:cubicBezTo>
                  <a:pt x="52915" y="29166"/>
                  <a:pt x="55571" y="31921"/>
                  <a:pt x="57644" y="35608"/>
                </a:cubicBezTo>
                <a:cubicBezTo>
                  <a:pt x="60666" y="31921"/>
                  <a:pt x="63926" y="29166"/>
                  <a:pt x="67423" y="27344"/>
                </a:cubicBezTo>
                <a:cubicBezTo>
                  <a:pt x="70921" y="25523"/>
                  <a:pt x="74656" y="24612"/>
                  <a:pt x="78628" y="24612"/>
                </a:cubicBezTo>
                <a:cubicBezTo>
                  <a:pt x="83680" y="24612"/>
                  <a:pt x="87955" y="25637"/>
                  <a:pt x="91452" y="27688"/>
                </a:cubicBezTo>
                <a:cubicBezTo>
                  <a:pt x="94950" y="29739"/>
                  <a:pt x="97562" y="32751"/>
                  <a:pt x="99289" y="36723"/>
                </a:cubicBezTo>
                <a:cubicBezTo>
                  <a:pt x="100542" y="39660"/>
                  <a:pt x="101168" y="44409"/>
                  <a:pt x="101168" y="50972"/>
                </a:cubicBezTo>
                <a:lnTo>
                  <a:pt x="101168" y="94950"/>
                </a:lnTo>
                <a:lnTo>
                  <a:pt x="82968" y="94950"/>
                </a:lnTo>
                <a:lnTo>
                  <a:pt x="82968" y="55680"/>
                </a:lnTo>
                <a:cubicBezTo>
                  <a:pt x="82968" y="48866"/>
                  <a:pt x="82342" y="44467"/>
                  <a:pt x="81090" y="42484"/>
                </a:cubicBezTo>
                <a:cubicBezTo>
                  <a:pt x="79406" y="39896"/>
                  <a:pt x="76815" y="38602"/>
                  <a:pt x="73317" y="38602"/>
                </a:cubicBezTo>
                <a:cubicBezTo>
                  <a:pt x="70770" y="38602"/>
                  <a:pt x="68373" y="39378"/>
                  <a:pt x="66128" y="40931"/>
                </a:cubicBezTo>
                <a:cubicBezTo>
                  <a:pt x="63883" y="42483"/>
                  <a:pt x="62264" y="44758"/>
                  <a:pt x="61271" y="47756"/>
                </a:cubicBezTo>
                <a:cubicBezTo>
                  <a:pt x="60277" y="50753"/>
                  <a:pt x="59781" y="55487"/>
                  <a:pt x="59781" y="61957"/>
                </a:cubicBezTo>
                <a:lnTo>
                  <a:pt x="59781" y="94950"/>
                </a:lnTo>
                <a:lnTo>
                  <a:pt x="41581" y="94950"/>
                </a:lnTo>
                <a:lnTo>
                  <a:pt x="41581" y="57297"/>
                </a:lnTo>
                <a:cubicBezTo>
                  <a:pt x="41581" y="50613"/>
                  <a:pt x="41257" y="46300"/>
                  <a:pt x="40610" y="44360"/>
                </a:cubicBezTo>
                <a:cubicBezTo>
                  <a:pt x="39962" y="42418"/>
                  <a:pt x="38958" y="40973"/>
                  <a:pt x="37598" y="40025"/>
                </a:cubicBezTo>
                <a:cubicBezTo>
                  <a:pt x="36238" y="39076"/>
                  <a:pt x="34392" y="38602"/>
                  <a:pt x="32060" y="38602"/>
                </a:cubicBezTo>
                <a:cubicBezTo>
                  <a:pt x="29254" y="38602"/>
                  <a:pt x="26728" y="39357"/>
                  <a:pt x="24482" y="40867"/>
                </a:cubicBezTo>
                <a:cubicBezTo>
                  <a:pt x="22237" y="42375"/>
                  <a:pt x="20629" y="44553"/>
                  <a:pt x="19657" y="47400"/>
                </a:cubicBezTo>
                <a:cubicBezTo>
                  <a:pt x="18686" y="50247"/>
                  <a:pt x="18200" y="54970"/>
                  <a:pt x="18200" y="61568"/>
                </a:cubicBezTo>
                <a:lnTo>
                  <a:pt x="18200" y="94950"/>
                </a:lnTo>
                <a:lnTo>
                  <a:pt x="0" y="94950"/>
                </a:lnTo>
                <a:lnTo>
                  <a:pt x="0" y="26166"/>
                </a:lnTo>
                <a:close/>
                <a:moveTo>
                  <a:pt x="115071" y="59587"/>
                </a:moveTo>
                <a:cubicBezTo>
                  <a:pt x="115071" y="53542"/>
                  <a:pt x="116561" y="47691"/>
                  <a:pt x="119540" y="42034"/>
                </a:cubicBezTo>
                <a:cubicBezTo>
                  <a:pt x="122520" y="36378"/>
                  <a:pt x="126740" y="32060"/>
                  <a:pt x="132203" y="29081"/>
                </a:cubicBezTo>
                <a:cubicBezTo>
                  <a:pt x="137665" y="26101"/>
                  <a:pt x="143764" y="24612"/>
                  <a:pt x="150500" y="24612"/>
                </a:cubicBezTo>
                <a:cubicBezTo>
                  <a:pt x="160906" y="24612"/>
                  <a:pt x="169433" y="27991"/>
                  <a:pt x="176083" y="34748"/>
                </a:cubicBezTo>
                <a:cubicBezTo>
                  <a:pt x="182732" y="41505"/>
                  <a:pt x="186057" y="50044"/>
                  <a:pt x="186057" y="60364"/>
                </a:cubicBezTo>
                <a:cubicBezTo>
                  <a:pt x="186057" y="70770"/>
                  <a:pt x="182700" y="79395"/>
                  <a:pt x="175986" y="86239"/>
                </a:cubicBezTo>
                <a:cubicBezTo>
                  <a:pt x="169271" y="93082"/>
                  <a:pt x="160819" y="96504"/>
                  <a:pt x="150629" y="96504"/>
                </a:cubicBezTo>
                <a:cubicBezTo>
                  <a:pt x="144325" y="96504"/>
                  <a:pt x="138312" y="95079"/>
                  <a:pt x="132591" y="92230"/>
                </a:cubicBezTo>
                <a:cubicBezTo>
                  <a:pt x="126870" y="89380"/>
                  <a:pt x="122520" y="85202"/>
                  <a:pt x="119540" y="79697"/>
                </a:cubicBezTo>
                <a:cubicBezTo>
                  <a:pt x="116561" y="74192"/>
                  <a:pt x="115071" y="67488"/>
                  <a:pt x="115071" y="59587"/>
                </a:cubicBezTo>
                <a:moveTo>
                  <a:pt x="133725" y="60558"/>
                </a:moveTo>
                <a:cubicBezTo>
                  <a:pt x="133725" y="67359"/>
                  <a:pt x="135344" y="72567"/>
                  <a:pt x="138582" y="76183"/>
                </a:cubicBezTo>
                <a:cubicBezTo>
                  <a:pt x="141821" y="79800"/>
                  <a:pt x="145815" y="81608"/>
                  <a:pt x="150564" y="81608"/>
                </a:cubicBezTo>
                <a:cubicBezTo>
                  <a:pt x="155314" y="81608"/>
                  <a:pt x="159297" y="79800"/>
                  <a:pt x="162514" y="76183"/>
                </a:cubicBezTo>
                <a:cubicBezTo>
                  <a:pt x="165731" y="72567"/>
                  <a:pt x="167339" y="67316"/>
                  <a:pt x="167339" y="60429"/>
                </a:cubicBezTo>
                <a:cubicBezTo>
                  <a:pt x="167339" y="53714"/>
                  <a:pt x="165731" y="48549"/>
                  <a:pt x="162514" y="44933"/>
                </a:cubicBezTo>
                <a:cubicBezTo>
                  <a:pt x="159297" y="41317"/>
                  <a:pt x="155314" y="39508"/>
                  <a:pt x="150564" y="39508"/>
                </a:cubicBezTo>
                <a:cubicBezTo>
                  <a:pt x="145815" y="39508"/>
                  <a:pt x="141821" y="41317"/>
                  <a:pt x="138582" y="44933"/>
                </a:cubicBezTo>
                <a:cubicBezTo>
                  <a:pt x="135344" y="48549"/>
                  <a:pt x="133725" y="53757"/>
                  <a:pt x="133725" y="60558"/>
                </a:cubicBezTo>
                <a:close/>
                <a:moveTo>
                  <a:pt x="263411" y="94950"/>
                </a:moveTo>
                <a:lnTo>
                  <a:pt x="246507" y="94950"/>
                </a:lnTo>
                <a:lnTo>
                  <a:pt x="246507" y="84846"/>
                </a:lnTo>
                <a:cubicBezTo>
                  <a:pt x="243700" y="88775"/>
                  <a:pt x="240386" y="91701"/>
                  <a:pt x="236565" y="93622"/>
                </a:cubicBezTo>
                <a:cubicBezTo>
                  <a:pt x="232744" y="95544"/>
                  <a:pt x="228890" y="96504"/>
                  <a:pt x="225004" y="96504"/>
                </a:cubicBezTo>
                <a:cubicBezTo>
                  <a:pt x="217102" y="96504"/>
                  <a:pt x="210334" y="93320"/>
                  <a:pt x="204699" y="86951"/>
                </a:cubicBezTo>
                <a:cubicBezTo>
                  <a:pt x="199064" y="80582"/>
                  <a:pt x="196247" y="71698"/>
                  <a:pt x="196247" y="60299"/>
                </a:cubicBezTo>
                <a:cubicBezTo>
                  <a:pt x="196247" y="48641"/>
                  <a:pt x="198989" y="39778"/>
                  <a:pt x="204473" y="33712"/>
                </a:cubicBezTo>
                <a:cubicBezTo>
                  <a:pt x="209956" y="27645"/>
                  <a:pt x="216886" y="24612"/>
                  <a:pt x="225263" y="24612"/>
                </a:cubicBezTo>
                <a:cubicBezTo>
                  <a:pt x="232949" y="24612"/>
                  <a:pt x="239598" y="27807"/>
                  <a:pt x="245212" y="34198"/>
                </a:cubicBezTo>
                <a:lnTo>
                  <a:pt x="245212" y="0"/>
                </a:lnTo>
                <a:lnTo>
                  <a:pt x="263411" y="0"/>
                </a:lnTo>
                <a:lnTo>
                  <a:pt x="263411" y="94950"/>
                </a:lnTo>
                <a:moveTo>
                  <a:pt x="214835" y="59103"/>
                </a:moveTo>
                <a:cubicBezTo>
                  <a:pt x="214835" y="66432"/>
                  <a:pt x="215850" y="71735"/>
                  <a:pt x="217880" y="75011"/>
                </a:cubicBezTo>
                <a:cubicBezTo>
                  <a:pt x="220816" y="79754"/>
                  <a:pt x="224918" y="82126"/>
                  <a:pt x="230185" y="82126"/>
                </a:cubicBezTo>
                <a:cubicBezTo>
                  <a:pt x="234374" y="82126"/>
                  <a:pt x="237936" y="80347"/>
                  <a:pt x="240872" y="76791"/>
                </a:cubicBezTo>
                <a:cubicBezTo>
                  <a:pt x="243808" y="73234"/>
                  <a:pt x="245276" y="67920"/>
                  <a:pt x="245276" y="60850"/>
                </a:cubicBezTo>
                <a:cubicBezTo>
                  <a:pt x="245276" y="52959"/>
                  <a:pt x="243852" y="47278"/>
                  <a:pt x="241002" y="43807"/>
                </a:cubicBezTo>
                <a:cubicBezTo>
                  <a:pt x="238152" y="40337"/>
                  <a:pt x="234503" y="38602"/>
                  <a:pt x="230056" y="38602"/>
                </a:cubicBezTo>
                <a:cubicBezTo>
                  <a:pt x="225738" y="38602"/>
                  <a:pt x="222122" y="40315"/>
                  <a:pt x="219207" y="43743"/>
                </a:cubicBezTo>
                <a:cubicBezTo>
                  <a:pt x="216293" y="47170"/>
                  <a:pt x="214835" y="52290"/>
                  <a:pt x="214835" y="59103"/>
                </a:cubicBezTo>
                <a:close/>
                <a:moveTo>
                  <a:pt x="321206" y="73058"/>
                </a:moveTo>
                <a:lnTo>
                  <a:pt x="339341" y="76167"/>
                </a:lnTo>
                <a:cubicBezTo>
                  <a:pt x="337009" y="82795"/>
                  <a:pt x="333328" y="87842"/>
                  <a:pt x="328298" y="91307"/>
                </a:cubicBezTo>
                <a:cubicBezTo>
                  <a:pt x="323268" y="94772"/>
                  <a:pt x="316974" y="96504"/>
                  <a:pt x="309418" y="96504"/>
                </a:cubicBezTo>
                <a:cubicBezTo>
                  <a:pt x="297458" y="96504"/>
                  <a:pt x="288606" y="92597"/>
                  <a:pt x="282863" y="84781"/>
                </a:cubicBezTo>
                <a:cubicBezTo>
                  <a:pt x="278329" y="78520"/>
                  <a:pt x="276062" y="70619"/>
                  <a:pt x="276062" y="61076"/>
                </a:cubicBezTo>
                <a:cubicBezTo>
                  <a:pt x="276062" y="49677"/>
                  <a:pt x="279042" y="40750"/>
                  <a:pt x="285000" y="34295"/>
                </a:cubicBezTo>
                <a:cubicBezTo>
                  <a:pt x="290959" y="27839"/>
                  <a:pt x="298494" y="24612"/>
                  <a:pt x="307605" y="24612"/>
                </a:cubicBezTo>
                <a:cubicBezTo>
                  <a:pt x="317838" y="24612"/>
                  <a:pt x="325912" y="27991"/>
                  <a:pt x="331828" y="34748"/>
                </a:cubicBezTo>
                <a:cubicBezTo>
                  <a:pt x="337743" y="41505"/>
                  <a:pt x="340571" y="51858"/>
                  <a:pt x="340312" y="65804"/>
                </a:cubicBezTo>
                <a:lnTo>
                  <a:pt x="294716" y="65804"/>
                </a:lnTo>
                <a:cubicBezTo>
                  <a:pt x="294845" y="71202"/>
                  <a:pt x="296313" y="75401"/>
                  <a:pt x="299120" y="78402"/>
                </a:cubicBezTo>
                <a:cubicBezTo>
                  <a:pt x="301927" y="81403"/>
                  <a:pt x="305424" y="82903"/>
                  <a:pt x="309612" y="82903"/>
                </a:cubicBezTo>
                <a:cubicBezTo>
                  <a:pt x="312462" y="82903"/>
                  <a:pt x="314859" y="82126"/>
                  <a:pt x="316802" y="80571"/>
                </a:cubicBezTo>
                <a:cubicBezTo>
                  <a:pt x="318745" y="79017"/>
                  <a:pt x="320213" y="76513"/>
                  <a:pt x="321206" y="73058"/>
                </a:cubicBezTo>
                <a:moveTo>
                  <a:pt x="322242" y="54664"/>
                </a:moveTo>
                <a:cubicBezTo>
                  <a:pt x="322113" y="49418"/>
                  <a:pt x="320752" y="45429"/>
                  <a:pt x="318162" y="42698"/>
                </a:cubicBezTo>
                <a:cubicBezTo>
                  <a:pt x="315571" y="39967"/>
                  <a:pt x="312419" y="38602"/>
                  <a:pt x="308706" y="38602"/>
                </a:cubicBezTo>
                <a:cubicBezTo>
                  <a:pt x="304733" y="38602"/>
                  <a:pt x="301452" y="40042"/>
                  <a:pt x="298861" y="42923"/>
                </a:cubicBezTo>
                <a:cubicBezTo>
                  <a:pt x="296270" y="45805"/>
                  <a:pt x="294996" y="49719"/>
                  <a:pt x="295040" y="54664"/>
                </a:cubicBezTo>
                <a:lnTo>
                  <a:pt x="322242" y="546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,">
            <a:extLst xmlns:a="http://schemas.openxmlformats.org/drawingml/2006/main">
              <a:ext uri="{FF2B5EF4-FFF2-40B4-BE49-F238E27FC236}">
                <a16:creationId xmlns:a16="http://schemas.microsoft.com/office/drawing/2014/main" id="{3D4D3551-82A6-4172-958D-8ADAB1B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41" y="1868801"/>
            <a:ext cx="14055" cy="32125"/>
          </a:xfrm>
          <a:custGeom xmlns:a="http://schemas.openxmlformats.org/drawingml/2006/main">
            <a:pathLst>
              <a:path w="14055" h="32125">
                <a:moveTo>
                  <a:pt x="777" y="13342"/>
                </a:moveTo>
                <a:lnTo>
                  <a:pt x="777" y="0"/>
                </a:lnTo>
                <a:lnTo>
                  <a:pt x="14055" y="0"/>
                </a:lnTo>
                <a:lnTo>
                  <a:pt x="14055" y="13304"/>
                </a:lnTo>
                <a:cubicBezTo>
                  <a:pt x="14055" y="18194"/>
                  <a:pt x="13191" y="22142"/>
                  <a:pt x="11464" y="25148"/>
                </a:cubicBezTo>
                <a:cubicBezTo>
                  <a:pt x="9737" y="28156"/>
                  <a:pt x="6995" y="30481"/>
                  <a:pt x="3238" y="32125"/>
                </a:cubicBezTo>
                <a:lnTo>
                  <a:pt x="0" y="27073"/>
                </a:lnTo>
                <a:cubicBezTo>
                  <a:pt x="2461" y="25999"/>
                  <a:pt x="4275" y="24420"/>
                  <a:pt x="5441" y="22335"/>
                </a:cubicBezTo>
                <a:cubicBezTo>
                  <a:pt x="6606" y="20250"/>
                  <a:pt x="7254" y="17253"/>
                  <a:pt x="7384" y="13342"/>
                </a:cubicBezTo>
                <a:lnTo>
                  <a:pt x="777" y="13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EC1ED-48E1-4555-BF5B-8453606D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18" y="1758973"/>
            <a:ext cx="350561" cy="151594"/>
          </a:xfrm>
          <a:custGeom xmlns:a="http://schemas.openxmlformats.org/drawingml/2006/main">
            <a:pathLst>
              <a:path w="350561" h="151594">
                <a:moveTo>
                  <a:pt x="0" y="0"/>
                </a:moveTo>
                <a:lnTo>
                  <a:pt x="350561" y="0"/>
                </a:lnTo>
                <a:lnTo>
                  <a:pt x="350561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then">
            <a:extLst xmlns:a="http://schemas.openxmlformats.org/drawingml/2006/main">
              <a:ext uri="{FF2B5EF4-FFF2-40B4-BE49-F238E27FC236}">
                <a16:creationId xmlns:a16="http://schemas.microsoft.com/office/drawing/2014/main" id="{27E309F8-84BA-43FA-9BCD-04753856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90" y="1787193"/>
            <a:ext cx="269046" cy="96504"/>
          </a:xfrm>
          <a:custGeom xmlns:a="http://schemas.openxmlformats.org/drawingml/2006/main">
            <a:pathLst>
              <a:path w="269046" h="96504">
                <a:moveTo>
                  <a:pt x="39055" y="26166"/>
                </a:moveTo>
                <a:lnTo>
                  <a:pt x="39055" y="40674"/>
                </a:lnTo>
                <a:lnTo>
                  <a:pt x="26620" y="40674"/>
                </a:lnTo>
                <a:lnTo>
                  <a:pt x="26620" y="68350"/>
                </a:lnTo>
                <a:cubicBezTo>
                  <a:pt x="26620" y="73956"/>
                  <a:pt x="26738" y="77222"/>
                  <a:pt x="26976" y="78149"/>
                </a:cubicBezTo>
                <a:cubicBezTo>
                  <a:pt x="27213" y="79074"/>
                  <a:pt x="27753" y="79839"/>
                  <a:pt x="28595" y="80444"/>
                </a:cubicBezTo>
                <a:cubicBezTo>
                  <a:pt x="29437" y="81047"/>
                  <a:pt x="30463" y="81349"/>
                  <a:pt x="31672" y="81349"/>
                </a:cubicBezTo>
                <a:cubicBezTo>
                  <a:pt x="33356" y="81349"/>
                  <a:pt x="35795" y="80766"/>
                  <a:pt x="38990" y="79600"/>
                </a:cubicBezTo>
                <a:lnTo>
                  <a:pt x="40545" y="93772"/>
                </a:lnTo>
                <a:cubicBezTo>
                  <a:pt x="36313" y="95594"/>
                  <a:pt x="31520" y="96504"/>
                  <a:pt x="26166" y="96504"/>
                </a:cubicBezTo>
                <a:cubicBezTo>
                  <a:pt x="22885" y="96504"/>
                  <a:pt x="19927" y="95954"/>
                  <a:pt x="17293" y="94853"/>
                </a:cubicBezTo>
                <a:cubicBezTo>
                  <a:pt x="14659" y="93752"/>
                  <a:pt x="12727" y="92327"/>
                  <a:pt x="11496" y="90578"/>
                </a:cubicBezTo>
                <a:cubicBezTo>
                  <a:pt x="10266" y="88829"/>
                  <a:pt x="9413" y="86465"/>
                  <a:pt x="8938" y="83486"/>
                </a:cubicBezTo>
                <a:cubicBezTo>
                  <a:pt x="8549" y="81370"/>
                  <a:pt x="8355" y="77096"/>
                  <a:pt x="8355" y="70662"/>
                </a:cubicBezTo>
                <a:lnTo>
                  <a:pt x="8355" y="40674"/>
                </a:lnTo>
                <a:lnTo>
                  <a:pt x="0" y="40674"/>
                </a:lnTo>
                <a:lnTo>
                  <a:pt x="0" y="26166"/>
                </a:lnTo>
                <a:lnTo>
                  <a:pt x="8355" y="26166"/>
                </a:lnTo>
                <a:lnTo>
                  <a:pt x="8355" y="12435"/>
                </a:lnTo>
                <a:lnTo>
                  <a:pt x="26620" y="1684"/>
                </a:lnTo>
                <a:lnTo>
                  <a:pt x="26620" y="26166"/>
                </a:lnTo>
                <a:lnTo>
                  <a:pt x="39055" y="26166"/>
                </a:lnTo>
                <a:close/>
                <a:moveTo>
                  <a:pt x="69819" y="0"/>
                </a:moveTo>
                <a:lnTo>
                  <a:pt x="69819" y="34959"/>
                </a:lnTo>
                <a:cubicBezTo>
                  <a:pt x="75691" y="28061"/>
                  <a:pt x="82708" y="24612"/>
                  <a:pt x="90869" y="24612"/>
                </a:cubicBezTo>
                <a:cubicBezTo>
                  <a:pt x="95057" y="24612"/>
                  <a:pt x="98835" y="25389"/>
                  <a:pt x="102203" y="26943"/>
                </a:cubicBezTo>
                <a:cubicBezTo>
                  <a:pt x="105571" y="28498"/>
                  <a:pt x="108108" y="30484"/>
                  <a:pt x="109813" y="32902"/>
                </a:cubicBezTo>
                <a:cubicBezTo>
                  <a:pt x="111519" y="35320"/>
                  <a:pt x="112685" y="37997"/>
                  <a:pt x="113311" y="40933"/>
                </a:cubicBezTo>
                <a:cubicBezTo>
                  <a:pt x="113937" y="43870"/>
                  <a:pt x="114250" y="48425"/>
                  <a:pt x="114250" y="54599"/>
                </a:cubicBezTo>
                <a:lnTo>
                  <a:pt x="114250" y="94950"/>
                </a:lnTo>
                <a:lnTo>
                  <a:pt x="96050" y="94950"/>
                </a:lnTo>
                <a:lnTo>
                  <a:pt x="96050" y="58658"/>
                </a:lnTo>
                <a:cubicBezTo>
                  <a:pt x="96050" y="51455"/>
                  <a:pt x="95705" y="46883"/>
                  <a:pt x="95014" y="44943"/>
                </a:cubicBezTo>
                <a:cubicBezTo>
                  <a:pt x="94323" y="43001"/>
                  <a:pt x="93103" y="41459"/>
                  <a:pt x="91354" y="40316"/>
                </a:cubicBezTo>
                <a:cubicBezTo>
                  <a:pt x="89606" y="39173"/>
                  <a:pt x="87414" y="38602"/>
                  <a:pt x="84780" y="38602"/>
                </a:cubicBezTo>
                <a:cubicBezTo>
                  <a:pt x="81758" y="38602"/>
                  <a:pt x="79059" y="39335"/>
                  <a:pt x="76684" y="40802"/>
                </a:cubicBezTo>
                <a:cubicBezTo>
                  <a:pt x="74309" y="42269"/>
                  <a:pt x="72572" y="44479"/>
                  <a:pt x="71470" y="47432"/>
                </a:cubicBezTo>
                <a:cubicBezTo>
                  <a:pt x="70369" y="50386"/>
                  <a:pt x="69819" y="54753"/>
                  <a:pt x="69819" y="60534"/>
                </a:cubicBezTo>
                <a:lnTo>
                  <a:pt x="69819" y="94950"/>
                </a:lnTo>
                <a:lnTo>
                  <a:pt x="51619" y="94950"/>
                </a:lnTo>
                <a:lnTo>
                  <a:pt x="51619" y="0"/>
                </a:lnTo>
                <a:lnTo>
                  <a:pt x="69819" y="0"/>
                </a:lnTo>
                <a:close/>
                <a:moveTo>
                  <a:pt x="172562" y="73058"/>
                </a:moveTo>
                <a:lnTo>
                  <a:pt x="190697" y="76167"/>
                </a:lnTo>
                <a:cubicBezTo>
                  <a:pt x="188366" y="82795"/>
                  <a:pt x="184685" y="87842"/>
                  <a:pt x="179654" y="91307"/>
                </a:cubicBezTo>
                <a:cubicBezTo>
                  <a:pt x="174624" y="94772"/>
                  <a:pt x="168331" y="96504"/>
                  <a:pt x="160774" y="96504"/>
                </a:cubicBezTo>
                <a:cubicBezTo>
                  <a:pt x="148814" y="96504"/>
                  <a:pt x="139962" y="92597"/>
                  <a:pt x="134220" y="84781"/>
                </a:cubicBezTo>
                <a:cubicBezTo>
                  <a:pt x="129686" y="78520"/>
                  <a:pt x="127419" y="70619"/>
                  <a:pt x="127419" y="61076"/>
                </a:cubicBezTo>
                <a:cubicBezTo>
                  <a:pt x="127419" y="49677"/>
                  <a:pt x="130398" y="40750"/>
                  <a:pt x="136357" y="34295"/>
                </a:cubicBezTo>
                <a:cubicBezTo>
                  <a:pt x="142316" y="27839"/>
                  <a:pt x="149850" y="24612"/>
                  <a:pt x="158961" y="24612"/>
                </a:cubicBezTo>
                <a:cubicBezTo>
                  <a:pt x="169194" y="24612"/>
                  <a:pt x="177269" y="27991"/>
                  <a:pt x="183184" y="34748"/>
                </a:cubicBezTo>
                <a:cubicBezTo>
                  <a:pt x="189100" y="41505"/>
                  <a:pt x="191928" y="51858"/>
                  <a:pt x="191669" y="65804"/>
                </a:cubicBezTo>
                <a:lnTo>
                  <a:pt x="146072" y="65804"/>
                </a:lnTo>
                <a:cubicBezTo>
                  <a:pt x="146202" y="71202"/>
                  <a:pt x="147670" y="75401"/>
                  <a:pt x="150476" y="78402"/>
                </a:cubicBezTo>
                <a:cubicBezTo>
                  <a:pt x="153283" y="81403"/>
                  <a:pt x="156780" y="82903"/>
                  <a:pt x="160969" y="82903"/>
                </a:cubicBezTo>
                <a:cubicBezTo>
                  <a:pt x="163819" y="82903"/>
                  <a:pt x="166215" y="82126"/>
                  <a:pt x="168158" y="80571"/>
                </a:cubicBezTo>
                <a:cubicBezTo>
                  <a:pt x="170101" y="79017"/>
                  <a:pt x="171569" y="76513"/>
                  <a:pt x="172562" y="73058"/>
                </a:cubicBezTo>
                <a:moveTo>
                  <a:pt x="173598" y="54664"/>
                </a:moveTo>
                <a:cubicBezTo>
                  <a:pt x="173469" y="49418"/>
                  <a:pt x="172109" y="45429"/>
                  <a:pt x="169518" y="42698"/>
                </a:cubicBezTo>
                <a:cubicBezTo>
                  <a:pt x="166927" y="39967"/>
                  <a:pt x="163775" y="38602"/>
                  <a:pt x="160062" y="38602"/>
                </a:cubicBezTo>
                <a:cubicBezTo>
                  <a:pt x="156090" y="38602"/>
                  <a:pt x="152808" y="40042"/>
                  <a:pt x="150217" y="42923"/>
                </a:cubicBezTo>
                <a:cubicBezTo>
                  <a:pt x="147627" y="45805"/>
                  <a:pt x="146353" y="49719"/>
                  <a:pt x="146396" y="54664"/>
                </a:cubicBezTo>
                <a:lnTo>
                  <a:pt x="173598" y="54664"/>
                </a:lnTo>
                <a:close/>
                <a:moveTo>
                  <a:pt x="269046" y="94950"/>
                </a:moveTo>
                <a:lnTo>
                  <a:pt x="250847" y="94950"/>
                </a:lnTo>
                <a:lnTo>
                  <a:pt x="250847" y="59886"/>
                </a:lnTo>
                <a:cubicBezTo>
                  <a:pt x="250847" y="52467"/>
                  <a:pt x="250458" y="47669"/>
                  <a:pt x="249681" y="45491"/>
                </a:cubicBezTo>
                <a:cubicBezTo>
                  <a:pt x="248904" y="43314"/>
                  <a:pt x="247641" y="41621"/>
                  <a:pt x="245892" y="40413"/>
                </a:cubicBezTo>
                <a:cubicBezTo>
                  <a:pt x="244143" y="39206"/>
                  <a:pt x="242038" y="38602"/>
                  <a:pt x="239577" y="38602"/>
                </a:cubicBezTo>
                <a:cubicBezTo>
                  <a:pt x="236425" y="38602"/>
                  <a:pt x="233597" y="39465"/>
                  <a:pt x="231092" y="41190"/>
                </a:cubicBezTo>
                <a:cubicBezTo>
                  <a:pt x="228588" y="42915"/>
                  <a:pt x="226872" y="45201"/>
                  <a:pt x="225943" y="48048"/>
                </a:cubicBezTo>
                <a:cubicBezTo>
                  <a:pt x="225015" y="50893"/>
                  <a:pt x="224551" y="56155"/>
                  <a:pt x="224551" y="63833"/>
                </a:cubicBezTo>
                <a:lnTo>
                  <a:pt x="224551" y="94950"/>
                </a:lnTo>
                <a:lnTo>
                  <a:pt x="206351" y="94950"/>
                </a:lnTo>
                <a:lnTo>
                  <a:pt x="206351" y="26166"/>
                </a:lnTo>
                <a:lnTo>
                  <a:pt x="223255" y="26166"/>
                </a:lnTo>
                <a:lnTo>
                  <a:pt x="223255" y="36270"/>
                </a:lnTo>
                <a:cubicBezTo>
                  <a:pt x="229257" y="28498"/>
                  <a:pt x="236814" y="24612"/>
                  <a:pt x="245924" y="24612"/>
                </a:cubicBezTo>
                <a:cubicBezTo>
                  <a:pt x="249940" y="24612"/>
                  <a:pt x="253610" y="25335"/>
                  <a:pt x="256935" y="26782"/>
                </a:cubicBezTo>
                <a:cubicBezTo>
                  <a:pt x="260260" y="28228"/>
                  <a:pt x="262775" y="30074"/>
                  <a:pt x="264480" y="32319"/>
                </a:cubicBezTo>
                <a:cubicBezTo>
                  <a:pt x="266186" y="34565"/>
                  <a:pt x="267373" y="37112"/>
                  <a:pt x="268042" y="39962"/>
                </a:cubicBezTo>
                <a:cubicBezTo>
                  <a:pt x="268712" y="42812"/>
                  <a:pt x="269046" y="46892"/>
                  <a:pt x="269046" y="52203"/>
                </a:cubicBezTo>
                <a:lnTo>
                  <a:pt x="269046" y="94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globally,theinputangleis">
            <a:extLst xmlns:a="http://schemas.openxmlformats.org/drawingml/2006/main">
              <a:ext uri="{FF2B5EF4-FFF2-40B4-BE49-F238E27FC236}">
                <a16:creationId xmlns:a16="http://schemas.microsoft.com/office/drawing/2014/main" id="{402BFE28-0A16-430B-9E72-D3EBC712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52" y="1787193"/>
            <a:ext cx="1507123" cy="122930"/>
          </a:xfrm>
          <a:custGeom xmlns:a="http://schemas.openxmlformats.org/drawingml/2006/main">
            <a:pathLst>
              <a:path w="1507123" h="122930">
                <a:moveTo>
                  <a:pt x="2332" y="100649"/>
                </a:moveTo>
                <a:lnTo>
                  <a:pt x="13666" y="102333"/>
                </a:lnTo>
                <a:cubicBezTo>
                  <a:pt x="14141" y="105831"/>
                  <a:pt x="15458" y="108378"/>
                  <a:pt x="17617" y="109976"/>
                </a:cubicBezTo>
                <a:cubicBezTo>
                  <a:pt x="20510" y="112135"/>
                  <a:pt x="24461" y="113214"/>
                  <a:pt x="29469" y="113214"/>
                </a:cubicBezTo>
                <a:cubicBezTo>
                  <a:pt x="34867" y="113214"/>
                  <a:pt x="39034" y="112132"/>
                  <a:pt x="41970" y="109968"/>
                </a:cubicBezTo>
                <a:cubicBezTo>
                  <a:pt x="44906" y="107805"/>
                  <a:pt x="46892" y="104776"/>
                  <a:pt x="47928" y="100880"/>
                </a:cubicBezTo>
                <a:cubicBezTo>
                  <a:pt x="48533" y="98501"/>
                  <a:pt x="48813" y="93503"/>
                  <a:pt x="48770" y="85886"/>
                </a:cubicBezTo>
                <a:cubicBezTo>
                  <a:pt x="43675" y="91929"/>
                  <a:pt x="37328" y="94950"/>
                  <a:pt x="29729" y="94950"/>
                </a:cubicBezTo>
                <a:cubicBezTo>
                  <a:pt x="20272" y="94950"/>
                  <a:pt x="12954" y="91539"/>
                  <a:pt x="7772" y="84717"/>
                </a:cubicBezTo>
                <a:cubicBezTo>
                  <a:pt x="2591" y="77894"/>
                  <a:pt x="0" y="69712"/>
                  <a:pt x="0" y="60169"/>
                </a:cubicBezTo>
                <a:cubicBezTo>
                  <a:pt x="0" y="53606"/>
                  <a:pt x="1187" y="47551"/>
                  <a:pt x="3562" y="42002"/>
                </a:cubicBezTo>
                <a:cubicBezTo>
                  <a:pt x="5937" y="36454"/>
                  <a:pt x="9381" y="32168"/>
                  <a:pt x="13893" y="29146"/>
                </a:cubicBezTo>
                <a:cubicBezTo>
                  <a:pt x="18405" y="26123"/>
                  <a:pt x="23705" y="24612"/>
                  <a:pt x="29793" y="24612"/>
                </a:cubicBezTo>
                <a:cubicBezTo>
                  <a:pt x="37911" y="24612"/>
                  <a:pt x="44604" y="27915"/>
                  <a:pt x="49871" y="34521"/>
                </a:cubicBezTo>
                <a:lnTo>
                  <a:pt x="49871" y="26166"/>
                </a:lnTo>
                <a:lnTo>
                  <a:pt x="60623" y="26166"/>
                </a:lnTo>
                <a:lnTo>
                  <a:pt x="60623" y="85664"/>
                </a:lnTo>
                <a:cubicBezTo>
                  <a:pt x="60623" y="96379"/>
                  <a:pt x="59533" y="103972"/>
                  <a:pt x="57352" y="108444"/>
                </a:cubicBezTo>
                <a:cubicBezTo>
                  <a:pt x="55172" y="112916"/>
                  <a:pt x="51717" y="116447"/>
                  <a:pt x="46989" y="119040"/>
                </a:cubicBezTo>
                <a:cubicBezTo>
                  <a:pt x="42261" y="121633"/>
                  <a:pt x="36443" y="122930"/>
                  <a:pt x="29534" y="122930"/>
                </a:cubicBezTo>
                <a:cubicBezTo>
                  <a:pt x="21330" y="122930"/>
                  <a:pt x="14702" y="121078"/>
                  <a:pt x="9650" y="117376"/>
                </a:cubicBezTo>
                <a:cubicBezTo>
                  <a:pt x="4599" y="113673"/>
                  <a:pt x="2159" y="108098"/>
                  <a:pt x="2332" y="100649"/>
                </a:cubicBezTo>
                <a:moveTo>
                  <a:pt x="11982" y="59330"/>
                </a:moveTo>
                <a:cubicBezTo>
                  <a:pt x="11982" y="68331"/>
                  <a:pt x="13774" y="74899"/>
                  <a:pt x="17358" y="79033"/>
                </a:cubicBezTo>
                <a:cubicBezTo>
                  <a:pt x="20942" y="83168"/>
                  <a:pt x="25432" y="85235"/>
                  <a:pt x="30830" y="85235"/>
                </a:cubicBezTo>
                <a:cubicBezTo>
                  <a:pt x="36184" y="85235"/>
                  <a:pt x="40674" y="83178"/>
                  <a:pt x="44301" y="79066"/>
                </a:cubicBezTo>
                <a:cubicBezTo>
                  <a:pt x="47928" y="74953"/>
                  <a:pt x="49742" y="68503"/>
                  <a:pt x="49742" y="59716"/>
                </a:cubicBezTo>
                <a:cubicBezTo>
                  <a:pt x="49742" y="51318"/>
                  <a:pt x="47874" y="44987"/>
                  <a:pt x="44139" y="40723"/>
                </a:cubicBezTo>
                <a:cubicBezTo>
                  <a:pt x="40404" y="36459"/>
                  <a:pt x="35903" y="34327"/>
                  <a:pt x="30635" y="34327"/>
                </a:cubicBezTo>
                <a:cubicBezTo>
                  <a:pt x="25454" y="34327"/>
                  <a:pt x="21050" y="36427"/>
                  <a:pt x="17423" y="40626"/>
                </a:cubicBezTo>
                <a:cubicBezTo>
                  <a:pt x="13796" y="44825"/>
                  <a:pt x="11982" y="51059"/>
                  <a:pt x="11982" y="59330"/>
                </a:cubicBezTo>
                <a:close/>
                <a:moveTo>
                  <a:pt x="77961" y="94950"/>
                </a:moveTo>
                <a:lnTo>
                  <a:pt x="77961" y="0"/>
                </a:lnTo>
                <a:lnTo>
                  <a:pt x="89619" y="0"/>
                </a:lnTo>
                <a:lnTo>
                  <a:pt x="89619" y="94950"/>
                </a:lnTo>
                <a:lnTo>
                  <a:pt x="77961" y="94950"/>
                </a:lnTo>
                <a:close/>
                <a:moveTo>
                  <a:pt x="103327" y="60558"/>
                </a:moveTo>
                <a:cubicBezTo>
                  <a:pt x="103327" y="47820"/>
                  <a:pt x="106868" y="38386"/>
                  <a:pt x="113949" y="32254"/>
                </a:cubicBezTo>
                <a:cubicBezTo>
                  <a:pt x="119865" y="27159"/>
                  <a:pt x="127076" y="24612"/>
                  <a:pt x="135582" y="24612"/>
                </a:cubicBezTo>
                <a:cubicBezTo>
                  <a:pt x="145038" y="24612"/>
                  <a:pt x="152767" y="27710"/>
                  <a:pt x="158769" y="33906"/>
                </a:cubicBezTo>
                <a:cubicBezTo>
                  <a:pt x="164771" y="40102"/>
                  <a:pt x="167771" y="48662"/>
                  <a:pt x="167771" y="59587"/>
                </a:cubicBezTo>
                <a:cubicBezTo>
                  <a:pt x="167771" y="68438"/>
                  <a:pt x="166444" y="75401"/>
                  <a:pt x="163788" y="80474"/>
                </a:cubicBezTo>
                <a:cubicBezTo>
                  <a:pt x="161133" y="85548"/>
                  <a:pt x="157268" y="89488"/>
                  <a:pt x="152195" y="92294"/>
                </a:cubicBezTo>
                <a:cubicBezTo>
                  <a:pt x="147121" y="95101"/>
                  <a:pt x="141584" y="96504"/>
                  <a:pt x="135582" y="96504"/>
                </a:cubicBezTo>
                <a:cubicBezTo>
                  <a:pt x="125953" y="96504"/>
                  <a:pt x="118170" y="93417"/>
                  <a:pt x="112233" y="87242"/>
                </a:cubicBezTo>
                <a:cubicBezTo>
                  <a:pt x="106296" y="81068"/>
                  <a:pt x="103327" y="72173"/>
                  <a:pt x="103327" y="60558"/>
                </a:cubicBezTo>
                <a:moveTo>
                  <a:pt x="115309" y="60526"/>
                </a:moveTo>
                <a:cubicBezTo>
                  <a:pt x="115309" y="69302"/>
                  <a:pt x="117231" y="75873"/>
                  <a:pt x="121074" y="80239"/>
                </a:cubicBezTo>
                <a:cubicBezTo>
                  <a:pt x="124917" y="84606"/>
                  <a:pt x="129753" y="86789"/>
                  <a:pt x="135582" y="86789"/>
                </a:cubicBezTo>
                <a:cubicBezTo>
                  <a:pt x="141368" y="86789"/>
                  <a:pt x="146182" y="84595"/>
                  <a:pt x="150025" y="80207"/>
                </a:cubicBezTo>
                <a:cubicBezTo>
                  <a:pt x="153868" y="75819"/>
                  <a:pt x="155789" y="69130"/>
                  <a:pt x="155789" y="60139"/>
                </a:cubicBezTo>
                <a:cubicBezTo>
                  <a:pt x="155789" y="51664"/>
                  <a:pt x="153857" y="45243"/>
                  <a:pt x="149993" y="40877"/>
                </a:cubicBezTo>
                <a:cubicBezTo>
                  <a:pt x="146128" y="36510"/>
                  <a:pt x="141325" y="34327"/>
                  <a:pt x="135582" y="34327"/>
                </a:cubicBezTo>
                <a:cubicBezTo>
                  <a:pt x="129753" y="34327"/>
                  <a:pt x="124917" y="36499"/>
                  <a:pt x="121074" y="40844"/>
                </a:cubicBezTo>
                <a:cubicBezTo>
                  <a:pt x="117231" y="45189"/>
                  <a:pt x="115309" y="51750"/>
                  <a:pt x="115309" y="60526"/>
                </a:cubicBezTo>
                <a:close/>
                <a:moveTo>
                  <a:pt x="192169" y="94950"/>
                </a:moveTo>
                <a:lnTo>
                  <a:pt x="181353" y="94950"/>
                </a:lnTo>
                <a:lnTo>
                  <a:pt x="181353" y="0"/>
                </a:lnTo>
                <a:lnTo>
                  <a:pt x="193011" y="0"/>
                </a:lnTo>
                <a:lnTo>
                  <a:pt x="193011" y="33999"/>
                </a:lnTo>
                <a:cubicBezTo>
                  <a:pt x="197933" y="27741"/>
                  <a:pt x="204216" y="24612"/>
                  <a:pt x="211858" y="24612"/>
                </a:cubicBezTo>
                <a:cubicBezTo>
                  <a:pt x="216090" y="24612"/>
                  <a:pt x="220095" y="25465"/>
                  <a:pt x="223873" y="27170"/>
                </a:cubicBezTo>
                <a:cubicBezTo>
                  <a:pt x="227651" y="28876"/>
                  <a:pt x="230760" y="31272"/>
                  <a:pt x="233199" y="34359"/>
                </a:cubicBezTo>
                <a:cubicBezTo>
                  <a:pt x="235639" y="37447"/>
                  <a:pt x="237550" y="41171"/>
                  <a:pt x="238931" y="45532"/>
                </a:cubicBezTo>
                <a:cubicBezTo>
                  <a:pt x="240313" y="49893"/>
                  <a:pt x="241004" y="54556"/>
                  <a:pt x="241004" y="59522"/>
                </a:cubicBezTo>
                <a:cubicBezTo>
                  <a:pt x="241004" y="71310"/>
                  <a:pt x="238089" y="80420"/>
                  <a:pt x="232260" y="86854"/>
                </a:cubicBezTo>
                <a:cubicBezTo>
                  <a:pt x="226431" y="93288"/>
                  <a:pt x="219436" y="96504"/>
                  <a:pt x="211275" y="96504"/>
                </a:cubicBezTo>
                <a:cubicBezTo>
                  <a:pt x="203158" y="96504"/>
                  <a:pt x="196789" y="93072"/>
                  <a:pt x="192169" y="86206"/>
                </a:cubicBezTo>
                <a:lnTo>
                  <a:pt x="192169" y="94950"/>
                </a:lnTo>
                <a:moveTo>
                  <a:pt x="192039" y="60042"/>
                </a:moveTo>
                <a:cubicBezTo>
                  <a:pt x="192039" y="68249"/>
                  <a:pt x="193162" y="74178"/>
                  <a:pt x="195407" y="77831"/>
                </a:cubicBezTo>
                <a:cubicBezTo>
                  <a:pt x="199077" y="83803"/>
                  <a:pt x="204043" y="86789"/>
                  <a:pt x="210304" y="86789"/>
                </a:cubicBezTo>
                <a:cubicBezTo>
                  <a:pt x="215399" y="86789"/>
                  <a:pt x="219803" y="84587"/>
                  <a:pt x="223517" y="80183"/>
                </a:cubicBezTo>
                <a:cubicBezTo>
                  <a:pt x="227230" y="75779"/>
                  <a:pt x="229087" y="69215"/>
                  <a:pt x="229087" y="60493"/>
                </a:cubicBezTo>
                <a:cubicBezTo>
                  <a:pt x="229087" y="51557"/>
                  <a:pt x="227305" y="44962"/>
                  <a:pt x="223743" y="40709"/>
                </a:cubicBezTo>
                <a:cubicBezTo>
                  <a:pt x="220181" y="36454"/>
                  <a:pt x="215874" y="34327"/>
                  <a:pt x="210822" y="34327"/>
                </a:cubicBezTo>
                <a:cubicBezTo>
                  <a:pt x="205727" y="34327"/>
                  <a:pt x="201323" y="36529"/>
                  <a:pt x="197609" y="40933"/>
                </a:cubicBezTo>
                <a:cubicBezTo>
                  <a:pt x="193896" y="45338"/>
                  <a:pt x="192039" y="51707"/>
                  <a:pt x="192039" y="60042"/>
                </a:cubicBezTo>
                <a:close/>
                <a:moveTo>
                  <a:pt x="300052" y="86457"/>
                </a:moveTo>
                <a:cubicBezTo>
                  <a:pt x="295734" y="90130"/>
                  <a:pt x="291578" y="92723"/>
                  <a:pt x="287584" y="94235"/>
                </a:cubicBezTo>
                <a:cubicBezTo>
                  <a:pt x="283590" y="95748"/>
                  <a:pt x="279305" y="96504"/>
                  <a:pt x="274728" y="96504"/>
                </a:cubicBezTo>
                <a:cubicBezTo>
                  <a:pt x="267171" y="96504"/>
                  <a:pt x="261364" y="94657"/>
                  <a:pt x="257305" y="90963"/>
                </a:cubicBezTo>
                <a:cubicBezTo>
                  <a:pt x="253246" y="87268"/>
                  <a:pt x="251217" y="82547"/>
                  <a:pt x="251217" y="76801"/>
                </a:cubicBezTo>
                <a:cubicBezTo>
                  <a:pt x="251217" y="73431"/>
                  <a:pt x="251983" y="70354"/>
                  <a:pt x="253516" y="67567"/>
                </a:cubicBezTo>
                <a:cubicBezTo>
                  <a:pt x="255049" y="64779"/>
                  <a:pt x="257057" y="62543"/>
                  <a:pt x="259540" y="60858"/>
                </a:cubicBezTo>
                <a:cubicBezTo>
                  <a:pt x="262022" y="59172"/>
                  <a:pt x="264818" y="57898"/>
                  <a:pt x="267927" y="57034"/>
                </a:cubicBezTo>
                <a:cubicBezTo>
                  <a:pt x="270216" y="56428"/>
                  <a:pt x="273670" y="55845"/>
                  <a:pt x="278290" y="55284"/>
                </a:cubicBezTo>
                <a:cubicBezTo>
                  <a:pt x="287703" y="54169"/>
                  <a:pt x="294633" y="52840"/>
                  <a:pt x="299080" y="51296"/>
                </a:cubicBezTo>
                <a:cubicBezTo>
                  <a:pt x="299124" y="49705"/>
                  <a:pt x="299145" y="48695"/>
                  <a:pt x="299145" y="48264"/>
                </a:cubicBezTo>
                <a:cubicBezTo>
                  <a:pt x="299145" y="43532"/>
                  <a:pt x="298044" y="40199"/>
                  <a:pt x="295842" y="38264"/>
                </a:cubicBezTo>
                <a:cubicBezTo>
                  <a:pt x="292863" y="35639"/>
                  <a:pt x="288437" y="34327"/>
                  <a:pt x="282565" y="34327"/>
                </a:cubicBezTo>
                <a:cubicBezTo>
                  <a:pt x="277081" y="34327"/>
                  <a:pt x="273033" y="35288"/>
                  <a:pt x="270421" y="37209"/>
                </a:cubicBezTo>
                <a:cubicBezTo>
                  <a:pt x="267808" y="39131"/>
                  <a:pt x="265876" y="42531"/>
                  <a:pt x="264624" y="47410"/>
                </a:cubicBezTo>
                <a:lnTo>
                  <a:pt x="253225" y="45856"/>
                </a:lnTo>
                <a:cubicBezTo>
                  <a:pt x="254261" y="40962"/>
                  <a:pt x="255967" y="37010"/>
                  <a:pt x="258341" y="33999"/>
                </a:cubicBezTo>
                <a:cubicBezTo>
                  <a:pt x="260716" y="30989"/>
                  <a:pt x="264149" y="28672"/>
                  <a:pt x="268639" y="27049"/>
                </a:cubicBezTo>
                <a:cubicBezTo>
                  <a:pt x="273130" y="25424"/>
                  <a:pt x="278333" y="24612"/>
                  <a:pt x="284249" y="24612"/>
                </a:cubicBezTo>
                <a:cubicBezTo>
                  <a:pt x="290121" y="24612"/>
                  <a:pt x="294892" y="25303"/>
                  <a:pt x="298562" y="26684"/>
                </a:cubicBezTo>
                <a:cubicBezTo>
                  <a:pt x="302233" y="28066"/>
                  <a:pt x="304931" y="29804"/>
                  <a:pt x="306658" y="31898"/>
                </a:cubicBezTo>
                <a:cubicBezTo>
                  <a:pt x="308385" y="33992"/>
                  <a:pt x="309594" y="36637"/>
                  <a:pt x="310285" y="39832"/>
                </a:cubicBezTo>
                <a:cubicBezTo>
                  <a:pt x="310674" y="41819"/>
                  <a:pt x="310868" y="45402"/>
                  <a:pt x="310868" y="50584"/>
                </a:cubicBezTo>
                <a:lnTo>
                  <a:pt x="310868" y="66128"/>
                </a:lnTo>
                <a:cubicBezTo>
                  <a:pt x="310868" y="76966"/>
                  <a:pt x="311117" y="83821"/>
                  <a:pt x="311613" y="86692"/>
                </a:cubicBezTo>
                <a:cubicBezTo>
                  <a:pt x="312110" y="89563"/>
                  <a:pt x="313092" y="92316"/>
                  <a:pt x="314560" y="94950"/>
                </a:cubicBezTo>
                <a:lnTo>
                  <a:pt x="302384" y="94950"/>
                </a:lnTo>
                <a:cubicBezTo>
                  <a:pt x="301175" y="92529"/>
                  <a:pt x="300397" y="89698"/>
                  <a:pt x="300052" y="86457"/>
                </a:cubicBezTo>
                <a:moveTo>
                  <a:pt x="299080" y="60364"/>
                </a:moveTo>
                <a:cubicBezTo>
                  <a:pt x="294849" y="62106"/>
                  <a:pt x="288502" y="63586"/>
                  <a:pt x="280039" y="64804"/>
                </a:cubicBezTo>
                <a:cubicBezTo>
                  <a:pt x="275246" y="65498"/>
                  <a:pt x="271856" y="66279"/>
                  <a:pt x="269870" y="67146"/>
                </a:cubicBezTo>
                <a:cubicBezTo>
                  <a:pt x="267884" y="68012"/>
                  <a:pt x="266351" y="69281"/>
                  <a:pt x="265272" y="70951"/>
                </a:cubicBezTo>
                <a:cubicBezTo>
                  <a:pt x="264192" y="72620"/>
                  <a:pt x="263652" y="74474"/>
                  <a:pt x="263652" y="76511"/>
                </a:cubicBezTo>
                <a:cubicBezTo>
                  <a:pt x="263652" y="79632"/>
                  <a:pt x="264829" y="82234"/>
                  <a:pt x="267182" y="84316"/>
                </a:cubicBezTo>
                <a:cubicBezTo>
                  <a:pt x="269535" y="86396"/>
                  <a:pt x="272979" y="87437"/>
                  <a:pt x="277513" y="87437"/>
                </a:cubicBezTo>
                <a:cubicBezTo>
                  <a:pt x="282003" y="87437"/>
                  <a:pt x="285997" y="86450"/>
                  <a:pt x="289495" y="84476"/>
                </a:cubicBezTo>
                <a:cubicBezTo>
                  <a:pt x="292992" y="82502"/>
                  <a:pt x="295561" y="79801"/>
                  <a:pt x="297202" y="76374"/>
                </a:cubicBezTo>
                <a:cubicBezTo>
                  <a:pt x="298454" y="73726"/>
                  <a:pt x="299080" y="69821"/>
                  <a:pt x="299080" y="64659"/>
                </a:cubicBezTo>
                <a:lnTo>
                  <a:pt x="299080" y="60364"/>
                </a:lnTo>
                <a:close/>
                <a:moveTo>
                  <a:pt x="328659" y="94950"/>
                </a:moveTo>
                <a:lnTo>
                  <a:pt x="328659" y="0"/>
                </a:lnTo>
                <a:lnTo>
                  <a:pt x="340318" y="0"/>
                </a:lnTo>
                <a:lnTo>
                  <a:pt x="340318" y="94950"/>
                </a:lnTo>
                <a:lnTo>
                  <a:pt x="328659" y="94950"/>
                </a:lnTo>
                <a:close/>
                <a:moveTo>
                  <a:pt x="358106" y="94950"/>
                </a:moveTo>
                <a:lnTo>
                  <a:pt x="358106" y="0"/>
                </a:lnTo>
                <a:lnTo>
                  <a:pt x="369765" y="0"/>
                </a:lnTo>
                <a:lnTo>
                  <a:pt x="369765" y="94950"/>
                </a:lnTo>
                <a:lnTo>
                  <a:pt x="358106" y="94950"/>
                </a:lnTo>
                <a:close/>
                <a:moveTo>
                  <a:pt x="387294" y="121505"/>
                </a:moveTo>
                <a:lnTo>
                  <a:pt x="385999" y="110559"/>
                </a:lnTo>
                <a:cubicBezTo>
                  <a:pt x="388547" y="111250"/>
                  <a:pt x="390770" y="111595"/>
                  <a:pt x="392670" y="111595"/>
                </a:cubicBezTo>
                <a:cubicBezTo>
                  <a:pt x="395261" y="111595"/>
                  <a:pt x="397334" y="111158"/>
                  <a:pt x="398888" y="110284"/>
                </a:cubicBezTo>
                <a:cubicBezTo>
                  <a:pt x="400442" y="109411"/>
                  <a:pt x="401716" y="108188"/>
                  <a:pt x="402709" y="106614"/>
                </a:cubicBezTo>
                <a:cubicBezTo>
                  <a:pt x="403443" y="105435"/>
                  <a:pt x="404631" y="102508"/>
                  <a:pt x="406271" y="97834"/>
                </a:cubicBezTo>
                <a:cubicBezTo>
                  <a:pt x="406487" y="97178"/>
                  <a:pt x="406833" y="96217"/>
                  <a:pt x="407308" y="94950"/>
                </a:cubicBezTo>
                <a:lnTo>
                  <a:pt x="381206" y="26166"/>
                </a:lnTo>
                <a:lnTo>
                  <a:pt x="393771" y="26166"/>
                </a:lnTo>
                <a:lnTo>
                  <a:pt x="408085" y="65905"/>
                </a:lnTo>
                <a:cubicBezTo>
                  <a:pt x="409942" y="70947"/>
                  <a:pt x="411604" y="76245"/>
                  <a:pt x="413072" y="81802"/>
                </a:cubicBezTo>
                <a:cubicBezTo>
                  <a:pt x="414411" y="76460"/>
                  <a:pt x="416008" y="71247"/>
                  <a:pt x="417865" y="66165"/>
                </a:cubicBezTo>
                <a:lnTo>
                  <a:pt x="432567" y="26166"/>
                </a:lnTo>
                <a:lnTo>
                  <a:pt x="444226" y="26166"/>
                </a:lnTo>
                <a:lnTo>
                  <a:pt x="418059" y="96162"/>
                </a:lnTo>
                <a:cubicBezTo>
                  <a:pt x="415253" y="103724"/>
                  <a:pt x="413072" y="108930"/>
                  <a:pt x="411518" y="111781"/>
                </a:cubicBezTo>
                <a:cubicBezTo>
                  <a:pt x="409445" y="115627"/>
                  <a:pt x="407070" y="118446"/>
                  <a:pt x="404393" y="120240"/>
                </a:cubicBezTo>
                <a:cubicBezTo>
                  <a:pt x="401716" y="122033"/>
                  <a:pt x="398521" y="122930"/>
                  <a:pt x="394808" y="122930"/>
                </a:cubicBezTo>
                <a:cubicBezTo>
                  <a:pt x="392562" y="122930"/>
                  <a:pt x="390058" y="122455"/>
                  <a:pt x="387294" y="121505"/>
                </a:cubicBezTo>
                <a:close/>
                <a:moveTo>
                  <a:pt x="447482" y="94950"/>
                </a:moveTo>
                <a:lnTo>
                  <a:pt x="447482" y="81608"/>
                </a:lnTo>
                <a:lnTo>
                  <a:pt x="460760" y="81608"/>
                </a:lnTo>
                <a:lnTo>
                  <a:pt x="460760" y="94911"/>
                </a:lnTo>
                <a:cubicBezTo>
                  <a:pt x="460760" y="99801"/>
                  <a:pt x="459896" y="103750"/>
                  <a:pt x="458169" y="106756"/>
                </a:cubicBezTo>
                <a:cubicBezTo>
                  <a:pt x="456442" y="109764"/>
                  <a:pt x="453700" y="112089"/>
                  <a:pt x="449943" y="113733"/>
                </a:cubicBezTo>
                <a:lnTo>
                  <a:pt x="446705" y="108681"/>
                </a:lnTo>
                <a:cubicBezTo>
                  <a:pt x="449166" y="107607"/>
                  <a:pt x="450980" y="106027"/>
                  <a:pt x="452145" y="103943"/>
                </a:cubicBezTo>
                <a:cubicBezTo>
                  <a:pt x="453311" y="101858"/>
                  <a:pt x="453959" y="98860"/>
                  <a:pt x="454088" y="94950"/>
                </a:cubicBezTo>
                <a:lnTo>
                  <a:pt x="447482" y="94950"/>
                </a:lnTo>
                <a:close/>
                <a:moveTo>
                  <a:pt x="543642" y="84652"/>
                </a:moveTo>
                <a:lnTo>
                  <a:pt x="545326" y="94950"/>
                </a:lnTo>
                <a:cubicBezTo>
                  <a:pt x="542045" y="95554"/>
                  <a:pt x="539109" y="95857"/>
                  <a:pt x="536518" y="95857"/>
                </a:cubicBezTo>
                <a:cubicBezTo>
                  <a:pt x="532286" y="95857"/>
                  <a:pt x="529005" y="95187"/>
                  <a:pt x="526673" y="93849"/>
                </a:cubicBezTo>
                <a:cubicBezTo>
                  <a:pt x="524341" y="92510"/>
                  <a:pt x="522701" y="90751"/>
                  <a:pt x="521751" y="88570"/>
                </a:cubicBezTo>
                <a:cubicBezTo>
                  <a:pt x="520801" y="86390"/>
                  <a:pt x="520326" y="81802"/>
                  <a:pt x="520326" y="74807"/>
                </a:cubicBezTo>
                <a:lnTo>
                  <a:pt x="520326" y="35234"/>
                </a:lnTo>
                <a:lnTo>
                  <a:pt x="511776" y="35234"/>
                </a:lnTo>
                <a:lnTo>
                  <a:pt x="511776" y="26166"/>
                </a:lnTo>
                <a:lnTo>
                  <a:pt x="520326" y="26166"/>
                </a:lnTo>
                <a:lnTo>
                  <a:pt x="520326" y="9086"/>
                </a:lnTo>
                <a:lnTo>
                  <a:pt x="531919" y="2073"/>
                </a:lnTo>
                <a:lnTo>
                  <a:pt x="531919" y="26166"/>
                </a:lnTo>
                <a:lnTo>
                  <a:pt x="543642" y="26166"/>
                </a:lnTo>
                <a:lnTo>
                  <a:pt x="543642" y="35234"/>
                </a:lnTo>
                <a:lnTo>
                  <a:pt x="531919" y="35234"/>
                </a:lnTo>
                <a:lnTo>
                  <a:pt x="531919" y="75455"/>
                </a:lnTo>
                <a:cubicBezTo>
                  <a:pt x="531919" y="78779"/>
                  <a:pt x="532124" y="80917"/>
                  <a:pt x="532535" y="81867"/>
                </a:cubicBezTo>
                <a:cubicBezTo>
                  <a:pt x="532945" y="82817"/>
                  <a:pt x="533614" y="83572"/>
                  <a:pt x="534542" y="84134"/>
                </a:cubicBezTo>
                <a:cubicBezTo>
                  <a:pt x="535471" y="84695"/>
                  <a:pt x="536799" y="84976"/>
                  <a:pt x="538526" y="84976"/>
                </a:cubicBezTo>
                <a:cubicBezTo>
                  <a:pt x="539821" y="84976"/>
                  <a:pt x="541527" y="84868"/>
                  <a:pt x="543642" y="84652"/>
                </a:cubicBezTo>
                <a:close/>
                <a:moveTo>
                  <a:pt x="555064" y="94950"/>
                </a:moveTo>
                <a:lnTo>
                  <a:pt x="555064" y="0"/>
                </a:lnTo>
                <a:lnTo>
                  <a:pt x="566722" y="0"/>
                </a:lnTo>
                <a:lnTo>
                  <a:pt x="566722" y="34068"/>
                </a:lnTo>
                <a:cubicBezTo>
                  <a:pt x="572162" y="27764"/>
                  <a:pt x="579028" y="24612"/>
                  <a:pt x="587318" y="24612"/>
                </a:cubicBezTo>
                <a:cubicBezTo>
                  <a:pt x="592413" y="24612"/>
                  <a:pt x="596839" y="25616"/>
                  <a:pt x="600596" y="27624"/>
                </a:cubicBezTo>
                <a:cubicBezTo>
                  <a:pt x="604352" y="29631"/>
                  <a:pt x="607040" y="32406"/>
                  <a:pt x="608659" y="35946"/>
                </a:cubicBezTo>
                <a:cubicBezTo>
                  <a:pt x="610278" y="39487"/>
                  <a:pt x="611088" y="44625"/>
                  <a:pt x="611088" y="51361"/>
                </a:cubicBezTo>
                <a:lnTo>
                  <a:pt x="611088" y="94950"/>
                </a:lnTo>
                <a:lnTo>
                  <a:pt x="599430" y="94950"/>
                </a:lnTo>
                <a:lnTo>
                  <a:pt x="599430" y="51361"/>
                </a:lnTo>
                <a:cubicBezTo>
                  <a:pt x="599430" y="45532"/>
                  <a:pt x="598167" y="41290"/>
                  <a:pt x="595641" y="38634"/>
                </a:cubicBezTo>
                <a:cubicBezTo>
                  <a:pt x="593115" y="35979"/>
                  <a:pt x="589542" y="34651"/>
                  <a:pt x="584922" y="34651"/>
                </a:cubicBezTo>
                <a:cubicBezTo>
                  <a:pt x="581467" y="34651"/>
                  <a:pt x="578218" y="35547"/>
                  <a:pt x="575174" y="37339"/>
                </a:cubicBezTo>
                <a:cubicBezTo>
                  <a:pt x="572130" y="39131"/>
                  <a:pt x="569960" y="41559"/>
                  <a:pt x="568665" y="44625"/>
                </a:cubicBezTo>
                <a:cubicBezTo>
                  <a:pt x="567370" y="47691"/>
                  <a:pt x="566722" y="51922"/>
                  <a:pt x="566722" y="57320"/>
                </a:cubicBezTo>
                <a:lnTo>
                  <a:pt x="566722" y="94950"/>
                </a:lnTo>
                <a:lnTo>
                  <a:pt x="555064" y="94950"/>
                </a:lnTo>
                <a:close/>
                <a:moveTo>
                  <a:pt x="675901" y="72799"/>
                </a:moveTo>
                <a:lnTo>
                  <a:pt x="687947" y="74289"/>
                </a:lnTo>
                <a:cubicBezTo>
                  <a:pt x="686048" y="81327"/>
                  <a:pt x="682529" y="86789"/>
                  <a:pt x="677390" y="90675"/>
                </a:cubicBezTo>
                <a:cubicBezTo>
                  <a:pt x="672252" y="94561"/>
                  <a:pt x="665689" y="96504"/>
                  <a:pt x="657701" y="96504"/>
                </a:cubicBezTo>
                <a:cubicBezTo>
                  <a:pt x="647640" y="96504"/>
                  <a:pt x="639663" y="93406"/>
                  <a:pt x="633769" y="87210"/>
                </a:cubicBezTo>
                <a:cubicBezTo>
                  <a:pt x="627875" y="81014"/>
                  <a:pt x="624928" y="72324"/>
                  <a:pt x="624928" y="61141"/>
                </a:cubicBezTo>
                <a:cubicBezTo>
                  <a:pt x="624928" y="49569"/>
                  <a:pt x="627908" y="40588"/>
                  <a:pt x="633866" y="34198"/>
                </a:cubicBezTo>
                <a:cubicBezTo>
                  <a:pt x="639825" y="27807"/>
                  <a:pt x="647554" y="24612"/>
                  <a:pt x="657053" y="24612"/>
                </a:cubicBezTo>
                <a:cubicBezTo>
                  <a:pt x="666250" y="24612"/>
                  <a:pt x="673763" y="27738"/>
                  <a:pt x="679592" y="33989"/>
                </a:cubicBezTo>
                <a:cubicBezTo>
                  <a:pt x="685422" y="40239"/>
                  <a:pt x="688336" y="49033"/>
                  <a:pt x="688336" y="60370"/>
                </a:cubicBezTo>
                <a:cubicBezTo>
                  <a:pt x="688336" y="61059"/>
                  <a:pt x="688314" y="62094"/>
                  <a:pt x="688271" y="63473"/>
                </a:cubicBezTo>
                <a:lnTo>
                  <a:pt x="636975" y="63473"/>
                </a:lnTo>
                <a:cubicBezTo>
                  <a:pt x="637407" y="71007"/>
                  <a:pt x="639544" y="76777"/>
                  <a:pt x="643387" y="80782"/>
                </a:cubicBezTo>
                <a:cubicBezTo>
                  <a:pt x="647230" y="84787"/>
                  <a:pt x="652023" y="86789"/>
                  <a:pt x="657766" y="86789"/>
                </a:cubicBezTo>
                <a:cubicBezTo>
                  <a:pt x="662040" y="86789"/>
                  <a:pt x="665689" y="85677"/>
                  <a:pt x="668711" y="83454"/>
                </a:cubicBezTo>
                <a:cubicBezTo>
                  <a:pt x="671734" y="81229"/>
                  <a:pt x="674130" y="77677"/>
                  <a:pt x="675901" y="72799"/>
                </a:cubicBezTo>
                <a:moveTo>
                  <a:pt x="637623" y="53757"/>
                </a:moveTo>
                <a:lnTo>
                  <a:pt x="676030" y="53757"/>
                </a:lnTo>
                <a:cubicBezTo>
                  <a:pt x="675512" y="48066"/>
                  <a:pt x="674044" y="43797"/>
                  <a:pt x="671626" y="40952"/>
                </a:cubicBezTo>
                <a:cubicBezTo>
                  <a:pt x="667913" y="36535"/>
                  <a:pt x="663098" y="34327"/>
                  <a:pt x="657183" y="34327"/>
                </a:cubicBezTo>
                <a:cubicBezTo>
                  <a:pt x="651829" y="34327"/>
                  <a:pt x="647327" y="36090"/>
                  <a:pt x="643679" y="39616"/>
                </a:cubicBezTo>
                <a:cubicBezTo>
                  <a:pt x="640030" y="43140"/>
                  <a:pt x="638011" y="47854"/>
                  <a:pt x="637623" y="53757"/>
                </a:cubicBezTo>
                <a:close/>
                <a:moveTo>
                  <a:pt x="739505" y="13472"/>
                </a:moveTo>
                <a:lnTo>
                  <a:pt x="739505" y="0"/>
                </a:lnTo>
                <a:lnTo>
                  <a:pt x="751163" y="0"/>
                </a:lnTo>
                <a:lnTo>
                  <a:pt x="751163" y="13472"/>
                </a:lnTo>
                <a:lnTo>
                  <a:pt x="739505" y="13472"/>
                </a:lnTo>
                <a:moveTo>
                  <a:pt x="739505" y="94950"/>
                </a:moveTo>
                <a:lnTo>
                  <a:pt x="739505" y="26166"/>
                </a:lnTo>
                <a:lnTo>
                  <a:pt x="751163" y="26166"/>
                </a:lnTo>
                <a:lnTo>
                  <a:pt x="751163" y="94950"/>
                </a:lnTo>
                <a:lnTo>
                  <a:pt x="739505" y="94950"/>
                </a:lnTo>
                <a:close/>
                <a:moveTo>
                  <a:pt x="768887" y="94950"/>
                </a:moveTo>
                <a:lnTo>
                  <a:pt x="768887" y="26166"/>
                </a:lnTo>
                <a:lnTo>
                  <a:pt x="779380" y="26166"/>
                </a:lnTo>
                <a:lnTo>
                  <a:pt x="779380" y="35881"/>
                </a:lnTo>
                <a:cubicBezTo>
                  <a:pt x="784431" y="28368"/>
                  <a:pt x="791729" y="24612"/>
                  <a:pt x="801271" y="24612"/>
                </a:cubicBezTo>
                <a:cubicBezTo>
                  <a:pt x="805416" y="24612"/>
                  <a:pt x="809227" y="25357"/>
                  <a:pt x="812703" y="26846"/>
                </a:cubicBezTo>
                <a:cubicBezTo>
                  <a:pt x="816179" y="28336"/>
                  <a:pt x="818780" y="30290"/>
                  <a:pt x="820507" y="32708"/>
                </a:cubicBezTo>
                <a:cubicBezTo>
                  <a:pt x="822234" y="35126"/>
                  <a:pt x="823443" y="37997"/>
                  <a:pt x="824134" y="41322"/>
                </a:cubicBezTo>
                <a:cubicBezTo>
                  <a:pt x="824566" y="43481"/>
                  <a:pt x="824782" y="47259"/>
                  <a:pt x="824782" y="52656"/>
                </a:cubicBezTo>
                <a:lnTo>
                  <a:pt x="824782" y="94950"/>
                </a:lnTo>
                <a:lnTo>
                  <a:pt x="813124" y="94950"/>
                </a:lnTo>
                <a:lnTo>
                  <a:pt x="813124" y="53065"/>
                </a:lnTo>
                <a:cubicBezTo>
                  <a:pt x="813124" y="48310"/>
                  <a:pt x="812670" y="44755"/>
                  <a:pt x="811764" y="42399"/>
                </a:cubicBezTo>
                <a:cubicBezTo>
                  <a:pt x="810857" y="40043"/>
                  <a:pt x="809248" y="38163"/>
                  <a:pt x="806938" y="36758"/>
                </a:cubicBezTo>
                <a:cubicBezTo>
                  <a:pt x="804628" y="35353"/>
                  <a:pt x="801919" y="34651"/>
                  <a:pt x="798810" y="34651"/>
                </a:cubicBezTo>
                <a:cubicBezTo>
                  <a:pt x="793844" y="34651"/>
                  <a:pt x="789559" y="36229"/>
                  <a:pt x="785953" y="39385"/>
                </a:cubicBezTo>
                <a:cubicBezTo>
                  <a:pt x="782348" y="42540"/>
                  <a:pt x="780545" y="48526"/>
                  <a:pt x="780545" y="57344"/>
                </a:cubicBezTo>
                <a:lnTo>
                  <a:pt x="780545" y="94950"/>
                </a:lnTo>
                <a:lnTo>
                  <a:pt x="768887" y="94950"/>
                </a:lnTo>
                <a:close/>
                <a:moveTo>
                  <a:pt x="842638" y="121375"/>
                </a:moveTo>
                <a:lnTo>
                  <a:pt x="842638" y="26166"/>
                </a:lnTo>
                <a:lnTo>
                  <a:pt x="853260" y="26166"/>
                </a:lnTo>
                <a:lnTo>
                  <a:pt x="853260" y="35039"/>
                </a:lnTo>
                <a:cubicBezTo>
                  <a:pt x="855764" y="31564"/>
                  <a:pt x="858592" y="28957"/>
                  <a:pt x="861744" y="27219"/>
                </a:cubicBezTo>
                <a:cubicBezTo>
                  <a:pt x="864896" y="25481"/>
                  <a:pt x="868718" y="24612"/>
                  <a:pt x="873208" y="24612"/>
                </a:cubicBezTo>
                <a:cubicBezTo>
                  <a:pt x="879081" y="24612"/>
                  <a:pt x="884262" y="26123"/>
                  <a:pt x="888753" y="29146"/>
                </a:cubicBezTo>
                <a:cubicBezTo>
                  <a:pt x="893243" y="32168"/>
                  <a:pt x="896633" y="36432"/>
                  <a:pt x="898921" y="41937"/>
                </a:cubicBezTo>
                <a:cubicBezTo>
                  <a:pt x="901210" y="47443"/>
                  <a:pt x="902354" y="53477"/>
                  <a:pt x="902354" y="60040"/>
                </a:cubicBezTo>
                <a:cubicBezTo>
                  <a:pt x="902354" y="67078"/>
                  <a:pt x="901091" y="73415"/>
                  <a:pt x="898565" y="79049"/>
                </a:cubicBezTo>
                <a:cubicBezTo>
                  <a:pt x="896039" y="84684"/>
                  <a:pt x="892369" y="89002"/>
                  <a:pt x="887554" y="92003"/>
                </a:cubicBezTo>
                <a:cubicBezTo>
                  <a:pt x="882740" y="95004"/>
                  <a:pt x="877677" y="96504"/>
                  <a:pt x="872366" y="96504"/>
                </a:cubicBezTo>
                <a:cubicBezTo>
                  <a:pt x="868480" y="96504"/>
                  <a:pt x="864994" y="95673"/>
                  <a:pt x="861906" y="94011"/>
                </a:cubicBezTo>
                <a:cubicBezTo>
                  <a:pt x="858819" y="92347"/>
                  <a:pt x="856282" y="90246"/>
                  <a:pt x="854296" y="87708"/>
                </a:cubicBezTo>
                <a:lnTo>
                  <a:pt x="854296" y="121375"/>
                </a:lnTo>
                <a:lnTo>
                  <a:pt x="842638" y="121375"/>
                </a:lnTo>
                <a:moveTo>
                  <a:pt x="853195" y="60850"/>
                </a:moveTo>
                <a:cubicBezTo>
                  <a:pt x="853195" y="69690"/>
                  <a:pt x="854987" y="76224"/>
                  <a:pt x="858571" y="80450"/>
                </a:cubicBezTo>
                <a:cubicBezTo>
                  <a:pt x="862155" y="84676"/>
                  <a:pt x="866494" y="86789"/>
                  <a:pt x="871589" y="86789"/>
                </a:cubicBezTo>
                <a:cubicBezTo>
                  <a:pt x="876770" y="86789"/>
                  <a:pt x="881207" y="84600"/>
                  <a:pt x="884899" y="80223"/>
                </a:cubicBezTo>
                <a:cubicBezTo>
                  <a:pt x="888591" y="75846"/>
                  <a:pt x="890437" y="69064"/>
                  <a:pt x="890437" y="59878"/>
                </a:cubicBezTo>
                <a:cubicBezTo>
                  <a:pt x="890437" y="51124"/>
                  <a:pt x="888634" y="44568"/>
                  <a:pt x="885028" y="40213"/>
                </a:cubicBezTo>
                <a:cubicBezTo>
                  <a:pt x="881423" y="35857"/>
                  <a:pt x="877116" y="33679"/>
                  <a:pt x="872107" y="33679"/>
                </a:cubicBezTo>
                <a:cubicBezTo>
                  <a:pt x="867142" y="33679"/>
                  <a:pt x="862748" y="35998"/>
                  <a:pt x="858927" y="40634"/>
                </a:cubicBezTo>
                <a:cubicBezTo>
                  <a:pt x="855106" y="45270"/>
                  <a:pt x="853195" y="52009"/>
                  <a:pt x="853195" y="60850"/>
                </a:cubicBezTo>
                <a:close/>
                <a:moveTo>
                  <a:pt x="961467" y="94950"/>
                </a:moveTo>
                <a:lnTo>
                  <a:pt x="961467" y="84846"/>
                </a:lnTo>
                <a:cubicBezTo>
                  <a:pt x="956113" y="92618"/>
                  <a:pt x="948837" y="96504"/>
                  <a:pt x="939640" y="96504"/>
                </a:cubicBezTo>
                <a:cubicBezTo>
                  <a:pt x="935581" y="96504"/>
                  <a:pt x="931792" y="95727"/>
                  <a:pt x="928273" y="94173"/>
                </a:cubicBezTo>
                <a:cubicBezTo>
                  <a:pt x="924754" y="92618"/>
                  <a:pt x="922142" y="90664"/>
                  <a:pt x="920436" y="88311"/>
                </a:cubicBezTo>
                <a:cubicBezTo>
                  <a:pt x="918731" y="85958"/>
                  <a:pt x="917533" y="83076"/>
                  <a:pt x="916842" y="79665"/>
                </a:cubicBezTo>
                <a:cubicBezTo>
                  <a:pt x="916367" y="77376"/>
                  <a:pt x="916129" y="73749"/>
                  <a:pt x="916129" y="68784"/>
                </a:cubicBezTo>
                <a:lnTo>
                  <a:pt x="916129" y="26166"/>
                </a:lnTo>
                <a:lnTo>
                  <a:pt x="927788" y="26166"/>
                </a:lnTo>
                <a:lnTo>
                  <a:pt x="927788" y="64315"/>
                </a:lnTo>
                <a:cubicBezTo>
                  <a:pt x="927788" y="70403"/>
                  <a:pt x="928025" y="74505"/>
                  <a:pt x="928500" y="76621"/>
                </a:cubicBezTo>
                <a:cubicBezTo>
                  <a:pt x="929234" y="79686"/>
                  <a:pt x="930788" y="82093"/>
                  <a:pt x="933163" y="83842"/>
                </a:cubicBezTo>
                <a:cubicBezTo>
                  <a:pt x="935538" y="85591"/>
                  <a:pt x="938474" y="86465"/>
                  <a:pt x="941972" y="86465"/>
                </a:cubicBezTo>
                <a:cubicBezTo>
                  <a:pt x="945469" y="86465"/>
                  <a:pt x="948751" y="85569"/>
                  <a:pt x="951816" y="83777"/>
                </a:cubicBezTo>
                <a:cubicBezTo>
                  <a:pt x="954882" y="81985"/>
                  <a:pt x="957052" y="79546"/>
                  <a:pt x="958326" y="76459"/>
                </a:cubicBezTo>
                <a:cubicBezTo>
                  <a:pt x="959599" y="73371"/>
                  <a:pt x="960236" y="68892"/>
                  <a:pt x="960236" y="63019"/>
                </a:cubicBezTo>
                <a:lnTo>
                  <a:pt x="960236" y="26166"/>
                </a:lnTo>
                <a:lnTo>
                  <a:pt x="971895" y="26166"/>
                </a:lnTo>
                <a:lnTo>
                  <a:pt x="971895" y="94950"/>
                </a:lnTo>
                <a:lnTo>
                  <a:pt x="961467" y="94950"/>
                </a:lnTo>
                <a:close/>
                <a:moveTo>
                  <a:pt x="1015592" y="84652"/>
                </a:moveTo>
                <a:lnTo>
                  <a:pt x="1017276" y="94950"/>
                </a:lnTo>
                <a:cubicBezTo>
                  <a:pt x="1013995" y="95554"/>
                  <a:pt x="1011059" y="95857"/>
                  <a:pt x="1008468" y="95857"/>
                </a:cubicBezTo>
                <a:cubicBezTo>
                  <a:pt x="1004236" y="95857"/>
                  <a:pt x="1000955" y="95187"/>
                  <a:pt x="998623" y="93849"/>
                </a:cubicBezTo>
                <a:cubicBezTo>
                  <a:pt x="996291" y="92510"/>
                  <a:pt x="994651" y="90751"/>
                  <a:pt x="993701" y="88570"/>
                </a:cubicBezTo>
                <a:cubicBezTo>
                  <a:pt x="992751" y="86390"/>
                  <a:pt x="992276" y="81802"/>
                  <a:pt x="992276" y="74807"/>
                </a:cubicBezTo>
                <a:lnTo>
                  <a:pt x="992276" y="35234"/>
                </a:lnTo>
                <a:lnTo>
                  <a:pt x="983726" y="35234"/>
                </a:lnTo>
                <a:lnTo>
                  <a:pt x="983726" y="26166"/>
                </a:lnTo>
                <a:lnTo>
                  <a:pt x="992276" y="26166"/>
                </a:lnTo>
                <a:lnTo>
                  <a:pt x="992276" y="9086"/>
                </a:lnTo>
                <a:lnTo>
                  <a:pt x="1003869" y="2073"/>
                </a:lnTo>
                <a:lnTo>
                  <a:pt x="1003869" y="26166"/>
                </a:lnTo>
                <a:lnTo>
                  <a:pt x="1015592" y="26166"/>
                </a:lnTo>
                <a:lnTo>
                  <a:pt x="1015592" y="35234"/>
                </a:lnTo>
                <a:lnTo>
                  <a:pt x="1003869" y="35234"/>
                </a:lnTo>
                <a:lnTo>
                  <a:pt x="1003869" y="75455"/>
                </a:lnTo>
                <a:cubicBezTo>
                  <a:pt x="1003869" y="78779"/>
                  <a:pt x="1004074" y="80917"/>
                  <a:pt x="1004485" y="81867"/>
                </a:cubicBezTo>
                <a:cubicBezTo>
                  <a:pt x="1004895" y="82817"/>
                  <a:pt x="1005564" y="83572"/>
                  <a:pt x="1006492" y="84134"/>
                </a:cubicBezTo>
                <a:cubicBezTo>
                  <a:pt x="1007421" y="84695"/>
                  <a:pt x="1008748" y="84976"/>
                  <a:pt x="1010476" y="84976"/>
                </a:cubicBezTo>
                <a:cubicBezTo>
                  <a:pt x="1011771" y="84976"/>
                  <a:pt x="1013477" y="84868"/>
                  <a:pt x="1015592" y="84652"/>
                </a:cubicBezTo>
                <a:close/>
                <a:moveTo>
                  <a:pt x="1108773" y="86457"/>
                </a:moveTo>
                <a:cubicBezTo>
                  <a:pt x="1104455" y="90130"/>
                  <a:pt x="1100300" y="92723"/>
                  <a:pt x="1096306" y="94235"/>
                </a:cubicBezTo>
                <a:cubicBezTo>
                  <a:pt x="1092311" y="95748"/>
                  <a:pt x="1088026" y="96504"/>
                  <a:pt x="1083449" y="96504"/>
                </a:cubicBezTo>
                <a:cubicBezTo>
                  <a:pt x="1075893" y="96504"/>
                  <a:pt x="1070085" y="94657"/>
                  <a:pt x="1066026" y="90963"/>
                </a:cubicBezTo>
                <a:cubicBezTo>
                  <a:pt x="1061968" y="87268"/>
                  <a:pt x="1059938" y="82547"/>
                  <a:pt x="1059938" y="76801"/>
                </a:cubicBezTo>
                <a:cubicBezTo>
                  <a:pt x="1059938" y="73431"/>
                  <a:pt x="1060705" y="70354"/>
                  <a:pt x="1062238" y="67567"/>
                </a:cubicBezTo>
                <a:cubicBezTo>
                  <a:pt x="1063770" y="64779"/>
                  <a:pt x="1065778" y="62543"/>
                  <a:pt x="1068261" y="60858"/>
                </a:cubicBezTo>
                <a:cubicBezTo>
                  <a:pt x="1070744" y="59172"/>
                  <a:pt x="1073540" y="57898"/>
                  <a:pt x="1076648" y="57034"/>
                </a:cubicBezTo>
                <a:cubicBezTo>
                  <a:pt x="1078937" y="56428"/>
                  <a:pt x="1082391" y="55845"/>
                  <a:pt x="1087011" y="55284"/>
                </a:cubicBezTo>
                <a:cubicBezTo>
                  <a:pt x="1096424" y="54169"/>
                  <a:pt x="1103354" y="52840"/>
                  <a:pt x="1107802" y="51296"/>
                </a:cubicBezTo>
                <a:cubicBezTo>
                  <a:pt x="1107845" y="49705"/>
                  <a:pt x="1107867" y="48695"/>
                  <a:pt x="1107867" y="48264"/>
                </a:cubicBezTo>
                <a:cubicBezTo>
                  <a:pt x="1107867" y="43532"/>
                  <a:pt x="1106766" y="40199"/>
                  <a:pt x="1104563" y="38264"/>
                </a:cubicBezTo>
                <a:cubicBezTo>
                  <a:pt x="1101584" y="35639"/>
                  <a:pt x="1097158" y="34327"/>
                  <a:pt x="1091286" y="34327"/>
                </a:cubicBezTo>
                <a:cubicBezTo>
                  <a:pt x="1085802" y="34327"/>
                  <a:pt x="1081754" y="35288"/>
                  <a:pt x="1079142" y="37209"/>
                </a:cubicBezTo>
                <a:cubicBezTo>
                  <a:pt x="1076530" y="39131"/>
                  <a:pt x="1074597" y="42531"/>
                  <a:pt x="1073345" y="47410"/>
                </a:cubicBezTo>
                <a:lnTo>
                  <a:pt x="1061946" y="45856"/>
                </a:lnTo>
                <a:cubicBezTo>
                  <a:pt x="1062982" y="40962"/>
                  <a:pt x="1064688" y="37010"/>
                  <a:pt x="1067063" y="33999"/>
                </a:cubicBezTo>
                <a:cubicBezTo>
                  <a:pt x="1069438" y="30989"/>
                  <a:pt x="1072870" y="28672"/>
                  <a:pt x="1077361" y="27049"/>
                </a:cubicBezTo>
                <a:cubicBezTo>
                  <a:pt x="1081851" y="25424"/>
                  <a:pt x="1087054" y="24612"/>
                  <a:pt x="1092970" y="24612"/>
                </a:cubicBezTo>
                <a:cubicBezTo>
                  <a:pt x="1098842" y="24612"/>
                  <a:pt x="1103613" y="25303"/>
                  <a:pt x="1107284" y="26684"/>
                </a:cubicBezTo>
                <a:cubicBezTo>
                  <a:pt x="1110954" y="28066"/>
                  <a:pt x="1113653" y="29804"/>
                  <a:pt x="1115380" y="31898"/>
                </a:cubicBezTo>
                <a:cubicBezTo>
                  <a:pt x="1117107" y="33992"/>
                  <a:pt x="1118316" y="36637"/>
                  <a:pt x="1119007" y="39832"/>
                </a:cubicBezTo>
                <a:cubicBezTo>
                  <a:pt x="1119395" y="41819"/>
                  <a:pt x="1119590" y="45402"/>
                  <a:pt x="1119590" y="50584"/>
                </a:cubicBezTo>
                <a:lnTo>
                  <a:pt x="1119590" y="66128"/>
                </a:lnTo>
                <a:cubicBezTo>
                  <a:pt x="1119590" y="76966"/>
                  <a:pt x="1119838" y="83821"/>
                  <a:pt x="1120334" y="86692"/>
                </a:cubicBezTo>
                <a:cubicBezTo>
                  <a:pt x="1120831" y="89563"/>
                  <a:pt x="1121813" y="92316"/>
                  <a:pt x="1123281" y="94950"/>
                </a:cubicBezTo>
                <a:lnTo>
                  <a:pt x="1111105" y="94950"/>
                </a:lnTo>
                <a:cubicBezTo>
                  <a:pt x="1109896" y="92529"/>
                  <a:pt x="1109119" y="89698"/>
                  <a:pt x="1108773" y="86457"/>
                </a:cubicBezTo>
                <a:moveTo>
                  <a:pt x="1107802" y="60364"/>
                </a:moveTo>
                <a:cubicBezTo>
                  <a:pt x="1103570" y="62106"/>
                  <a:pt x="1097223" y="63586"/>
                  <a:pt x="1088760" y="64804"/>
                </a:cubicBezTo>
                <a:cubicBezTo>
                  <a:pt x="1083967" y="65498"/>
                  <a:pt x="1080578" y="66279"/>
                  <a:pt x="1078591" y="67146"/>
                </a:cubicBezTo>
                <a:cubicBezTo>
                  <a:pt x="1076605" y="68012"/>
                  <a:pt x="1075072" y="69281"/>
                  <a:pt x="1073993" y="70951"/>
                </a:cubicBezTo>
                <a:cubicBezTo>
                  <a:pt x="1072913" y="72620"/>
                  <a:pt x="1072374" y="74474"/>
                  <a:pt x="1072374" y="76511"/>
                </a:cubicBezTo>
                <a:cubicBezTo>
                  <a:pt x="1072374" y="79632"/>
                  <a:pt x="1073550" y="82234"/>
                  <a:pt x="1075904" y="84316"/>
                </a:cubicBezTo>
                <a:cubicBezTo>
                  <a:pt x="1078257" y="86396"/>
                  <a:pt x="1081700" y="87437"/>
                  <a:pt x="1086234" y="87437"/>
                </a:cubicBezTo>
                <a:cubicBezTo>
                  <a:pt x="1090725" y="87437"/>
                  <a:pt x="1094719" y="86450"/>
                  <a:pt x="1098216" y="84476"/>
                </a:cubicBezTo>
                <a:cubicBezTo>
                  <a:pt x="1101714" y="82502"/>
                  <a:pt x="1104283" y="79801"/>
                  <a:pt x="1105924" y="76374"/>
                </a:cubicBezTo>
                <a:cubicBezTo>
                  <a:pt x="1107176" y="73726"/>
                  <a:pt x="1107802" y="69821"/>
                  <a:pt x="1107802" y="64659"/>
                </a:cubicBezTo>
                <a:lnTo>
                  <a:pt x="1107802" y="60364"/>
                </a:lnTo>
                <a:close/>
                <a:moveTo>
                  <a:pt x="1137640" y="94950"/>
                </a:moveTo>
                <a:lnTo>
                  <a:pt x="1137640" y="26166"/>
                </a:lnTo>
                <a:lnTo>
                  <a:pt x="1148132" y="26166"/>
                </a:lnTo>
                <a:lnTo>
                  <a:pt x="1148132" y="35881"/>
                </a:lnTo>
                <a:cubicBezTo>
                  <a:pt x="1153184" y="28368"/>
                  <a:pt x="1160481" y="24612"/>
                  <a:pt x="1170024" y="24612"/>
                </a:cubicBezTo>
                <a:cubicBezTo>
                  <a:pt x="1174169" y="24612"/>
                  <a:pt x="1177979" y="25357"/>
                  <a:pt x="1181455" y="26846"/>
                </a:cubicBezTo>
                <a:cubicBezTo>
                  <a:pt x="1184931" y="28336"/>
                  <a:pt x="1187533" y="30290"/>
                  <a:pt x="1189260" y="32708"/>
                </a:cubicBezTo>
                <a:cubicBezTo>
                  <a:pt x="1190987" y="35126"/>
                  <a:pt x="1192196" y="37997"/>
                  <a:pt x="1192887" y="41322"/>
                </a:cubicBezTo>
                <a:cubicBezTo>
                  <a:pt x="1193319" y="43481"/>
                  <a:pt x="1193535" y="47259"/>
                  <a:pt x="1193535" y="52656"/>
                </a:cubicBezTo>
                <a:lnTo>
                  <a:pt x="1193535" y="94950"/>
                </a:lnTo>
                <a:lnTo>
                  <a:pt x="1181876" y="94950"/>
                </a:lnTo>
                <a:lnTo>
                  <a:pt x="1181876" y="53065"/>
                </a:lnTo>
                <a:cubicBezTo>
                  <a:pt x="1181876" y="48310"/>
                  <a:pt x="1181423" y="44755"/>
                  <a:pt x="1180516" y="42399"/>
                </a:cubicBezTo>
                <a:cubicBezTo>
                  <a:pt x="1179609" y="40043"/>
                  <a:pt x="1178001" y="38163"/>
                  <a:pt x="1175691" y="36758"/>
                </a:cubicBezTo>
                <a:cubicBezTo>
                  <a:pt x="1173381" y="35353"/>
                  <a:pt x="1170671" y="34651"/>
                  <a:pt x="1167563" y="34651"/>
                </a:cubicBezTo>
                <a:cubicBezTo>
                  <a:pt x="1162597" y="34651"/>
                  <a:pt x="1158312" y="36229"/>
                  <a:pt x="1154706" y="39385"/>
                </a:cubicBezTo>
                <a:cubicBezTo>
                  <a:pt x="1151101" y="42540"/>
                  <a:pt x="1149298" y="48526"/>
                  <a:pt x="1149298" y="57344"/>
                </a:cubicBezTo>
                <a:lnTo>
                  <a:pt x="1149298" y="94950"/>
                </a:lnTo>
                <a:lnTo>
                  <a:pt x="1137640" y="94950"/>
                </a:lnTo>
                <a:close/>
                <a:moveTo>
                  <a:pt x="1209253" y="100649"/>
                </a:moveTo>
                <a:lnTo>
                  <a:pt x="1220587" y="102333"/>
                </a:lnTo>
                <a:cubicBezTo>
                  <a:pt x="1221062" y="105831"/>
                  <a:pt x="1222379" y="108378"/>
                  <a:pt x="1224538" y="109976"/>
                </a:cubicBezTo>
                <a:cubicBezTo>
                  <a:pt x="1227431" y="112135"/>
                  <a:pt x="1231382" y="113214"/>
                  <a:pt x="1236391" y="113214"/>
                </a:cubicBezTo>
                <a:cubicBezTo>
                  <a:pt x="1241788" y="113214"/>
                  <a:pt x="1245955" y="112132"/>
                  <a:pt x="1248891" y="109968"/>
                </a:cubicBezTo>
                <a:cubicBezTo>
                  <a:pt x="1251827" y="107805"/>
                  <a:pt x="1253813" y="104776"/>
                  <a:pt x="1254850" y="100880"/>
                </a:cubicBezTo>
                <a:cubicBezTo>
                  <a:pt x="1255454" y="98501"/>
                  <a:pt x="1255735" y="93503"/>
                  <a:pt x="1255692" y="85886"/>
                </a:cubicBezTo>
                <a:cubicBezTo>
                  <a:pt x="1250597" y="91929"/>
                  <a:pt x="1244249" y="94950"/>
                  <a:pt x="1236650" y="94950"/>
                </a:cubicBezTo>
                <a:cubicBezTo>
                  <a:pt x="1227194" y="94950"/>
                  <a:pt x="1219875" y="91539"/>
                  <a:pt x="1214694" y="84717"/>
                </a:cubicBezTo>
                <a:cubicBezTo>
                  <a:pt x="1209512" y="77894"/>
                  <a:pt x="1206921" y="69712"/>
                  <a:pt x="1206921" y="60169"/>
                </a:cubicBezTo>
                <a:cubicBezTo>
                  <a:pt x="1206921" y="53606"/>
                  <a:pt x="1208109" y="47551"/>
                  <a:pt x="1210484" y="42002"/>
                </a:cubicBezTo>
                <a:cubicBezTo>
                  <a:pt x="1212858" y="36454"/>
                  <a:pt x="1216302" y="32168"/>
                  <a:pt x="1220814" y="29146"/>
                </a:cubicBezTo>
                <a:cubicBezTo>
                  <a:pt x="1225326" y="26123"/>
                  <a:pt x="1230626" y="24612"/>
                  <a:pt x="1236715" y="24612"/>
                </a:cubicBezTo>
                <a:cubicBezTo>
                  <a:pt x="1244832" y="24612"/>
                  <a:pt x="1251525" y="27915"/>
                  <a:pt x="1256793" y="34521"/>
                </a:cubicBezTo>
                <a:lnTo>
                  <a:pt x="1256793" y="26166"/>
                </a:lnTo>
                <a:lnTo>
                  <a:pt x="1267544" y="26166"/>
                </a:lnTo>
                <a:lnTo>
                  <a:pt x="1267544" y="85664"/>
                </a:lnTo>
                <a:cubicBezTo>
                  <a:pt x="1267544" y="96379"/>
                  <a:pt x="1266454" y="103972"/>
                  <a:pt x="1264273" y="108444"/>
                </a:cubicBezTo>
                <a:cubicBezTo>
                  <a:pt x="1262093" y="112916"/>
                  <a:pt x="1258639" y="116447"/>
                  <a:pt x="1253911" y="119040"/>
                </a:cubicBezTo>
                <a:cubicBezTo>
                  <a:pt x="1249182" y="121633"/>
                  <a:pt x="1243364" y="122930"/>
                  <a:pt x="1236456" y="122930"/>
                </a:cubicBezTo>
                <a:cubicBezTo>
                  <a:pt x="1228252" y="122930"/>
                  <a:pt x="1221624" y="121078"/>
                  <a:pt x="1216572" y="117376"/>
                </a:cubicBezTo>
                <a:cubicBezTo>
                  <a:pt x="1211520" y="113673"/>
                  <a:pt x="1209080" y="108098"/>
                  <a:pt x="1209253" y="100649"/>
                </a:cubicBezTo>
                <a:moveTo>
                  <a:pt x="1218903" y="59330"/>
                </a:moveTo>
                <a:cubicBezTo>
                  <a:pt x="1218903" y="68331"/>
                  <a:pt x="1220695" y="74899"/>
                  <a:pt x="1224279" y="79033"/>
                </a:cubicBezTo>
                <a:cubicBezTo>
                  <a:pt x="1227863" y="83168"/>
                  <a:pt x="1232354" y="85235"/>
                  <a:pt x="1237751" y="85235"/>
                </a:cubicBezTo>
                <a:cubicBezTo>
                  <a:pt x="1243105" y="85235"/>
                  <a:pt x="1247596" y="83178"/>
                  <a:pt x="1251223" y="79066"/>
                </a:cubicBezTo>
                <a:cubicBezTo>
                  <a:pt x="1254850" y="74953"/>
                  <a:pt x="1256663" y="68503"/>
                  <a:pt x="1256663" y="59716"/>
                </a:cubicBezTo>
                <a:cubicBezTo>
                  <a:pt x="1256663" y="51318"/>
                  <a:pt x="1254796" y="44987"/>
                  <a:pt x="1251061" y="40723"/>
                </a:cubicBezTo>
                <a:cubicBezTo>
                  <a:pt x="1247326" y="36459"/>
                  <a:pt x="1242824" y="34327"/>
                  <a:pt x="1237557" y="34327"/>
                </a:cubicBezTo>
                <a:cubicBezTo>
                  <a:pt x="1232375" y="34327"/>
                  <a:pt x="1227971" y="36427"/>
                  <a:pt x="1224344" y="40626"/>
                </a:cubicBezTo>
                <a:cubicBezTo>
                  <a:pt x="1220717" y="44825"/>
                  <a:pt x="1218903" y="51059"/>
                  <a:pt x="1218903" y="59330"/>
                </a:cubicBezTo>
                <a:close/>
                <a:moveTo>
                  <a:pt x="1284882" y="94950"/>
                </a:moveTo>
                <a:lnTo>
                  <a:pt x="1284882" y="0"/>
                </a:lnTo>
                <a:lnTo>
                  <a:pt x="1296540" y="0"/>
                </a:lnTo>
                <a:lnTo>
                  <a:pt x="1296540" y="94950"/>
                </a:lnTo>
                <a:lnTo>
                  <a:pt x="1284882" y="94950"/>
                </a:lnTo>
                <a:close/>
                <a:moveTo>
                  <a:pt x="1361674" y="72799"/>
                </a:moveTo>
                <a:lnTo>
                  <a:pt x="1373721" y="74289"/>
                </a:lnTo>
                <a:cubicBezTo>
                  <a:pt x="1371821" y="81327"/>
                  <a:pt x="1368302" y="86789"/>
                  <a:pt x="1363164" y="90675"/>
                </a:cubicBezTo>
                <a:cubicBezTo>
                  <a:pt x="1358026" y="94561"/>
                  <a:pt x="1351462" y="96504"/>
                  <a:pt x="1343474" y="96504"/>
                </a:cubicBezTo>
                <a:cubicBezTo>
                  <a:pt x="1333414" y="96504"/>
                  <a:pt x="1325437" y="93406"/>
                  <a:pt x="1319543" y="87210"/>
                </a:cubicBezTo>
                <a:cubicBezTo>
                  <a:pt x="1313649" y="81014"/>
                  <a:pt x="1310702" y="72324"/>
                  <a:pt x="1310702" y="61141"/>
                </a:cubicBezTo>
                <a:cubicBezTo>
                  <a:pt x="1310702" y="49569"/>
                  <a:pt x="1313681" y="40588"/>
                  <a:pt x="1319640" y="34198"/>
                </a:cubicBezTo>
                <a:cubicBezTo>
                  <a:pt x="1325598" y="27807"/>
                  <a:pt x="1333327" y="24612"/>
                  <a:pt x="1342827" y="24612"/>
                </a:cubicBezTo>
                <a:cubicBezTo>
                  <a:pt x="1352024" y="24612"/>
                  <a:pt x="1359537" y="27738"/>
                  <a:pt x="1365366" y="33989"/>
                </a:cubicBezTo>
                <a:cubicBezTo>
                  <a:pt x="1371195" y="40239"/>
                  <a:pt x="1374110" y="49033"/>
                  <a:pt x="1374110" y="60370"/>
                </a:cubicBezTo>
                <a:cubicBezTo>
                  <a:pt x="1374110" y="61059"/>
                  <a:pt x="1374088" y="62094"/>
                  <a:pt x="1374045" y="63473"/>
                </a:cubicBezTo>
                <a:lnTo>
                  <a:pt x="1322749" y="63473"/>
                </a:lnTo>
                <a:cubicBezTo>
                  <a:pt x="1323180" y="71007"/>
                  <a:pt x="1325318" y="76777"/>
                  <a:pt x="1329161" y="80782"/>
                </a:cubicBezTo>
                <a:cubicBezTo>
                  <a:pt x="1333004" y="84787"/>
                  <a:pt x="1337796" y="86789"/>
                  <a:pt x="1343539" y="86789"/>
                </a:cubicBezTo>
                <a:cubicBezTo>
                  <a:pt x="1347814" y="86789"/>
                  <a:pt x="1351462" y="85677"/>
                  <a:pt x="1354485" y="83454"/>
                </a:cubicBezTo>
                <a:cubicBezTo>
                  <a:pt x="1357507" y="81229"/>
                  <a:pt x="1359904" y="77677"/>
                  <a:pt x="1361674" y="72799"/>
                </a:cubicBezTo>
                <a:moveTo>
                  <a:pt x="1323396" y="53757"/>
                </a:moveTo>
                <a:lnTo>
                  <a:pt x="1361804" y="53757"/>
                </a:lnTo>
                <a:cubicBezTo>
                  <a:pt x="1361286" y="48066"/>
                  <a:pt x="1359818" y="43797"/>
                  <a:pt x="1357400" y="40952"/>
                </a:cubicBezTo>
                <a:cubicBezTo>
                  <a:pt x="1353686" y="36535"/>
                  <a:pt x="1348872" y="34327"/>
                  <a:pt x="1342956" y="34327"/>
                </a:cubicBezTo>
                <a:cubicBezTo>
                  <a:pt x="1337602" y="34327"/>
                  <a:pt x="1333101" y="36090"/>
                  <a:pt x="1329452" y="39616"/>
                </a:cubicBezTo>
                <a:cubicBezTo>
                  <a:pt x="1325804" y="43140"/>
                  <a:pt x="1323785" y="47854"/>
                  <a:pt x="1323396" y="53757"/>
                </a:cubicBezTo>
                <a:close/>
                <a:moveTo>
                  <a:pt x="1425278" y="13472"/>
                </a:moveTo>
                <a:lnTo>
                  <a:pt x="1425278" y="0"/>
                </a:lnTo>
                <a:lnTo>
                  <a:pt x="1436937" y="0"/>
                </a:lnTo>
                <a:lnTo>
                  <a:pt x="1436937" y="13472"/>
                </a:lnTo>
                <a:lnTo>
                  <a:pt x="1425278" y="13472"/>
                </a:lnTo>
                <a:moveTo>
                  <a:pt x="1425278" y="94950"/>
                </a:moveTo>
                <a:lnTo>
                  <a:pt x="1425278" y="26166"/>
                </a:lnTo>
                <a:lnTo>
                  <a:pt x="1436937" y="26166"/>
                </a:lnTo>
                <a:lnTo>
                  <a:pt x="1436937" y="94950"/>
                </a:lnTo>
                <a:lnTo>
                  <a:pt x="1425278" y="94950"/>
                </a:lnTo>
                <a:close/>
                <a:moveTo>
                  <a:pt x="1449998" y="74354"/>
                </a:moveTo>
                <a:lnTo>
                  <a:pt x="1461527" y="72540"/>
                </a:lnTo>
                <a:cubicBezTo>
                  <a:pt x="1462174" y="77140"/>
                  <a:pt x="1463977" y="80665"/>
                  <a:pt x="1466935" y="83116"/>
                </a:cubicBezTo>
                <a:cubicBezTo>
                  <a:pt x="1469892" y="85565"/>
                  <a:pt x="1474027" y="86789"/>
                  <a:pt x="1479338" y="86789"/>
                </a:cubicBezTo>
                <a:cubicBezTo>
                  <a:pt x="1484692" y="86789"/>
                  <a:pt x="1488664" y="85708"/>
                  <a:pt x="1491255" y="83545"/>
                </a:cubicBezTo>
                <a:cubicBezTo>
                  <a:pt x="1493846" y="81380"/>
                  <a:pt x="1495141" y="78842"/>
                  <a:pt x="1495141" y="75930"/>
                </a:cubicBezTo>
                <a:cubicBezTo>
                  <a:pt x="1495141" y="73317"/>
                  <a:pt x="1493997" y="71260"/>
                  <a:pt x="1491708" y="69761"/>
                </a:cubicBezTo>
                <a:cubicBezTo>
                  <a:pt x="1490111" y="68733"/>
                  <a:pt x="1486138" y="67426"/>
                  <a:pt x="1479791" y="65841"/>
                </a:cubicBezTo>
                <a:cubicBezTo>
                  <a:pt x="1471242" y="63680"/>
                  <a:pt x="1465315" y="61812"/>
                  <a:pt x="1462012" y="60234"/>
                </a:cubicBezTo>
                <a:cubicBezTo>
                  <a:pt x="1458709" y="58657"/>
                  <a:pt x="1456205" y="56474"/>
                  <a:pt x="1454499" y="53687"/>
                </a:cubicBezTo>
                <a:cubicBezTo>
                  <a:pt x="1452794" y="50899"/>
                  <a:pt x="1451941" y="47820"/>
                  <a:pt x="1451941" y="44449"/>
                </a:cubicBezTo>
                <a:cubicBezTo>
                  <a:pt x="1451941" y="41381"/>
                  <a:pt x="1452642" y="38539"/>
                  <a:pt x="1454046" y="35924"/>
                </a:cubicBezTo>
                <a:cubicBezTo>
                  <a:pt x="1455449" y="33309"/>
                  <a:pt x="1457360" y="31137"/>
                  <a:pt x="1459778" y="29409"/>
                </a:cubicBezTo>
                <a:cubicBezTo>
                  <a:pt x="1461591" y="28069"/>
                  <a:pt x="1464063" y="26935"/>
                  <a:pt x="1467194" y="26006"/>
                </a:cubicBezTo>
                <a:cubicBezTo>
                  <a:pt x="1470324" y="25077"/>
                  <a:pt x="1473681" y="24612"/>
                  <a:pt x="1477265" y="24612"/>
                </a:cubicBezTo>
                <a:cubicBezTo>
                  <a:pt x="1482662" y="24612"/>
                  <a:pt x="1487401" y="25394"/>
                  <a:pt x="1491482" y="26960"/>
                </a:cubicBezTo>
                <a:cubicBezTo>
                  <a:pt x="1495562" y="28524"/>
                  <a:pt x="1498574" y="30643"/>
                  <a:pt x="1500517" y="33317"/>
                </a:cubicBezTo>
                <a:cubicBezTo>
                  <a:pt x="1502460" y="35990"/>
                  <a:pt x="1503798" y="39565"/>
                  <a:pt x="1504532" y="44042"/>
                </a:cubicBezTo>
                <a:lnTo>
                  <a:pt x="1493133" y="45597"/>
                </a:lnTo>
                <a:cubicBezTo>
                  <a:pt x="1492615" y="42056"/>
                  <a:pt x="1491115" y="39293"/>
                  <a:pt x="1488632" y="37306"/>
                </a:cubicBezTo>
                <a:cubicBezTo>
                  <a:pt x="1486149" y="35320"/>
                  <a:pt x="1482641" y="34327"/>
                  <a:pt x="1478107" y="34327"/>
                </a:cubicBezTo>
                <a:cubicBezTo>
                  <a:pt x="1472753" y="34327"/>
                  <a:pt x="1468932" y="35208"/>
                  <a:pt x="1466643" y="36970"/>
                </a:cubicBezTo>
                <a:cubicBezTo>
                  <a:pt x="1464355" y="38731"/>
                  <a:pt x="1463210" y="40794"/>
                  <a:pt x="1463210" y="43158"/>
                </a:cubicBezTo>
                <a:cubicBezTo>
                  <a:pt x="1463210" y="44661"/>
                  <a:pt x="1463685" y="46014"/>
                  <a:pt x="1464635" y="47218"/>
                </a:cubicBezTo>
                <a:cubicBezTo>
                  <a:pt x="1465585" y="48463"/>
                  <a:pt x="1467075" y="49494"/>
                  <a:pt x="1469104" y="50311"/>
                </a:cubicBezTo>
                <a:cubicBezTo>
                  <a:pt x="1470270" y="50741"/>
                  <a:pt x="1473703" y="51729"/>
                  <a:pt x="1479402" y="53276"/>
                </a:cubicBezTo>
                <a:cubicBezTo>
                  <a:pt x="1487650" y="55476"/>
                  <a:pt x="1493403" y="57278"/>
                  <a:pt x="1496663" y="58680"/>
                </a:cubicBezTo>
                <a:cubicBezTo>
                  <a:pt x="1499923" y="60082"/>
                  <a:pt x="1502481" y="62121"/>
                  <a:pt x="1504338" y="64796"/>
                </a:cubicBezTo>
                <a:cubicBezTo>
                  <a:pt x="1506195" y="67471"/>
                  <a:pt x="1507123" y="70792"/>
                  <a:pt x="1507123" y="74760"/>
                </a:cubicBezTo>
                <a:cubicBezTo>
                  <a:pt x="1507123" y="78644"/>
                  <a:pt x="1505990" y="82301"/>
                  <a:pt x="1503723" y="85731"/>
                </a:cubicBezTo>
                <a:cubicBezTo>
                  <a:pt x="1501456" y="89159"/>
                  <a:pt x="1498185" y="91812"/>
                  <a:pt x="1493911" y="93689"/>
                </a:cubicBezTo>
                <a:cubicBezTo>
                  <a:pt x="1489636" y="95566"/>
                  <a:pt x="1484800" y="96504"/>
                  <a:pt x="1479402" y="96504"/>
                </a:cubicBezTo>
                <a:cubicBezTo>
                  <a:pt x="1470464" y="96504"/>
                  <a:pt x="1463653" y="94642"/>
                  <a:pt x="1458968" y="90918"/>
                </a:cubicBezTo>
                <a:cubicBezTo>
                  <a:pt x="1454283" y="87194"/>
                  <a:pt x="1451293" y="81672"/>
                  <a:pt x="1449998" y="743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equalto0.5timestheproductofthe">
            <a:extLst xmlns:a="http://schemas.openxmlformats.org/drawingml/2006/main">
              <a:ext uri="{FF2B5EF4-FFF2-40B4-BE49-F238E27FC236}">
                <a16:creationId xmlns:a16="http://schemas.microsoft.com/office/drawing/2014/main" id="{CC120AD6-21EF-4476-8F46-D33FD6D5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18" y="1946708"/>
            <a:ext cx="2105873" cy="122930"/>
          </a:xfrm>
          <a:custGeom xmlns:a="http://schemas.openxmlformats.org/drawingml/2006/main">
            <a:pathLst>
              <a:path w="2105873" h="122930">
                <a:moveTo>
                  <a:pt x="50972" y="74354"/>
                </a:moveTo>
                <a:lnTo>
                  <a:pt x="63019" y="75843"/>
                </a:lnTo>
                <a:cubicBezTo>
                  <a:pt x="61119" y="82881"/>
                  <a:pt x="57600" y="88344"/>
                  <a:pt x="52462" y="92230"/>
                </a:cubicBezTo>
                <a:cubicBezTo>
                  <a:pt x="47324" y="96116"/>
                  <a:pt x="40761" y="98059"/>
                  <a:pt x="32773" y="98059"/>
                </a:cubicBezTo>
                <a:cubicBezTo>
                  <a:pt x="22712" y="98059"/>
                  <a:pt x="14735" y="94961"/>
                  <a:pt x="8841" y="88765"/>
                </a:cubicBezTo>
                <a:cubicBezTo>
                  <a:pt x="2947" y="82568"/>
                  <a:pt x="0" y="73879"/>
                  <a:pt x="0" y="62695"/>
                </a:cubicBezTo>
                <a:cubicBezTo>
                  <a:pt x="0" y="51124"/>
                  <a:pt x="2979" y="42142"/>
                  <a:pt x="8938" y="35752"/>
                </a:cubicBezTo>
                <a:cubicBezTo>
                  <a:pt x="14897" y="29361"/>
                  <a:pt x="22626" y="26166"/>
                  <a:pt x="32125" y="26166"/>
                </a:cubicBezTo>
                <a:cubicBezTo>
                  <a:pt x="41322" y="26166"/>
                  <a:pt x="48835" y="29292"/>
                  <a:pt x="54664" y="35543"/>
                </a:cubicBezTo>
                <a:cubicBezTo>
                  <a:pt x="60493" y="41794"/>
                  <a:pt x="63408" y="50587"/>
                  <a:pt x="63408" y="61924"/>
                </a:cubicBezTo>
                <a:cubicBezTo>
                  <a:pt x="63408" y="62614"/>
                  <a:pt x="63386" y="63648"/>
                  <a:pt x="63343" y="65027"/>
                </a:cubicBezTo>
                <a:lnTo>
                  <a:pt x="12047" y="65027"/>
                </a:lnTo>
                <a:cubicBezTo>
                  <a:pt x="12479" y="72562"/>
                  <a:pt x="14616" y="78331"/>
                  <a:pt x="18459" y="82336"/>
                </a:cubicBezTo>
                <a:cubicBezTo>
                  <a:pt x="22302" y="86341"/>
                  <a:pt x="27095" y="88344"/>
                  <a:pt x="32837" y="88344"/>
                </a:cubicBezTo>
                <a:cubicBezTo>
                  <a:pt x="37112" y="88344"/>
                  <a:pt x="40761" y="87232"/>
                  <a:pt x="43783" y="85008"/>
                </a:cubicBezTo>
                <a:cubicBezTo>
                  <a:pt x="46806" y="82783"/>
                  <a:pt x="49202" y="79232"/>
                  <a:pt x="50972" y="74354"/>
                </a:cubicBezTo>
                <a:moveTo>
                  <a:pt x="12695" y="55312"/>
                </a:moveTo>
                <a:lnTo>
                  <a:pt x="51102" y="55312"/>
                </a:lnTo>
                <a:cubicBezTo>
                  <a:pt x="50584" y="49620"/>
                  <a:pt x="49116" y="45352"/>
                  <a:pt x="46698" y="42506"/>
                </a:cubicBezTo>
                <a:cubicBezTo>
                  <a:pt x="42984" y="38090"/>
                  <a:pt x="38170" y="35881"/>
                  <a:pt x="32254" y="35881"/>
                </a:cubicBezTo>
                <a:cubicBezTo>
                  <a:pt x="26900" y="35881"/>
                  <a:pt x="22399" y="37644"/>
                  <a:pt x="18750" y="41170"/>
                </a:cubicBezTo>
                <a:cubicBezTo>
                  <a:pt x="15102" y="44695"/>
                  <a:pt x="13083" y="49409"/>
                  <a:pt x="12695" y="55312"/>
                </a:cubicBezTo>
                <a:close/>
                <a:moveTo>
                  <a:pt x="121485" y="122930"/>
                </a:moveTo>
                <a:lnTo>
                  <a:pt x="121485" y="89066"/>
                </a:lnTo>
                <a:cubicBezTo>
                  <a:pt x="119671" y="91647"/>
                  <a:pt x="117134" y="93791"/>
                  <a:pt x="113874" y="95498"/>
                </a:cubicBezTo>
                <a:cubicBezTo>
                  <a:pt x="110614" y="97205"/>
                  <a:pt x="107149" y="98059"/>
                  <a:pt x="103479" y="98059"/>
                </a:cubicBezTo>
                <a:cubicBezTo>
                  <a:pt x="95318" y="98059"/>
                  <a:pt x="88291" y="94799"/>
                  <a:pt x="82397" y="88279"/>
                </a:cubicBezTo>
                <a:cubicBezTo>
                  <a:pt x="76503" y="81759"/>
                  <a:pt x="73556" y="72821"/>
                  <a:pt x="73556" y="61465"/>
                </a:cubicBezTo>
                <a:cubicBezTo>
                  <a:pt x="73556" y="54556"/>
                  <a:pt x="74754" y="48360"/>
                  <a:pt x="77151" y="42876"/>
                </a:cubicBezTo>
                <a:cubicBezTo>
                  <a:pt x="79547" y="37393"/>
                  <a:pt x="83023" y="33237"/>
                  <a:pt x="87578" y="30409"/>
                </a:cubicBezTo>
                <a:cubicBezTo>
                  <a:pt x="92134" y="27580"/>
                  <a:pt x="97132" y="26166"/>
                  <a:pt x="102572" y="26166"/>
                </a:cubicBezTo>
                <a:cubicBezTo>
                  <a:pt x="111078" y="26166"/>
                  <a:pt x="117771" y="29707"/>
                  <a:pt x="122650" y="36788"/>
                </a:cubicBezTo>
                <a:lnTo>
                  <a:pt x="122650" y="27721"/>
                </a:lnTo>
                <a:lnTo>
                  <a:pt x="133143" y="27721"/>
                </a:lnTo>
                <a:lnTo>
                  <a:pt x="133143" y="122930"/>
                </a:lnTo>
                <a:lnTo>
                  <a:pt x="121485" y="122930"/>
                </a:lnTo>
                <a:moveTo>
                  <a:pt x="85538" y="61789"/>
                </a:moveTo>
                <a:cubicBezTo>
                  <a:pt x="85538" y="70640"/>
                  <a:pt x="87395" y="77279"/>
                  <a:pt x="91108" y="81705"/>
                </a:cubicBezTo>
                <a:cubicBezTo>
                  <a:pt x="94822" y="86131"/>
                  <a:pt x="99269" y="88344"/>
                  <a:pt x="104451" y="88344"/>
                </a:cubicBezTo>
                <a:cubicBezTo>
                  <a:pt x="109416" y="88344"/>
                  <a:pt x="113691" y="86239"/>
                  <a:pt x="117275" y="82029"/>
                </a:cubicBezTo>
                <a:cubicBezTo>
                  <a:pt x="120858" y="77819"/>
                  <a:pt x="122650" y="71418"/>
                  <a:pt x="122650" y="62825"/>
                </a:cubicBezTo>
                <a:cubicBezTo>
                  <a:pt x="122650" y="53671"/>
                  <a:pt x="120761" y="46784"/>
                  <a:pt x="116983" y="42164"/>
                </a:cubicBezTo>
                <a:cubicBezTo>
                  <a:pt x="113205" y="37544"/>
                  <a:pt x="108768" y="35234"/>
                  <a:pt x="103673" y="35234"/>
                </a:cubicBezTo>
                <a:cubicBezTo>
                  <a:pt x="98621" y="35234"/>
                  <a:pt x="94336" y="37382"/>
                  <a:pt x="90817" y="41678"/>
                </a:cubicBezTo>
                <a:cubicBezTo>
                  <a:pt x="87298" y="45974"/>
                  <a:pt x="85538" y="52678"/>
                  <a:pt x="85538" y="61789"/>
                </a:cubicBezTo>
                <a:close/>
                <a:moveTo>
                  <a:pt x="196466" y="96504"/>
                </a:moveTo>
                <a:lnTo>
                  <a:pt x="196466" y="86401"/>
                </a:lnTo>
                <a:cubicBezTo>
                  <a:pt x="191112" y="94173"/>
                  <a:pt x="183836" y="98059"/>
                  <a:pt x="174639" y="98059"/>
                </a:cubicBezTo>
                <a:cubicBezTo>
                  <a:pt x="170580" y="98059"/>
                  <a:pt x="166791" y="97282"/>
                  <a:pt x="163272" y="95727"/>
                </a:cubicBezTo>
                <a:cubicBezTo>
                  <a:pt x="159753" y="94173"/>
                  <a:pt x="157141" y="92219"/>
                  <a:pt x="155435" y="89866"/>
                </a:cubicBezTo>
                <a:cubicBezTo>
                  <a:pt x="153730" y="87512"/>
                  <a:pt x="152531" y="84630"/>
                  <a:pt x="151841" y="81219"/>
                </a:cubicBezTo>
                <a:cubicBezTo>
                  <a:pt x="151366" y="78931"/>
                  <a:pt x="151128" y="75304"/>
                  <a:pt x="151128" y="70338"/>
                </a:cubicBezTo>
                <a:lnTo>
                  <a:pt x="151128" y="27721"/>
                </a:lnTo>
                <a:lnTo>
                  <a:pt x="162786" y="27721"/>
                </a:lnTo>
                <a:lnTo>
                  <a:pt x="162786" y="65869"/>
                </a:lnTo>
                <a:cubicBezTo>
                  <a:pt x="162786" y="71957"/>
                  <a:pt x="163024" y="76059"/>
                  <a:pt x="163499" y="78175"/>
                </a:cubicBezTo>
                <a:cubicBezTo>
                  <a:pt x="164233" y="81241"/>
                  <a:pt x="165787" y="83648"/>
                  <a:pt x="168162" y="85397"/>
                </a:cubicBezTo>
                <a:cubicBezTo>
                  <a:pt x="170537" y="87145"/>
                  <a:pt x="173473" y="88020"/>
                  <a:pt x="176971" y="88020"/>
                </a:cubicBezTo>
                <a:cubicBezTo>
                  <a:pt x="180468" y="88020"/>
                  <a:pt x="183750" y="87124"/>
                  <a:pt x="186815" y="85332"/>
                </a:cubicBezTo>
                <a:cubicBezTo>
                  <a:pt x="189881" y="83540"/>
                  <a:pt x="192051" y="81100"/>
                  <a:pt x="193324" y="78013"/>
                </a:cubicBezTo>
                <a:cubicBezTo>
                  <a:pt x="194598" y="74926"/>
                  <a:pt x="195235" y="70446"/>
                  <a:pt x="195235" y="64574"/>
                </a:cubicBezTo>
                <a:lnTo>
                  <a:pt x="195235" y="27721"/>
                </a:lnTo>
                <a:lnTo>
                  <a:pt x="206893" y="27721"/>
                </a:lnTo>
                <a:lnTo>
                  <a:pt x="206893" y="96504"/>
                </a:lnTo>
                <a:lnTo>
                  <a:pt x="196466" y="96504"/>
                </a:lnTo>
                <a:close/>
                <a:moveTo>
                  <a:pt x="270022" y="88012"/>
                </a:moveTo>
                <a:cubicBezTo>
                  <a:pt x="265704" y="91685"/>
                  <a:pt x="261548" y="94277"/>
                  <a:pt x="257554" y="95790"/>
                </a:cubicBezTo>
                <a:cubicBezTo>
                  <a:pt x="253560" y="97302"/>
                  <a:pt x="249275" y="98059"/>
                  <a:pt x="244698" y="98059"/>
                </a:cubicBezTo>
                <a:cubicBezTo>
                  <a:pt x="237141" y="98059"/>
                  <a:pt x="231334" y="96212"/>
                  <a:pt x="227275" y="92517"/>
                </a:cubicBezTo>
                <a:cubicBezTo>
                  <a:pt x="223216" y="88823"/>
                  <a:pt x="221187" y="84102"/>
                  <a:pt x="221187" y="78355"/>
                </a:cubicBezTo>
                <a:cubicBezTo>
                  <a:pt x="221187" y="74986"/>
                  <a:pt x="221953" y="71908"/>
                  <a:pt x="223486" y="69122"/>
                </a:cubicBezTo>
                <a:cubicBezTo>
                  <a:pt x="225019" y="66334"/>
                  <a:pt x="227027" y="64097"/>
                  <a:pt x="229510" y="62412"/>
                </a:cubicBezTo>
                <a:cubicBezTo>
                  <a:pt x="231992" y="60727"/>
                  <a:pt x="234788" y="59452"/>
                  <a:pt x="237897" y="58589"/>
                </a:cubicBezTo>
                <a:cubicBezTo>
                  <a:pt x="240185" y="57983"/>
                  <a:pt x="243640" y="57399"/>
                  <a:pt x="248260" y="56838"/>
                </a:cubicBezTo>
                <a:cubicBezTo>
                  <a:pt x="257673" y="55723"/>
                  <a:pt x="264603" y="54394"/>
                  <a:pt x="269050" y="52851"/>
                </a:cubicBezTo>
                <a:cubicBezTo>
                  <a:pt x="269094" y="51260"/>
                  <a:pt x="269115" y="50249"/>
                  <a:pt x="269115" y="49819"/>
                </a:cubicBezTo>
                <a:cubicBezTo>
                  <a:pt x="269115" y="45087"/>
                  <a:pt x="268014" y="41753"/>
                  <a:pt x="265812" y="39818"/>
                </a:cubicBezTo>
                <a:cubicBezTo>
                  <a:pt x="262833" y="37194"/>
                  <a:pt x="258407" y="35881"/>
                  <a:pt x="252535" y="35881"/>
                </a:cubicBezTo>
                <a:cubicBezTo>
                  <a:pt x="247051" y="35881"/>
                  <a:pt x="243003" y="36842"/>
                  <a:pt x="240391" y="38764"/>
                </a:cubicBezTo>
                <a:cubicBezTo>
                  <a:pt x="237778" y="40685"/>
                  <a:pt x="235846" y="44085"/>
                  <a:pt x="234594" y="48965"/>
                </a:cubicBezTo>
                <a:lnTo>
                  <a:pt x="223195" y="47410"/>
                </a:lnTo>
                <a:cubicBezTo>
                  <a:pt x="224231" y="42516"/>
                  <a:pt x="225936" y="38564"/>
                  <a:pt x="228311" y="35554"/>
                </a:cubicBezTo>
                <a:cubicBezTo>
                  <a:pt x="230686" y="32543"/>
                  <a:pt x="234119" y="30226"/>
                  <a:pt x="238609" y="28603"/>
                </a:cubicBezTo>
                <a:cubicBezTo>
                  <a:pt x="243100" y="26979"/>
                  <a:pt x="248303" y="26166"/>
                  <a:pt x="254219" y="26166"/>
                </a:cubicBezTo>
                <a:cubicBezTo>
                  <a:pt x="260091" y="26166"/>
                  <a:pt x="264862" y="26857"/>
                  <a:pt x="268532" y="28239"/>
                </a:cubicBezTo>
                <a:cubicBezTo>
                  <a:pt x="272202" y="29621"/>
                  <a:pt x="274901" y="31359"/>
                  <a:pt x="276628" y="33453"/>
                </a:cubicBezTo>
                <a:cubicBezTo>
                  <a:pt x="278355" y="35547"/>
                  <a:pt x="279564" y="38192"/>
                  <a:pt x="280255" y="41387"/>
                </a:cubicBezTo>
                <a:cubicBezTo>
                  <a:pt x="280644" y="43373"/>
                  <a:pt x="280838" y="46957"/>
                  <a:pt x="280838" y="52138"/>
                </a:cubicBezTo>
                <a:lnTo>
                  <a:pt x="280838" y="67683"/>
                </a:lnTo>
                <a:cubicBezTo>
                  <a:pt x="280838" y="78520"/>
                  <a:pt x="281086" y="85375"/>
                  <a:pt x="281583" y="88246"/>
                </a:cubicBezTo>
                <a:cubicBezTo>
                  <a:pt x="282080" y="91118"/>
                  <a:pt x="283062" y="93870"/>
                  <a:pt x="284530" y="96504"/>
                </a:cubicBezTo>
                <a:lnTo>
                  <a:pt x="272354" y="96504"/>
                </a:lnTo>
                <a:cubicBezTo>
                  <a:pt x="271145" y="94084"/>
                  <a:pt x="270367" y="91253"/>
                  <a:pt x="270022" y="88012"/>
                </a:cubicBezTo>
                <a:moveTo>
                  <a:pt x="269050" y="61918"/>
                </a:moveTo>
                <a:cubicBezTo>
                  <a:pt x="264819" y="63660"/>
                  <a:pt x="258472" y="65140"/>
                  <a:pt x="250009" y="66359"/>
                </a:cubicBezTo>
                <a:cubicBezTo>
                  <a:pt x="245216" y="67052"/>
                  <a:pt x="241826" y="67833"/>
                  <a:pt x="239840" y="68701"/>
                </a:cubicBezTo>
                <a:cubicBezTo>
                  <a:pt x="237854" y="69567"/>
                  <a:pt x="236321" y="70835"/>
                  <a:pt x="235241" y="72506"/>
                </a:cubicBezTo>
                <a:cubicBezTo>
                  <a:pt x="234162" y="74175"/>
                  <a:pt x="233622" y="76028"/>
                  <a:pt x="233622" y="78066"/>
                </a:cubicBezTo>
                <a:cubicBezTo>
                  <a:pt x="233622" y="81187"/>
                  <a:pt x="234799" y="83788"/>
                  <a:pt x="237152" y="85870"/>
                </a:cubicBezTo>
                <a:cubicBezTo>
                  <a:pt x="239505" y="87951"/>
                  <a:pt x="242949" y="88991"/>
                  <a:pt x="247483" y="88991"/>
                </a:cubicBezTo>
                <a:cubicBezTo>
                  <a:pt x="251973" y="88991"/>
                  <a:pt x="255967" y="88004"/>
                  <a:pt x="259465" y="86030"/>
                </a:cubicBezTo>
                <a:cubicBezTo>
                  <a:pt x="262962" y="84056"/>
                  <a:pt x="265531" y="81355"/>
                  <a:pt x="267172" y="77928"/>
                </a:cubicBezTo>
                <a:cubicBezTo>
                  <a:pt x="268424" y="75281"/>
                  <a:pt x="269050" y="71376"/>
                  <a:pt x="269050" y="66213"/>
                </a:cubicBezTo>
                <a:lnTo>
                  <a:pt x="269050" y="61918"/>
                </a:lnTo>
                <a:close/>
                <a:moveTo>
                  <a:pt x="298629" y="96504"/>
                </a:moveTo>
                <a:lnTo>
                  <a:pt x="298629" y="1554"/>
                </a:lnTo>
                <a:lnTo>
                  <a:pt x="310287" y="1554"/>
                </a:lnTo>
                <a:lnTo>
                  <a:pt x="310287" y="96504"/>
                </a:lnTo>
                <a:lnTo>
                  <a:pt x="298629" y="96504"/>
                </a:lnTo>
                <a:close/>
                <a:moveTo>
                  <a:pt x="390665" y="86206"/>
                </a:moveTo>
                <a:lnTo>
                  <a:pt x="392348" y="96504"/>
                </a:lnTo>
                <a:cubicBezTo>
                  <a:pt x="389067" y="97109"/>
                  <a:pt x="386131" y="97411"/>
                  <a:pt x="383540" y="97411"/>
                </a:cubicBezTo>
                <a:cubicBezTo>
                  <a:pt x="379309" y="97411"/>
                  <a:pt x="376027" y="96742"/>
                  <a:pt x="373695" y="95403"/>
                </a:cubicBezTo>
                <a:cubicBezTo>
                  <a:pt x="371364" y="94065"/>
                  <a:pt x="369723" y="92305"/>
                  <a:pt x="368773" y="90125"/>
                </a:cubicBezTo>
                <a:cubicBezTo>
                  <a:pt x="367823" y="87944"/>
                  <a:pt x="367348" y="83356"/>
                  <a:pt x="367348" y="76361"/>
                </a:cubicBezTo>
                <a:lnTo>
                  <a:pt x="367348" y="36788"/>
                </a:lnTo>
                <a:lnTo>
                  <a:pt x="358799" y="36788"/>
                </a:lnTo>
                <a:lnTo>
                  <a:pt x="358799" y="27721"/>
                </a:lnTo>
                <a:lnTo>
                  <a:pt x="367348" y="27721"/>
                </a:lnTo>
                <a:lnTo>
                  <a:pt x="367348" y="10640"/>
                </a:lnTo>
                <a:lnTo>
                  <a:pt x="378942" y="3627"/>
                </a:lnTo>
                <a:lnTo>
                  <a:pt x="378942" y="27721"/>
                </a:lnTo>
                <a:lnTo>
                  <a:pt x="390665" y="27721"/>
                </a:lnTo>
                <a:lnTo>
                  <a:pt x="390665" y="36788"/>
                </a:lnTo>
                <a:lnTo>
                  <a:pt x="378942" y="36788"/>
                </a:lnTo>
                <a:lnTo>
                  <a:pt x="378942" y="77009"/>
                </a:lnTo>
                <a:cubicBezTo>
                  <a:pt x="378942" y="80334"/>
                  <a:pt x="379147" y="82471"/>
                  <a:pt x="379557" y="83421"/>
                </a:cubicBezTo>
                <a:cubicBezTo>
                  <a:pt x="379967" y="84371"/>
                  <a:pt x="380636" y="85127"/>
                  <a:pt x="381565" y="85688"/>
                </a:cubicBezTo>
                <a:cubicBezTo>
                  <a:pt x="382493" y="86249"/>
                  <a:pt x="383821" y="86530"/>
                  <a:pt x="385548" y="86530"/>
                </a:cubicBezTo>
                <a:cubicBezTo>
                  <a:pt x="386843" y="86530"/>
                  <a:pt x="388549" y="86422"/>
                  <a:pt x="390665" y="86206"/>
                </a:cubicBezTo>
                <a:close/>
                <a:moveTo>
                  <a:pt x="397746" y="62113"/>
                </a:moveTo>
                <a:cubicBezTo>
                  <a:pt x="397746" y="49375"/>
                  <a:pt x="401287" y="39940"/>
                  <a:pt x="408368" y="33809"/>
                </a:cubicBezTo>
                <a:cubicBezTo>
                  <a:pt x="414284" y="28714"/>
                  <a:pt x="421495" y="26166"/>
                  <a:pt x="430001" y="26166"/>
                </a:cubicBezTo>
                <a:cubicBezTo>
                  <a:pt x="439457" y="26166"/>
                  <a:pt x="447186" y="29264"/>
                  <a:pt x="453188" y="35460"/>
                </a:cubicBezTo>
                <a:cubicBezTo>
                  <a:pt x="459190" y="41657"/>
                  <a:pt x="462191" y="50217"/>
                  <a:pt x="462191" y="61141"/>
                </a:cubicBezTo>
                <a:cubicBezTo>
                  <a:pt x="462191" y="69993"/>
                  <a:pt x="460863" y="76955"/>
                  <a:pt x="458207" y="82029"/>
                </a:cubicBezTo>
                <a:cubicBezTo>
                  <a:pt x="455552" y="87102"/>
                  <a:pt x="451687" y="91042"/>
                  <a:pt x="446614" y="93849"/>
                </a:cubicBezTo>
                <a:cubicBezTo>
                  <a:pt x="441540" y="96655"/>
                  <a:pt x="436003" y="98059"/>
                  <a:pt x="430001" y="98059"/>
                </a:cubicBezTo>
                <a:cubicBezTo>
                  <a:pt x="420372" y="98059"/>
                  <a:pt x="412589" y="94971"/>
                  <a:pt x="406652" y="88797"/>
                </a:cubicBezTo>
                <a:cubicBezTo>
                  <a:pt x="400715" y="82622"/>
                  <a:pt x="397746" y="73728"/>
                  <a:pt x="397746" y="62113"/>
                </a:cubicBezTo>
                <a:moveTo>
                  <a:pt x="409729" y="62080"/>
                </a:moveTo>
                <a:cubicBezTo>
                  <a:pt x="409729" y="70856"/>
                  <a:pt x="411650" y="77427"/>
                  <a:pt x="415493" y="81794"/>
                </a:cubicBezTo>
                <a:cubicBezTo>
                  <a:pt x="419336" y="86160"/>
                  <a:pt x="424172" y="88344"/>
                  <a:pt x="430001" y="88344"/>
                </a:cubicBezTo>
                <a:cubicBezTo>
                  <a:pt x="435787" y="88344"/>
                  <a:pt x="440601" y="86150"/>
                  <a:pt x="444444" y="81762"/>
                </a:cubicBezTo>
                <a:cubicBezTo>
                  <a:pt x="448287" y="77373"/>
                  <a:pt x="450209" y="70684"/>
                  <a:pt x="450209" y="61694"/>
                </a:cubicBezTo>
                <a:cubicBezTo>
                  <a:pt x="450209" y="53218"/>
                  <a:pt x="448276" y="46798"/>
                  <a:pt x="444412" y="42431"/>
                </a:cubicBezTo>
                <a:cubicBezTo>
                  <a:pt x="440547" y="38065"/>
                  <a:pt x="435744" y="35881"/>
                  <a:pt x="430001" y="35881"/>
                </a:cubicBezTo>
                <a:cubicBezTo>
                  <a:pt x="424172" y="35881"/>
                  <a:pt x="419336" y="38054"/>
                  <a:pt x="415493" y="42399"/>
                </a:cubicBezTo>
                <a:cubicBezTo>
                  <a:pt x="411650" y="46744"/>
                  <a:pt x="409729" y="53304"/>
                  <a:pt x="409729" y="62080"/>
                </a:cubicBezTo>
                <a:close/>
                <a:moveTo>
                  <a:pt x="509473" y="49645"/>
                </a:moveTo>
                <a:cubicBezTo>
                  <a:pt x="509473" y="38426"/>
                  <a:pt x="510628" y="29397"/>
                  <a:pt x="512938" y="22557"/>
                </a:cubicBezTo>
                <a:cubicBezTo>
                  <a:pt x="515249" y="15718"/>
                  <a:pt x="518681" y="10442"/>
                  <a:pt x="523237" y="6732"/>
                </a:cubicBezTo>
                <a:cubicBezTo>
                  <a:pt x="527792" y="3021"/>
                  <a:pt x="533524" y="1166"/>
                  <a:pt x="540432" y="1166"/>
                </a:cubicBezTo>
                <a:cubicBezTo>
                  <a:pt x="545528" y="1166"/>
                  <a:pt x="549997" y="2191"/>
                  <a:pt x="553839" y="4240"/>
                </a:cubicBezTo>
                <a:cubicBezTo>
                  <a:pt x="557682" y="6290"/>
                  <a:pt x="560856" y="9246"/>
                  <a:pt x="563360" y="13107"/>
                </a:cubicBezTo>
                <a:cubicBezTo>
                  <a:pt x="565865" y="16969"/>
                  <a:pt x="567829" y="21673"/>
                  <a:pt x="569254" y="27219"/>
                </a:cubicBezTo>
                <a:cubicBezTo>
                  <a:pt x="570679" y="32763"/>
                  <a:pt x="571392" y="40238"/>
                  <a:pt x="571392" y="49645"/>
                </a:cubicBezTo>
                <a:cubicBezTo>
                  <a:pt x="571392" y="60777"/>
                  <a:pt x="570247" y="69763"/>
                  <a:pt x="567959" y="76602"/>
                </a:cubicBezTo>
                <a:cubicBezTo>
                  <a:pt x="565670" y="83442"/>
                  <a:pt x="562248" y="88728"/>
                  <a:pt x="557693" y="92460"/>
                </a:cubicBezTo>
                <a:cubicBezTo>
                  <a:pt x="553138" y="96193"/>
                  <a:pt x="547384" y="98059"/>
                  <a:pt x="540432" y="98059"/>
                </a:cubicBezTo>
                <a:cubicBezTo>
                  <a:pt x="531279" y="98059"/>
                  <a:pt x="524089" y="94779"/>
                  <a:pt x="518865" y="88220"/>
                </a:cubicBezTo>
                <a:cubicBezTo>
                  <a:pt x="512604" y="80324"/>
                  <a:pt x="509473" y="67465"/>
                  <a:pt x="509473" y="49645"/>
                </a:cubicBezTo>
                <a:moveTo>
                  <a:pt x="521455" y="49612"/>
                </a:moveTo>
                <a:cubicBezTo>
                  <a:pt x="521455" y="65147"/>
                  <a:pt x="523280" y="75486"/>
                  <a:pt x="526928" y="80630"/>
                </a:cubicBezTo>
                <a:cubicBezTo>
                  <a:pt x="530577" y="85772"/>
                  <a:pt x="535078" y="88344"/>
                  <a:pt x="540432" y="88344"/>
                </a:cubicBezTo>
                <a:cubicBezTo>
                  <a:pt x="545787" y="88344"/>
                  <a:pt x="550288" y="85762"/>
                  <a:pt x="553937" y="80598"/>
                </a:cubicBezTo>
                <a:cubicBezTo>
                  <a:pt x="557585" y="75434"/>
                  <a:pt x="559409" y="65105"/>
                  <a:pt x="559409" y="49612"/>
                </a:cubicBezTo>
                <a:cubicBezTo>
                  <a:pt x="559409" y="34034"/>
                  <a:pt x="557585" y="23685"/>
                  <a:pt x="553937" y="18564"/>
                </a:cubicBezTo>
                <a:cubicBezTo>
                  <a:pt x="550288" y="13442"/>
                  <a:pt x="545743" y="10881"/>
                  <a:pt x="540303" y="10881"/>
                </a:cubicBezTo>
                <a:cubicBezTo>
                  <a:pt x="534949" y="10881"/>
                  <a:pt x="530674" y="13140"/>
                  <a:pt x="527479" y="17659"/>
                </a:cubicBezTo>
                <a:cubicBezTo>
                  <a:pt x="523463" y="23426"/>
                  <a:pt x="521455" y="34077"/>
                  <a:pt x="521455" y="49612"/>
                </a:cubicBezTo>
                <a:close/>
                <a:moveTo>
                  <a:pt x="589765" y="96504"/>
                </a:moveTo>
                <a:lnTo>
                  <a:pt x="589765" y="83162"/>
                </a:lnTo>
                <a:lnTo>
                  <a:pt x="603043" y="83162"/>
                </a:lnTo>
                <a:lnTo>
                  <a:pt x="603043" y="96504"/>
                </a:lnTo>
                <a:lnTo>
                  <a:pt x="589765" y="96504"/>
                </a:lnTo>
                <a:close/>
                <a:moveTo>
                  <a:pt x="620099" y="71504"/>
                </a:moveTo>
                <a:lnTo>
                  <a:pt x="632340" y="70468"/>
                </a:lnTo>
                <a:cubicBezTo>
                  <a:pt x="633247" y="76406"/>
                  <a:pt x="635352" y="80870"/>
                  <a:pt x="638655" y="83860"/>
                </a:cubicBezTo>
                <a:cubicBezTo>
                  <a:pt x="641958" y="86849"/>
                  <a:pt x="645942" y="88344"/>
                  <a:pt x="650605" y="88344"/>
                </a:cubicBezTo>
                <a:cubicBezTo>
                  <a:pt x="656218" y="88344"/>
                  <a:pt x="660968" y="86231"/>
                  <a:pt x="664854" y="82006"/>
                </a:cubicBezTo>
                <a:cubicBezTo>
                  <a:pt x="668740" y="77780"/>
                  <a:pt x="670683" y="72175"/>
                  <a:pt x="670683" y="65191"/>
                </a:cubicBezTo>
                <a:cubicBezTo>
                  <a:pt x="670683" y="58551"/>
                  <a:pt x="668816" y="53312"/>
                  <a:pt x="665081" y="49475"/>
                </a:cubicBezTo>
                <a:cubicBezTo>
                  <a:pt x="661346" y="45637"/>
                  <a:pt x="656456" y="43718"/>
                  <a:pt x="650411" y="43718"/>
                </a:cubicBezTo>
                <a:cubicBezTo>
                  <a:pt x="646654" y="43718"/>
                  <a:pt x="643265" y="44565"/>
                  <a:pt x="640242" y="46259"/>
                </a:cubicBezTo>
                <a:cubicBezTo>
                  <a:pt x="637220" y="47952"/>
                  <a:pt x="634845" y="50149"/>
                  <a:pt x="633118" y="52851"/>
                </a:cubicBezTo>
                <a:lnTo>
                  <a:pt x="622172" y="51426"/>
                </a:lnTo>
                <a:lnTo>
                  <a:pt x="631369" y="2720"/>
                </a:lnTo>
                <a:lnTo>
                  <a:pt x="678585" y="2720"/>
                </a:lnTo>
                <a:lnTo>
                  <a:pt x="678585" y="13731"/>
                </a:lnTo>
                <a:lnTo>
                  <a:pt x="640695" y="13731"/>
                </a:lnTo>
                <a:lnTo>
                  <a:pt x="635579" y="39314"/>
                </a:lnTo>
                <a:cubicBezTo>
                  <a:pt x="641278" y="35385"/>
                  <a:pt x="647259" y="33420"/>
                  <a:pt x="653519" y="33420"/>
                </a:cubicBezTo>
                <a:cubicBezTo>
                  <a:pt x="661810" y="33420"/>
                  <a:pt x="668805" y="36295"/>
                  <a:pt x="674504" y="42045"/>
                </a:cubicBezTo>
                <a:cubicBezTo>
                  <a:pt x="680204" y="47793"/>
                  <a:pt x="683054" y="55183"/>
                  <a:pt x="683054" y="64215"/>
                </a:cubicBezTo>
                <a:cubicBezTo>
                  <a:pt x="683054" y="72817"/>
                  <a:pt x="680549" y="80252"/>
                  <a:pt x="675541" y="86518"/>
                </a:cubicBezTo>
                <a:cubicBezTo>
                  <a:pt x="669452" y="94212"/>
                  <a:pt x="661141" y="98059"/>
                  <a:pt x="650605" y="98059"/>
                </a:cubicBezTo>
                <a:cubicBezTo>
                  <a:pt x="641969" y="98059"/>
                  <a:pt x="634920" y="95635"/>
                  <a:pt x="629458" y="90787"/>
                </a:cubicBezTo>
                <a:cubicBezTo>
                  <a:pt x="623996" y="85938"/>
                  <a:pt x="620876" y="79511"/>
                  <a:pt x="620099" y="71504"/>
                </a:cubicBezTo>
                <a:close/>
                <a:moveTo>
                  <a:pt x="759417" y="86206"/>
                </a:moveTo>
                <a:lnTo>
                  <a:pt x="761101" y="96504"/>
                </a:lnTo>
                <a:cubicBezTo>
                  <a:pt x="757820" y="97109"/>
                  <a:pt x="754884" y="97411"/>
                  <a:pt x="752293" y="97411"/>
                </a:cubicBezTo>
                <a:cubicBezTo>
                  <a:pt x="748061" y="97411"/>
                  <a:pt x="744780" y="96742"/>
                  <a:pt x="742448" y="95403"/>
                </a:cubicBezTo>
                <a:cubicBezTo>
                  <a:pt x="740116" y="94065"/>
                  <a:pt x="738476" y="92305"/>
                  <a:pt x="737526" y="90125"/>
                </a:cubicBezTo>
                <a:cubicBezTo>
                  <a:pt x="736576" y="87944"/>
                  <a:pt x="736101" y="83356"/>
                  <a:pt x="736101" y="76361"/>
                </a:cubicBezTo>
                <a:lnTo>
                  <a:pt x="736101" y="36788"/>
                </a:lnTo>
                <a:lnTo>
                  <a:pt x="727551" y="36788"/>
                </a:lnTo>
                <a:lnTo>
                  <a:pt x="727551" y="27721"/>
                </a:lnTo>
                <a:lnTo>
                  <a:pt x="736101" y="27721"/>
                </a:lnTo>
                <a:lnTo>
                  <a:pt x="736101" y="10640"/>
                </a:lnTo>
                <a:lnTo>
                  <a:pt x="747694" y="3627"/>
                </a:lnTo>
                <a:lnTo>
                  <a:pt x="747694" y="27721"/>
                </a:lnTo>
                <a:lnTo>
                  <a:pt x="759417" y="27721"/>
                </a:lnTo>
                <a:lnTo>
                  <a:pt x="759417" y="36788"/>
                </a:lnTo>
                <a:lnTo>
                  <a:pt x="747694" y="36788"/>
                </a:lnTo>
                <a:lnTo>
                  <a:pt x="747694" y="77009"/>
                </a:lnTo>
                <a:cubicBezTo>
                  <a:pt x="747694" y="80334"/>
                  <a:pt x="747899" y="82471"/>
                  <a:pt x="748310" y="83421"/>
                </a:cubicBezTo>
                <a:cubicBezTo>
                  <a:pt x="748720" y="84371"/>
                  <a:pt x="749389" y="85127"/>
                  <a:pt x="750317" y="85688"/>
                </a:cubicBezTo>
                <a:cubicBezTo>
                  <a:pt x="751246" y="86249"/>
                  <a:pt x="752573" y="86530"/>
                  <a:pt x="754301" y="86530"/>
                </a:cubicBezTo>
                <a:cubicBezTo>
                  <a:pt x="755596" y="86530"/>
                  <a:pt x="757302" y="86422"/>
                  <a:pt x="759417" y="86206"/>
                </a:cubicBezTo>
                <a:close/>
                <a:moveTo>
                  <a:pt x="770903" y="15026"/>
                </a:moveTo>
                <a:lnTo>
                  <a:pt x="770903" y="1554"/>
                </a:lnTo>
                <a:lnTo>
                  <a:pt x="782562" y="1554"/>
                </a:lnTo>
                <a:lnTo>
                  <a:pt x="782562" y="15026"/>
                </a:lnTo>
                <a:lnTo>
                  <a:pt x="770903" y="15026"/>
                </a:lnTo>
                <a:moveTo>
                  <a:pt x="770903" y="96504"/>
                </a:moveTo>
                <a:lnTo>
                  <a:pt x="770903" y="27721"/>
                </a:lnTo>
                <a:lnTo>
                  <a:pt x="782562" y="27721"/>
                </a:lnTo>
                <a:lnTo>
                  <a:pt x="782562" y="96504"/>
                </a:lnTo>
                <a:lnTo>
                  <a:pt x="770903" y="96504"/>
                </a:lnTo>
                <a:close/>
                <a:moveTo>
                  <a:pt x="800286" y="96504"/>
                </a:moveTo>
                <a:lnTo>
                  <a:pt x="800286" y="27721"/>
                </a:lnTo>
                <a:lnTo>
                  <a:pt x="810713" y="27721"/>
                </a:lnTo>
                <a:lnTo>
                  <a:pt x="810713" y="37306"/>
                </a:lnTo>
                <a:cubicBezTo>
                  <a:pt x="812872" y="33957"/>
                  <a:pt x="815744" y="31263"/>
                  <a:pt x="819328" y="29225"/>
                </a:cubicBezTo>
                <a:cubicBezTo>
                  <a:pt x="822911" y="27186"/>
                  <a:pt x="826992" y="26166"/>
                  <a:pt x="831569" y="26166"/>
                </a:cubicBezTo>
                <a:cubicBezTo>
                  <a:pt x="836664" y="26166"/>
                  <a:pt x="840841" y="27219"/>
                  <a:pt x="844101" y="29324"/>
                </a:cubicBezTo>
                <a:cubicBezTo>
                  <a:pt x="847361" y="31427"/>
                  <a:pt x="849661" y="34369"/>
                  <a:pt x="850999" y="38148"/>
                </a:cubicBezTo>
                <a:cubicBezTo>
                  <a:pt x="856440" y="30160"/>
                  <a:pt x="863521" y="26166"/>
                  <a:pt x="872243" y="26166"/>
                </a:cubicBezTo>
                <a:cubicBezTo>
                  <a:pt x="879065" y="26166"/>
                  <a:pt x="884312" y="28055"/>
                  <a:pt x="887982" y="31833"/>
                </a:cubicBezTo>
                <a:cubicBezTo>
                  <a:pt x="891652" y="35612"/>
                  <a:pt x="893487" y="41430"/>
                  <a:pt x="893487" y="49288"/>
                </a:cubicBezTo>
                <a:lnTo>
                  <a:pt x="893487" y="96504"/>
                </a:lnTo>
                <a:lnTo>
                  <a:pt x="881894" y="96504"/>
                </a:lnTo>
                <a:lnTo>
                  <a:pt x="881894" y="53128"/>
                </a:lnTo>
                <a:cubicBezTo>
                  <a:pt x="881894" y="48459"/>
                  <a:pt x="881516" y="45099"/>
                  <a:pt x="880760" y="43046"/>
                </a:cubicBezTo>
                <a:cubicBezTo>
                  <a:pt x="880004" y="40993"/>
                  <a:pt x="878634" y="39339"/>
                  <a:pt x="876647" y="38086"/>
                </a:cubicBezTo>
                <a:cubicBezTo>
                  <a:pt x="874661" y="36832"/>
                  <a:pt x="872329" y="36205"/>
                  <a:pt x="869652" y="36205"/>
                </a:cubicBezTo>
                <a:cubicBezTo>
                  <a:pt x="864816" y="36205"/>
                  <a:pt x="860801" y="37816"/>
                  <a:pt x="857606" y="41037"/>
                </a:cubicBezTo>
                <a:cubicBezTo>
                  <a:pt x="854410" y="44256"/>
                  <a:pt x="852813" y="49411"/>
                  <a:pt x="852813" y="56500"/>
                </a:cubicBezTo>
                <a:lnTo>
                  <a:pt x="852813" y="96504"/>
                </a:lnTo>
                <a:lnTo>
                  <a:pt x="841154" y="96504"/>
                </a:lnTo>
                <a:lnTo>
                  <a:pt x="841154" y="51766"/>
                </a:lnTo>
                <a:cubicBezTo>
                  <a:pt x="841154" y="46579"/>
                  <a:pt x="840205" y="42689"/>
                  <a:pt x="838305" y="40095"/>
                </a:cubicBezTo>
                <a:cubicBezTo>
                  <a:pt x="836405" y="37502"/>
                  <a:pt x="833296" y="36205"/>
                  <a:pt x="828978" y="36205"/>
                </a:cubicBezTo>
                <a:cubicBezTo>
                  <a:pt x="825696" y="36205"/>
                  <a:pt x="822663" y="37070"/>
                  <a:pt x="819878" y="38800"/>
                </a:cubicBezTo>
                <a:cubicBezTo>
                  <a:pt x="817093" y="40529"/>
                  <a:pt x="815075" y="43057"/>
                  <a:pt x="813822" y="46386"/>
                </a:cubicBezTo>
                <a:cubicBezTo>
                  <a:pt x="812570" y="49713"/>
                  <a:pt x="811944" y="54511"/>
                  <a:pt x="811944" y="60779"/>
                </a:cubicBezTo>
                <a:lnTo>
                  <a:pt x="811944" y="96504"/>
                </a:lnTo>
                <a:lnTo>
                  <a:pt x="800286" y="96504"/>
                </a:lnTo>
                <a:close/>
                <a:moveTo>
                  <a:pt x="957865" y="74354"/>
                </a:moveTo>
                <a:lnTo>
                  <a:pt x="969912" y="75843"/>
                </a:lnTo>
                <a:cubicBezTo>
                  <a:pt x="968012" y="82881"/>
                  <a:pt x="964493" y="88344"/>
                  <a:pt x="959355" y="92230"/>
                </a:cubicBezTo>
                <a:cubicBezTo>
                  <a:pt x="954217" y="96116"/>
                  <a:pt x="947654" y="98059"/>
                  <a:pt x="939666" y="98059"/>
                </a:cubicBezTo>
                <a:cubicBezTo>
                  <a:pt x="929605" y="98059"/>
                  <a:pt x="921628" y="94961"/>
                  <a:pt x="915734" y="88765"/>
                </a:cubicBezTo>
                <a:cubicBezTo>
                  <a:pt x="909840" y="82568"/>
                  <a:pt x="906893" y="73879"/>
                  <a:pt x="906893" y="62695"/>
                </a:cubicBezTo>
                <a:cubicBezTo>
                  <a:pt x="906893" y="51124"/>
                  <a:pt x="909872" y="42142"/>
                  <a:pt x="915831" y="35752"/>
                </a:cubicBezTo>
                <a:cubicBezTo>
                  <a:pt x="921790" y="29361"/>
                  <a:pt x="929519" y="26166"/>
                  <a:pt x="939018" y="26166"/>
                </a:cubicBezTo>
                <a:cubicBezTo>
                  <a:pt x="948215" y="26166"/>
                  <a:pt x="955728" y="29292"/>
                  <a:pt x="961557" y="35543"/>
                </a:cubicBezTo>
                <a:cubicBezTo>
                  <a:pt x="967386" y="41794"/>
                  <a:pt x="970301" y="50587"/>
                  <a:pt x="970301" y="61924"/>
                </a:cubicBezTo>
                <a:cubicBezTo>
                  <a:pt x="970301" y="62614"/>
                  <a:pt x="970279" y="63648"/>
                  <a:pt x="970236" y="65027"/>
                </a:cubicBezTo>
                <a:lnTo>
                  <a:pt x="918940" y="65027"/>
                </a:lnTo>
                <a:cubicBezTo>
                  <a:pt x="919372" y="72562"/>
                  <a:pt x="921509" y="78331"/>
                  <a:pt x="925352" y="82336"/>
                </a:cubicBezTo>
                <a:cubicBezTo>
                  <a:pt x="929195" y="86341"/>
                  <a:pt x="933988" y="88344"/>
                  <a:pt x="939730" y="88344"/>
                </a:cubicBezTo>
                <a:cubicBezTo>
                  <a:pt x="944005" y="88344"/>
                  <a:pt x="947654" y="87232"/>
                  <a:pt x="950676" y="85008"/>
                </a:cubicBezTo>
                <a:cubicBezTo>
                  <a:pt x="953699" y="82783"/>
                  <a:pt x="956095" y="79232"/>
                  <a:pt x="957865" y="74354"/>
                </a:cubicBezTo>
                <a:moveTo>
                  <a:pt x="919587" y="55312"/>
                </a:moveTo>
                <a:lnTo>
                  <a:pt x="957995" y="55312"/>
                </a:lnTo>
                <a:cubicBezTo>
                  <a:pt x="957477" y="49620"/>
                  <a:pt x="956009" y="45352"/>
                  <a:pt x="953591" y="42506"/>
                </a:cubicBezTo>
                <a:cubicBezTo>
                  <a:pt x="949877" y="38090"/>
                  <a:pt x="945063" y="35881"/>
                  <a:pt x="939147" y="35881"/>
                </a:cubicBezTo>
                <a:cubicBezTo>
                  <a:pt x="933793" y="35881"/>
                  <a:pt x="929292" y="37644"/>
                  <a:pt x="925643" y="41170"/>
                </a:cubicBezTo>
                <a:cubicBezTo>
                  <a:pt x="921995" y="44695"/>
                  <a:pt x="919976" y="49409"/>
                  <a:pt x="919587" y="55312"/>
                </a:cubicBezTo>
                <a:close/>
                <a:moveTo>
                  <a:pt x="979866" y="75908"/>
                </a:moveTo>
                <a:lnTo>
                  <a:pt x="991395" y="74095"/>
                </a:lnTo>
                <a:cubicBezTo>
                  <a:pt x="992043" y="78694"/>
                  <a:pt x="993845" y="82220"/>
                  <a:pt x="996803" y="84670"/>
                </a:cubicBezTo>
                <a:cubicBezTo>
                  <a:pt x="999761" y="87119"/>
                  <a:pt x="1003895" y="88344"/>
                  <a:pt x="1009206" y="88344"/>
                </a:cubicBezTo>
                <a:cubicBezTo>
                  <a:pt x="1014560" y="88344"/>
                  <a:pt x="1018533" y="87262"/>
                  <a:pt x="1021124" y="85099"/>
                </a:cubicBezTo>
                <a:cubicBezTo>
                  <a:pt x="1023714" y="82935"/>
                  <a:pt x="1025010" y="80397"/>
                  <a:pt x="1025010" y="77485"/>
                </a:cubicBezTo>
                <a:cubicBezTo>
                  <a:pt x="1025010" y="74871"/>
                  <a:pt x="1023865" y="72815"/>
                  <a:pt x="1021577" y="71316"/>
                </a:cubicBezTo>
                <a:cubicBezTo>
                  <a:pt x="1019979" y="70287"/>
                  <a:pt x="1016007" y="68981"/>
                  <a:pt x="1009660" y="67395"/>
                </a:cubicBezTo>
                <a:cubicBezTo>
                  <a:pt x="1001110" y="65235"/>
                  <a:pt x="995184" y="63366"/>
                  <a:pt x="991881" y="61789"/>
                </a:cubicBezTo>
                <a:cubicBezTo>
                  <a:pt x="988578" y="60211"/>
                  <a:pt x="986073" y="58029"/>
                  <a:pt x="984368" y="55241"/>
                </a:cubicBezTo>
                <a:cubicBezTo>
                  <a:pt x="982662" y="52453"/>
                  <a:pt x="981809" y="49374"/>
                  <a:pt x="981809" y="46003"/>
                </a:cubicBezTo>
                <a:cubicBezTo>
                  <a:pt x="981809" y="42935"/>
                  <a:pt x="982511" y="40093"/>
                  <a:pt x="983914" y="37478"/>
                </a:cubicBezTo>
                <a:cubicBezTo>
                  <a:pt x="985318" y="34863"/>
                  <a:pt x="987228" y="32692"/>
                  <a:pt x="989646" y="30963"/>
                </a:cubicBezTo>
                <a:cubicBezTo>
                  <a:pt x="991460" y="29623"/>
                  <a:pt x="993932" y="28489"/>
                  <a:pt x="997062" y="27561"/>
                </a:cubicBezTo>
                <a:cubicBezTo>
                  <a:pt x="1000193" y="26631"/>
                  <a:pt x="1003550" y="26166"/>
                  <a:pt x="1007134" y="26166"/>
                </a:cubicBezTo>
                <a:cubicBezTo>
                  <a:pt x="1012531" y="26166"/>
                  <a:pt x="1017270" y="26949"/>
                  <a:pt x="1021350" y="28514"/>
                </a:cubicBezTo>
                <a:cubicBezTo>
                  <a:pt x="1025431" y="30078"/>
                  <a:pt x="1028442" y="32197"/>
                  <a:pt x="1030385" y="34871"/>
                </a:cubicBezTo>
                <a:cubicBezTo>
                  <a:pt x="1032328" y="37545"/>
                  <a:pt x="1033667" y="41120"/>
                  <a:pt x="1034401" y="45597"/>
                </a:cubicBezTo>
                <a:lnTo>
                  <a:pt x="1023002" y="47151"/>
                </a:lnTo>
                <a:cubicBezTo>
                  <a:pt x="1022484" y="43610"/>
                  <a:pt x="1020983" y="40847"/>
                  <a:pt x="1018500" y="38861"/>
                </a:cubicBezTo>
                <a:cubicBezTo>
                  <a:pt x="1016018" y="36875"/>
                  <a:pt x="1012509" y="35881"/>
                  <a:pt x="1007976" y="35881"/>
                </a:cubicBezTo>
                <a:cubicBezTo>
                  <a:pt x="1002621" y="35881"/>
                  <a:pt x="998800" y="36763"/>
                  <a:pt x="996512" y="38525"/>
                </a:cubicBezTo>
                <a:cubicBezTo>
                  <a:pt x="994223" y="40286"/>
                  <a:pt x="993079" y="42348"/>
                  <a:pt x="993079" y="44712"/>
                </a:cubicBezTo>
                <a:cubicBezTo>
                  <a:pt x="993079" y="46215"/>
                  <a:pt x="993554" y="47569"/>
                  <a:pt x="994504" y="48772"/>
                </a:cubicBezTo>
                <a:cubicBezTo>
                  <a:pt x="995454" y="50018"/>
                  <a:pt x="996943" y="51049"/>
                  <a:pt x="998973" y="51865"/>
                </a:cubicBezTo>
                <a:cubicBezTo>
                  <a:pt x="1000139" y="52295"/>
                  <a:pt x="1003571" y="53284"/>
                  <a:pt x="1009271" y="54830"/>
                </a:cubicBezTo>
                <a:cubicBezTo>
                  <a:pt x="1017518" y="57031"/>
                  <a:pt x="1023272" y="58832"/>
                  <a:pt x="1026532" y="60234"/>
                </a:cubicBezTo>
                <a:cubicBezTo>
                  <a:pt x="1029792" y="61636"/>
                  <a:pt x="1032350" y="63675"/>
                  <a:pt x="1034207" y="66351"/>
                </a:cubicBezTo>
                <a:cubicBezTo>
                  <a:pt x="1036063" y="69025"/>
                  <a:pt x="1036992" y="72347"/>
                  <a:pt x="1036992" y="76315"/>
                </a:cubicBezTo>
                <a:cubicBezTo>
                  <a:pt x="1036992" y="80198"/>
                  <a:pt x="1035858" y="83855"/>
                  <a:pt x="1033591" y="87285"/>
                </a:cubicBezTo>
                <a:cubicBezTo>
                  <a:pt x="1031324" y="90714"/>
                  <a:pt x="1028054" y="93366"/>
                  <a:pt x="1023779" y="95243"/>
                </a:cubicBezTo>
                <a:cubicBezTo>
                  <a:pt x="1019504" y="97120"/>
                  <a:pt x="1014668" y="98059"/>
                  <a:pt x="1009271" y="98059"/>
                </a:cubicBezTo>
                <a:cubicBezTo>
                  <a:pt x="1000333" y="98059"/>
                  <a:pt x="993522" y="96197"/>
                  <a:pt x="988837" y="92473"/>
                </a:cubicBezTo>
                <a:cubicBezTo>
                  <a:pt x="984152" y="88748"/>
                  <a:pt x="981162" y="83227"/>
                  <a:pt x="979866" y="75908"/>
                </a:cubicBezTo>
                <a:close/>
                <a:moveTo>
                  <a:pt x="1113181" y="86206"/>
                </a:moveTo>
                <a:lnTo>
                  <a:pt x="1114865" y="96504"/>
                </a:lnTo>
                <a:cubicBezTo>
                  <a:pt x="1111584" y="97109"/>
                  <a:pt x="1108647" y="97411"/>
                  <a:pt x="1106057" y="97411"/>
                </a:cubicBezTo>
                <a:cubicBezTo>
                  <a:pt x="1101825" y="97411"/>
                  <a:pt x="1098544" y="96742"/>
                  <a:pt x="1096212" y="95403"/>
                </a:cubicBezTo>
                <a:cubicBezTo>
                  <a:pt x="1093880" y="94065"/>
                  <a:pt x="1092240" y="92305"/>
                  <a:pt x="1091290" y="90125"/>
                </a:cubicBezTo>
                <a:cubicBezTo>
                  <a:pt x="1090340" y="87944"/>
                  <a:pt x="1089865" y="83356"/>
                  <a:pt x="1089865" y="76361"/>
                </a:cubicBezTo>
                <a:lnTo>
                  <a:pt x="1089865" y="36788"/>
                </a:lnTo>
                <a:lnTo>
                  <a:pt x="1081315" y="36788"/>
                </a:lnTo>
                <a:lnTo>
                  <a:pt x="1081315" y="27721"/>
                </a:lnTo>
                <a:lnTo>
                  <a:pt x="1089865" y="27721"/>
                </a:lnTo>
                <a:lnTo>
                  <a:pt x="1089865" y="10640"/>
                </a:lnTo>
                <a:lnTo>
                  <a:pt x="1101458" y="3627"/>
                </a:lnTo>
                <a:lnTo>
                  <a:pt x="1101458" y="27721"/>
                </a:lnTo>
                <a:lnTo>
                  <a:pt x="1113181" y="27721"/>
                </a:lnTo>
                <a:lnTo>
                  <a:pt x="1113181" y="36788"/>
                </a:lnTo>
                <a:lnTo>
                  <a:pt x="1101458" y="36788"/>
                </a:lnTo>
                <a:lnTo>
                  <a:pt x="1101458" y="77009"/>
                </a:lnTo>
                <a:cubicBezTo>
                  <a:pt x="1101458" y="80334"/>
                  <a:pt x="1101663" y="82471"/>
                  <a:pt x="1102073" y="83421"/>
                </a:cubicBezTo>
                <a:cubicBezTo>
                  <a:pt x="1102484" y="84371"/>
                  <a:pt x="1103153" y="85127"/>
                  <a:pt x="1104081" y="85688"/>
                </a:cubicBezTo>
                <a:cubicBezTo>
                  <a:pt x="1105010" y="86249"/>
                  <a:pt x="1106337" y="86530"/>
                  <a:pt x="1108064" y="86530"/>
                </a:cubicBezTo>
                <a:cubicBezTo>
                  <a:pt x="1109360" y="86530"/>
                  <a:pt x="1111065" y="86422"/>
                  <a:pt x="1113181" y="86206"/>
                </a:cubicBezTo>
                <a:close/>
                <a:moveTo>
                  <a:pt x="1124603" y="96504"/>
                </a:moveTo>
                <a:lnTo>
                  <a:pt x="1124603" y="1554"/>
                </a:lnTo>
                <a:lnTo>
                  <a:pt x="1136261" y="1554"/>
                </a:lnTo>
                <a:lnTo>
                  <a:pt x="1136261" y="35622"/>
                </a:lnTo>
                <a:cubicBezTo>
                  <a:pt x="1141701" y="29318"/>
                  <a:pt x="1148567" y="26166"/>
                  <a:pt x="1156857" y="26166"/>
                </a:cubicBezTo>
                <a:cubicBezTo>
                  <a:pt x="1161952" y="26166"/>
                  <a:pt x="1166378" y="27170"/>
                  <a:pt x="1170134" y="29178"/>
                </a:cubicBezTo>
                <a:cubicBezTo>
                  <a:pt x="1173891" y="31186"/>
                  <a:pt x="1176579" y="33960"/>
                  <a:pt x="1178198" y="37501"/>
                </a:cubicBezTo>
                <a:cubicBezTo>
                  <a:pt x="1179817" y="41041"/>
                  <a:pt x="1180627" y="46180"/>
                  <a:pt x="1180627" y="52915"/>
                </a:cubicBezTo>
                <a:lnTo>
                  <a:pt x="1180627" y="96504"/>
                </a:lnTo>
                <a:lnTo>
                  <a:pt x="1168969" y="96504"/>
                </a:lnTo>
                <a:lnTo>
                  <a:pt x="1168969" y="52915"/>
                </a:lnTo>
                <a:cubicBezTo>
                  <a:pt x="1168969" y="47086"/>
                  <a:pt x="1167706" y="42844"/>
                  <a:pt x="1165180" y="40189"/>
                </a:cubicBezTo>
                <a:cubicBezTo>
                  <a:pt x="1162654" y="37533"/>
                  <a:pt x="1159081" y="36205"/>
                  <a:pt x="1154461" y="36205"/>
                </a:cubicBezTo>
                <a:cubicBezTo>
                  <a:pt x="1151006" y="36205"/>
                  <a:pt x="1147757" y="37101"/>
                  <a:pt x="1144713" y="38893"/>
                </a:cubicBezTo>
                <a:cubicBezTo>
                  <a:pt x="1141669" y="40685"/>
                  <a:pt x="1139499" y="43114"/>
                  <a:pt x="1138204" y="46180"/>
                </a:cubicBezTo>
                <a:cubicBezTo>
                  <a:pt x="1136908" y="49245"/>
                  <a:pt x="1136261" y="53477"/>
                  <a:pt x="1136261" y="58874"/>
                </a:cubicBezTo>
                <a:lnTo>
                  <a:pt x="1136261" y="96504"/>
                </a:lnTo>
                <a:lnTo>
                  <a:pt x="1124603" y="96504"/>
                </a:lnTo>
                <a:close/>
                <a:moveTo>
                  <a:pt x="1245439" y="74354"/>
                </a:moveTo>
                <a:lnTo>
                  <a:pt x="1257486" y="75843"/>
                </a:lnTo>
                <a:cubicBezTo>
                  <a:pt x="1255586" y="82881"/>
                  <a:pt x="1252067" y="88344"/>
                  <a:pt x="1246929" y="92230"/>
                </a:cubicBezTo>
                <a:cubicBezTo>
                  <a:pt x="1241791" y="96116"/>
                  <a:pt x="1235228" y="98059"/>
                  <a:pt x="1227240" y="98059"/>
                </a:cubicBezTo>
                <a:cubicBezTo>
                  <a:pt x="1217179" y="98059"/>
                  <a:pt x="1209202" y="94961"/>
                  <a:pt x="1203308" y="88765"/>
                </a:cubicBezTo>
                <a:cubicBezTo>
                  <a:pt x="1197414" y="82568"/>
                  <a:pt x="1194467" y="73879"/>
                  <a:pt x="1194467" y="62695"/>
                </a:cubicBezTo>
                <a:cubicBezTo>
                  <a:pt x="1194467" y="51124"/>
                  <a:pt x="1197446" y="42142"/>
                  <a:pt x="1203405" y="35752"/>
                </a:cubicBezTo>
                <a:cubicBezTo>
                  <a:pt x="1209364" y="29361"/>
                  <a:pt x="1217093" y="26166"/>
                  <a:pt x="1226592" y="26166"/>
                </a:cubicBezTo>
                <a:cubicBezTo>
                  <a:pt x="1235789" y="26166"/>
                  <a:pt x="1243302" y="29292"/>
                  <a:pt x="1249131" y="35543"/>
                </a:cubicBezTo>
                <a:cubicBezTo>
                  <a:pt x="1254960" y="41794"/>
                  <a:pt x="1257875" y="50587"/>
                  <a:pt x="1257875" y="61924"/>
                </a:cubicBezTo>
                <a:cubicBezTo>
                  <a:pt x="1257875" y="62614"/>
                  <a:pt x="1257853" y="63648"/>
                  <a:pt x="1257810" y="65027"/>
                </a:cubicBezTo>
                <a:lnTo>
                  <a:pt x="1206514" y="65027"/>
                </a:lnTo>
                <a:cubicBezTo>
                  <a:pt x="1206946" y="72562"/>
                  <a:pt x="1209083" y="78331"/>
                  <a:pt x="1212926" y="82336"/>
                </a:cubicBezTo>
                <a:cubicBezTo>
                  <a:pt x="1216769" y="86341"/>
                  <a:pt x="1221562" y="88344"/>
                  <a:pt x="1227304" y="88344"/>
                </a:cubicBezTo>
                <a:cubicBezTo>
                  <a:pt x="1231579" y="88344"/>
                  <a:pt x="1235228" y="87232"/>
                  <a:pt x="1238250" y="85008"/>
                </a:cubicBezTo>
                <a:cubicBezTo>
                  <a:pt x="1241273" y="82783"/>
                  <a:pt x="1243669" y="79232"/>
                  <a:pt x="1245439" y="74354"/>
                </a:cubicBezTo>
                <a:moveTo>
                  <a:pt x="1207161" y="55312"/>
                </a:moveTo>
                <a:lnTo>
                  <a:pt x="1245569" y="55312"/>
                </a:lnTo>
                <a:cubicBezTo>
                  <a:pt x="1245051" y="49620"/>
                  <a:pt x="1243583" y="45352"/>
                  <a:pt x="1241165" y="42506"/>
                </a:cubicBezTo>
                <a:cubicBezTo>
                  <a:pt x="1237451" y="38090"/>
                  <a:pt x="1232637" y="35881"/>
                  <a:pt x="1226721" y="35881"/>
                </a:cubicBezTo>
                <a:cubicBezTo>
                  <a:pt x="1221367" y="35881"/>
                  <a:pt x="1216866" y="37644"/>
                  <a:pt x="1213217" y="41170"/>
                </a:cubicBezTo>
                <a:cubicBezTo>
                  <a:pt x="1209569" y="44695"/>
                  <a:pt x="1207550" y="49409"/>
                  <a:pt x="1207161" y="55312"/>
                </a:cubicBezTo>
                <a:close/>
                <a:moveTo>
                  <a:pt x="1308979" y="122930"/>
                </a:moveTo>
                <a:lnTo>
                  <a:pt x="1308979" y="27721"/>
                </a:lnTo>
                <a:lnTo>
                  <a:pt x="1319601" y="27721"/>
                </a:lnTo>
                <a:lnTo>
                  <a:pt x="1319601" y="36594"/>
                </a:lnTo>
                <a:cubicBezTo>
                  <a:pt x="1322105" y="33118"/>
                  <a:pt x="1324933" y="30511"/>
                  <a:pt x="1328085" y="28773"/>
                </a:cubicBezTo>
                <a:cubicBezTo>
                  <a:pt x="1331237" y="27035"/>
                  <a:pt x="1335059" y="26166"/>
                  <a:pt x="1339549" y="26166"/>
                </a:cubicBezTo>
                <a:cubicBezTo>
                  <a:pt x="1345422" y="26166"/>
                  <a:pt x="1350603" y="27678"/>
                  <a:pt x="1355094" y="30700"/>
                </a:cubicBezTo>
                <a:cubicBezTo>
                  <a:pt x="1359584" y="33723"/>
                  <a:pt x="1362974" y="37986"/>
                  <a:pt x="1365262" y="43492"/>
                </a:cubicBezTo>
                <a:cubicBezTo>
                  <a:pt x="1367551" y="48997"/>
                  <a:pt x="1368695" y="55031"/>
                  <a:pt x="1368695" y="61594"/>
                </a:cubicBezTo>
                <a:cubicBezTo>
                  <a:pt x="1368695" y="68632"/>
                  <a:pt x="1367432" y="74969"/>
                  <a:pt x="1364906" y="80604"/>
                </a:cubicBezTo>
                <a:cubicBezTo>
                  <a:pt x="1362380" y="86239"/>
                  <a:pt x="1358710" y="90556"/>
                  <a:pt x="1353895" y="93557"/>
                </a:cubicBezTo>
                <a:cubicBezTo>
                  <a:pt x="1349081" y="96558"/>
                  <a:pt x="1344018" y="98059"/>
                  <a:pt x="1338707" y="98059"/>
                </a:cubicBezTo>
                <a:cubicBezTo>
                  <a:pt x="1334821" y="98059"/>
                  <a:pt x="1331335" y="97228"/>
                  <a:pt x="1328247" y="95565"/>
                </a:cubicBezTo>
                <a:cubicBezTo>
                  <a:pt x="1325160" y="93901"/>
                  <a:pt x="1322623" y="91801"/>
                  <a:pt x="1320637" y="89262"/>
                </a:cubicBezTo>
                <a:lnTo>
                  <a:pt x="1320637" y="122930"/>
                </a:lnTo>
                <a:lnTo>
                  <a:pt x="1308979" y="122930"/>
                </a:lnTo>
                <a:moveTo>
                  <a:pt x="1319536" y="62404"/>
                </a:moveTo>
                <a:cubicBezTo>
                  <a:pt x="1319536" y="71245"/>
                  <a:pt x="1321328" y="77778"/>
                  <a:pt x="1324912" y="82004"/>
                </a:cubicBezTo>
                <a:cubicBezTo>
                  <a:pt x="1328496" y="86230"/>
                  <a:pt x="1332835" y="88344"/>
                  <a:pt x="1337930" y="88344"/>
                </a:cubicBezTo>
                <a:cubicBezTo>
                  <a:pt x="1343112" y="88344"/>
                  <a:pt x="1347548" y="86155"/>
                  <a:pt x="1351240" y="81778"/>
                </a:cubicBezTo>
                <a:cubicBezTo>
                  <a:pt x="1354932" y="77400"/>
                  <a:pt x="1356778" y="70619"/>
                  <a:pt x="1356778" y="61432"/>
                </a:cubicBezTo>
                <a:cubicBezTo>
                  <a:pt x="1356778" y="52678"/>
                  <a:pt x="1354975" y="46123"/>
                  <a:pt x="1351370" y="41767"/>
                </a:cubicBezTo>
                <a:cubicBezTo>
                  <a:pt x="1347764" y="37412"/>
                  <a:pt x="1343457" y="35234"/>
                  <a:pt x="1338448" y="35234"/>
                </a:cubicBezTo>
                <a:cubicBezTo>
                  <a:pt x="1333483" y="35234"/>
                  <a:pt x="1329089" y="37552"/>
                  <a:pt x="1325268" y="42188"/>
                </a:cubicBezTo>
                <a:cubicBezTo>
                  <a:pt x="1321447" y="46825"/>
                  <a:pt x="1319536" y="53563"/>
                  <a:pt x="1319536" y="62404"/>
                </a:cubicBezTo>
                <a:close/>
                <a:moveTo>
                  <a:pt x="1382600" y="96504"/>
                </a:moveTo>
                <a:lnTo>
                  <a:pt x="1382600" y="27721"/>
                </a:lnTo>
                <a:lnTo>
                  <a:pt x="1393092" y="27721"/>
                </a:lnTo>
                <a:lnTo>
                  <a:pt x="1393092" y="38084"/>
                </a:lnTo>
                <a:cubicBezTo>
                  <a:pt x="1395769" y="33231"/>
                  <a:pt x="1398241" y="30032"/>
                  <a:pt x="1400508" y="28486"/>
                </a:cubicBezTo>
                <a:cubicBezTo>
                  <a:pt x="1402775" y="26939"/>
                  <a:pt x="1405269" y="26166"/>
                  <a:pt x="1407989" y="26166"/>
                </a:cubicBezTo>
                <a:cubicBezTo>
                  <a:pt x="1411918" y="26166"/>
                  <a:pt x="1415912" y="27413"/>
                  <a:pt x="1419971" y="29907"/>
                </a:cubicBezTo>
                <a:lnTo>
                  <a:pt x="1415955" y="40674"/>
                </a:lnTo>
                <a:cubicBezTo>
                  <a:pt x="1413106" y="38990"/>
                  <a:pt x="1410256" y="38148"/>
                  <a:pt x="1407406" y="38148"/>
                </a:cubicBezTo>
                <a:cubicBezTo>
                  <a:pt x="1404858" y="38148"/>
                  <a:pt x="1402570" y="38916"/>
                  <a:pt x="1400541" y="40452"/>
                </a:cubicBezTo>
                <a:cubicBezTo>
                  <a:pt x="1398511" y="41986"/>
                  <a:pt x="1397065" y="44114"/>
                  <a:pt x="1396201" y="46837"/>
                </a:cubicBezTo>
                <a:cubicBezTo>
                  <a:pt x="1394906" y="50987"/>
                  <a:pt x="1394258" y="55525"/>
                  <a:pt x="1394258" y="60453"/>
                </a:cubicBezTo>
                <a:lnTo>
                  <a:pt x="1394258" y="96504"/>
                </a:lnTo>
                <a:lnTo>
                  <a:pt x="1382600" y="96504"/>
                </a:lnTo>
                <a:close/>
                <a:moveTo>
                  <a:pt x="1422561" y="62113"/>
                </a:moveTo>
                <a:cubicBezTo>
                  <a:pt x="1422561" y="49375"/>
                  <a:pt x="1426101" y="39940"/>
                  <a:pt x="1433183" y="33809"/>
                </a:cubicBezTo>
                <a:cubicBezTo>
                  <a:pt x="1439098" y="28714"/>
                  <a:pt x="1446309" y="26166"/>
                  <a:pt x="1454815" y="26166"/>
                </a:cubicBezTo>
                <a:cubicBezTo>
                  <a:pt x="1464271" y="26166"/>
                  <a:pt x="1472000" y="29264"/>
                  <a:pt x="1478002" y="35460"/>
                </a:cubicBezTo>
                <a:cubicBezTo>
                  <a:pt x="1484004" y="41657"/>
                  <a:pt x="1487005" y="50217"/>
                  <a:pt x="1487005" y="61141"/>
                </a:cubicBezTo>
                <a:cubicBezTo>
                  <a:pt x="1487005" y="69993"/>
                  <a:pt x="1485677" y="76955"/>
                  <a:pt x="1483022" y="82029"/>
                </a:cubicBezTo>
                <a:cubicBezTo>
                  <a:pt x="1480366" y="87102"/>
                  <a:pt x="1476502" y="91042"/>
                  <a:pt x="1471428" y="93849"/>
                </a:cubicBezTo>
                <a:cubicBezTo>
                  <a:pt x="1466355" y="96655"/>
                  <a:pt x="1460817" y="98059"/>
                  <a:pt x="1454815" y="98059"/>
                </a:cubicBezTo>
                <a:cubicBezTo>
                  <a:pt x="1445186" y="98059"/>
                  <a:pt x="1437403" y="94971"/>
                  <a:pt x="1431466" y="88797"/>
                </a:cubicBezTo>
                <a:cubicBezTo>
                  <a:pt x="1425529" y="82622"/>
                  <a:pt x="1422561" y="73728"/>
                  <a:pt x="1422561" y="62113"/>
                </a:cubicBezTo>
                <a:moveTo>
                  <a:pt x="1434543" y="62080"/>
                </a:moveTo>
                <a:cubicBezTo>
                  <a:pt x="1434543" y="70856"/>
                  <a:pt x="1436464" y="77427"/>
                  <a:pt x="1440307" y="81794"/>
                </a:cubicBezTo>
                <a:cubicBezTo>
                  <a:pt x="1444150" y="86160"/>
                  <a:pt x="1448986" y="88344"/>
                  <a:pt x="1454815" y="88344"/>
                </a:cubicBezTo>
                <a:cubicBezTo>
                  <a:pt x="1460601" y="88344"/>
                  <a:pt x="1465416" y="86150"/>
                  <a:pt x="1469258" y="81762"/>
                </a:cubicBezTo>
                <a:cubicBezTo>
                  <a:pt x="1473101" y="77373"/>
                  <a:pt x="1475023" y="70684"/>
                  <a:pt x="1475023" y="61694"/>
                </a:cubicBezTo>
                <a:cubicBezTo>
                  <a:pt x="1475023" y="53218"/>
                  <a:pt x="1473091" y="46798"/>
                  <a:pt x="1469226" y="42431"/>
                </a:cubicBezTo>
                <a:cubicBezTo>
                  <a:pt x="1465362" y="38065"/>
                  <a:pt x="1460558" y="35881"/>
                  <a:pt x="1454815" y="35881"/>
                </a:cubicBezTo>
                <a:cubicBezTo>
                  <a:pt x="1448986" y="35881"/>
                  <a:pt x="1444150" y="38054"/>
                  <a:pt x="1440307" y="42399"/>
                </a:cubicBezTo>
                <a:cubicBezTo>
                  <a:pt x="1436464" y="46744"/>
                  <a:pt x="1434543" y="53304"/>
                  <a:pt x="1434543" y="62080"/>
                </a:cubicBezTo>
                <a:close/>
                <a:moveTo>
                  <a:pt x="1545276" y="96504"/>
                </a:moveTo>
                <a:lnTo>
                  <a:pt x="1545276" y="87825"/>
                </a:lnTo>
                <a:cubicBezTo>
                  <a:pt x="1540915" y="94648"/>
                  <a:pt x="1534503" y="98059"/>
                  <a:pt x="1526040" y="98059"/>
                </a:cubicBezTo>
                <a:cubicBezTo>
                  <a:pt x="1520556" y="98059"/>
                  <a:pt x="1515515" y="96548"/>
                  <a:pt x="1510916" y="93525"/>
                </a:cubicBezTo>
                <a:cubicBezTo>
                  <a:pt x="1506318" y="90502"/>
                  <a:pt x="1502756" y="86282"/>
                  <a:pt x="1500230" y="80863"/>
                </a:cubicBezTo>
                <a:cubicBezTo>
                  <a:pt x="1497704" y="75444"/>
                  <a:pt x="1496441" y="69215"/>
                  <a:pt x="1496441" y="62177"/>
                </a:cubicBezTo>
                <a:cubicBezTo>
                  <a:pt x="1496441" y="55312"/>
                  <a:pt x="1497585" y="49083"/>
                  <a:pt x="1499873" y="43492"/>
                </a:cubicBezTo>
                <a:cubicBezTo>
                  <a:pt x="1502162" y="37900"/>
                  <a:pt x="1505595" y="33615"/>
                  <a:pt x="1510172" y="30635"/>
                </a:cubicBezTo>
                <a:cubicBezTo>
                  <a:pt x="1514748" y="27656"/>
                  <a:pt x="1519865" y="26166"/>
                  <a:pt x="1525522" y="26166"/>
                </a:cubicBezTo>
                <a:cubicBezTo>
                  <a:pt x="1529667" y="26166"/>
                  <a:pt x="1533358" y="27041"/>
                  <a:pt x="1536597" y="28789"/>
                </a:cubicBezTo>
                <a:cubicBezTo>
                  <a:pt x="1539835" y="30538"/>
                  <a:pt x="1542469" y="32816"/>
                  <a:pt x="1544499" y="35622"/>
                </a:cubicBezTo>
                <a:lnTo>
                  <a:pt x="1544499" y="1554"/>
                </a:lnTo>
                <a:lnTo>
                  <a:pt x="1556092" y="1554"/>
                </a:lnTo>
                <a:lnTo>
                  <a:pt x="1556092" y="96504"/>
                </a:lnTo>
                <a:lnTo>
                  <a:pt x="1545276" y="96504"/>
                </a:lnTo>
                <a:moveTo>
                  <a:pt x="1508423" y="62145"/>
                </a:moveTo>
                <a:cubicBezTo>
                  <a:pt x="1508423" y="70921"/>
                  <a:pt x="1510279" y="77481"/>
                  <a:pt x="1513993" y="81826"/>
                </a:cubicBezTo>
                <a:cubicBezTo>
                  <a:pt x="1517706" y="86171"/>
                  <a:pt x="1522089" y="88344"/>
                  <a:pt x="1527141" y="88344"/>
                </a:cubicBezTo>
                <a:cubicBezTo>
                  <a:pt x="1532236" y="88344"/>
                  <a:pt x="1536564" y="86268"/>
                  <a:pt x="1540127" y="82118"/>
                </a:cubicBezTo>
                <a:cubicBezTo>
                  <a:pt x="1543689" y="77966"/>
                  <a:pt x="1545470" y="71631"/>
                  <a:pt x="1545470" y="63112"/>
                </a:cubicBezTo>
                <a:cubicBezTo>
                  <a:pt x="1545470" y="53735"/>
                  <a:pt x="1543657" y="46852"/>
                  <a:pt x="1540030" y="42464"/>
                </a:cubicBezTo>
                <a:cubicBezTo>
                  <a:pt x="1536403" y="38075"/>
                  <a:pt x="1531934" y="35881"/>
                  <a:pt x="1526623" y="35881"/>
                </a:cubicBezTo>
                <a:cubicBezTo>
                  <a:pt x="1521441" y="35881"/>
                  <a:pt x="1517112" y="37990"/>
                  <a:pt x="1513637" y="42206"/>
                </a:cubicBezTo>
                <a:cubicBezTo>
                  <a:pt x="1510161" y="46422"/>
                  <a:pt x="1508423" y="53068"/>
                  <a:pt x="1508423" y="62145"/>
                </a:cubicBezTo>
                <a:close/>
                <a:moveTo>
                  <a:pt x="1619479" y="96504"/>
                </a:moveTo>
                <a:lnTo>
                  <a:pt x="1619479" y="86401"/>
                </a:lnTo>
                <a:cubicBezTo>
                  <a:pt x="1614125" y="94173"/>
                  <a:pt x="1606850" y="98059"/>
                  <a:pt x="1597653" y="98059"/>
                </a:cubicBezTo>
                <a:cubicBezTo>
                  <a:pt x="1593594" y="98059"/>
                  <a:pt x="1589805" y="97282"/>
                  <a:pt x="1586286" y="95727"/>
                </a:cubicBezTo>
                <a:cubicBezTo>
                  <a:pt x="1582767" y="94173"/>
                  <a:pt x="1580154" y="92219"/>
                  <a:pt x="1578449" y="89866"/>
                </a:cubicBezTo>
                <a:cubicBezTo>
                  <a:pt x="1576743" y="87512"/>
                  <a:pt x="1575545" y="84630"/>
                  <a:pt x="1574854" y="81219"/>
                </a:cubicBezTo>
                <a:cubicBezTo>
                  <a:pt x="1574379" y="78931"/>
                  <a:pt x="1574142" y="75304"/>
                  <a:pt x="1574142" y="70338"/>
                </a:cubicBezTo>
                <a:lnTo>
                  <a:pt x="1574142" y="27721"/>
                </a:lnTo>
                <a:lnTo>
                  <a:pt x="1585800" y="27721"/>
                </a:lnTo>
                <a:lnTo>
                  <a:pt x="1585800" y="65869"/>
                </a:lnTo>
                <a:cubicBezTo>
                  <a:pt x="1585800" y="71957"/>
                  <a:pt x="1586038" y="76059"/>
                  <a:pt x="1586512" y="78175"/>
                </a:cubicBezTo>
                <a:cubicBezTo>
                  <a:pt x="1587247" y="81241"/>
                  <a:pt x="1588801" y="83648"/>
                  <a:pt x="1591176" y="85397"/>
                </a:cubicBezTo>
                <a:cubicBezTo>
                  <a:pt x="1593551" y="87145"/>
                  <a:pt x="1596487" y="88020"/>
                  <a:pt x="1599984" y="88020"/>
                </a:cubicBezTo>
                <a:cubicBezTo>
                  <a:pt x="1603482" y="88020"/>
                  <a:pt x="1606763" y="87124"/>
                  <a:pt x="1609829" y="85332"/>
                </a:cubicBezTo>
                <a:cubicBezTo>
                  <a:pt x="1612895" y="83540"/>
                  <a:pt x="1615064" y="81100"/>
                  <a:pt x="1616338" y="78013"/>
                </a:cubicBezTo>
                <a:cubicBezTo>
                  <a:pt x="1617612" y="74926"/>
                  <a:pt x="1618249" y="70446"/>
                  <a:pt x="1618249" y="64574"/>
                </a:cubicBezTo>
                <a:lnTo>
                  <a:pt x="1618249" y="27721"/>
                </a:lnTo>
                <a:lnTo>
                  <a:pt x="1629907" y="27721"/>
                </a:lnTo>
                <a:lnTo>
                  <a:pt x="1629907" y="96504"/>
                </a:lnTo>
                <a:lnTo>
                  <a:pt x="1619479" y="96504"/>
                </a:lnTo>
                <a:close/>
                <a:moveTo>
                  <a:pt x="1693036" y="71245"/>
                </a:moveTo>
                <a:lnTo>
                  <a:pt x="1704500" y="72734"/>
                </a:lnTo>
                <a:cubicBezTo>
                  <a:pt x="1703248" y="80656"/>
                  <a:pt x="1700041" y="86858"/>
                  <a:pt x="1694882" y="91339"/>
                </a:cubicBezTo>
                <a:cubicBezTo>
                  <a:pt x="1689722" y="95819"/>
                  <a:pt x="1683385" y="98059"/>
                  <a:pt x="1675872" y="98059"/>
                </a:cubicBezTo>
                <a:cubicBezTo>
                  <a:pt x="1666459" y="98059"/>
                  <a:pt x="1658892" y="94982"/>
                  <a:pt x="1653171" y="88829"/>
                </a:cubicBezTo>
                <a:cubicBezTo>
                  <a:pt x="1647450" y="82676"/>
                  <a:pt x="1644589" y="73857"/>
                  <a:pt x="1644589" y="62372"/>
                </a:cubicBezTo>
                <a:cubicBezTo>
                  <a:pt x="1644589" y="54945"/>
                  <a:pt x="1645820" y="48446"/>
                  <a:pt x="1648281" y="42876"/>
                </a:cubicBezTo>
                <a:cubicBezTo>
                  <a:pt x="1650742" y="37306"/>
                  <a:pt x="1654488" y="33129"/>
                  <a:pt x="1659518" y="30344"/>
                </a:cubicBezTo>
                <a:cubicBezTo>
                  <a:pt x="1664549" y="27559"/>
                  <a:pt x="1670022" y="26166"/>
                  <a:pt x="1675937" y="26166"/>
                </a:cubicBezTo>
                <a:cubicBezTo>
                  <a:pt x="1683407" y="26166"/>
                  <a:pt x="1689517" y="28061"/>
                  <a:pt x="1694266" y="31852"/>
                </a:cubicBezTo>
                <a:cubicBezTo>
                  <a:pt x="1699016" y="35641"/>
                  <a:pt x="1702060" y="41021"/>
                  <a:pt x="1703399" y="47993"/>
                </a:cubicBezTo>
                <a:lnTo>
                  <a:pt x="1692064" y="49742"/>
                </a:lnTo>
                <a:cubicBezTo>
                  <a:pt x="1690985" y="45143"/>
                  <a:pt x="1689074" y="41684"/>
                  <a:pt x="1686332" y="39363"/>
                </a:cubicBezTo>
                <a:cubicBezTo>
                  <a:pt x="1683590" y="37042"/>
                  <a:pt x="1680276" y="35881"/>
                  <a:pt x="1676390" y="35881"/>
                </a:cubicBezTo>
                <a:cubicBezTo>
                  <a:pt x="1670518" y="35881"/>
                  <a:pt x="1665747" y="37976"/>
                  <a:pt x="1662077" y="42166"/>
                </a:cubicBezTo>
                <a:cubicBezTo>
                  <a:pt x="1658406" y="46354"/>
                  <a:pt x="1656571" y="52982"/>
                  <a:pt x="1656571" y="62048"/>
                </a:cubicBezTo>
                <a:cubicBezTo>
                  <a:pt x="1656571" y="71243"/>
                  <a:pt x="1658342" y="77925"/>
                  <a:pt x="1661882" y="82093"/>
                </a:cubicBezTo>
                <a:cubicBezTo>
                  <a:pt x="1665423" y="86260"/>
                  <a:pt x="1670043" y="88344"/>
                  <a:pt x="1675743" y="88344"/>
                </a:cubicBezTo>
                <a:cubicBezTo>
                  <a:pt x="1680320" y="88344"/>
                  <a:pt x="1684141" y="86946"/>
                  <a:pt x="1687207" y="84150"/>
                </a:cubicBezTo>
                <a:cubicBezTo>
                  <a:pt x="1690272" y="81354"/>
                  <a:pt x="1692215" y="77052"/>
                  <a:pt x="1693036" y="71245"/>
                </a:cubicBezTo>
                <a:close/>
                <a:moveTo>
                  <a:pt x="1739928" y="86206"/>
                </a:moveTo>
                <a:lnTo>
                  <a:pt x="1741612" y="96504"/>
                </a:lnTo>
                <a:cubicBezTo>
                  <a:pt x="1738330" y="97109"/>
                  <a:pt x="1735394" y="97411"/>
                  <a:pt x="1732803" y="97411"/>
                </a:cubicBezTo>
                <a:cubicBezTo>
                  <a:pt x="1728572" y="97411"/>
                  <a:pt x="1725290" y="96742"/>
                  <a:pt x="1722959" y="95403"/>
                </a:cubicBezTo>
                <a:cubicBezTo>
                  <a:pt x="1720627" y="94065"/>
                  <a:pt x="1718986" y="92305"/>
                  <a:pt x="1718036" y="90125"/>
                </a:cubicBezTo>
                <a:cubicBezTo>
                  <a:pt x="1717086" y="87944"/>
                  <a:pt x="1716611" y="83356"/>
                  <a:pt x="1716611" y="76361"/>
                </a:cubicBezTo>
                <a:lnTo>
                  <a:pt x="1716611" y="36788"/>
                </a:lnTo>
                <a:lnTo>
                  <a:pt x="1708062" y="36788"/>
                </a:lnTo>
                <a:lnTo>
                  <a:pt x="1708062" y="27721"/>
                </a:lnTo>
                <a:lnTo>
                  <a:pt x="1716611" y="27721"/>
                </a:lnTo>
                <a:lnTo>
                  <a:pt x="1716611" y="10640"/>
                </a:lnTo>
                <a:lnTo>
                  <a:pt x="1728205" y="3627"/>
                </a:lnTo>
                <a:lnTo>
                  <a:pt x="1728205" y="27721"/>
                </a:lnTo>
                <a:lnTo>
                  <a:pt x="1739928" y="27721"/>
                </a:lnTo>
                <a:lnTo>
                  <a:pt x="1739928" y="36788"/>
                </a:lnTo>
                <a:lnTo>
                  <a:pt x="1728205" y="36788"/>
                </a:lnTo>
                <a:lnTo>
                  <a:pt x="1728205" y="77009"/>
                </a:lnTo>
                <a:cubicBezTo>
                  <a:pt x="1728205" y="80334"/>
                  <a:pt x="1728410" y="82471"/>
                  <a:pt x="1728820" y="83421"/>
                </a:cubicBezTo>
                <a:cubicBezTo>
                  <a:pt x="1729230" y="84371"/>
                  <a:pt x="1729900" y="85127"/>
                  <a:pt x="1730828" y="85688"/>
                </a:cubicBezTo>
                <a:cubicBezTo>
                  <a:pt x="1731756" y="86249"/>
                  <a:pt x="1733084" y="86530"/>
                  <a:pt x="1734811" y="86530"/>
                </a:cubicBezTo>
                <a:cubicBezTo>
                  <a:pt x="1736107" y="86530"/>
                  <a:pt x="1737812" y="86422"/>
                  <a:pt x="1739928" y="86206"/>
                </a:cubicBezTo>
                <a:close/>
                <a:moveTo>
                  <a:pt x="1783885" y="62113"/>
                </a:moveTo>
                <a:cubicBezTo>
                  <a:pt x="1783885" y="49375"/>
                  <a:pt x="1787426" y="39940"/>
                  <a:pt x="1794507" y="33809"/>
                </a:cubicBezTo>
                <a:cubicBezTo>
                  <a:pt x="1800423" y="28714"/>
                  <a:pt x="1807634" y="26166"/>
                  <a:pt x="1816140" y="26166"/>
                </a:cubicBezTo>
                <a:cubicBezTo>
                  <a:pt x="1825596" y="26166"/>
                  <a:pt x="1833325" y="29264"/>
                  <a:pt x="1839327" y="35460"/>
                </a:cubicBezTo>
                <a:cubicBezTo>
                  <a:pt x="1845329" y="41657"/>
                  <a:pt x="1848329" y="50217"/>
                  <a:pt x="1848329" y="61141"/>
                </a:cubicBezTo>
                <a:cubicBezTo>
                  <a:pt x="1848329" y="69993"/>
                  <a:pt x="1847002" y="76955"/>
                  <a:pt x="1844346" y="82029"/>
                </a:cubicBezTo>
                <a:cubicBezTo>
                  <a:pt x="1841691" y="87102"/>
                  <a:pt x="1837826" y="91042"/>
                  <a:pt x="1832753" y="93849"/>
                </a:cubicBezTo>
                <a:cubicBezTo>
                  <a:pt x="1827679" y="96655"/>
                  <a:pt x="1822142" y="98059"/>
                  <a:pt x="1816140" y="98059"/>
                </a:cubicBezTo>
                <a:cubicBezTo>
                  <a:pt x="1806511" y="98059"/>
                  <a:pt x="1798728" y="94971"/>
                  <a:pt x="1792791" y="88797"/>
                </a:cubicBezTo>
                <a:cubicBezTo>
                  <a:pt x="1786854" y="82622"/>
                  <a:pt x="1783885" y="73728"/>
                  <a:pt x="1783885" y="62113"/>
                </a:cubicBezTo>
                <a:moveTo>
                  <a:pt x="1795867" y="62080"/>
                </a:moveTo>
                <a:cubicBezTo>
                  <a:pt x="1795867" y="70856"/>
                  <a:pt x="1797789" y="77427"/>
                  <a:pt x="1801632" y="81794"/>
                </a:cubicBezTo>
                <a:cubicBezTo>
                  <a:pt x="1805475" y="86160"/>
                  <a:pt x="1810311" y="88344"/>
                  <a:pt x="1816140" y="88344"/>
                </a:cubicBezTo>
                <a:cubicBezTo>
                  <a:pt x="1821926" y="88344"/>
                  <a:pt x="1826740" y="86150"/>
                  <a:pt x="1830583" y="81762"/>
                </a:cubicBezTo>
                <a:cubicBezTo>
                  <a:pt x="1834426" y="77373"/>
                  <a:pt x="1836347" y="70684"/>
                  <a:pt x="1836347" y="61694"/>
                </a:cubicBezTo>
                <a:cubicBezTo>
                  <a:pt x="1836347" y="53218"/>
                  <a:pt x="1834415" y="46798"/>
                  <a:pt x="1830551" y="42431"/>
                </a:cubicBezTo>
                <a:cubicBezTo>
                  <a:pt x="1826686" y="38065"/>
                  <a:pt x="1821883" y="35881"/>
                  <a:pt x="1816140" y="35881"/>
                </a:cubicBezTo>
                <a:cubicBezTo>
                  <a:pt x="1810311" y="35881"/>
                  <a:pt x="1805475" y="38054"/>
                  <a:pt x="1801632" y="42399"/>
                </a:cubicBezTo>
                <a:cubicBezTo>
                  <a:pt x="1797789" y="46744"/>
                  <a:pt x="1795867" y="53304"/>
                  <a:pt x="1795867" y="62080"/>
                </a:cubicBezTo>
                <a:close/>
                <a:moveTo>
                  <a:pt x="1864760" y="96504"/>
                </a:moveTo>
                <a:lnTo>
                  <a:pt x="1864760" y="36788"/>
                </a:lnTo>
                <a:lnTo>
                  <a:pt x="1854462" y="36788"/>
                </a:lnTo>
                <a:lnTo>
                  <a:pt x="1854462" y="27721"/>
                </a:lnTo>
                <a:lnTo>
                  <a:pt x="1864760" y="27721"/>
                </a:lnTo>
                <a:lnTo>
                  <a:pt x="1864760" y="20418"/>
                </a:lnTo>
                <a:cubicBezTo>
                  <a:pt x="1864760" y="15809"/>
                  <a:pt x="1865170" y="12384"/>
                  <a:pt x="1865990" y="10144"/>
                </a:cubicBezTo>
                <a:cubicBezTo>
                  <a:pt x="1867113" y="7130"/>
                  <a:pt x="1869089" y="4686"/>
                  <a:pt x="1871917" y="2811"/>
                </a:cubicBezTo>
                <a:cubicBezTo>
                  <a:pt x="1874745" y="937"/>
                  <a:pt x="1878707" y="0"/>
                  <a:pt x="1883802" y="0"/>
                </a:cubicBezTo>
                <a:cubicBezTo>
                  <a:pt x="1887083" y="0"/>
                  <a:pt x="1890710" y="389"/>
                  <a:pt x="1894683" y="1166"/>
                </a:cubicBezTo>
                <a:lnTo>
                  <a:pt x="1892934" y="11334"/>
                </a:lnTo>
                <a:cubicBezTo>
                  <a:pt x="1890516" y="10903"/>
                  <a:pt x="1888227" y="10687"/>
                  <a:pt x="1886069" y="10687"/>
                </a:cubicBezTo>
                <a:cubicBezTo>
                  <a:pt x="1882528" y="10687"/>
                  <a:pt x="1880024" y="11440"/>
                  <a:pt x="1878555" y="12946"/>
                </a:cubicBezTo>
                <a:cubicBezTo>
                  <a:pt x="1877087" y="14451"/>
                  <a:pt x="1876353" y="17269"/>
                  <a:pt x="1876353" y="21398"/>
                </a:cubicBezTo>
                <a:lnTo>
                  <a:pt x="1876353" y="27721"/>
                </a:lnTo>
                <a:lnTo>
                  <a:pt x="1889760" y="27721"/>
                </a:lnTo>
                <a:lnTo>
                  <a:pt x="1889760" y="36788"/>
                </a:lnTo>
                <a:lnTo>
                  <a:pt x="1876353" y="36788"/>
                </a:lnTo>
                <a:lnTo>
                  <a:pt x="1876353" y="96504"/>
                </a:lnTo>
                <a:lnTo>
                  <a:pt x="1864760" y="96504"/>
                </a:lnTo>
                <a:close/>
                <a:moveTo>
                  <a:pt x="1961179" y="86206"/>
                </a:moveTo>
                <a:lnTo>
                  <a:pt x="1962863" y="96504"/>
                </a:lnTo>
                <a:cubicBezTo>
                  <a:pt x="1959582" y="97109"/>
                  <a:pt x="1956646" y="97411"/>
                  <a:pt x="1954055" y="97411"/>
                </a:cubicBezTo>
                <a:cubicBezTo>
                  <a:pt x="1949823" y="97411"/>
                  <a:pt x="1946542" y="96742"/>
                  <a:pt x="1944210" y="95403"/>
                </a:cubicBezTo>
                <a:cubicBezTo>
                  <a:pt x="1941878" y="94065"/>
                  <a:pt x="1940238" y="92305"/>
                  <a:pt x="1939288" y="90125"/>
                </a:cubicBezTo>
                <a:cubicBezTo>
                  <a:pt x="1938338" y="87944"/>
                  <a:pt x="1937863" y="83356"/>
                  <a:pt x="1937863" y="76361"/>
                </a:cubicBezTo>
                <a:lnTo>
                  <a:pt x="1937863" y="36788"/>
                </a:lnTo>
                <a:lnTo>
                  <a:pt x="1929313" y="36788"/>
                </a:lnTo>
                <a:lnTo>
                  <a:pt x="1929313" y="27721"/>
                </a:lnTo>
                <a:lnTo>
                  <a:pt x="1937863" y="27721"/>
                </a:lnTo>
                <a:lnTo>
                  <a:pt x="1937863" y="10640"/>
                </a:lnTo>
                <a:lnTo>
                  <a:pt x="1949456" y="3627"/>
                </a:lnTo>
                <a:lnTo>
                  <a:pt x="1949456" y="27721"/>
                </a:lnTo>
                <a:lnTo>
                  <a:pt x="1961179" y="27721"/>
                </a:lnTo>
                <a:lnTo>
                  <a:pt x="1961179" y="36788"/>
                </a:lnTo>
                <a:lnTo>
                  <a:pt x="1949456" y="36788"/>
                </a:lnTo>
                <a:lnTo>
                  <a:pt x="1949456" y="77009"/>
                </a:lnTo>
                <a:cubicBezTo>
                  <a:pt x="1949456" y="80334"/>
                  <a:pt x="1949661" y="82471"/>
                  <a:pt x="1950072" y="83421"/>
                </a:cubicBezTo>
                <a:cubicBezTo>
                  <a:pt x="1950482" y="84371"/>
                  <a:pt x="1951151" y="85127"/>
                  <a:pt x="1952079" y="85688"/>
                </a:cubicBezTo>
                <a:cubicBezTo>
                  <a:pt x="1953008" y="86249"/>
                  <a:pt x="1954335" y="86530"/>
                  <a:pt x="1956063" y="86530"/>
                </a:cubicBezTo>
                <a:cubicBezTo>
                  <a:pt x="1957358" y="86530"/>
                  <a:pt x="1959064" y="86422"/>
                  <a:pt x="1961179" y="86206"/>
                </a:cubicBezTo>
                <a:close/>
                <a:moveTo>
                  <a:pt x="1972601" y="96504"/>
                </a:moveTo>
                <a:lnTo>
                  <a:pt x="1972601" y="1554"/>
                </a:lnTo>
                <a:lnTo>
                  <a:pt x="1984259" y="1554"/>
                </a:lnTo>
                <a:lnTo>
                  <a:pt x="1984259" y="35622"/>
                </a:lnTo>
                <a:cubicBezTo>
                  <a:pt x="1989700" y="29318"/>
                  <a:pt x="1996565" y="26166"/>
                  <a:pt x="2004855" y="26166"/>
                </a:cubicBezTo>
                <a:cubicBezTo>
                  <a:pt x="2009950" y="26166"/>
                  <a:pt x="2014376" y="27170"/>
                  <a:pt x="2018133" y="29178"/>
                </a:cubicBezTo>
                <a:cubicBezTo>
                  <a:pt x="2021889" y="31186"/>
                  <a:pt x="2024577" y="33960"/>
                  <a:pt x="2026196" y="37501"/>
                </a:cubicBezTo>
                <a:cubicBezTo>
                  <a:pt x="2027816" y="41041"/>
                  <a:pt x="2028625" y="46180"/>
                  <a:pt x="2028625" y="52915"/>
                </a:cubicBezTo>
                <a:lnTo>
                  <a:pt x="2028625" y="96504"/>
                </a:lnTo>
                <a:lnTo>
                  <a:pt x="2016967" y="96504"/>
                </a:lnTo>
                <a:lnTo>
                  <a:pt x="2016967" y="52915"/>
                </a:lnTo>
                <a:cubicBezTo>
                  <a:pt x="2016967" y="47086"/>
                  <a:pt x="2015704" y="42844"/>
                  <a:pt x="2013178" y="40189"/>
                </a:cubicBezTo>
                <a:cubicBezTo>
                  <a:pt x="2010652" y="37533"/>
                  <a:pt x="2007079" y="36205"/>
                  <a:pt x="2002459" y="36205"/>
                </a:cubicBezTo>
                <a:cubicBezTo>
                  <a:pt x="1999005" y="36205"/>
                  <a:pt x="1995755" y="37101"/>
                  <a:pt x="1992711" y="38893"/>
                </a:cubicBezTo>
                <a:cubicBezTo>
                  <a:pt x="1989667" y="40685"/>
                  <a:pt x="1987498" y="43114"/>
                  <a:pt x="1986202" y="46180"/>
                </a:cubicBezTo>
                <a:cubicBezTo>
                  <a:pt x="1984907" y="49245"/>
                  <a:pt x="1984259" y="53477"/>
                  <a:pt x="1984259" y="58874"/>
                </a:cubicBezTo>
                <a:lnTo>
                  <a:pt x="1984259" y="96504"/>
                </a:lnTo>
                <a:lnTo>
                  <a:pt x="1972601" y="96504"/>
                </a:lnTo>
                <a:close/>
                <a:moveTo>
                  <a:pt x="2093438" y="74354"/>
                </a:moveTo>
                <a:lnTo>
                  <a:pt x="2105485" y="75843"/>
                </a:lnTo>
                <a:cubicBezTo>
                  <a:pt x="2103585" y="82881"/>
                  <a:pt x="2100066" y="88344"/>
                  <a:pt x="2094928" y="92230"/>
                </a:cubicBezTo>
                <a:cubicBezTo>
                  <a:pt x="2089789" y="96116"/>
                  <a:pt x="2083226" y="98059"/>
                  <a:pt x="2075238" y="98059"/>
                </a:cubicBezTo>
                <a:cubicBezTo>
                  <a:pt x="2065177" y="98059"/>
                  <a:pt x="2057200" y="94961"/>
                  <a:pt x="2051306" y="88765"/>
                </a:cubicBezTo>
                <a:cubicBezTo>
                  <a:pt x="2045412" y="82568"/>
                  <a:pt x="2042466" y="73879"/>
                  <a:pt x="2042466" y="62695"/>
                </a:cubicBezTo>
                <a:cubicBezTo>
                  <a:pt x="2042466" y="51124"/>
                  <a:pt x="2045445" y="42142"/>
                  <a:pt x="2051403" y="35752"/>
                </a:cubicBezTo>
                <a:cubicBezTo>
                  <a:pt x="2057362" y="29361"/>
                  <a:pt x="2065091" y="26166"/>
                  <a:pt x="2074590" y="26166"/>
                </a:cubicBezTo>
                <a:cubicBezTo>
                  <a:pt x="2083787" y="26166"/>
                  <a:pt x="2091301" y="29292"/>
                  <a:pt x="2097130" y="35543"/>
                </a:cubicBezTo>
                <a:cubicBezTo>
                  <a:pt x="2102959" y="41794"/>
                  <a:pt x="2105873" y="50587"/>
                  <a:pt x="2105873" y="61924"/>
                </a:cubicBezTo>
                <a:cubicBezTo>
                  <a:pt x="2105873" y="62614"/>
                  <a:pt x="2105852" y="63648"/>
                  <a:pt x="2105809" y="65027"/>
                </a:cubicBezTo>
                <a:lnTo>
                  <a:pt x="2054512" y="65027"/>
                </a:lnTo>
                <a:cubicBezTo>
                  <a:pt x="2054944" y="72562"/>
                  <a:pt x="2057081" y="78331"/>
                  <a:pt x="2060924" y="82336"/>
                </a:cubicBezTo>
                <a:cubicBezTo>
                  <a:pt x="2064767" y="86341"/>
                  <a:pt x="2069560" y="88344"/>
                  <a:pt x="2075303" y="88344"/>
                </a:cubicBezTo>
                <a:cubicBezTo>
                  <a:pt x="2079578" y="88344"/>
                  <a:pt x="2083226" y="87232"/>
                  <a:pt x="2086249" y="85008"/>
                </a:cubicBezTo>
                <a:cubicBezTo>
                  <a:pt x="2089271" y="82783"/>
                  <a:pt x="2091668" y="79232"/>
                  <a:pt x="2093438" y="74354"/>
                </a:cubicBezTo>
                <a:moveTo>
                  <a:pt x="2055160" y="55312"/>
                </a:moveTo>
                <a:lnTo>
                  <a:pt x="2093567" y="55312"/>
                </a:lnTo>
                <a:cubicBezTo>
                  <a:pt x="2093049" y="49620"/>
                  <a:pt x="2091581" y="45352"/>
                  <a:pt x="2089163" y="42506"/>
                </a:cubicBezTo>
                <a:cubicBezTo>
                  <a:pt x="2085450" y="38090"/>
                  <a:pt x="2080635" y="35881"/>
                  <a:pt x="2074720" y="35881"/>
                </a:cubicBezTo>
                <a:cubicBezTo>
                  <a:pt x="2069366" y="35881"/>
                  <a:pt x="2064864" y="37644"/>
                  <a:pt x="2061216" y="41170"/>
                </a:cubicBezTo>
                <a:cubicBezTo>
                  <a:pt x="2057567" y="44695"/>
                  <a:pt x="2055549" y="49409"/>
                  <a:pt x="2055160" y="55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sumoftheanglesininertialnavigation">
            <a:extLst xmlns:a="http://schemas.openxmlformats.org/drawingml/2006/main">
              <a:ext uri="{FF2B5EF4-FFF2-40B4-BE49-F238E27FC236}">
                <a16:creationId xmlns:a16="http://schemas.microsoft.com/office/drawing/2014/main" id="{B27CF05B-5B27-45B4-BB2A-6B8E6D93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40" y="2107776"/>
            <a:ext cx="2242831" cy="124484"/>
          </a:xfrm>
          <a:custGeom xmlns:a="http://schemas.openxmlformats.org/drawingml/2006/main">
            <a:pathLst>
              <a:path w="2242831" h="124484">
                <a:moveTo>
                  <a:pt x="0" y="75908"/>
                </a:moveTo>
                <a:lnTo>
                  <a:pt x="11529" y="74095"/>
                </a:lnTo>
                <a:cubicBezTo>
                  <a:pt x="12176" y="78694"/>
                  <a:pt x="13979" y="82220"/>
                  <a:pt x="16937" y="84670"/>
                </a:cubicBezTo>
                <a:cubicBezTo>
                  <a:pt x="19895" y="87119"/>
                  <a:pt x="24029" y="88344"/>
                  <a:pt x="29340" y="88344"/>
                </a:cubicBezTo>
                <a:cubicBezTo>
                  <a:pt x="34694" y="88344"/>
                  <a:pt x="38666" y="87262"/>
                  <a:pt x="41257" y="85099"/>
                </a:cubicBezTo>
                <a:cubicBezTo>
                  <a:pt x="43848" y="82935"/>
                  <a:pt x="45143" y="80397"/>
                  <a:pt x="45143" y="77485"/>
                </a:cubicBezTo>
                <a:cubicBezTo>
                  <a:pt x="45143" y="74871"/>
                  <a:pt x="43999" y="72815"/>
                  <a:pt x="41711" y="71316"/>
                </a:cubicBezTo>
                <a:cubicBezTo>
                  <a:pt x="40113" y="70287"/>
                  <a:pt x="36141" y="68981"/>
                  <a:pt x="29793" y="67395"/>
                </a:cubicBezTo>
                <a:cubicBezTo>
                  <a:pt x="21244" y="65235"/>
                  <a:pt x="15318" y="63366"/>
                  <a:pt x="12014" y="61789"/>
                </a:cubicBezTo>
                <a:cubicBezTo>
                  <a:pt x="8711" y="60211"/>
                  <a:pt x="6207" y="58029"/>
                  <a:pt x="4501" y="55241"/>
                </a:cubicBezTo>
                <a:cubicBezTo>
                  <a:pt x="2796" y="52453"/>
                  <a:pt x="1943" y="49374"/>
                  <a:pt x="1943" y="46003"/>
                </a:cubicBezTo>
                <a:cubicBezTo>
                  <a:pt x="1943" y="42935"/>
                  <a:pt x="2645" y="40093"/>
                  <a:pt x="4048" y="37478"/>
                </a:cubicBezTo>
                <a:cubicBezTo>
                  <a:pt x="5451" y="34863"/>
                  <a:pt x="7362" y="32692"/>
                  <a:pt x="9780" y="30963"/>
                </a:cubicBezTo>
                <a:cubicBezTo>
                  <a:pt x="11593" y="29623"/>
                  <a:pt x="14065" y="28489"/>
                  <a:pt x="17196" y="27561"/>
                </a:cubicBezTo>
                <a:cubicBezTo>
                  <a:pt x="20326" y="26631"/>
                  <a:pt x="23683" y="26166"/>
                  <a:pt x="27267" y="26166"/>
                </a:cubicBezTo>
                <a:cubicBezTo>
                  <a:pt x="32665" y="26166"/>
                  <a:pt x="37404" y="26949"/>
                  <a:pt x="41484" y="28514"/>
                </a:cubicBezTo>
                <a:cubicBezTo>
                  <a:pt x="45564" y="30078"/>
                  <a:pt x="48576" y="32197"/>
                  <a:pt x="50519" y="34871"/>
                </a:cubicBezTo>
                <a:cubicBezTo>
                  <a:pt x="52462" y="37545"/>
                  <a:pt x="53801" y="41120"/>
                  <a:pt x="54535" y="45597"/>
                </a:cubicBezTo>
                <a:lnTo>
                  <a:pt x="43135" y="47151"/>
                </a:lnTo>
                <a:cubicBezTo>
                  <a:pt x="42617" y="43610"/>
                  <a:pt x="41117" y="40847"/>
                  <a:pt x="38634" y="38861"/>
                </a:cubicBezTo>
                <a:cubicBezTo>
                  <a:pt x="36151" y="36875"/>
                  <a:pt x="32643" y="35881"/>
                  <a:pt x="28109" y="35881"/>
                </a:cubicBezTo>
                <a:cubicBezTo>
                  <a:pt x="22755" y="35881"/>
                  <a:pt x="18934" y="36763"/>
                  <a:pt x="16645" y="38525"/>
                </a:cubicBezTo>
                <a:cubicBezTo>
                  <a:pt x="14357" y="40286"/>
                  <a:pt x="13213" y="42348"/>
                  <a:pt x="13213" y="44712"/>
                </a:cubicBezTo>
                <a:cubicBezTo>
                  <a:pt x="13213" y="46215"/>
                  <a:pt x="13688" y="47569"/>
                  <a:pt x="14638" y="48772"/>
                </a:cubicBezTo>
                <a:cubicBezTo>
                  <a:pt x="15587" y="50018"/>
                  <a:pt x="17077" y="51049"/>
                  <a:pt x="19107" y="51865"/>
                </a:cubicBezTo>
                <a:cubicBezTo>
                  <a:pt x="20272" y="52295"/>
                  <a:pt x="23705" y="53284"/>
                  <a:pt x="29405" y="54830"/>
                </a:cubicBezTo>
                <a:cubicBezTo>
                  <a:pt x="37652" y="57031"/>
                  <a:pt x="43405" y="58832"/>
                  <a:pt x="46665" y="60234"/>
                </a:cubicBezTo>
                <a:cubicBezTo>
                  <a:pt x="49925" y="61636"/>
                  <a:pt x="52484" y="63675"/>
                  <a:pt x="54340" y="66351"/>
                </a:cubicBezTo>
                <a:cubicBezTo>
                  <a:pt x="56197" y="69025"/>
                  <a:pt x="57125" y="72347"/>
                  <a:pt x="57125" y="76315"/>
                </a:cubicBezTo>
                <a:cubicBezTo>
                  <a:pt x="57125" y="80198"/>
                  <a:pt x="55992" y="83855"/>
                  <a:pt x="53725" y="87285"/>
                </a:cubicBezTo>
                <a:cubicBezTo>
                  <a:pt x="51458" y="90714"/>
                  <a:pt x="48187" y="93366"/>
                  <a:pt x="43913" y="95243"/>
                </a:cubicBezTo>
                <a:cubicBezTo>
                  <a:pt x="39638" y="97120"/>
                  <a:pt x="34802" y="98059"/>
                  <a:pt x="29405" y="98059"/>
                </a:cubicBezTo>
                <a:cubicBezTo>
                  <a:pt x="20467" y="98059"/>
                  <a:pt x="13655" y="96197"/>
                  <a:pt x="8970" y="92473"/>
                </a:cubicBezTo>
                <a:cubicBezTo>
                  <a:pt x="4285" y="88748"/>
                  <a:pt x="1295" y="83227"/>
                  <a:pt x="0" y="75908"/>
                </a:cubicBezTo>
                <a:close/>
                <a:moveTo>
                  <a:pt x="116064" y="96504"/>
                </a:moveTo>
                <a:lnTo>
                  <a:pt x="116064" y="86401"/>
                </a:lnTo>
                <a:cubicBezTo>
                  <a:pt x="110710" y="94173"/>
                  <a:pt x="103434" y="98059"/>
                  <a:pt x="94237" y="98059"/>
                </a:cubicBezTo>
                <a:cubicBezTo>
                  <a:pt x="90179" y="98059"/>
                  <a:pt x="86390" y="97282"/>
                  <a:pt x="82871" y="95727"/>
                </a:cubicBezTo>
                <a:cubicBezTo>
                  <a:pt x="79352" y="94173"/>
                  <a:pt x="76739" y="92219"/>
                  <a:pt x="75034" y="89866"/>
                </a:cubicBezTo>
                <a:cubicBezTo>
                  <a:pt x="73328" y="87512"/>
                  <a:pt x="72130" y="84630"/>
                  <a:pt x="71439" y="81219"/>
                </a:cubicBezTo>
                <a:cubicBezTo>
                  <a:pt x="70964" y="78931"/>
                  <a:pt x="70727" y="75304"/>
                  <a:pt x="70727" y="70338"/>
                </a:cubicBezTo>
                <a:lnTo>
                  <a:pt x="70727" y="27721"/>
                </a:lnTo>
                <a:lnTo>
                  <a:pt x="82385" y="27721"/>
                </a:lnTo>
                <a:lnTo>
                  <a:pt x="82385" y="65869"/>
                </a:lnTo>
                <a:cubicBezTo>
                  <a:pt x="82385" y="71957"/>
                  <a:pt x="82622" y="76059"/>
                  <a:pt x="83097" y="78175"/>
                </a:cubicBezTo>
                <a:cubicBezTo>
                  <a:pt x="83831" y="81241"/>
                  <a:pt x="85386" y="83648"/>
                  <a:pt x="87761" y="85397"/>
                </a:cubicBezTo>
                <a:cubicBezTo>
                  <a:pt x="90135" y="87145"/>
                  <a:pt x="93072" y="88020"/>
                  <a:pt x="96569" y="88020"/>
                </a:cubicBezTo>
                <a:cubicBezTo>
                  <a:pt x="100067" y="88020"/>
                  <a:pt x="103348" y="87124"/>
                  <a:pt x="106414" y="85332"/>
                </a:cubicBezTo>
                <a:cubicBezTo>
                  <a:pt x="109479" y="83540"/>
                  <a:pt x="111649" y="81100"/>
                  <a:pt x="112923" y="78013"/>
                </a:cubicBezTo>
                <a:cubicBezTo>
                  <a:pt x="114197" y="74926"/>
                  <a:pt x="114834" y="70446"/>
                  <a:pt x="114834" y="64574"/>
                </a:cubicBezTo>
                <a:lnTo>
                  <a:pt x="114834" y="27721"/>
                </a:lnTo>
                <a:lnTo>
                  <a:pt x="126492" y="27721"/>
                </a:lnTo>
                <a:lnTo>
                  <a:pt x="126492" y="96504"/>
                </a:lnTo>
                <a:lnTo>
                  <a:pt x="116064" y="96504"/>
                </a:lnTo>
                <a:close/>
                <a:moveTo>
                  <a:pt x="144736" y="96504"/>
                </a:moveTo>
                <a:lnTo>
                  <a:pt x="144736" y="27721"/>
                </a:lnTo>
                <a:lnTo>
                  <a:pt x="155164" y="27721"/>
                </a:lnTo>
                <a:lnTo>
                  <a:pt x="155164" y="37306"/>
                </a:lnTo>
                <a:cubicBezTo>
                  <a:pt x="157323" y="33957"/>
                  <a:pt x="160194" y="31263"/>
                  <a:pt x="163778" y="29225"/>
                </a:cubicBezTo>
                <a:cubicBezTo>
                  <a:pt x="167362" y="27186"/>
                  <a:pt x="171442" y="26166"/>
                  <a:pt x="176019" y="26166"/>
                </a:cubicBezTo>
                <a:cubicBezTo>
                  <a:pt x="181114" y="26166"/>
                  <a:pt x="185292" y="27219"/>
                  <a:pt x="188552" y="29324"/>
                </a:cubicBezTo>
                <a:cubicBezTo>
                  <a:pt x="191812" y="31427"/>
                  <a:pt x="194111" y="34369"/>
                  <a:pt x="195450" y="38148"/>
                </a:cubicBezTo>
                <a:cubicBezTo>
                  <a:pt x="200890" y="30160"/>
                  <a:pt x="207971" y="26166"/>
                  <a:pt x="216694" y="26166"/>
                </a:cubicBezTo>
                <a:cubicBezTo>
                  <a:pt x="223516" y="26166"/>
                  <a:pt x="228762" y="28055"/>
                  <a:pt x="232432" y="31833"/>
                </a:cubicBezTo>
                <a:cubicBezTo>
                  <a:pt x="236102" y="35612"/>
                  <a:pt x="237937" y="41430"/>
                  <a:pt x="237937" y="49288"/>
                </a:cubicBezTo>
                <a:lnTo>
                  <a:pt x="237937" y="96504"/>
                </a:lnTo>
                <a:lnTo>
                  <a:pt x="226344" y="96504"/>
                </a:lnTo>
                <a:lnTo>
                  <a:pt x="226344" y="53128"/>
                </a:lnTo>
                <a:cubicBezTo>
                  <a:pt x="226344" y="48459"/>
                  <a:pt x="225966" y="45099"/>
                  <a:pt x="225211" y="43046"/>
                </a:cubicBezTo>
                <a:cubicBezTo>
                  <a:pt x="224455" y="40993"/>
                  <a:pt x="223084" y="39339"/>
                  <a:pt x="221098" y="38086"/>
                </a:cubicBezTo>
                <a:cubicBezTo>
                  <a:pt x="219112" y="36832"/>
                  <a:pt x="216780" y="36205"/>
                  <a:pt x="214103" y="36205"/>
                </a:cubicBezTo>
                <a:cubicBezTo>
                  <a:pt x="209267" y="36205"/>
                  <a:pt x="205251" y="37816"/>
                  <a:pt x="202056" y="41037"/>
                </a:cubicBezTo>
                <a:cubicBezTo>
                  <a:pt x="198861" y="44256"/>
                  <a:pt x="197263" y="49411"/>
                  <a:pt x="197263" y="56500"/>
                </a:cubicBezTo>
                <a:lnTo>
                  <a:pt x="197263" y="96504"/>
                </a:lnTo>
                <a:lnTo>
                  <a:pt x="185605" y="96504"/>
                </a:lnTo>
                <a:lnTo>
                  <a:pt x="185605" y="51766"/>
                </a:lnTo>
                <a:cubicBezTo>
                  <a:pt x="185605" y="46579"/>
                  <a:pt x="184655" y="42689"/>
                  <a:pt x="182755" y="40095"/>
                </a:cubicBezTo>
                <a:cubicBezTo>
                  <a:pt x="180855" y="37502"/>
                  <a:pt x="177746" y="36205"/>
                  <a:pt x="173429" y="36205"/>
                </a:cubicBezTo>
                <a:cubicBezTo>
                  <a:pt x="170147" y="36205"/>
                  <a:pt x="167114" y="37070"/>
                  <a:pt x="164329" y="38800"/>
                </a:cubicBezTo>
                <a:cubicBezTo>
                  <a:pt x="161544" y="40529"/>
                  <a:pt x="159525" y="43057"/>
                  <a:pt x="158273" y="46386"/>
                </a:cubicBezTo>
                <a:cubicBezTo>
                  <a:pt x="157021" y="49713"/>
                  <a:pt x="156395" y="54511"/>
                  <a:pt x="156395" y="60779"/>
                </a:cubicBezTo>
                <a:lnTo>
                  <a:pt x="156395" y="96504"/>
                </a:lnTo>
                <a:lnTo>
                  <a:pt x="144736" y="96504"/>
                </a:lnTo>
                <a:close/>
                <a:moveTo>
                  <a:pt x="287765" y="62113"/>
                </a:moveTo>
                <a:cubicBezTo>
                  <a:pt x="287765" y="49375"/>
                  <a:pt x="291306" y="39940"/>
                  <a:pt x="298387" y="33809"/>
                </a:cubicBezTo>
                <a:cubicBezTo>
                  <a:pt x="304303" y="28714"/>
                  <a:pt x="311514" y="26166"/>
                  <a:pt x="320020" y="26166"/>
                </a:cubicBezTo>
                <a:cubicBezTo>
                  <a:pt x="329476" y="26166"/>
                  <a:pt x="337205" y="29264"/>
                  <a:pt x="343207" y="35460"/>
                </a:cubicBezTo>
                <a:cubicBezTo>
                  <a:pt x="349208" y="41657"/>
                  <a:pt x="352209" y="50217"/>
                  <a:pt x="352209" y="61141"/>
                </a:cubicBezTo>
                <a:cubicBezTo>
                  <a:pt x="352209" y="69993"/>
                  <a:pt x="350882" y="76955"/>
                  <a:pt x="348226" y="82029"/>
                </a:cubicBezTo>
                <a:cubicBezTo>
                  <a:pt x="345571" y="87102"/>
                  <a:pt x="341706" y="91042"/>
                  <a:pt x="336633" y="93849"/>
                </a:cubicBezTo>
                <a:cubicBezTo>
                  <a:pt x="331559" y="96655"/>
                  <a:pt x="326022" y="98059"/>
                  <a:pt x="320020" y="98059"/>
                </a:cubicBezTo>
                <a:cubicBezTo>
                  <a:pt x="310391" y="98059"/>
                  <a:pt x="302608" y="94971"/>
                  <a:pt x="296671" y="88797"/>
                </a:cubicBezTo>
                <a:cubicBezTo>
                  <a:pt x="290734" y="82622"/>
                  <a:pt x="287765" y="73728"/>
                  <a:pt x="287765" y="62113"/>
                </a:cubicBezTo>
                <a:moveTo>
                  <a:pt x="299747" y="62080"/>
                </a:moveTo>
                <a:cubicBezTo>
                  <a:pt x="299747" y="70856"/>
                  <a:pt x="301669" y="77427"/>
                  <a:pt x="305512" y="81794"/>
                </a:cubicBezTo>
                <a:cubicBezTo>
                  <a:pt x="309355" y="86160"/>
                  <a:pt x="314191" y="88344"/>
                  <a:pt x="320020" y="88344"/>
                </a:cubicBezTo>
                <a:cubicBezTo>
                  <a:pt x="325806" y="88344"/>
                  <a:pt x="330620" y="86150"/>
                  <a:pt x="334463" y="81762"/>
                </a:cubicBezTo>
                <a:cubicBezTo>
                  <a:pt x="338306" y="77373"/>
                  <a:pt x="340227" y="70684"/>
                  <a:pt x="340227" y="61694"/>
                </a:cubicBezTo>
                <a:cubicBezTo>
                  <a:pt x="340227" y="53218"/>
                  <a:pt x="338295" y="46798"/>
                  <a:pt x="334431" y="42431"/>
                </a:cubicBezTo>
                <a:cubicBezTo>
                  <a:pt x="330566" y="38065"/>
                  <a:pt x="325762" y="35881"/>
                  <a:pt x="320020" y="35881"/>
                </a:cubicBezTo>
                <a:cubicBezTo>
                  <a:pt x="314191" y="35881"/>
                  <a:pt x="309355" y="38054"/>
                  <a:pt x="305512" y="42399"/>
                </a:cubicBezTo>
                <a:cubicBezTo>
                  <a:pt x="301669" y="46744"/>
                  <a:pt x="299747" y="53304"/>
                  <a:pt x="299747" y="62080"/>
                </a:cubicBezTo>
                <a:close/>
                <a:moveTo>
                  <a:pt x="368640" y="96504"/>
                </a:moveTo>
                <a:lnTo>
                  <a:pt x="368640" y="36788"/>
                </a:lnTo>
                <a:lnTo>
                  <a:pt x="358342" y="36788"/>
                </a:lnTo>
                <a:lnTo>
                  <a:pt x="358342" y="27721"/>
                </a:lnTo>
                <a:lnTo>
                  <a:pt x="368640" y="27721"/>
                </a:lnTo>
                <a:lnTo>
                  <a:pt x="368640" y="20418"/>
                </a:lnTo>
                <a:cubicBezTo>
                  <a:pt x="368640" y="15809"/>
                  <a:pt x="369050" y="12384"/>
                  <a:pt x="369871" y="10144"/>
                </a:cubicBezTo>
                <a:cubicBezTo>
                  <a:pt x="370994" y="7130"/>
                  <a:pt x="372969" y="4686"/>
                  <a:pt x="375797" y="2811"/>
                </a:cubicBezTo>
                <a:cubicBezTo>
                  <a:pt x="378625" y="937"/>
                  <a:pt x="382587" y="0"/>
                  <a:pt x="387682" y="0"/>
                </a:cubicBezTo>
                <a:cubicBezTo>
                  <a:pt x="390964" y="0"/>
                  <a:pt x="394591" y="389"/>
                  <a:pt x="398563" y="1166"/>
                </a:cubicBezTo>
                <a:lnTo>
                  <a:pt x="396814" y="11334"/>
                </a:lnTo>
                <a:cubicBezTo>
                  <a:pt x="394396" y="10903"/>
                  <a:pt x="392108" y="10687"/>
                  <a:pt x="389949" y="10687"/>
                </a:cubicBezTo>
                <a:cubicBezTo>
                  <a:pt x="386408" y="10687"/>
                  <a:pt x="383904" y="11440"/>
                  <a:pt x="382436" y="12946"/>
                </a:cubicBezTo>
                <a:cubicBezTo>
                  <a:pt x="380968" y="14451"/>
                  <a:pt x="380234" y="17269"/>
                  <a:pt x="380234" y="21398"/>
                </a:cubicBezTo>
                <a:lnTo>
                  <a:pt x="380234" y="27721"/>
                </a:lnTo>
                <a:lnTo>
                  <a:pt x="393641" y="27721"/>
                </a:lnTo>
                <a:lnTo>
                  <a:pt x="393641" y="36788"/>
                </a:lnTo>
                <a:lnTo>
                  <a:pt x="380234" y="36788"/>
                </a:lnTo>
                <a:lnTo>
                  <a:pt x="380234" y="96504"/>
                </a:lnTo>
                <a:lnTo>
                  <a:pt x="368640" y="96504"/>
                </a:lnTo>
                <a:close/>
                <a:moveTo>
                  <a:pt x="465060" y="86206"/>
                </a:moveTo>
                <a:lnTo>
                  <a:pt x="466744" y="96504"/>
                </a:lnTo>
                <a:cubicBezTo>
                  <a:pt x="463462" y="97109"/>
                  <a:pt x="460526" y="97411"/>
                  <a:pt x="457935" y="97411"/>
                </a:cubicBezTo>
                <a:cubicBezTo>
                  <a:pt x="453704" y="97411"/>
                  <a:pt x="450422" y="96742"/>
                  <a:pt x="448090" y="95403"/>
                </a:cubicBezTo>
                <a:cubicBezTo>
                  <a:pt x="445759" y="94065"/>
                  <a:pt x="444118" y="92305"/>
                  <a:pt x="443168" y="90125"/>
                </a:cubicBezTo>
                <a:cubicBezTo>
                  <a:pt x="442218" y="87944"/>
                  <a:pt x="441743" y="83356"/>
                  <a:pt x="441743" y="76361"/>
                </a:cubicBezTo>
                <a:lnTo>
                  <a:pt x="441743" y="36788"/>
                </a:lnTo>
                <a:lnTo>
                  <a:pt x="433194" y="36788"/>
                </a:lnTo>
                <a:lnTo>
                  <a:pt x="433194" y="27721"/>
                </a:lnTo>
                <a:lnTo>
                  <a:pt x="441743" y="27721"/>
                </a:lnTo>
                <a:lnTo>
                  <a:pt x="441743" y="10640"/>
                </a:lnTo>
                <a:lnTo>
                  <a:pt x="453337" y="3627"/>
                </a:lnTo>
                <a:lnTo>
                  <a:pt x="453337" y="27721"/>
                </a:lnTo>
                <a:lnTo>
                  <a:pt x="465060" y="27721"/>
                </a:lnTo>
                <a:lnTo>
                  <a:pt x="465060" y="36788"/>
                </a:lnTo>
                <a:lnTo>
                  <a:pt x="453337" y="36788"/>
                </a:lnTo>
                <a:lnTo>
                  <a:pt x="453337" y="77009"/>
                </a:lnTo>
                <a:cubicBezTo>
                  <a:pt x="453337" y="80334"/>
                  <a:pt x="453542" y="82471"/>
                  <a:pt x="453952" y="83421"/>
                </a:cubicBezTo>
                <a:cubicBezTo>
                  <a:pt x="454362" y="84371"/>
                  <a:pt x="455031" y="85127"/>
                  <a:pt x="455960" y="85688"/>
                </a:cubicBezTo>
                <a:cubicBezTo>
                  <a:pt x="456888" y="86249"/>
                  <a:pt x="458216" y="86530"/>
                  <a:pt x="459943" y="86530"/>
                </a:cubicBezTo>
                <a:cubicBezTo>
                  <a:pt x="461238" y="86530"/>
                  <a:pt x="462944" y="86422"/>
                  <a:pt x="465060" y="86206"/>
                </a:cubicBezTo>
                <a:close/>
                <a:moveTo>
                  <a:pt x="476481" y="96504"/>
                </a:moveTo>
                <a:lnTo>
                  <a:pt x="476481" y="1554"/>
                </a:lnTo>
                <a:lnTo>
                  <a:pt x="488139" y="1554"/>
                </a:lnTo>
                <a:lnTo>
                  <a:pt x="488139" y="35622"/>
                </a:lnTo>
                <a:cubicBezTo>
                  <a:pt x="493580" y="29318"/>
                  <a:pt x="500445" y="26166"/>
                  <a:pt x="508735" y="26166"/>
                </a:cubicBezTo>
                <a:cubicBezTo>
                  <a:pt x="513831" y="26166"/>
                  <a:pt x="518256" y="27170"/>
                  <a:pt x="522013" y="29178"/>
                </a:cubicBezTo>
                <a:cubicBezTo>
                  <a:pt x="525769" y="31186"/>
                  <a:pt x="528457" y="33960"/>
                  <a:pt x="530077" y="37501"/>
                </a:cubicBezTo>
                <a:cubicBezTo>
                  <a:pt x="531696" y="41041"/>
                  <a:pt x="532505" y="46180"/>
                  <a:pt x="532505" y="52915"/>
                </a:cubicBezTo>
                <a:lnTo>
                  <a:pt x="532505" y="96504"/>
                </a:lnTo>
                <a:lnTo>
                  <a:pt x="520847" y="96504"/>
                </a:lnTo>
                <a:lnTo>
                  <a:pt x="520847" y="52915"/>
                </a:lnTo>
                <a:cubicBezTo>
                  <a:pt x="520847" y="47086"/>
                  <a:pt x="519584" y="42844"/>
                  <a:pt x="517058" y="40189"/>
                </a:cubicBezTo>
                <a:cubicBezTo>
                  <a:pt x="514532" y="37533"/>
                  <a:pt x="510959" y="36205"/>
                  <a:pt x="506339" y="36205"/>
                </a:cubicBezTo>
                <a:cubicBezTo>
                  <a:pt x="502885" y="36205"/>
                  <a:pt x="499636" y="37101"/>
                  <a:pt x="496591" y="38893"/>
                </a:cubicBezTo>
                <a:cubicBezTo>
                  <a:pt x="493547" y="40685"/>
                  <a:pt x="491378" y="43114"/>
                  <a:pt x="490082" y="46180"/>
                </a:cubicBezTo>
                <a:cubicBezTo>
                  <a:pt x="488787" y="49245"/>
                  <a:pt x="488139" y="53477"/>
                  <a:pt x="488139" y="58874"/>
                </a:cubicBezTo>
                <a:lnTo>
                  <a:pt x="488139" y="96504"/>
                </a:lnTo>
                <a:lnTo>
                  <a:pt x="476481" y="96504"/>
                </a:lnTo>
                <a:close/>
                <a:moveTo>
                  <a:pt x="597318" y="74354"/>
                </a:moveTo>
                <a:lnTo>
                  <a:pt x="609365" y="75843"/>
                </a:lnTo>
                <a:cubicBezTo>
                  <a:pt x="607465" y="82881"/>
                  <a:pt x="603946" y="88344"/>
                  <a:pt x="598808" y="92230"/>
                </a:cubicBezTo>
                <a:cubicBezTo>
                  <a:pt x="593669" y="96116"/>
                  <a:pt x="587106" y="98059"/>
                  <a:pt x="579118" y="98059"/>
                </a:cubicBezTo>
                <a:cubicBezTo>
                  <a:pt x="569057" y="98059"/>
                  <a:pt x="561080" y="94961"/>
                  <a:pt x="555186" y="88765"/>
                </a:cubicBezTo>
                <a:cubicBezTo>
                  <a:pt x="549292" y="82568"/>
                  <a:pt x="546346" y="73879"/>
                  <a:pt x="546346" y="62695"/>
                </a:cubicBezTo>
                <a:cubicBezTo>
                  <a:pt x="546346" y="51124"/>
                  <a:pt x="549325" y="42142"/>
                  <a:pt x="555284" y="35752"/>
                </a:cubicBezTo>
                <a:cubicBezTo>
                  <a:pt x="561242" y="29361"/>
                  <a:pt x="568971" y="26166"/>
                  <a:pt x="578470" y="26166"/>
                </a:cubicBezTo>
                <a:cubicBezTo>
                  <a:pt x="587668" y="26166"/>
                  <a:pt x="595181" y="29292"/>
                  <a:pt x="601010" y="35543"/>
                </a:cubicBezTo>
                <a:cubicBezTo>
                  <a:pt x="606839" y="41794"/>
                  <a:pt x="609753" y="50587"/>
                  <a:pt x="609753" y="61924"/>
                </a:cubicBezTo>
                <a:cubicBezTo>
                  <a:pt x="609753" y="62614"/>
                  <a:pt x="609732" y="63648"/>
                  <a:pt x="609689" y="65027"/>
                </a:cubicBezTo>
                <a:lnTo>
                  <a:pt x="558392" y="65027"/>
                </a:lnTo>
                <a:cubicBezTo>
                  <a:pt x="558824" y="72562"/>
                  <a:pt x="560961" y="78331"/>
                  <a:pt x="564804" y="82336"/>
                </a:cubicBezTo>
                <a:cubicBezTo>
                  <a:pt x="568647" y="86341"/>
                  <a:pt x="573440" y="88344"/>
                  <a:pt x="579183" y="88344"/>
                </a:cubicBezTo>
                <a:cubicBezTo>
                  <a:pt x="583458" y="88344"/>
                  <a:pt x="587106" y="87232"/>
                  <a:pt x="590129" y="85008"/>
                </a:cubicBezTo>
                <a:cubicBezTo>
                  <a:pt x="593151" y="82783"/>
                  <a:pt x="595548" y="79232"/>
                  <a:pt x="597318" y="74354"/>
                </a:cubicBezTo>
                <a:moveTo>
                  <a:pt x="559040" y="55312"/>
                </a:moveTo>
                <a:lnTo>
                  <a:pt x="597447" y="55312"/>
                </a:lnTo>
                <a:cubicBezTo>
                  <a:pt x="596929" y="49620"/>
                  <a:pt x="595461" y="45352"/>
                  <a:pt x="593043" y="42506"/>
                </a:cubicBezTo>
                <a:cubicBezTo>
                  <a:pt x="589330" y="38090"/>
                  <a:pt x="584515" y="35881"/>
                  <a:pt x="578600" y="35881"/>
                </a:cubicBezTo>
                <a:cubicBezTo>
                  <a:pt x="573246" y="35881"/>
                  <a:pt x="568744" y="37644"/>
                  <a:pt x="565096" y="41170"/>
                </a:cubicBezTo>
                <a:cubicBezTo>
                  <a:pt x="561447" y="44695"/>
                  <a:pt x="559429" y="49409"/>
                  <a:pt x="559040" y="55312"/>
                </a:cubicBezTo>
                <a:close/>
                <a:moveTo>
                  <a:pt x="705742" y="88012"/>
                </a:moveTo>
                <a:cubicBezTo>
                  <a:pt x="701424" y="91685"/>
                  <a:pt x="697268" y="94277"/>
                  <a:pt x="693274" y="95790"/>
                </a:cubicBezTo>
                <a:cubicBezTo>
                  <a:pt x="689280" y="97302"/>
                  <a:pt x="684994" y="98059"/>
                  <a:pt x="680417" y="98059"/>
                </a:cubicBezTo>
                <a:cubicBezTo>
                  <a:pt x="672861" y="98059"/>
                  <a:pt x="667054" y="96212"/>
                  <a:pt x="662995" y="92517"/>
                </a:cubicBezTo>
                <a:cubicBezTo>
                  <a:pt x="658936" y="88823"/>
                  <a:pt x="656907" y="84102"/>
                  <a:pt x="656907" y="78355"/>
                </a:cubicBezTo>
                <a:cubicBezTo>
                  <a:pt x="656907" y="74986"/>
                  <a:pt x="657673" y="71908"/>
                  <a:pt x="659206" y="69122"/>
                </a:cubicBezTo>
                <a:cubicBezTo>
                  <a:pt x="660739" y="66334"/>
                  <a:pt x="662747" y="64097"/>
                  <a:pt x="665229" y="62412"/>
                </a:cubicBezTo>
                <a:cubicBezTo>
                  <a:pt x="667712" y="60727"/>
                  <a:pt x="670508" y="59452"/>
                  <a:pt x="673617" y="58589"/>
                </a:cubicBezTo>
                <a:cubicBezTo>
                  <a:pt x="675905" y="57983"/>
                  <a:pt x="679360" y="57399"/>
                  <a:pt x="683980" y="56838"/>
                </a:cubicBezTo>
                <a:cubicBezTo>
                  <a:pt x="693393" y="55723"/>
                  <a:pt x="700323" y="54394"/>
                  <a:pt x="704770" y="52851"/>
                </a:cubicBezTo>
                <a:cubicBezTo>
                  <a:pt x="704813" y="51260"/>
                  <a:pt x="704835" y="50249"/>
                  <a:pt x="704835" y="49819"/>
                </a:cubicBezTo>
                <a:cubicBezTo>
                  <a:pt x="704835" y="45087"/>
                  <a:pt x="703734" y="41753"/>
                  <a:pt x="701532" y="39818"/>
                </a:cubicBezTo>
                <a:cubicBezTo>
                  <a:pt x="698552" y="37194"/>
                  <a:pt x="694127" y="35881"/>
                  <a:pt x="688254" y="35881"/>
                </a:cubicBezTo>
                <a:cubicBezTo>
                  <a:pt x="682771" y="35881"/>
                  <a:pt x="678723" y="36842"/>
                  <a:pt x="676110" y="38764"/>
                </a:cubicBezTo>
                <a:cubicBezTo>
                  <a:pt x="673498" y="40685"/>
                  <a:pt x="671566" y="44085"/>
                  <a:pt x="670314" y="48965"/>
                </a:cubicBezTo>
                <a:lnTo>
                  <a:pt x="658914" y="47410"/>
                </a:lnTo>
                <a:cubicBezTo>
                  <a:pt x="659951" y="42516"/>
                  <a:pt x="661656" y="38564"/>
                  <a:pt x="664031" y="35554"/>
                </a:cubicBezTo>
                <a:cubicBezTo>
                  <a:pt x="666406" y="32543"/>
                  <a:pt x="669839" y="30226"/>
                  <a:pt x="674329" y="28603"/>
                </a:cubicBezTo>
                <a:cubicBezTo>
                  <a:pt x="678820" y="26979"/>
                  <a:pt x="684023" y="26166"/>
                  <a:pt x="689938" y="26166"/>
                </a:cubicBezTo>
                <a:cubicBezTo>
                  <a:pt x="695811" y="26166"/>
                  <a:pt x="700582" y="26857"/>
                  <a:pt x="704252" y="28239"/>
                </a:cubicBezTo>
                <a:cubicBezTo>
                  <a:pt x="707922" y="29621"/>
                  <a:pt x="710621" y="31359"/>
                  <a:pt x="712348" y="33453"/>
                </a:cubicBezTo>
                <a:cubicBezTo>
                  <a:pt x="714075" y="35547"/>
                  <a:pt x="715284" y="38192"/>
                  <a:pt x="715975" y="41387"/>
                </a:cubicBezTo>
                <a:cubicBezTo>
                  <a:pt x="716364" y="43373"/>
                  <a:pt x="716558" y="46957"/>
                  <a:pt x="716558" y="52138"/>
                </a:cubicBezTo>
                <a:lnTo>
                  <a:pt x="716558" y="67683"/>
                </a:lnTo>
                <a:cubicBezTo>
                  <a:pt x="716558" y="78520"/>
                  <a:pt x="716806" y="85375"/>
                  <a:pt x="717303" y="88246"/>
                </a:cubicBezTo>
                <a:cubicBezTo>
                  <a:pt x="717799" y="91118"/>
                  <a:pt x="718782" y="93870"/>
                  <a:pt x="720250" y="96504"/>
                </a:cubicBezTo>
                <a:lnTo>
                  <a:pt x="708073" y="96504"/>
                </a:lnTo>
                <a:cubicBezTo>
                  <a:pt x="706864" y="94084"/>
                  <a:pt x="706087" y="91253"/>
                  <a:pt x="705742" y="88012"/>
                </a:cubicBezTo>
                <a:moveTo>
                  <a:pt x="704770" y="61918"/>
                </a:moveTo>
                <a:cubicBezTo>
                  <a:pt x="700539" y="63660"/>
                  <a:pt x="694191" y="65140"/>
                  <a:pt x="685728" y="66359"/>
                </a:cubicBezTo>
                <a:cubicBezTo>
                  <a:pt x="680936" y="67052"/>
                  <a:pt x="677546" y="67833"/>
                  <a:pt x="675560" y="68701"/>
                </a:cubicBezTo>
                <a:cubicBezTo>
                  <a:pt x="673574" y="69567"/>
                  <a:pt x="672041" y="70835"/>
                  <a:pt x="670961" y="72506"/>
                </a:cubicBezTo>
                <a:cubicBezTo>
                  <a:pt x="669882" y="74175"/>
                  <a:pt x="669342" y="76028"/>
                  <a:pt x="669342" y="78066"/>
                </a:cubicBezTo>
                <a:cubicBezTo>
                  <a:pt x="669342" y="81187"/>
                  <a:pt x="670519" y="83788"/>
                  <a:pt x="672872" y="85870"/>
                </a:cubicBezTo>
                <a:cubicBezTo>
                  <a:pt x="675225" y="87951"/>
                  <a:pt x="678669" y="88991"/>
                  <a:pt x="683202" y="88991"/>
                </a:cubicBezTo>
                <a:cubicBezTo>
                  <a:pt x="687693" y="88991"/>
                  <a:pt x="691687" y="88004"/>
                  <a:pt x="695184" y="86030"/>
                </a:cubicBezTo>
                <a:cubicBezTo>
                  <a:pt x="698682" y="84056"/>
                  <a:pt x="701251" y="81355"/>
                  <a:pt x="702892" y="77928"/>
                </a:cubicBezTo>
                <a:cubicBezTo>
                  <a:pt x="704144" y="75281"/>
                  <a:pt x="704770" y="71376"/>
                  <a:pt x="704770" y="66213"/>
                </a:cubicBezTo>
                <a:lnTo>
                  <a:pt x="704770" y="61918"/>
                </a:lnTo>
                <a:close/>
                <a:moveTo>
                  <a:pt x="734608" y="96504"/>
                </a:moveTo>
                <a:lnTo>
                  <a:pt x="734608" y="27721"/>
                </a:lnTo>
                <a:lnTo>
                  <a:pt x="745100" y="27721"/>
                </a:lnTo>
                <a:lnTo>
                  <a:pt x="745100" y="37436"/>
                </a:lnTo>
                <a:cubicBezTo>
                  <a:pt x="750152" y="29923"/>
                  <a:pt x="757450" y="26166"/>
                  <a:pt x="766992" y="26166"/>
                </a:cubicBezTo>
                <a:cubicBezTo>
                  <a:pt x="771137" y="26166"/>
                  <a:pt x="774948" y="26911"/>
                  <a:pt x="778424" y="28401"/>
                </a:cubicBezTo>
                <a:cubicBezTo>
                  <a:pt x="781899" y="29890"/>
                  <a:pt x="784501" y="31844"/>
                  <a:pt x="786228" y="34262"/>
                </a:cubicBezTo>
                <a:cubicBezTo>
                  <a:pt x="787955" y="36680"/>
                  <a:pt x="789164" y="39552"/>
                  <a:pt x="789855" y="42876"/>
                </a:cubicBezTo>
                <a:cubicBezTo>
                  <a:pt x="790287" y="45035"/>
                  <a:pt x="790503" y="48813"/>
                  <a:pt x="790503" y="54211"/>
                </a:cubicBezTo>
                <a:lnTo>
                  <a:pt x="790503" y="96504"/>
                </a:lnTo>
                <a:lnTo>
                  <a:pt x="778845" y="96504"/>
                </a:lnTo>
                <a:lnTo>
                  <a:pt x="778845" y="54620"/>
                </a:lnTo>
                <a:cubicBezTo>
                  <a:pt x="778845" y="49865"/>
                  <a:pt x="778391" y="46309"/>
                  <a:pt x="777484" y="43953"/>
                </a:cubicBezTo>
                <a:cubicBezTo>
                  <a:pt x="776578" y="41597"/>
                  <a:pt x="774969" y="39717"/>
                  <a:pt x="772659" y="38312"/>
                </a:cubicBezTo>
                <a:cubicBezTo>
                  <a:pt x="770349" y="36908"/>
                  <a:pt x="767640" y="36205"/>
                  <a:pt x="764531" y="36205"/>
                </a:cubicBezTo>
                <a:cubicBezTo>
                  <a:pt x="759565" y="36205"/>
                  <a:pt x="755280" y="37783"/>
                  <a:pt x="751674" y="40939"/>
                </a:cubicBezTo>
                <a:cubicBezTo>
                  <a:pt x="748069" y="44094"/>
                  <a:pt x="746266" y="50081"/>
                  <a:pt x="746266" y="58898"/>
                </a:cubicBezTo>
                <a:lnTo>
                  <a:pt x="746266" y="96504"/>
                </a:lnTo>
                <a:lnTo>
                  <a:pt x="734608" y="96504"/>
                </a:lnTo>
                <a:close/>
                <a:moveTo>
                  <a:pt x="806221" y="102204"/>
                </a:moveTo>
                <a:lnTo>
                  <a:pt x="817556" y="103888"/>
                </a:lnTo>
                <a:cubicBezTo>
                  <a:pt x="818031" y="107385"/>
                  <a:pt x="819348" y="109933"/>
                  <a:pt x="821506" y="111530"/>
                </a:cubicBezTo>
                <a:cubicBezTo>
                  <a:pt x="824399" y="113689"/>
                  <a:pt x="828350" y="114769"/>
                  <a:pt x="833359" y="114769"/>
                </a:cubicBezTo>
                <a:cubicBezTo>
                  <a:pt x="838756" y="114769"/>
                  <a:pt x="842923" y="113687"/>
                  <a:pt x="845859" y="111522"/>
                </a:cubicBezTo>
                <a:cubicBezTo>
                  <a:pt x="848795" y="109359"/>
                  <a:pt x="850782" y="106330"/>
                  <a:pt x="851818" y="102435"/>
                </a:cubicBezTo>
                <a:cubicBezTo>
                  <a:pt x="852422" y="100056"/>
                  <a:pt x="852703" y="95058"/>
                  <a:pt x="852660" y="87441"/>
                </a:cubicBezTo>
                <a:cubicBezTo>
                  <a:pt x="847565" y="93483"/>
                  <a:pt x="841218" y="96504"/>
                  <a:pt x="833618" y="96504"/>
                </a:cubicBezTo>
                <a:cubicBezTo>
                  <a:pt x="824162" y="96504"/>
                  <a:pt x="816843" y="93093"/>
                  <a:pt x="811662" y="86271"/>
                </a:cubicBezTo>
                <a:cubicBezTo>
                  <a:pt x="806480" y="79449"/>
                  <a:pt x="803890" y="71266"/>
                  <a:pt x="803890" y="61724"/>
                </a:cubicBezTo>
                <a:cubicBezTo>
                  <a:pt x="803890" y="55161"/>
                  <a:pt x="805077" y="49105"/>
                  <a:pt x="807452" y="43556"/>
                </a:cubicBezTo>
                <a:cubicBezTo>
                  <a:pt x="809827" y="38008"/>
                  <a:pt x="813270" y="33723"/>
                  <a:pt x="817782" y="30700"/>
                </a:cubicBezTo>
                <a:cubicBezTo>
                  <a:pt x="822294" y="27678"/>
                  <a:pt x="827595" y="26166"/>
                  <a:pt x="833683" y="26166"/>
                </a:cubicBezTo>
                <a:cubicBezTo>
                  <a:pt x="841800" y="26166"/>
                  <a:pt x="848493" y="29469"/>
                  <a:pt x="853761" y="36076"/>
                </a:cubicBezTo>
                <a:lnTo>
                  <a:pt x="853761" y="27721"/>
                </a:lnTo>
                <a:lnTo>
                  <a:pt x="864512" y="27721"/>
                </a:lnTo>
                <a:lnTo>
                  <a:pt x="864512" y="87218"/>
                </a:lnTo>
                <a:cubicBezTo>
                  <a:pt x="864512" y="97933"/>
                  <a:pt x="863422" y="105527"/>
                  <a:pt x="861242" y="109998"/>
                </a:cubicBezTo>
                <a:cubicBezTo>
                  <a:pt x="859061" y="114470"/>
                  <a:pt x="855607" y="118002"/>
                  <a:pt x="850879" y="120594"/>
                </a:cubicBezTo>
                <a:cubicBezTo>
                  <a:pt x="846151" y="123187"/>
                  <a:pt x="840332" y="124484"/>
                  <a:pt x="833424" y="124484"/>
                </a:cubicBezTo>
                <a:cubicBezTo>
                  <a:pt x="825220" y="124484"/>
                  <a:pt x="818592" y="122633"/>
                  <a:pt x="813540" y="118930"/>
                </a:cubicBezTo>
                <a:cubicBezTo>
                  <a:pt x="808488" y="115228"/>
                  <a:pt x="806048" y="109652"/>
                  <a:pt x="806221" y="102204"/>
                </a:cubicBezTo>
                <a:moveTo>
                  <a:pt x="815872" y="60884"/>
                </a:moveTo>
                <a:cubicBezTo>
                  <a:pt x="815872" y="69885"/>
                  <a:pt x="817664" y="76453"/>
                  <a:pt x="821247" y="80588"/>
                </a:cubicBezTo>
                <a:cubicBezTo>
                  <a:pt x="824831" y="84722"/>
                  <a:pt x="829322" y="86789"/>
                  <a:pt x="834719" y="86789"/>
                </a:cubicBezTo>
                <a:cubicBezTo>
                  <a:pt x="840073" y="86789"/>
                  <a:pt x="844564" y="84733"/>
                  <a:pt x="848191" y="80620"/>
                </a:cubicBezTo>
                <a:cubicBezTo>
                  <a:pt x="851818" y="76507"/>
                  <a:pt x="853631" y="70057"/>
                  <a:pt x="853631" y="61271"/>
                </a:cubicBezTo>
                <a:cubicBezTo>
                  <a:pt x="853631" y="52872"/>
                  <a:pt x="851764" y="46541"/>
                  <a:pt x="848029" y="42277"/>
                </a:cubicBezTo>
                <a:cubicBezTo>
                  <a:pt x="844294" y="38013"/>
                  <a:pt x="839793" y="35881"/>
                  <a:pt x="834525" y="35881"/>
                </a:cubicBezTo>
                <a:cubicBezTo>
                  <a:pt x="829343" y="35881"/>
                  <a:pt x="824939" y="37981"/>
                  <a:pt x="821312" y="42180"/>
                </a:cubicBezTo>
                <a:cubicBezTo>
                  <a:pt x="817685" y="46379"/>
                  <a:pt x="815872" y="52614"/>
                  <a:pt x="815872" y="60884"/>
                </a:cubicBezTo>
                <a:close/>
                <a:moveTo>
                  <a:pt x="881850" y="96504"/>
                </a:moveTo>
                <a:lnTo>
                  <a:pt x="881850" y="1554"/>
                </a:lnTo>
                <a:lnTo>
                  <a:pt x="893508" y="1554"/>
                </a:lnTo>
                <a:lnTo>
                  <a:pt x="893508" y="96504"/>
                </a:lnTo>
                <a:lnTo>
                  <a:pt x="881850" y="96504"/>
                </a:lnTo>
                <a:close/>
                <a:moveTo>
                  <a:pt x="958643" y="74354"/>
                </a:moveTo>
                <a:lnTo>
                  <a:pt x="970689" y="75843"/>
                </a:lnTo>
                <a:cubicBezTo>
                  <a:pt x="968790" y="82881"/>
                  <a:pt x="965271" y="88344"/>
                  <a:pt x="960132" y="92230"/>
                </a:cubicBezTo>
                <a:cubicBezTo>
                  <a:pt x="954994" y="96116"/>
                  <a:pt x="948431" y="98059"/>
                  <a:pt x="940443" y="98059"/>
                </a:cubicBezTo>
                <a:cubicBezTo>
                  <a:pt x="930382" y="98059"/>
                  <a:pt x="922405" y="94961"/>
                  <a:pt x="916511" y="88765"/>
                </a:cubicBezTo>
                <a:cubicBezTo>
                  <a:pt x="910617" y="82568"/>
                  <a:pt x="907670" y="73879"/>
                  <a:pt x="907670" y="62695"/>
                </a:cubicBezTo>
                <a:cubicBezTo>
                  <a:pt x="907670" y="51124"/>
                  <a:pt x="910650" y="42142"/>
                  <a:pt x="916608" y="35752"/>
                </a:cubicBezTo>
                <a:cubicBezTo>
                  <a:pt x="922567" y="29361"/>
                  <a:pt x="930296" y="26166"/>
                  <a:pt x="939795" y="26166"/>
                </a:cubicBezTo>
                <a:cubicBezTo>
                  <a:pt x="948992" y="26166"/>
                  <a:pt x="956505" y="29292"/>
                  <a:pt x="962334" y="35543"/>
                </a:cubicBezTo>
                <a:cubicBezTo>
                  <a:pt x="968164" y="41794"/>
                  <a:pt x="971078" y="50587"/>
                  <a:pt x="971078" y="61924"/>
                </a:cubicBezTo>
                <a:cubicBezTo>
                  <a:pt x="971078" y="62614"/>
                  <a:pt x="971057" y="63648"/>
                  <a:pt x="971013" y="65027"/>
                </a:cubicBezTo>
                <a:lnTo>
                  <a:pt x="919717" y="65027"/>
                </a:lnTo>
                <a:cubicBezTo>
                  <a:pt x="920149" y="72562"/>
                  <a:pt x="922286" y="78331"/>
                  <a:pt x="926129" y="82336"/>
                </a:cubicBezTo>
                <a:cubicBezTo>
                  <a:pt x="929972" y="86341"/>
                  <a:pt x="934765" y="88344"/>
                  <a:pt x="940508" y="88344"/>
                </a:cubicBezTo>
                <a:cubicBezTo>
                  <a:pt x="944782" y="88344"/>
                  <a:pt x="948431" y="87232"/>
                  <a:pt x="951453" y="85008"/>
                </a:cubicBezTo>
                <a:cubicBezTo>
                  <a:pt x="954476" y="82783"/>
                  <a:pt x="956872" y="79232"/>
                  <a:pt x="958643" y="74354"/>
                </a:cubicBezTo>
                <a:moveTo>
                  <a:pt x="920365" y="55312"/>
                </a:moveTo>
                <a:lnTo>
                  <a:pt x="958772" y="55312"/>
                </a:lnTo>
                <a:cubicBezTo>
                  <a:pt x="958254" y="49620"/>
                  <a:pt x="956786" y="45352"/>
                  <a:pt x="954368" y="42506"/>
                </a:cubicBezTo>
                <a:cubicBezTo>
                  <a:pt x="950655" y="38090"/>
                  <a:pt x="945840" y="35881"/>
                  <a:pt x="939925" y="35881"/>
                </a:cubicBezTo>
                <a:cubicBezTo>
                  <a:pt x="934571" y="35881"/>
                  <a:pt x="930069" y="37644"/>
                  <a:pt x="926421" y="41170"/>
                </a:cubicBezTo>
                <a:cubicBezTo>
                  <a:pt x="922772" y="44695"/>
                  <a:pt x="920753" y="49409"/>
                  <a:pt x="920365" y="55312"/>
                </a:cubicBezTo>
                <a:close/>
                <a:moveTo>
                  <a:pt x="980644" y="75908"/>
                </a:moveTo>
                <a:lnTo>
                  <a:pt x="992172" y="74095"/>
                </a:lnTo>
                <a:cubicBezTo>
                  <a:pt x="992820" y="78694"/>
                  <a:pt x="994623" y="82220"/>
                  <a:pt x="997580" y="84670"/>
                </a:cubicBezTo>
                <a:cubicBezTo>
                  <a:pt x="1000538" y="87119"/>
                  <a:pt x="1004672" y="88344"/>
                  <a:pt x="1009983" y="88344"/>
                </a:cubicBezTo>
                <a:cubicBezTo>
                  <a:pt x="1015338" y="88344"/>
                  <a:pt x="1019310" y="87262"/>
                  <a:pt x="1021901" y="85099"/>
                </a:cubicBezTo>
                <a:cubicBezTo>
                  <a:pt x="1024491" y="82935"/>
                  <a:pt x="1025787" y="80397"/>
                  <a:pt x="1025787" y="77485"/>
                </a:cubicBezTo>
                <a:cubicBezTo>
                  <a:pt x="1025787" y="74871"/>
                  <a:pt x="1024643" y="72815"/>
                  <a:pt x="1022354" y="71316"/>
                </a:cubicBezTo>
                <a:cubicBezTo>
                  <a:pt x="1020757" y="70287"/>
                  <a:pt x="1016784" y="68981"/>
                  <a:pt x="1010437" y="67395"/>
                </a:cubicBezTo>
                <a:cubicBezTo>
                  <a:pt x="1001887" y="65235"/>
                  <a:pt x="995961" y="63366"/>
                  <a:pt x="992658" y="61789"/>
                </a:cubicBezTo>
                <a:cubicBezTo>
                  <a:pt x="989355" y="60211"/>
                  <a:pt x="986850" y="58029"/>
                  <a:pt x="985145" y="55241"/>
                </a:cubicBezTo>
                <a:cubicBezTo>
                  <a:pt x="983439" y="52453"/>
                  <a:pt x="982587" y="49374"/>
                  <a:pt x="982587" y="46003"/>
                </a:cubicBezTo>
                <a:cubicBezTo>
                  <a:pt x="982587" y="42935"/>
                  <a:pt x="983288" y="40093"/>
                  <a:pt x="984692" y="37478"/>
                </a:cubicBezTo>
                <a:cubicBezTo>
                  <a:pt x="986095" y="34863"/>
                  <a:pt x="988005" y="32692"/>
                  <a:pt x="990424" y="30963"/>
                </a:cubicBezTo>
                <a:cubicBezTo>
                  <a:pt x="992237" y="29623"/>
                  <a:pt x="994709" y="28489"/>
                  <a:pt x="997839" y="27561"/>
                </a:cubicBezTo>
                <a:cubicBezTo>
                  <a:pt x="1000970" y="26631"/>
                  <a:pt x="1004327" y="26166"/>
                  <a:pt x="1007911" y="26166"/>
                </a:cubicBezTo>
                <a:cubicBezTo>
                  <a:pt x="1013308" y="26166"/>
                  <a:pt x="1018047" y="26949"/>
                  <a:pt x="1022127" y="28514"/>
                </a:cubicBezTo>
                <a:cubicBezTo>
                  <a:pt x="1026208" y="30078"/>
                  <a:pt x="1029220" y="32197"/>
                  <a:pt x="1031163" y="34871"/>
                </a:cubicBezTo>
                <a:cubicBezTo>
                  <a:pt x="1033106" y="37545"/>
                  <a:pt x="1034444" y="41120"/>
                  <a:pt x="1035178" y="45597"/>
                </a:cubicBezTo>
                <a:lnTo>
                  <a:pt x="1023779" y="47151"/>
                </a:lnTo>
                <a:cubicBezTo>
                  <a:pt x="1023261" y="43610"/>
                  <a:pt x="1021760" y="40847"/>
                  <a:pt x="1019278" y="38861"/>
                </a:cubicBezTo>
                <a:cubicBezTo>
                  <a:pt x="1016795" y="36875"/>
                  <a:pt x="1013287" y="35881"/>
                  <a:pt x="1008753" y="35881"/>
                </a:cubicBezTo>
                <a:cubicBezTo>
                  <a:pt x="1003399" y="35881"/>
                  <a:pt x="999577" y="36763"/>
                  <a:pt x="997289" y="38525"/>
                </a:cubicBezTo>
                <a:cubicBezTo>
                  <a:pt x="995000" y="40286"/>
                  <a:pt x="993856" y="42348"/>
                  <a:pt x="993856" y="44712"/>
                </a:cubicBezTo>
                <a:cubicBezTo>
                  <a:pt x="993856" y="46215"/>
                  <a:pt x="994331" y="47569"/>
                  <a:pt x="995281" y="48772"/>
                </a:cubicBezTo>
                <a:cubicBezTo>
                  <a:pt x="996231" y="50018"/>
                  <a:pt x="997721" y="51049"/>
                  <a:pt x="999750" y="51865"/>
                </a:cubicBezTo>
                <a:cubicBezTo>
                  <a:pt x="1000916" y="52295"/>
                  <a:pt x="1004349" y="53284"/>
                  <a:pt x="1010048" y="54830"/>
                </a:cubicBezTo>
                <a:cubicBezTo>
                  <a:pt x="1018295" y="57031"/>
                  <a:pt x="1024049" y="58832"/>
                  <a:pt x="1027309" y="60234"/>
                </a:cubicBezTo>
                <a:cubicBezTo>
                  <a:pt x="1030569" y="61636"/>
                  <a:pt x="1033127" y="63675"/>
                  <a:pt x="1034984" y="66351"/>
                </a:cubicBezTo>
                <a:cubicBezTo>
                  <a:pt x="1036841" y="69025"/>
                  <a:pt x="1037769" y="72347"/>
                  <a:pt x="1037769" y="76315"/>
                </a:cubicBezTo>
                <a:cubicBezTo>
                  <a:pt x="1037769" y="80198"/>
                  <a:pt x="1036635" y="83855"/>
                  <a:pt x="1034369" y="87285"/>
                </a:cubicBezTo>
                <a:cubicBezTo>
                  <a:pt x="1032102" y="90714"/>
                  <a:pt x="1028831" y="93366"/>
                  <a:pt x="1024556" y="95243"/>
                </a:cubicBezTo>
                <a:cubicBezTo>
                  <a:pt x="1020282" y="97120"/>
                  <a:pt x="1015446" y="98059"/>
                  <a:pt x="1010048" y="98059"/>
                </a:cubicBezTo>
                <a:cubicBezTo>
                  <a:pt x="1001110" y="98059"/>
                  <a:pt x="994299" y="96197"/>
                  <a:pt x="989614" y="92473"/>
                </a:cubicBezTo>
                <a:cubicBezTo>
                  <a:pt x="984929" y="88748"/>
                  <a:pt x="981939" y="83227"/>
                  <a:pt x="980644" y="75908"/>
                </a:cubicBezTo>
                <a:close/>
                <a:moveTo>
                  <a:pt x="1088569" y="15026"/>
                </a:moveTo>
                <a:lnTo>
                  <a:pt x="1088569" y="1554"/>
                </a:lnTo>
                <a:lnTo>
                  <a:pt x="1100228" y="1554"/>
                </a:lnTo>
                <a:lnTo>
                  <a:pt x="1100228" y="15026"/>
                </a:lnTo>
                <a:lnTo>
                  <a:pt x="1088569" y="15026"/>
                </a:lnTo>
                <a:moveTo>
                  <a:pt x="1088569" y="96504"/>
                </a:moveTo>
                <a:lnTo>
                  <a:pt x="1088569" y="27721"/>
                </a:lnTo>
                <a:lnTo>
                  <a:pt x="1100228" y="27721"/>
                </a:lnTo>
                <a:lnTo>
                  <a:pt x="1100228" y="96504"/>
                </a:lnTo>
                <a:lnTo>
                  <a:pt x="1088569" y="96504"/>
                </a:lnTo>
                <a:close/>
                <a:moveTo>
                  <a:pt x="1117952" y="96504"/>
                </a:moveTo>
                <a:lnTo>
                  <a:pt x="1117952" y="27721"/>
                </a:lnTo>
                <a:lnTo>
                  <a:pt x="1128444" y="27721"/>
                </a:lnTo>
                <a:lnTo>
                  <a:pt x="1128444" y="37436"/>
                </a:lnTo>
                <a:cubicBezTo>
                  <a:pt x="1133496" y="29923"/>
                  <a:pt x="1140793" y="26166"/>
                  <a:pt x="1150336" y="26166"/>
                </a:cubicBezTo>
                <a:cubicBezTo>
                  <a:pt x="1154481" y="26166"/>
                  <a:pt x="1158291" y="26911"/>
                  <a:pt x="1161767" y="28401"/>
                </a:cubicBezTo>
                <a:cubicBezTo>
                  <a:pt x="1165243" y="29890"/>
                  <a:pt x="1167845" y="31844"/>
                  <a:pt x="1169572" y="34262"/>
                </a:cubicBezTo>
                <a:cubicBezTo>
                  <a:pt x="1171299" y="36680"/>
                  <a:pt x="1172508" y="39552"/>
                  <a:pt x="1173199" y="42876"/>
                </a:cubicBezTo>
                <a:cubicBezTo>
                  <a:pt x="1173631" y="45035"/>
                  <a:pt x="1173847" y="48813"/>
                  <a:pt x="1173847" y="54211"/>
                </a:cubicBezTo>
                <a:lnTo>
                  <a:pt x="1173847" y="96504"/>
                </a:lnTo>
                <a:lnTo>
                  <a:pt x="1162188" y="96504"/>
                </a:lnTo>
                <a:lnTo>
                  <a:pt x="1162188" y="54620"/>
                </a:lnTo>
                <a:cubicBezTo>
                  <a:pt x="1162188" y="49865"/>
                  <a:pt x="1161735" y="46309"/>
                  <a:pt x="1160828" y="43953"/>
                </a:cubicBezTo>
                <a:cubicBezTo>
                  <a:pt x="1159921" y="41597"/>
                  <a:pt x="1158313" y="39717"/>
                  <a:pt x="1156003" y="38312"/>
                </a:cubicBezTo>
                <a:cubicBezTo>
                  <a:pt x="1153693" y="36908"/>
                  <a:pt x="1150983" y="36205"/>
                  <a:pt x="1147875" y="36205"/>
                </a:cubicBezTo>
                <a:cubicBezTo>
                  <a:pt x="1142909" y="36205"/>
                  <a:pt x="1138624" y="37783"/>
                  <a:pt x="1135018" y="40939"/>
                </a:cubicBezTo>
                <a:cubicBezTo>
                  <a:pt x="1131413" y="44094"/>
                  <a:pt x="1129610" y="50081"/>
                  <a:pt x="1129610" y="58898"/>
                </a:cubicBezTo>
                <a:lnTo>
                  <a:pt x="1129610" y="96504"/>
                </a:lnTo>
                <a:lnTo>
                  <a:pt x="1117952" y="96504"/>
                </a:lnTo>
                <a:close/>
                <a:moveTo>
                  <a:pt x="1228642" y="15026"/>
                </a:moveTo>
                <a:lnTo>
                  <a:pt x="1228642" y="1554"/>
                </a:lnTo>
                <a:lnTo>
                  <a:pt x="1240301" y="1554"/>
                </a:lnTo>
                <a:lnTo>
                  <a:pt x="1240301" y="15026"/>
                </a:lnTo>
                <a:lnTo>
                  <a:pt x="1228642" y="15026"/>
                </a:lnTo>
                <a:moveTo>
                  <a:pt x="1228642" y="96504"/>
                </a:moveTo>
                <a:lnTo>
                  <a:pt x="1228642" y="27721"/>
                </a:lnTo>
                <a:lnTo>
                  <a:pt x="1240301" y="27721"/>
                </a:lnTo>
                <a:lnTo>
                  <a:pt x="1240301" y="96504"/>
                </a:lnTo>
                <a:lnTo>
                  <a:pt x="1228642" y="96504"/>
                </a:lnTo>
                <a:close/>
                <a:moveTo>
                  <a:pt x="1258025" y="96504"/>
                </a:moveTo>
                <a:lnTo>
                  <a:pt x="1258025" y="27721"/>
                </a:lnTo>
                <a:lnTo>
                  <a:pt x="1268517" y="27721"/>
                </a:lnTo>
                <a:lnTo>
                  <a:pt x="1268517" y="37436"/>
                </a:lnTo>
                <a:cubicBezTo>
                  <a:pt x="1273569" y="29923"/>
                  <a:pt x="1280866" y="26166"/>
                  <a:pt x="1290409" y="26166"/>
                </a:cubicBezTo>
                <a:cubicBezTo>
                  <a:pt x="1294554" y="26166"/>
                  <a:pt x="1298364" y="26911"/>
                  <a:pt x="1301840" y="28401"/>
                </a:cubicBezTo>
                <a:cubicBezTo>
                  <a:pt x="1305316" y="29890"/>
                  <a:pt x="1307918" y="31844"/>
                  <a:pt x="1309645" y="34262"/>
                </a:cubicBezTo>
                <a:cubicBezTo>
                  <a:pt x="1311372" y="36680"/>
                  <a:pt x="1312581" y="39552"/>
                  <a:pt x="1313272" y="42876"/>
                </a:cubicBezTo>
                <a:cubicBezTo>
                  <a:pt x="1313704" y="45035"/>
                  <a:pt x="1313919" y="48813"/>
                  <a:pt x="1313919" y="54211"/>
                </a:cubicBezTo>
                <a:lnTo>
                  <a:pt x="1313919" y="96504"/>
                </a:lnTo>
                <a:lnTo>
                  <a:pt x="1302261" y="96504"/>
                </a:lnTo>
                <a:lnTo>
                  <a:pt x="1302261" y="54620"/>
                </a:lnTo>
                <a:cubicBezTo>
                  <a:pt x="1302261" y="49865"/>
                  <a:pt x="1301808" y="46309"/>
                  <a:pt x="1300901" y="43953"/>
                </a:cubicBezTo>
                <a:cubicBezTo>
                  <a:pt x="1299994" y="41597"/>
                  <a:pt x="1298386" y="39717"/>
                  <a:pt x="1296076" y="38312"/>
                </a:cubicBezTo>
                <a:cubicBezTo>
                  <a:pt x="1293766" y="36908"/>
                  <a:pt x="1291056" y="36205"/>
                  <a:pt x="1287947" y="36205"/>
                </a:cubicBezTo>
                <a:cubicBezTo>
                  <a:pt x="1282982" y="36205"/>
                  <a:pt x="1278696" y="37783"/>
                  <a:pt x="1275091" y="40939"/>
                </a:cubicBezTo>
                <a:cubicBezTo>
                  <a:pt x="1271486" y="44094"/>
                  <a:pt x="1269683" y="50081"/>
                  <a:pt x="1269683" y="58898"/>
                </a:cubicBezTo>
                <a:lnTo>
                  <a:pt x="1269683" y="96504"/>
                </a:lnTo>
                <a:lnTo>
                  <a:pt x="1258025" y="96504"/>
                </a:lnTo>
                <a:close/>
                <a:moveTo>
                  <a:pt x="1378861" y="74354"/>
                </a:moveTo>
                <a:lnTo>
                  <a:pt x="1390908" y="75843"/>
                </a:lnTo>
                <a:cubicBezTo>
                  <a:pt x="1389008" y="82881"/>
                  <a:pt x="1385489" y="88344"/>
                  <a:pt x="1380351" y="92230"/>
                </a:cubicBezTo>
                <a:cubicBezTo>
                  <a:pt x="1375213" y="96116"/>
                  <a:pt x="1368650" y="98059"/>
                  <a:pt x="1360662" y="98059"/>
                </a:cubicBezTo>
                <a:cubicBezTo>
                  <a:pt x="1350601" y="98059"/>
                  <a:pt x="1342624" y="94961"/>
                  <a:pt x="1336730" y="88765"/>
                </a:cubicBezTo>
                <a:cubicBezTo>
                  <a:pt x="1330836" y="82568"/>
                  <a:pt x="1327889" y="73879"/>
                  <a:pt x="1327889" y="62695"/>
                </a:cubicBezTo>
                <a:cubicBezTo>
                  <a:pt x="1327889" y="51124"/>
                  <a:pt x="1330868" y="42142"/>
                  <a:pt x="1336827" y="35752"/>
                </a:cubicBezTo>
                <a:cubicBezTo>
                  <a:pt x="1342786" y="29361"/>
                  <a:pt x="1350515" y="26166"/>
                  <a:pt x="1360014" y="26166"/>
                </a:cubicBezTo>
                <a:cubicBezTo>
                  <a:pt x="1369211" y="26166"/>
                  <a:pt x="1376724" y="29292"/>
                  <a:pt x="1382553" y="35543"/>
                </a:cubicBezTo>
                <a:cubicBezTo>
                  <a:pt x="1388382" y="41794"/>
                  <a:pt x="1391297" y="50587"/>
                  <a:pt x="1391297" y="61924"/>
                </a:cubicBezTo>
                <a:cubicBezTo>
                  <a:pt x="1391297" y="62614"/>
                  <a:pt x="1391275" y="63648"/>
                  <a:pt x="1391232" y="65027"/>
                </a:cubicBezTo>
                <a:lnTo>
                  <a:pt x="1339936" y="65027"/>
                </a:lnTo>
                <a:cubicBezTo>
                  <a:pt x="1340368" y="72562"/>
                  <a:pt x="1342505" y="78331"/>
                  <a:pt x="1346348" y="82336"/>
                </a:cubicBezTo>
                <a:cubicBezTo>
                  <a:pt x="1350191" y="86341"/>
                  <a:pt x="1354984" y="88344"/>
                  <a:pt x="1360726" y="88344"/>
                </a:cubicBezTo>
                <a:cubicBezTo>
                  <a:pt x="1365001" y="88344"/>
                  <a:pt x="1368650" y="87232"/>
                  <a:pt x="1371672" y="85008"/>
                </a:cubicBezTo>
                <a:cubicBezTo>
                  <a:pt x="1374695" y="82783"/>
                  <a:pt x="1377091" y="79232"/>
                  <a:pt x="1378861" y="74354"/>
                </a:cubicBezTo>
                <a:moveTo>
                  <a:pt x="1340584" y="55312"/>
                </a:moveTo>
                <a:lnTo>
                  <a:pt x="1378991" y="55312"/>
                </a:lnTo>
                <a:cubicBezTo>
                  <a:pt x="1378473" y="49620"/>
                  <a:pt x="1377005" y="45352"/>
                  <a:pt x="1374587" y="42506"/>
                </a:cubicBezTo>
                <a:cubicBezTo>
                  <a:pt x="1370873" y="38090"/>
                  <a:pt x="1366059" y="35881"/>
                  <a:pt x="1360143" y="35881"/>
                </a:cubicBezTo>
                <a:cubicBezTo>
                  <a:pt x="1354789" y="35881"/>
                  <a:pt x="1350288" y="37644"/>
                  <a:pt x="1346639" y="41170"/>
                </a:cubicBezTo>
                <a:cubicBezTo>
                  <a:pt x="1342991" y="44695"/>
                  <a:pt x="1340972" y="49409"/>
                  <a:pt x="1340584" y="55312"/>
                </a:cubicBezTo>
                <a:close/>
                <a:moveTo>
                  <a:pt x="1405396" y="96504"/>
                </a:moveTo>
                <a:lnTo>
                  <a:pt x="1405396" y="27721"/>
                </a:lnTo>
                <a:lnTo>
                  <a:pt x="1415889" y="27721"/>
                </a:lnTo>
                <a:lnTo>
                  <a:pt x="1415889" y="38084"/>
                </a:lnTo>
                <a:cubicBezTo>
                  <a:pt x="1418566" y="33231"/>
                  <a:pt x="1421038" y="30032"/>
                  <a:pt x="1423305" y="28486"/>
                </a:cubicBezTo>
                <a:cubicBezTo>
                  <a:pt x="1425571" y="26939"/>
                  <a:pt x="1428065" y="26166"/>
                  <a:pt x="1430785" y="26166"/>
                </a:cubicBezTo>
                <a:cubicBezTo>
                  <a:pt x="1434714" y="26166"/>
                  <a:pt x="1438709" y="27413"/>
                  <a:pt x="1442767" y="29907"/>
                </a:cubicBezTo>
                <a:lnTo>
                  <a:pt x="1438752" y="40674"/>
                </a:lnTo>
                <a:cubicBezTo>
                  <a:pt x="1435902" y="38990"/>
                  <a:pt x="1433052" y="38148"/>
                  <a:pt x="1430202" y="38148"/>
                </a:cubicBezTo>
                <a:cubicBezTo>
                  <a:pt x="1427655" y="38148"/>
                  <a:pt x="1425366" y="38916"/>
                  <a:pt x="1423337" y="40452"/>
                </a:cubicBezTo>
                <a:cubicBezTo>
                  <a:pt x="1421307" y="41986"/>
                  <a:pt x="1419861" y="44114"/>
                  <a:pt x="1418997" y="46837"/>
                </a:cubicBezTo>
                <a:cubicBezTo>
                  <a:pt x="1417702" y="50987"/>
                  <a:pt x="1417054" y="55525"/>
                  <a:pt x="1417054" y="60453"/>
                </a:cubicBezTo>
                <a:lnTo>
                  <a:pt x="1417054" y="96504"/>
                </a:lnTo>
                <a:lnTo>
                  <a:pt x="1405396" y="96504"/>
                </a:lnTo>
                <a:close/>
                <a:moveTo>
                  <a:pt x="1475150" y="86206"/>
                </a:moveTo>
                <a:lnTo>
                  <a:pt x="1476834" y="96504"/>
                </a:lnTo>
                <a:cubicBezTo>
                  <a:pt x="1473553" y="97109"/>
                  <a:pt x="1470616" y="97411"/>
                  <a:pt x="1468026" y="97411"/>
                </a:cubicBezTo>
                <a:cubicBezTo>
                  <a:pt x="1463794" y="97411"/>
                  <a:pt x="1460513" y="96742"/>
                  <a:pt x="1458181" y="95403"/>
                </a:cubicBezTo>
                <a:cubicBezTo>
                  <a:pt x="1455849" y="94065"/>
                  <a:pt x="1454209" y="92305"/>
                  <a:pt x="1453259" y="90125"/>
                </a:cubicBezTo>
                <a:cubicBezTo>
                  <a:pt x="1452309" y="87944"/>
                  <a:pt x="1451834" y="83356"/>
                  <a:pt x="1451834" y="76361"/>
                </a:cubicBezTo>
                <a:lnTo>
                  <a:pt x="1451834" y="36788"/>
                </a:lnTo>
                <a:lnTo>
                  <a:pt x="1443284" y="36788"/>
                </a:lnTo>
                <a:lnTo>
                  <a:pt x="1443284" y="27721"/>
                </a:lnTo>
                <a:lnTo>
                  <a:pt x="1451834" y="27721"/>
                </a:lnTo>
                <a:lnTo>
                  <a:pt x="1451834" y="10640"/>
                </a:lnTo>
                <a:lnTo>
                  <a:pt x="1463427" y="3627"/>
                </a:lnTo>
                <a:lnTo>
                  <a:pt x="1463427" y="27721"/>
                </a:lnTo>
                <a:lnTo>
                  <a:pt x="1475150" y="27721"/>
                </a:lnTo>
                <a:lnTo>
                  <a:pt x="1475150" y="36788"/>
                </a:lnTo>
                <a:lnTo>
                  <a:pt x="1463427" y="36788"/>
                </a:lnTo>
                <a:lnTo>
                  <a:pt x="1463427" y="77009"/>
                </a:lnTo>
                <a:cubicBezTo>
                  <a:pt x="1463427" y="80334"/>
                  <a:pt x="1463632" y="82471"/>
                  <a:pt x="1464043" y="83421"/>
                </a:cubicBezTo>
                <a:cubicBezTo>
                  <a:pt x="1464453" y="84371"/>
                  <a:pt x="1465122" y="85127"/>
                  <a:pt x="1466050" y="85688"/>
                </a:cubicBezTo>
                <a:cubicBezTo>
                  <a:pt x="1466979" y="86249"/>
                  <a:pt x="1468306" y="86530"/>
                  <a:pt x="1470034" y="86530"/>
                </a:cubicBezTo>
                <a:cubicBezTo>
                  <a:pt x="1471329" y="86530"/>
                  <a:pt x="1473034" y="86422"/>
                  <a:pt x="1475150" y="86206"/>
                </a:cubicBezTo>
                <a:close/>
                <a:moveTo>
                  <a:pt x="1486636" y="15026"/>
                </a:moveTo>
                <a:lnTo>
                  <a:pt x="1486636" y="1554"/>
                </a:lnTo>
                <a:lnTo>
                  <a:pt x="1498295" y="1554"/>
                </a:lnTo>
                <a:lnTo>
                  <a:pt x="1498295" y="15026"/>
                </a:lnTo>
                <a:lnTo>
                  <a:pt x="1486636" y="15026"/>
                </a:lnTo>
                <a:moveTo>
                  <a:pt x="1486636" y="96504"/>
                </a:moveTo>
                <a:lnTo>
                  <a:pt x="1486636" y="27721"/>
                </a:lnTo>
                <a:lnTo>
                  <a:pt x="1498295" y="27721"/>
                </a:lnTo>
                <a:lnTo>
                  <a:pt x="1498295" y="96504"/>
                </a:lnTo>
                <a:lnTo>
                  <a:pt x="1486636" y="96504"/>
                </a:lnTo>
                <a:close/>
                <a:moveTo>
                  <a:pt x="1560903" y="88012"/>
                </a:moveTo>
                <a:cubicBezTo>
                  <a:pt x="1556585" y="91685"/>
                  <a:pt x="1552429" y="94277"/>
                  <a:pt x="1548435" y="95790"/>
                </a:cubicBezTo>
                <a:cubicBezTo>
                  <a:pt x="1544441" y="97302"/>
                  <a:pt x="1540156" y="98059"/>
                  <a:pt x="1535579" y="98059"/>
                </a:cubicBezTo>
                <a:cubicBezTo>
                  <a:pt x="1528022" y="98059"/>
                  <a:pt x="1522215" y="96212"/>
                  <a:pt x="1518156" y="92517"/>
                </a:cubicBezTo>
                <a:cubicBezTo>
                  <a:pt x="1514097" y="88823"/>
                  <a:pt x="1512068" y="84102"/>
                  <a:pt x="1512068" y="78355"/>
                </a:cubicBezTo>
                <a:cubicBezTo>
                  <a:pt x="1512068" y="74986"/>
                  <a:pt x="1512834" y="71908"/>
                  <a:pt x="1514367" y="69122"/>
                </a:cubicBezTo>
                <a:cubicBezTo>
                  <a:pt x="1515900" y="66334"/>
                  <a:pt x="1517908" y="64097"/>
                  <a:pt x="1520391" y="62412"/>
                </a:cubicBezTo>
                <a:cubicBezTo>
                  <a:pt x="1522873" y="60727"/>
                  <a:pt x="1525669" y="59452"/>
                  <a:pt x="1528778" y="58589"/>
                </a:cubicBezTo>
                <a:cubicBezTo>
                  <a:pt x="1531066" y="57983"/>
                  <a:pt x="1534521" y="57399"/>
                  <a:pt x="1539141" y="56838"/>
                </a:cubicBezTo>
                <a:cubicBezTo>
                  <a:pt x="1548554" y="55723"/>
                  <a:pt x="1555484" y="54394"/>
                  <a:pt x="1559931" y="52851"/>
                </a:cubicBezTo>
                <a:cubicBezTo>
                  <a:pt x="1559975" y="51260"/>
                  <a:pt x="1559996" y="50249"/>
                  <a:pt x="1559996" y="49819"/>
                </a:cubicBezTo>
                <a:cubicBezTo>
                  <a:pt x="1559996" y="45087"/>
                  <a:pt x="1558895" y="41753"/>
                  <a:pt x="1556693" y="39818"/>
                </a:cubicBezTo>
                <a:cubicBezTo>
                  <a:pt x="1553714" y="37194"/>
                  <a:pt x="1549288" y="35881"/>
                  <a:pt x="1543416" y="35881"/>
                </a:cubicBezTo>
                <a:cubicBezTo>
                  <a:pt x="1537932" y="35881"/>
                  <a:pt x="1533884" y="36842"/>
                  <a:pt x="1531272" y="38764"/>
                </a:cubicBezTo>
                <a:cubicBezTo>
                  <a:pt x="1528659" y="40685"/>
                  <a:pt x="1526727" y="44085"/>
                  <a:pt x="1525475" y="48965"/>
                </a:cubicBezTo>
                <a:lnTo>
                  <a:pt x="1514076" y="47410"/>
                </a:lnTo>
                <a:cubicBezTo>
                  <a:pt x="1515112" y="42516"/>
                  <a:pt x="1516818" y="38564"/>
                  <a:pt x="1519192" y="35554"/>
                </a:cubicBezTo>
                <a:cubicBezTo>
                  <a:pt x="1521567" y="32543"/>
                  <a:pt x="1525000" y="30226"/>
                  <a:pt x="1529490" y="28603"/>
                </a:cubicBezTo>
                <a:cubicBezTo>
                  <a:pt x="1533981" y="26979"/>
                  <a:pt x="1539184" y="26166"/>
                  <a:pt x="1545100" y="26166"/>
                </a:cubicBezTo>
                <a:cubicBezTo>
                  <a:pt x="1550972" y="26166"/>
                  <a:pt x="1555743" y="26857"/>
                  <a:pt x="1559413" y="28239"/>
                </a:cubicBezTo>
                <a:cubicBezTo>
                  <a:pt x="1563083" y="29621"/>
                  <a:pt x="1565782" y="31359"/>
                  <a:pt x="1567509" y="33453"/>
                </a:cubicBezTo>
                <a:cubicBezTo>
                  <a:pt x="1569236" y="35547"/>
                  <a:pt x="1570445" y="38192"/>
                  <a:pt x="1571136" y="41387"/>
                </a:cubicBezTo>
                <a:cubicBezTo>
                  <a:pt x="1571525" y="43373"/>
                  <a:pt x="1571719" y="46957"/>
                  <a:pt x="1571719" y="52138"/>
                </a:cubicBezTo>
                <a:lnTo>
                  <a:pt x="1571719" y="67683"/>
                </a:lnTo>
                <a:cubicBezTo>
                  <a:pt x="1571719" y="78520"/>
                  <a:pt x="1571967" y="85375"/>
                  <a:pt x="1572464" y="88246"/>
                </a:cubicBezTo>
                <a:cubicBezTo>
                  <a:pt x="1572961" y="91118"/>
                  <a:pt x="1573943" y="93870"/>
                  <a:pt x="1575411" y="96504"/>
                </a:cubicBezTo>
                <a:lnTo>
                  <a:pt x="1563235" y="96504"/>
                </a:lnTo>
                <a:cubicBezTo>
                  <a:pt x="1562026" y="94084"/>
                  <a:pt x="1561248" y="91253"/>
                  <a:pt x="1560903" y="88012"/>
                </a:cubicBezTo>
                <a:moveTo>
                  <a:pt x="1559931" y="61918"/>
                </a:moveTo>
                <a:cubicBezTo>
                  <a:pt x="1555700" y="63660"/>
                  <a:pt x="1549353" y="65140"/>
                  <a:pt x="1540890" y="66359"/>
                </a:cubicBezTo>
                <a:cubicBezTo>
                  <a:pt x="1536097" y="67052"/>
                  <a:pt x="1532707" y="67833"/>
                  <a:pt x="1530721" y="68701"/>
                </a:cubicBezTo>
                <a:cubicBezTo>
                  <a:pt x="1528735" y="69567"/>
                  <a:pt x="1527202" y="70835"/>
                  <a:pt x="1526123" y="72506"/>
                </a:cubicBezTo>
                <a:cubicBezTo>
                  <a:pt x="1525043" y="74175"/>
                  <a:pt x="1524503" y="76028"/>
                  <a:pt x="1524503" y="78066"/>
                </a:cubicBezTo>
                <a:cubicBezTo>
                  <a:pt x="1524503" y="81187"/>
                  <a:pt x="1525680" y="83788"/>
                  <a:pt x="1528033" y="85870"/>
                </a:cubicBezTo>
                <a:cubicBezTo>
                  <a:pt x="1530386" y="87951"/>
                  <a:pt x="1533830" y="88991"/>
                  <a:pt x="1538364" y="88991"/>
                </a:cubicBezTo>
                <a:cubicBezTo>
                  <a:pt x="1542854" y="88991"/>
                  <a:pt x="1546848" y="88004"/>
                  <a:pt x="1550346" y="86030"/>
                </a:cubicBezTo>
                <a:cubicBezTo>
                  <a:pt x="1553843" y="84056"/>
                  <a:pt x="1556412" y="81355"/>
                  <a:pt x="1558053" y="77928"/>
                </a:cubicBezTo>
                <a:cubicBezTo>
                  <a:pt x="1559305" y="75281"/>
                  <a:pt x="1559931" y="71376"/>
                  <a:pt x="1559931" y="66213"/>
                </a:cubicBezTo>
                <a:lnTo>
                  <a:pt x="1559931" y="61918"/>
                </a:lnTo>
                <a:close/>
                <a:moveTo>
                  <a:pt x="1589510" y="96504"/>
                </a:moveTo>
                <a:lnTo>
                  <a:pt x="1589510" y="1554"/>
                </a:lnTo>
                <a:lnTo>
                  <a:pt x="1601168" y="1554"/>
                </a:lnTo>
                <a:lnTo>
                  <a:pt x="1601168" y="96504"/>
                </a:lnTo>
                <a:lnTo>
                  <a:pt x="1589510" y="96504"/>
                </a:lnTo>
                <a:close/>
                <a:moveTo>
                  <a:pt x="1656092" y="96504"/>
                </a:moveTo>
                <a:lnTo>
                  <a:pt x="1656092" y="27721"/>
                </a:lnTo>
                <a:lnTo>
                  <a:pt x="1666584" y="27721"/>
                </a:lnTo>
                <a:lnTo>
                  <a:pt x="1666584" y="37436"/>
                </a:lnTo>
                <a:cubicBezTo>
                  <a:pt x="1671636" y="29923"/>
                  <a:pt x="1678933" y="26166"/>
                  <a:pt x="1688476" y="26166"/>
                </a:cubicBezTo>
                <a:cubicBezTo>
                  <a:pt x="1692621" y="26166"/>
                  <a:pt x="1696431" y="26911"/>
                  <a:pt x="1699907" y="28401"/>
                </a:cubicBezTo>
                <a:cubicBezTo>
                  <a:pt x="1703383" y="29890"/>
                  <a:pt x="1705985" y="31844"/>
                  <a:pt x="1707712" y="34262"/>
                </a:cubicBezTo>
                <a:cubicBezTo>
                  <a:pt x="1709439" y="36680"/>
                  <a:pt x="1710648" y="39552"/>
                  <a:pt x="1711339" y="42876"/>
                </a:cubicBezTo>
                <a:cubicBezTo>
                  <a:pt x="1711771" y="45035"/>
                  <a:pt x="1711986" y="48813"/>
                  <a:pt x="1711986" y="54211"/>
                </a:cubicBezTo>
                <a:lnTo>
                  <a:pt x="1711986" y="96504"/>
                </a:lnTo>
                <a:lnTo>
                  <a:pt x="1700328" y="96504"/>
                </a:lnTo>
                <a:lnTo>
                  <a:pt x="1700328" y="54620"/>
                </a:lnTo>
                <a:cubicBezTo>
                  <a:pt x="1700328" y="49865"/>
                  <a:pt x="1699875" y="46309"/>
                  <a:pt x="1698968" y="43953"/>
                </a:cubicBezTo>
                <a:cubicBezTo>
                  <a:pt x="1698061" y="41597"/>
                  <a:pt x="1696453" y="39717"/>
                  <a:pt x="1694143" y="38312"/>
                </a:cubicBezTo>
                <a:cubicBezTo>
                  <a:pt x="1691833" y="36908"/>
                  <a:pt x="1689123" y="36205"/>
                  <a:pt x="1686014" y="36205"/>
                </a:cubicBezTo>
                <a:cubicBezTo>
                  <a:pt x="1681049" y="36205"/>
                  <a:pt x="1676763" y="37783"/>
                  <a:pt x="1673158" y="40939"/>
                </a:cubicBezTo>
                <a:cubicBezTo>
                  <a:pt x="1669553" y="44094"/>
                  <a:pt x="1667750" y="50081"/>
                  <a:pt x="1667750" y="58898"/>
                </a:cubicBezTo>
                <a:lnTo>
                  <a:pt x="1667750" y="96504"/>
                </a:lnTo>
                <a:lnTo>
                  <a:pt x="1656092" y="96504"/>
                </a:lnTo>
                <a:close/>
                <a:moveTo>
                  <a:pt x="1774727" y="88012"/>
                </a:moveTo>
                <a:cubicBezTo>
                  <a:pt x="1770409" y="91685"/>
                  <a:pt x="1766253" y="94277"/>
                  <a:pt x="1762259" y="95790"/>
                </a:cubicBezTo>
                <a:cubicBezTo>
                  <a:pt x="1758265" y="97302"/>
                  <a:pt x="1753979" y="98059"/>
                  <a:pt x="1749402" y="98059"/>
                </a:cubicBezTo>
                <a:cubicBezTo>
                  <a:pt x="1741846" y="98059"/>
                  <a:pt x="1736038" y="96212"/>
                  <a:pt x="1731980" y="92517"/>
                </a:cubicBezTo>
                <a:cubicBezTo>
                  <a:pt x="1727921" y="88823"/>
                  <a:pt x="1725891" y="84102"/>
                  <a:pt x="1725891" y="78355"/>
                </a:cubicBezTo>
                <a:cubicBezTo>
                  <a:pt x="1725891" y="74986"/>
                  <a:pt x="1726658" y="71908"/>
                  <a:pt x="1728191" y="69122"/>
                </a:cubicBezTo>
                <a:cubicBezTo>
                  <a:pt x="1729724" y="66334"/>
                  <a:pt x="1731731" y="64097"/>
                  <a:pt x="1734214" y="62412"/>
                </a:cubicBezTo>
                <a:cubicBezTo>
                  <a:pt x="1736697" y="60727"/>
                  <a:pt x="1739493" y="59452"/>
                  <a:pt x="1742602" y="58589"/>
                </a:cubicBezTo>
                <a:cubicBezTo>
                  <a:pt x="1744890" y="57983"/>
                  <a:pt x="1748344" y="57399"/>
                  <a:pt x="1752964" y="56838"/>
                </a:cubicBezTo>
                <a:cubicBezTo>
                  <a:pt x="1762377" y="55723"/>
                  <a:pt x="1769308" y="54394"/>
                  <a:pt x="1773755" y="52851"/>
                </a:cubicBezTo>
                <a:cubicBezTo>
                  <a:pt x="1773798" y="51260"/>
                  <a:pt x="1773820" y="50249"/>
                  <a:pt x="1773820" y="49819"/>
                </a:cubicBezTo>
                <a:cubicBezTo>
                  <a:pt x="1773820" y="45087"/>
                  <a:pt x="1772719" y="41753"/>
                  <a:pt x="1770517" y="39818"/>
                </a:cubicBezTo>
                <a:cubicBezTo>
                  <a:pt x="1767537" y="37194"/>
                  <a:pt x="1763111" y="35881"/>
                  <a:pt x="1757239" y="35881"/>
                </a:cubicBezTo>
                <a:cubicBezTo>
                  <a:pt x="1751755" y="35881"/>
                  <a:pt x="1747707" y="36842"/>
                  <a:pt x="1745095" y="38764"/>
                </a:cubicBezTo>
                <a:cubicBezTo>
                  <a:pt x="1742483" y="40685"/>
                  <a:pt x="1740551" y="44085"/>
                  <a:pt x="1739298" y="48965"/>
                </a:cubicBezTo>
                <a:lnTo>
                  <a:pt x="1727899" y="47410"/>
                </a:lnTo>
                <a:cubicBezTo>
                  <a:pt x="1728936" y="42516"/>
                  <a:pt x="1730641" y="38564"/>
                  <a:pt x="1733016" y="35554"/>
                </a:cubicBezTo>
                <a:cubicBezTo>
                  <a:pt x="1735391" y="32543"/>
                  <a:pt x="1738823" y="30226"/>
                  <a:pt x="1743314" y="28603"/>
                </a:cubicBezTo>
                <a:cubicBezTo>
                  <a:pt x="1747805" y="26979"/>
                  <a:pt x="1753008" y="26166"/>
                  <a:pt x="1758923" y="26166"/>
                </a:cubicBezTo>
                <a:cubicBezTo>
                  <a:pt x="1764795" y="26166"/>
                  <a:pt x="1769567" y="26857"/>
                  <a:pt x="1773237" y="28239"/>
                </a:cubicBezTo>
                <a:cubicBezTo>
                  <a:pt x="1776907" y="29621"/>
                  <a:pt x="1779606" y="31359"/>
                  <a:pt x="1781333" y="33453"/>
                </a:cubicBezTo>
                <a:cubicBezTo>
                  <a:pt x="1783060" y="35547"/>
                  <a:pt x="1784269" y="38192"/>
                  <a:pt x="1784960" y="41387"/>
                </a:cubicBezTo>
                <a:cubicBezTo>
                  <a:pt x="1785348" y="43373"/>
                  <a:pt x="1785543" y="46957"/>
                  <a:pt x="1785543" y="52138"/>
                </a:cubicBezTo>
                <a:lnTo>
                  <a:pt x="1785543" y="67683"/>
                </a:lnTo>
                <a:cubicBezTo>
                  <a:pt x="1785543" y="78520"/>
                  <a:pt x="1785791" y="85375"/>
                  <a:pt x="1786288" y="88246"/>
                </a:cubicBezTo>
                <a:cubicBezTo>
                  <a:pt x="1786784" y="91118"/>
                  <a:pt x="1787766" y="93870"/>
                  <a:pt x="1789235" y="96504"/>
                </a:cubicBezTo>
                <a:lnTo>
                  <a:pt x="1777058" y="96504"/>
                </a:lnTo>
                <a:cubicBezTo>
                  <a:pt x="1775849" y="94084"/>
                  <a:pt x="1775072" y="91253"/>
                  <a:pt x="1774727" y="88012"/>
                </a:cubicBezTo>
                <a:moveTo>
                  <a:pt x="1773755" y="61918"/>
                </a:moveTo>
                <a:cubicBezTo>
                  <a:pt x="1769523" y="63660"/>
                  <a:pt x="1763176" y="65140"/>
                  <a:pt x="1754713" y="66359"/>
                </a:cubicBezTo>
                <a:cubicBezTo>
                  <a:pt x="1749920" y="67052"/>
                  <a:pt x="1746531" y="67833"/>
                  <a:pt x="1744545" y="68701"/>
                </a:cubicBezTo>
                <a:cubicBezTo>
                  <a:pt x="1742558" y="69567"/>
                  <a:pt x="1741026" y="70835"/>
                  <a:pt x="1739946" y="72506"/>
                </a:cubicBezTo>
                <a:cubicBezTo>
                  <a:pt x="1738867" y="74175"/>
                  <a:pt x="1738327" y="76028"/>
                  <a:pt x="1738327" y="78066"/>
                </a:cubicBezTo>
                <a:cubicBezTo>
                  <a:pt x="1738327" y="81187"/>
                  <a:pt x="1739504" y="83788"/>
                  <a:pt x="1741857" y="85870"/>
                </a:cubicBezTo>
                <a:cubicBezTo>
                  <a:pt x="1744210" y="87951"/>
                  <a:pt x="1747653" y="88991"/>
                  <a:pt x="1752187" y="88991"/>
                </a:cubicBezTo>
                <a:cubicBezTo>
                  <a:pt x="1756678" y="88991"/>
                  <a:pt x="1760672" y="88004"/>
                  <a:pt x="1764169" y="86030"/>
                </a:cubicBezTo>
                <a:cubicBezTo>
                  <a:pt x="1767667" y="84056"/>
                  <a:pt x="1770236" y="81355"/>
                  <a:pt x="1771877" y="77928"/>
                </a:cubicBezTo>
                <a:cubicBezTo>
                  <a:pt x="1773129" y="75281"/>
                  <a:pt x="1773755" y="71376"/>
                  <a:pt x="1773755" y="66213"/>
                </a:cubicBezTo>
                <a:lnTo>
                  <a:pt x="1773755" y="61918"/>
                </a:lnTo>
                <a:close/>
                <a:moveTo>
                  <a:pt x="1822699" y="96504"/>
                </a:moveTo>
                <a:lnTo>
                  <a:pt x="1796533" y="27721"/>
                </a:lnTo>
                <a:lnTo>
                  <a:pt x="1808839" y="27721"/>
                </a:lnTo>
                <a:lnTo>
                  <a:pt x="1823606" y="68913"/>
                </a:lnTo>
                <a:cubicBezTo>
                  <a:pt x="1825204" y="73361"/>
                  <a:pt x="1826672" y="77981"/>
                  <a:pt x="1828010" y="82774"/>
                </a:cubicBezTo>
                <a:cubicBezTo>
                  <a:pt x="1829047" y="79146"/>
                  <a:pt x="1830493" y="74785"/>
                  <a:pt x="1832350" y="69690"/>
                </a:cubicBezTo>
                <a:lnTo>
                  <a:pt x="1847635" y="27721"/>
                </a:lnTo>
                <a:lnTo>
                  <a:pt x="1859617" y="27721"/>
                </a:lnTo>
                <a:lnTo>
                  <a:pt x="1833581" y="96504"/>
                </a:lnTo>
                <a:lnTo>
                  <a:pt x="1822699" y="96504"/>
                </a:lnTo>
                <a:close/>
                <a:moveTo>
                  <a:pt x="1869980" y="15026"/>
                </a:moveTo>
                <a:lnTo>
                  <a:pt x="1869980" y="1554"/>
                </a:lnTo>
                <a:lnTo>
                  <a:pt x="1881638" y="1554"/>
                </a:lnTo>
                <a:lnTo>
                  <a:pt x="1881638" y="15026"/>
                </a:lnTo>
                <a:lnTo>
                  <a:pt x="1869980" y="15026"/>
                </a:lnTo>
                <a:moveTo>
                  <a:pt x="1869980" y="96504"/>
                </a:moveTo>
                <a:lnTo>
                  <a:pt x="1869980" y="27721"/>
                </a:lnTo>
                <a:lnTo>
                  <a:pt x="1881638" y="27721"/>
                </a:lnTo>
                <a:lnTo>
                  <a:pt x="1881638" y="96504"/>
                </a:lnTo>
                <a:lnTo>
                  <a:pt x="1869980" y="96504"/>
                </a:lnTo>
                <a:close/>
                <a:moveTo>
                  <a:pt x="1897225" y="102204"/>
                </a:moveTo>
                <a:lnTo>
                  <a:pt x="1908560" y="103888"/>
                </a:lnTo>
                <a:cubicBezTo>
                  <a:pt x="1909035" y="107385"/>
                  <a:pt x="1910352" y="109933"/>
                  <a:pt x="1912510" y="111530"/>
                </a:cubicBezTo>
                <a:cubicBezTo>
                  <a:pt x="1915403" y="113689"/>
                  <a:pt x="1919354" y="114769"/>
                  <a:pt x="1924363" y="114769"/>
                </a:cubicBezTo>
                <a:cubicBezTo>
                  <a:pt x="1929760" y="114769"/>
                  <a:pt x="1933927" y="113687"/>
                  <a:pt x="1936863" y="111522"/>
                </a:cubicBezTo>
                <a:cubicBezTo>
                  <a:pt x="1939799" y="109359"/>
                  <a:pt x="1941786" y="106330"/>
                  <a:pt x="1942822" y="102435"/>
                </a:cubicBezTo>
                <a:cubicBezTo>
                  <a:pt x="1943426" y="100056"/>
                  <a:pt x="1943707" y="95058"/>
                  <a:pt x="1943664" y="87441"/>
                </a:cubicBezTo>
                <a:cubicBezTo>
                  <a:pt x="1938569" y="93483"/>
                  <a:pt x="1932221" y="96504"/>
                  <a:pt x="1924622" y="96504"/>
                </a:cubicBezTo>
                <a:cubicBezTo>
                  <a:pt x="1915166" y="96504"/>
                  <a:pt x="1907847" y="93093"/>
                  <a:pt x="1902666" y="86271"/>
                </a:cubicBezTo>
                <a:cubicBezTo>
                  <a:pt x="1897484" y="79449"/>
                  <a:pt x="1894894" y="71266"/>
                  <a:pt x="1894894" y="61724"/>
                </a:cubicBezTo>
                <a:cubicBezTo>
                  <a:pt x="1894894" y="55161"/>
                  <a:pt x="1896081" y="49105"/>
                  <a:pt x="1898456" y="43556"/>
                </a:cubicBezTo>
                <a:cubicBezTo>
                  <a:pt x="1900831" y="38008"/>
                  <a:pt x="1904274" y="33723"/>
                  <a:pt x="1908786" y="30700"/>
                </a:cubicBezTo>
                <a:cubicBezTo>
                  <a:pt x="1913298" y="27678"/>
                  <a:pt x="1918599" y="26166"/>
                  <a:pt x="1924687" y="26166"/>
                </a:cubicBezTo>
                <a:cubicBezTo>
                  <a:pt x="1932804" y="26166"/>
                  <a:pt x="1939497" y="29469"/>
                  <a:pt x="1944765" y="36076"/>
                </a:cubicBezTo>
                <a:lnTo>
                  <a:pt x="1944765" y="27721"/>
                </a:lnTo>
                <a:lnTo>
                  <a:pt x="1955516" y="27721"/>
                </a:lnTo>
                <a:lnTo>
                  <a:pt x="1955516" y="87218"/>
                </a:lnTo>
                <a:cubicBezTo>
                  <a:pt x="1955516" y="97933"/>
                  <a:pt x="1954426" y="105527"/>
                  <a:pt x="1952246" y="109998"/>
                </a:cubicBezTo>
                <a:cubicBezTo>
                  <a:pt x="1950065" y="114470"/>
                  <a:pt x="1946611" y="118002"/>
                  <a:pt x="1941883" y="120594"/>
                </a:cubicBezTo>
                <a:cubicBezTo>
                  <a:pt x="1937155" y="123187"/>
                  <a:pt x="1931336" y="124484"/>
                  <a:pt x="1924428" y="124484"/>
                </a:cubicBezTo>
                <a:cubicBezTo>
                  <a:pt x="1916224" y="124484"/>
                  <a:pt x="1909596" y="122633"/>
                  <a:pt x="1904544" y="118930"/>
                </a:cubicBezTo>
                <a:cubicBezTo>
                  <a:pt x="1899492" y="115228"/>
                  <a:pt x="1897052" y="109652"/>
                  <a:pt x="1897225" y="102204"/>
                </a:cubicBezTo>
                <a:moveTo>
                  <a:pt x="1906876" y="60884"/>
                </a:moveTo>
                <a:cubicBezTo>
                  <a:pt x="1906876" y="69885"/>
                  <a:pt x="1908668" y="76453"/>
                  <a:pt x="1912251" y="80588"/>
                </a:cubicBezTo>
                <a:cubicBezTo>
                  <a:pt x="1915835" y="84722"/>
                  <a:pt x="1920326" y="86789"/>
                  <a:pt x="1925723" y="86789"/>
                </a:cubicBezTo>
                <a:cubicBezTo>
                  <a:pt x="1931077" y="86789"/>
                  <a:pt x="1935568" y="84733"/>
                  <a:pt x="1939195" y="80620"/>
                </a:cubicBezTo>
                <a:cubicBezTo>
                  <a:pt x="1942822" y="76507"/>
                  <a:pt x="1944635" y="70057"/>
                  <a:pt x="1944635" y="61271"/>
                </a:cubicBezTo>
                <a:cubicBezTo>
                  <a:pt x="1944635" y="52872"/>
                  <a:pt x="1942768" y="46541"/>
                  <a:pt x="1939033" y="42277"/>
                </a:cubicBezTo>
                <a:cubicBezTo>
                  <a:pt x="1935298" y="38013"/>
                  <a:pt x="1930797" y="35881"/>
                  <a:pt x="1925529" y="35881"/>
                </a:cubicBezTo>
                <a:cubicBezTo>
                  <a:pt x="1920347" y="35881"/>
                  <a:pt x="1915943" y="37981"/>
                  <a:pt x="1912316" y="42180"/>
                </a:cubicBezTo>
                <a:cubicBezTo>
                  <a:pt x="1908689" y="46379"/>
                  <a:pt x="1906876" y="52614"/>
                  <a:pt x="1906876" y="60884"/>
                </a:cubicBezTo>
                <a:close/>
                <a:moveTo>
                  <a:pt x="2017997" y="88012"/>
                </a:moveTo>
                <a:cubicBezTo>
                  <a:pt x="2013679" y="91685"/>
                  <a:pt x="2009523" y="94277"/>
                  <a:pt x="2005529" y="95790"/>
                </a:cubicBezTo>
                <a:cubicBezTo>
                  <a:pt x="2001535" y="97302"/>
                  <a:pt x="1997250" y="98059"/>
                  <a:pt x="1992673" y="98059"/>
                </a:cubicBezTo>
                <a:cubicBezTo>
                  <a:pt x="1985117" y="98059"/>
                  <a:pt x="1979309" y="96212"/>
                  <a:pt x="1975250" y="92517"/>
                </a:cubicBezTo>
                <a:cubicBezTo>
                  <a:pt x="1971192" y="88823"/>
                  <a:pt x="1969162" y="84102"/>
                  <a:pt x="1969162" y="78355"/>
                </a:cubicBezTo>
                <a:cubicBezTo>
                  <a:pt x="1969162" y="74986"/>
                  <a:pt x="1969929" y="71908"/>
                  <a:pt x="1971461" y="69122"/>
                </a:cubicBezTo>
                <a:cubicBezTo>
                  <a:pt x="1972994" y="66334"/>
                  <a:pt x="1975002" y="64097"/>
                  <a:pt x="1977485" y="62412"/>
                </a:cubicBezTo>
                <a:cubicBezTo>
                  <a:pt x="1979968" y="60727"/>
                  <a:pt x="1982763" y="59452"/>
                  <a:pt x="1985872" y="58589"/>
                </a:cubicBezTo>
                <a:cubicBezTo>
                  <a:pt x="1988161" y="57983"/>
                  <a:pt x="1991615" y="57399"/>
                  <a:pt x="1996235" y="56838"/>
                </a:cubicBezTo>
                <a:cubicBezTo>
                  <a:pt x="2005648" y="55723"/>
                  <a:pt x="2012578" y="54394"/>
                  <a:pt x="2017026" y="52851"/>
                </a:cubicBezTo>
                <a:cubicBezTo>
                  <a:pt x="2017069" y="51260"/>
                  <a:pt x="2017090" y="50249"/>
                  <a:pt x="2017090" y="49819"/>
                </a:cubicBezTo>
                <a:cubicBezTo>
                  <a:pt x="2017090" y="45087"/>
                  <a:pt x="2015989" y="41753"/>
                  <a:pt x="2013787" y="39818"/>
                </a:cubicBezTo>
                <a:cubicBezTo>
                  <a:pt x="2010808" y="37194"/>
                  <a:pt x="2006382" y="35881"/>
                  <a:pt x="2000510" y="35881"/>
                </a:cubicBezTo>
                <a:cubicBezTo>
                  <a:pt x="1995026" y="35881"/>
                  <a:pt x="1990978" y="36842"/>
                  <a:pt x="1988366" y="38764"/>
                </a:cubicBezTo>
                <a:cubicBezTo>
                  <a:pt x="1985754" y="40685"/>
                  <a:pt x="1983821" y="44085"/>
                  <a:pt x="1982569" y="48965"/>
                </a:cubicBezTo>
                <a:lnTo>
                  <a:pt x="1971170" y="47410"/>
                </a:lnTo>
                <a:cubicBezTo>
                  <a:pt x="1972206" y="42516"/>
                  <a:pt x="1973912" y="38564"/>
                  <a:pt x="1976287" y="35554"/>
                </a:cubicBezTo>
                <a:cubicBezTo>
                  <a:pt x="1978661" y="32543"/>
                  <a:pt x="1982094" y="30226"/>
                  <a:pt x="1986585" y="28603"/>
                </a:cubicBezTo>
                <a:cubicBezTo>
                  <a:pt x="1991075" y="26979"/>
                  <a:pt x="1996278" y="26166"/>
                  <a:pt x="2002194" y="26166"/>
                </a:cubicBezTo>
                <a:cubicBezTo>
                  <a:pt x="2008066" y="26166"/>
                  <a:pt x="2012837" y="26857"/>
                  <a:pt x="2016508" y="28239"/>
                </a:cubicBezTo>
                <a:cubicBezTo>
                  <a:pt x="2020178" y="29621"/>
                  <a:pt x="2022876" y="31359"/>
                  <a:pt x="2024604" y="33453"/>
                </a:cubicBezTo>
                <a:cubicBezTo>
                  <a:pt x="2026331" y="35547"/>
                  <a:pt x="2027540" y="38192"/>
                  <a:pt x="2028231" y="41387"/>
                </a:cubicBezTo>
                <a:cubicBezTo>
                  <a:pt x="2028619" y="43373"/>
                  <a:pt x="2028813" y="46957"/>
                  <a:pt x="2028813" y="52138"/>
                </a:cubicBezTo>
                <a:lnTo>
                  <a:pt x="2028813" y="67683"/>
                </a:lnTo>
                <a:cubicBezTo>
                  <a:pt x="2028813" y="78520"/>
                  <a:pt x="2029062" y="85375"/>
                  <a:pt x="2029558" y="88246"/>
                </a:cubicBezTo>
                <a:cubicBezTo>
                  <a:pt x="2030055" y="91118"/>
                  <a:pt x="2031037" y="93870"/>
                  <a:pt x="2032505" y="96504"/>
                </a:cubicBezTo>
                <a:lnTo>
                  <a:pt x="2020329" y="96504"/>
                </a:lnTo>
                <a:cubicBezTo>
                  <a:pt x="2019120" y="94084"/>
                  <a:pt x="2018343" y="91253"/>
                  <a:pt x="2017997" y="88012"/>
                </a:cubicBezTo>
                <a:moveTo>
                  <a:pt x="2017026" y="61918"/>
                </a:moveTo>
                <a:cubicBezTo>
                  <a:pt x="2012794" y="63660"/>
                  <a:pt x="2006447" y="65140"/>
                  <a:pt x="1997984" y="66359"/>
                </a:cubicBezTo>
                <a:cubicBezTo>
                  <a:pt x="1993191" y="67052"/>
                  <a:pt x="1989802" y="67833"/>
                  <a:pt x="1987815" y="68701"/>
                </a:cubicBezTo>
                <a:cubicBezTo>
                  <a:pt x="1985829" y="69567"/>
                  <a:pt x="1984296" y="70835"/>
                  <a:pt x="1983217" y="72506"/>
                </a:cubicBezTo>
                <a:cubicBezTo>
                  <a:pt x="1982137" y="74175"/>
                  <a:pt x="1981598" y="76028"/>
                  <a:pt x="1981598" y="78066"/>
                </a:cubicBezTo>
                <a:cubicBezTo>
                  <a:pt x="1981598" y="81187"/>
                  <a:pt x="1982774" y="83788"/>
                  <a:pt x="1985127" y="85870"/>
                </a:cubicBezTo>
                <a:cubicBezTo>
                  <a:pt x="1987481" y="87951"/>
                  <a:pt x="1990924" y="88991"/>
                  <a:pt x="1995458" y="88991"/>
                </a:cubicBezTo>
                <a:cubicBezTo>
                  <a:pt x="1999949" y="88991"/>
                  <a:pt x="2003943" y="88004"/>
                  <a:pt x="2007440" y="86030"/>
                </a:cubicBezTo>
                <a:cubicBezTo>
                  <a:pt x="2010937" y="84056"/>
                  <a:pt x="2013507" y="81355"/>
                  <a:pt x="2015147" y="77928"/>
                </a:cubicBezTo>
                <a:cubicBezTo>
                  <a:pt x="2016400" y="75281"/>
                  <a:pt x="2017026" y="71376"/>
                  <a:pt x="2017026" y="66213"/>
                </a:cubicBezTo>
                <a:lnTo>
                  <a:pt x="2017026" y="61918"/>
                </a:lnTo>
                <a:close/>
                <a:moveTo>
                  <a:pt x="2072317" y="86206"/>
                </a:moveTo>
                <a:lnTo>
                  <a:pt x="2074001" y="96504"/>
                </a:lnTo>
                <a:cubicBezTo>
                  <a:pt x="2070719" y="97109"/>
                  <a:pt x="2067783" y="97411"/>
                  <a:pt x="2065193" y="97411"/>
                </a:cubicBezTo>
                <a:cubicBezTo>
                  <a:pt x="2060961" y="97411"/>
                  <a:pt x="2057680" y="96742"/>
                  <a:pt x="2055348" y="95403"/>
                </a:cubicBezTo>
                <a:cubicBezTo>
                  <a:pt x="2053016" y="94065"/>
                  <a:pt x="2051375" y="92305"/>
                  <a:pt x="2050426" y="90125"/>
                </a:cubicBezTo>
                <a:cubicBezTo>
                  <a:pt x="2049476" y="87944"/>
                  <a:pt x="2049001" y="83356"/>
                  <a:pt x="2049001" y="76361"/>
                </a:cubicBezTo>
                <a:lnTo>
                  <a:pt x="2049001" y="36788"/>
                </a:lnTo>
                <a:lnTo>
                  <a:pt x="2040451" y="36788"/>
                </a:lnTo>
                <a:lnTo>
                  <a:pt x="2040451" y="27721"/>
                </a:lnTo>
                <a:lnTo>
                  <a:pt x="2049001" y="27721"/>
                </a:lnTo>
                <a:lnTo>
                  <a:pt x="2049001" y="10640"/>
                </a:lnTo>
                <a:lnTo>
                  <a:pt x="2060594" y="3627"/>
                </a:lnTo>
                <a:lnTo>
                  <a:pt x="2060594" y="27721"/>
                </a:lnTo>
                <a:lnTo>
                  <a:pt x="2072317" y="27721"/>
                </a:lnTo>
                <a:lnTo>
                  <a:pt x="2072317" y="36788"/>
                </a:lnTo>
                <a:lnTo>
                  <a:pt x="2060594" y="36788"/>
                </a:lnTo>
                <a:lnTo>
                  <a:pt x="2060594" y="77009"/>
                </a:lnTo>
                <a:cubicBezTo>
                  <a:pt x="2060594" y="80334"/>
                  <a:pt x="2060799" y="82471"/>
                  <a:pt x="2061209" y="83421"/>
                </a:cubicBezTo>
                <a:cubicBezTo>
                  <a:pt x="2061620" y="84371"/>
                  <a:pt x="2062289" y="85127"/>
                  <a:pt x="2063217" y="85688"/>
                </a:cubicBezTo>
                <a:cubicBezTo>
                  <a:pt x="2064146" y="86249"/>
                  <a:pt x="2065473" y="86530"/>
                  <a:pt x="2067200" y="86530"/>
                </a:cubicBezTo>
                <a:cubicBezTo>
                  <a:pt x="2068496" y="86530"/>
                  <a:pt x="2070201" y="86422"/>
                  <a:pt x="2072317" y="86206"/>
                </a:cubicBezTo>
                <a:close/>
                <a:moveTo>
                  <a:pt x="2083804" y="15026"/>
                </a:moveTo>
                <a:lnTo>
                  <a:pt x="2083804" y="1554"/>
                </a:lnTo>
                <a:lnTo>
                  <a:pt x="2095462" y="1554"/>
                </a:lnTo>
                <a:lnTo>
                  <a:pt x="2095462" y="15026"/>
                </a:lnTo>
                <a:lnTo>
                  <a:pt x="2083804" y="15026"/>
                </a:lnTo>
                <a:moveTo>
                  <a:pt x="2083804" y="96504"/>
                </a:moveTo>
                <a:lnTo>
                  <a:pt x="2083804" y="27721"/>
                </a:lnTo>
                <a:lnTo>
                  <a:pt x="2095462" y="27721"/>
                </a:lnTo>
                <a:lnTo>
                  <a:pt x="2095462" y="96504"/>
                </a:lnTo>
                <a:lnTo>
                  <a:pt x="2083804" y="96504"/>
                </a:lnTo>
                <a:close/>
                <a:moveTo>
                  <a:pt x="2108846" y="62113"/>
                </a:moveTo>
                <a:cubicBezTo>
                  <a:pt x="2108846" y="49375"/>
                  <a:pt x="2112387" y="39940"/>
                  <a:pt x="2119468" y="33809"/>
                </a:cubicBezTo>
                <a:cubicBezTo>
                  <a:pt x="2125384" y="28714"/>
                  <a:pt x="2132594" y="26166"/>
                  <a:pt x="2141101" y="26166"/>
                </a:cubicBezTo>
                <a:cubicBezTo>
                  <a:pt x="2150557" y="26166"/>
                  <a:pt x="2158286" y="29264"/>
                  <a:pt x="2164288" y="35460"/>
                </a:cubicBezTo>
                <a:cubicBezTo>
                  <a:pt x="2170289" y="41657"/>
                  <a:pt x="2173290" y="50217"/>
                  <a:pt x="2173290" y="61141"/>
                </a:cubicBezTo>
                <a:cubicBezTo>
                  <a:pt x="2173290" y="69993"/>
                  <a:pt x="2171963" y="76955"/>
                  <a:pt x="2169307" y="82029"/>
                </a:cubicBezTo>
                <a:cubicBezTo>
                  <a:pt x="2166652" y="87102"/>
                  <a:pt x="2162787" y="91042"/>
                  <a:pt x="2157714" y="93849"/>
                </a:cubicBezTo>
                <a:cubicBezTo>
                  <a:pt x="2152640" y="96655"/>
                  <a:pt x="2147102" y="98059"/>
                  <a:pt x="2141101" y="98059"/>
                </a:cubicBezTo>
                <a:cubicBezTo>
                  <a:pt x="2131472" y="98059"/>
                  <a:pt x="2123689" y="94971"/>
                  <a:pt x="2117752" y="88797"/>
                </a:cubicBezTo>
                <a:cubicBezTo>
                  <a:pt x="2111815" y="82622"/>
                  <a:pt x="2108846" y="73728"/>
                  <a:pt x="2108846" y="62113"/>
                </a:cubicBezTo>
                <a:moveTo>
                  <a:pt x="2120828" y="62080"/>
                </a:moveTo>
                <a:cubicBezTo>
                  <a:pt x="2120828" y="70856"/>
                  <a:pt x="2122750" y="77427"/>
                  <a:pt x="2126593" y="81794"/>
                </a:cubicBezTo>
                <a:cubicBezTo>
                  <a:pt x="2130436" y="86160"/>
                  <a:pt x="2135272" y="88344"/>
                  <a:pt x="2141101" y="88344"/>
                </a:cubicBezTo>
                <a:cubicBezTo>
                  <a:pt x="2146887" y="88344"/>
                  <a:pt x="2151701" y="86150"/>
                  <a:pt x="2155544" y="81762"/>
                </a:cubicBezTo>
                <a:cubicBezTo>
                  <a:pt x="2159387" y="77373"/>
                  <a:pt x="2161308" y="70684"/>
                  <a:pt x="2161308" y="61694"/>
                </a:cubicBezTo>
                <a:cubicBezTo>
                  <a:pt x="2161308" y="53218"/>
                  <a:pt x="2159376" y="46798"/>
                  <a:pt x="2155512" y="42431"/>
                </a:cubicBezTo>
                <a:cubicBezTo>
                  <a:pt x="2151647" y="38065"/>
                  <a:pt x="2146843" y="35881"/>
                  <a:pt x="2141101" y="35881"/>
                </a:cubicBezTo>
                <a:cubicBezTo>
                  <a:pt x="2135272" y="35881"/>
                  <a:pt x="2130436" y="38054"/>
                  <a:pt x="2126593" y="42399"/>
                </a:cubicBezTo>
                <a:cubicBezTo>
                  <a:pt x="2122750" y="46744"/>
                  <a:pt x="2120828" y="53304"/>
                  <a:pt x="2120828" y="62080"/>
                </a:cubicBezTo>
                <a:close/>
                <a:moveTo>
                  <a:pt x="2186936" y="96504"/>
                </a:moveTo>
                <a:lnTo>
                  <a:pt x="2186936" y="27721"/>
                </a:lnTo>
                <a:lnTo>
                  <a:pt x="2197429" y="27721"/>
                </a:lnTo>
                <a:lnTo>
                  <a:pt x="2197429" y="37436"/>
                </a:lnTo>
                <a:cubicBezTo>
                  <a:pt x="2202481" y="29923"/>
                  <a:pt x="2209778" y="26166"/>
                  <a:pt x="2219320" y="26166"/>
                </a:cubicBezTo>
                <a:cubicBezTo>
                  <a:pt x="2223465" y="26166"/>
                  <a:pt x="2227276" y="26911"/>
                  <a:pt x="2230752" y="28401"/>
                </a:cubicBezTo>
                <a:cubicBezTo>
                  <a:pt x="2234228" y="29890"/>
                  <a:pt x="2236829" y="31844"/>
                  <a:pt x="2238556" y="34262"/>
                </a:cubicBezTo>
                <a:cubicBezTo>
                  <a:pt x="2240284" y="36680"/>
                  <a:pt x="2241493" y="39552"/>
                  <a:pt x="2242183" y="42876"/>
                </a:cubicBezTo>
                <a:cubicBezTo>
                  <a:pt x="2242615" y="45035"/>
                  <a:pt x="2242831" y="48813"/>
                  <a:pt x="2242831" y="54211"/>
                </a:cubicBezTo>
                <a:lnTo>
                  <a:pt x="2242831" y="96504"/>
                </a:lnTo>
                <a:lnTo>
                  <a:pt x="2231173" y="96504"/>
                </a:lnTo>
                <a:lnTo>
                  <a:pt x="2231173" y="54620"/>
                </a:lnTo>
                <a:cubicBezTo>
                  <a:pt x="2231173" y="49865"/>
                  <a:pt x="2230719" y="46309"/>
                  <a:pt x="2229813" y="43953"/>
                </a:cubicBezTo>
                <a:cubicBezTo>
                  <a:pt x="2228906" y="41597"/>
                  <a:pt x="2227298" y="39717"/>
                  <a:pt x="2224987" y="38312"/>
                </a:cubicBezTo>
                <a:cubicBezTo>
                  <a:pt x="2222677" y="36908"/>
                  <a:pt x="2219968" y="36205"/>
                  <a:pt x="2216859" y="36205"/>
                </a:cubicBezTo>
                <a:cubicBezTo>
                  <a:pt x="2211894" y="36205"/>
                  <a:pt x="2207608" y="37783"/>
                  <a:pt x="2204003" y="40939"/>
                </a:cubicBezTo>
                <a:cubicBezTo>
                  <a:pt x="2200397" y="44094"/>
                  <a:pt x="2198595" y="50081"/>
                  <a:pt x="2198595" y="58898"/>
                </a:cubicBezTo>
                <a:lnTo>
                  <a:pt x="2198595" y="96504"/>
                </a:lnTo>
                <a:lnTo>
                  <a:pt x="2186936" y="965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module1andinertialnavigationmodule">
            <a:extLst xmlns:a="http://schemas.openxmlformats.org/drawingml/2006/main">
              <a:ext uri="{FF2B5EF4-FFF2-40B4-BE49-F238E27FC236}">
                <a16:creationId xmlns:a16="http://schemas.microsoft.com/office/drawing/2014/main" id="{89EF10F4-51E7-429B-9A70-B3E6E602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4" y="2270011"/>
            <a:ext cx="2330269" cy="123318"/>
          </a:xfrm>
          <a:custGeom xmlns:a="http://schemas.openxmlformats.org/drawingml/2006/main">
            <a:pathLst>
              <a:path w="2330269" h="123318">
                <a:moveTo>
                  <a:pt x="0" y="95338"/>
                </a:moveTo>
                <a:lnTo>
                  <a:pt x="0" y="26555"/>
                </a:lnTo>
                <a:lnTo>
                  <a:pt x="10428" y="26555"/>
                </a:lnTo>
                <a:lnTo>
                  <a:pt x="10428" y="36141"/>
                </a:lnTo>
                <a:cubicBezTo>
                  <a:pt x="12587" y="32791"/>
                  <a:pt x="15458" y="30098"/>
                  <a:pt x="19042" y="28059"/>
                </a:cubicBezTo>
                <a:cubicBezTo>
                  <a:pt x="22626" y="26020"/>
                  <a:pt x="26706" y="25000"/>
                  <a:pt x="31283" y="25000"/>
                </a:cubicBezTo>
                <a:cubicBezTo>
                  <a:pt x="36378" y="25000"/>
                  <a:pt x="40556" y="26053"/>
                  <a:pt x="43816" y="28158"/>
                </a:cubicBezTo>
                <a:cubicBezTo>
                  <a:pt x="47076" y="30261"/>
                  <a:pt x="49375" y="33203"/>
                  <a:pt x="50713" y="36983"/>
                </a:cubicBezTo>
                <a:cubicBezTo>
                  <a:pt x="56154" y="28994"/>
                  <a:pt x="63235" y="25000"/>
                  <a:pt x="71957" y="25000"/>
                </a:cubicBezTo>
                <a:cubicBezTo>
                  <a:pt x="78779" y="25000"/>
                  <a:pt x="84026" y="26890"/>
                  <a:pt x="87696" y="30668"/>
                </a:cubicBezTo>
                <a:cubicBezTo>
                  <a:pt x="91366" y="34446"/>
                  <a:pt x="93201" y="40264"/>
                  <a:pt x="93201" y="48123"/>
                </a:cubicBezTo>
                <a:lnTo>
                  <a:pt x="93201" y="95338"/>
                </a:lnTo>
                <a:lnTo>
                  <a:pt x="81608" y="95338"/>
                </a:lnTo>
                <a:lnTo>
                  <a:pt x="81608" y="51962"/>
                </a:lnTo>
                <a:cubicBezTo>
                  <a:pt x="81608" y="47293"/>
                  <a:pt x="81230" y="43933"/>
                  <a:pt x="80474" y="41881"/>
                </a:cubicBezTo>
                <a:cubicBezTo>
                  <a:pt x="79719" y="39827"/>
                  <a:pt x="78348" y="38173"/>
                  <a:pt x="76361" y="36920"/>
                </a:cubicBezTo>
                <a:cubicBezTo>
                  <a:pt x="74375" y="35666"/>
                  <a:pt x="72044" y="35039"/>
                  <a:pt x="69367" y="35039"/>
                </a:cubicBezTo>
                <a:cubicBezTo>
                  <a:pt x="64531" y="35039"/>
                  <a:pt x="60515" y="36650"/>
                  <a:pt x="57320" y="39871"/>
                </a:cubicBezTo>
                <a:cubicBezTo>
                  <a:pt x="54124" y="43090"/>
                  <a:pt x="52527" y="48245"/>
                  <a:pt x="52527" y="55334"/>
                </a:cubicBezTo>
                <a:lnTo>
                  <a:pt x="52527" y="95338"/>
                </a:lnTo>
                <a:lnTo>
                  <a:pt x="40869" y="95338"/>
                </a:lnTo>
                <a:lnTo>
                  <a:pt x="40869" y="50600"/>
                </a:lnTo>
                <a:cubicBezTo>
                  <a:pt x="40869" y="45413"/>
                  <a:pt x="39919" y="41523"/>
                  <a:pt x="38019" y="38930"/>
                </a:cubicBezTo>
                <a:cubicBezTo>
                  <a:pt x="36119" y="36336"/>
                  <a:pt x="33010" y="35039"/>
                  <a:pt x="28692" y="35039"/>
                </a:cubicBezTo>
                <a:cubicBezTo>
                  <a:pt x="25411" y="35039"/>
                  <a:pt x="22377" y="35904"/>
                  <a:pt x="19592" y="37634"/>
                </a:cubicBezTo>
                <a:cubicBezTo>
                  <a:pt x="16807" y="39363"/>
                  <a:pt x="14789" y="41891"/>
                  <a:pt x="13537" y="45220"/>
                </a:cubicBezTo>
                <a:cubicBezTo>
                  <a:pt x="12284" y="48548"/>
                  <a:pt x="11658" y="53345"/>
                  <a:pt x="11658" y="59613"/>
                </a:cubicBezTo>
                <a:lnTo>
                  <a:pt x="11658" y="95338"/>
                </a:lnTo>
                <a:lnTo>
                  <a:pt x="0" y="95338"/>
                </a:lnTo>
                <a:close/>
                <a:moveTo>
                  <a:pt x="106154" y="60947"/>
                </a:moveTo>
                <a:cubicBezTo>
                  <a:pt x="106154" y="48209"/>
                  <a:pt x="109694" y="38774"/>
                  <a:pt x="116776" y="32643"/>
                </a:cubicBezTo>
                <a:cubicBezTo>
                  <a:pt x="122691" y="27548"/>
                  <a:pt x="129902" y="25000"/>
                  <a:pt x="138408" y="25000"/>
                </a:cubicBezTo>
                <a:cubicBezTo>
                  <a:pt x="147864" y="25000"/>
                  <a:pt x="155593" y="28099"/>
                  <a:pt x="161595" y="34295"/>
                </a:cubicBezTo>
                <a:cubicBezTo>
                  <a:pt x="167597" y="40491"/>
                  <a:pt x="170598" y="49051"/>
                  <a:pt x="170598" y="59975"/>
                </a:cubicBezTo>
                <a:cubicBezTo>
                  <a:pt x="170598" y="68827"/>
                  <a:pt x="169270" y="75789"/>
                  <a:pt x="166615" y="80863"/>
                </a:cubicBezTo>
                <a:cubicBezTo>
                  <a:pt x="163959" y="85936"/>
                  <a:pt x="160095" y="89876"/>
                  <a:pt x="155021" y="92683"/>
                </a:cubicBezTo>
                <a:cubicBezTo>
                  <a:pt x="149948" y="95490"/>
                  <a:pt x="144410" y="96893"/>
                  <a:pt x="138408" y="96893"/>
                </a:cubicBezTo>
                <a:cubicBezTo>
                  <a:pt x="128779" y="96893"/>
                  <a:pt x="120996" y="93806"/>
                  <a:pt x="115059" y="87631"/>
                </a:cubicBezTo>
                <a:cubicBezTo>
                  <a:pt x="109122" y="81457"/>
                  <a:pt x="106154" y="72562"/>
                  <a:pt x="106154" y="60947"/>
                </a:cubicBezTo>
                <a:moveTo>
                  <a:pt x="118136" y="60914"/>
                </a:moveTo>
                <a:cubicBezTo>
                  <a:pt x="118136" y="69690"/>
                  <a:pt x="120057" y="76262"/>
                  <a:pt x="123900" y="80628"/>
                </a:cubicBezTo>
                <a:cubicBezTo>
                  <a:pt x="127743" y="84995"/>
                  <a:pt x="132579" y="87178"/>
                  <a:pt x="138408" y="87178"/>
                </a:cubicBezTo>
                <a:cubicBezTo>
                  <a:pt x="144194" y="87178"/>
                  <a:pt x="149009" y="84984"/>
                  <a:pt x="152851" y="80596"/>
                </a:cubicBezTo>
                <a:cubicBezTo>
                  <a:pt x="156694" y="76208"/>
                  <a:pt x="158616" y="69518"/>
                  <a:pt x="158616" y="60528"/>
                </a:cubicBezTo>
                <a:cubicBezTo>
                  <a:pt x="158616" y="52053"/>
                  <a:pt x="156684" y="45632"/>
                  <a:pt x="152819" y="41265"/>
                </a:cubicBezTo>
                <a:cubicBezTo>
                  <a:pt x="148955" y="36899"/>
                  <a:pt x="144151" y="34716"/>
                  <a:pt x="138408" y="34716"/>
                </a:cubicBezTo>
                <a:cubicBezTo>
                  <a:pt x="132579" y="34716"/>
                  <a:pt x="127743" y="36888"/>
                  <a:pt x="123900" y="41233"/>
                </a:cubicBezTo>
                <a:cubicBezTo>
                  <a:pt x="120057" y="45578"/>
                  <a:pt x="118136" y="52138"/>
                  <a:pt x="118136" y="60914"/>
                </a:cubicBezTo>
                <a:close/>
                <a:moveTo>
                  <a:pt x="228869" y="95338"/>
                </a:moveTo>
                <a:lnTo>
                  <a:pt x="228869" y="86660"/>
                </a:lnTo>
                <a:cubicBezTo>
                  <a:pt x="224508" y="93482"/>
                  <a:pt x="218096" y="96893"/>
                  <a:pt x="209633" y="96893"/>
                </a:cubicBezTo>
                <a:cubicBezTo>
                  <a:pt x="204149" y="96893"/>
                  <a:pt x="199108" y="95382"/>
                  <a:pt x="194509" y="92359"/>
                </a:cubicBezTo>
                <a:cubicBezTo>
                  <a:pt x="189911" y="89337"/>
                  <a:pt x="186349" y="85116"/>
                  <a:pt x="183823" y="79697"/>
                </a:cubicBezTo>
                <a:cubicBezTo>
                  <a:pt x="181297" y="74278"/>
                  <a:pt x="180034" y="68050"/>
                  <a:pt x="180034" y="61011"/>
                </a:cubicBezTo>
                <a:cubicBezTo>
                  <a:pt x="180034" y="54146"/>
                  <a:pt x="181178" y="47918"/>
                  <a:pt x="183467" y="42326"/>
                </a:cubicBezTo>
                <a:cubicBezTo>
                  <a:pt x="185755" y="36734"/>
                  <a:pt x="189188" y="32449"/>
                  <a:pt x="193765" y="29469"/>
                </a:cubicBezTo>
                <a:cubicBezTo>
                  <a:pt x="198342" y="26490"/>
                  <a:pt x="203458" y="25000"/>
                  <a:pt x="209115" y="25000"/>
                </a:cubicBezTo>
                <a:cubicBezTo>
                  <a:pt x="213260" y="25000"/>
                  <a:pt x="216952" y="25875"/>
                  <a:pt x="220190" y="27624"/>
                </a:cubicBezTo>
                <a:cubicBezTo>
                  <a:pt x="223428" y="29372"/>
                  <a:pt x="226062" y="31650"/>
                  <a:pt x="228092" y="34457"/>
                </a:cubicBezTo>
                <a:lnTo>
                  <a:pt x="228092" y="389"/>
                </a:lnTo>
                <a:lnTo>
                  <a:pt x="239685" y="389"/>
                </a:lnTo>
                <a:lnTo>
                  <a:pt x="239685" y="95338"/>
                </a:lnTo>
                <a:lnTo>
                  <a:pt x="228869" y="95338"/>
                </a:lnTo>
                <a:moveTo>
                  <a:pt x="192016" y="60979"/>
                </a:moveTo>
                <a:cubicBezTo>
                  <a:pt x="192016" y="69755"/>
                  <a:pt x="193873" y="76316"/>
                  <a:pt x="197586" y="80660"/>
                </a:cubicBezTo>
                <a:cubicBezTo>
                  <a:pt x="201299" y="85005"/>
                  <a:pt x="205682" y="87178"/>
                  <a:pt x="210734" y="87178"/>
                </a:cubicBezTo>
                <a:cubicBezTo>
                  <a:pt x="215829" y="87178"/>
                  <a:pt x="220158" y="85102"/>
                  <a:pt x="223720" y="80952"/>
                </a:cubicBezTo>
                <a:cubicBezTo>
                  <a:pt x="227282" y="76800"/>
                  <a:pt x="229063" y="70465"/>
                  <a:pt x="229063" y="61947"/>
                </a:cubicBezTo>
                <a:cubicBezTo>
                  <a:pt x="229063" y="52569"/>
                  <a:pt x="227250" y="45686"/>
                  <a:pt x="223623" y="41298"/>
                </a:cubicBezTo>
                <a:cubicBezTo>
                  <a:pt x="219996" y="36910"/>
                  <a:pt x="215527" y="34716"/>
                  <a:pt x="210216" y="34716"/>
                </a:cubicBezTo>
                <a:cubicBezTo>
                  <a:pt x="205034" y="34716"/>
                  <a:pt x="200706" y="36824"/>
                  <a:pt x="197230" y="41041"/>
                </a:cubicBezTo>
                <a:cubicBezTo>
                  <a:pt x="193754" y="45256"/>
                  <a:pt x="192016" y="51902"/>
                  <a:pt x="192016" y="60979"/>
                </a:cubicBezTo>
                <a:close/>
                <a:moveTo>
                  <a:pt x="303073" y="95338"/>
                </a:moveTo>
                <a:lnTo>
                  <a:pt x="303073" y="85235"/>
                </a:lnTo>
                <a:cubicBezTo>
                  <a:pt x="297719" y="93007"/>
                  <a:pt x="290443" y="96893"/>
                  <a:pt x="281246" y="96893"/>
                </a:cubicBezTo>
                <a:cubicBezTo>
                  <a:pt x="277187" y="96893"/>
                  <a:pt x="273398" y="96116"/>
                  <a:pt x="269879" y="94561"/>
                </a:cubicBezTo>
                <a:cubicBezTo>
                  <a:pt x="266360" y="93007"/>
                  <a:pt x="263748" y="91053"/>
                  <a:pt x="262042" y="88700"/>
                </a:cubicBezTo>
                <a:cubicBezTo>
                  <a:pt x="260337" y="86347"/>
                  <a:pt x="259139" y="83464"/>
                  <a:pt x="258448" y="80053"/>
                </a:cubicBezTo>
                <a:cubicBezTo>
                  <a:pt x="257973" y="77765"/>
                  <a:pt x="257735" y="74138"/>
                  <a:pt x="257735" y="69172"/>
                </a:cubicBezTo>
                <a:lnTo>
                  <a:pt x="257735" y="26555"/>
                </a:lnTo>
                <a:lnTo>
                  <a:pt x="269393" y="26555"/>
                </a:lnTo>
                <a:lnTo>
                  <a:pt x="269393" y="64703"/>
                </a:lnTo>
                <a:cubicBezTo>
                  <a:pt x="269393" y="70791"/>
                  <a:pt x="269631" y="74893"/>
                  <a:pt x="270106" y="77009"/>
                </a:cubicBezTo>
                <a:cubicBezTo>
                  <a:pt x="270840" y="80075"/>
                  <a:pt x="272394" y="82482"/>
                  <a:pt x="274769" y="84231"/>
                </a:cubicBezTo>
                <a:cubicBezTo>
                  <a:pt x="277144" y="85980"/>
                  <a:pt x="280080" y="86854"/>
                  <a:pt x="283578" y="86854"/>
                </a:cubicBezTo>
                <a:cubicBezTo>
                  <a:pt x="287075" y="86854"/>
                  <a:pt x="290357" y="85958"/>
                  <a:pt x="293422" y="84166"/>
                </a:cubicBezTo>
                <a:cubicBezTo>
                  <a:pt x="296488" y="82374"/>
                  <a:pt x="298658" y="79935"/>
                  <a:pt x="299932" y="76847"/>
                </a:cubicBezTo>
                <a:cubicBezTo>
                  <a:pt x="301205" y="73760"/>
                  <a:pt x="301842" y="69280"/>
                  <a:pt x="301842" y="63408"/>
                </a:cubicBezTo>
                <a:lnTo>
                  <a:pt x="301842" y="26555"/>
                </a:lnTo>
                <a:lnTo>
                  <a:pt x="313500" y="26555"/>
                </a:lnTo>
                <a:lnTo>
                  <a:pt x="313500" y="95338"/>
                </a:lnTo>
                <a:lnTo>
                  <a:pt x="303073" y="95338"/>
                </a:lnTo>
                <a:close/>
                <a:moveTo>
                  <a:pt x="331486" y="95338"/>
                </a:moveTo>
                <a:lnTo>
                  <a:pt x="331486" y="389"/>
                </a:lnTo>
                <a:lnTo>
                  <a:pt x="343144" y="389"/>
                </a:lnTo>
                <a:lnTo>
                  <a:pt x="343144" y="95338"/>
                </a:lnTo>
                <a:lnTo>
                  <a:pt x="331486" y="95338"/>
                </a:lnTo>
                <a:close/>
                <a:moveTo>
                  <a:pt x="408278" y="73188"/>
                </a:moveTo>
                <a:lnTo>
                  <a:pt x="420325" y="74678"/>
                </a:lnTo>
                <a:cubicBezTo>
                  <a:pt x="418425" y="81716"/>
                  <a:pt x="414906" y="87178"/>
                  <a:pt x="409768" y="91064"/>
                </a:cubicBezTo>
                <a:cubicBezTo>
                  <a:pt x="404630" y="94950"/>
                  <a:pt x="398067" y="96893"/>
                  <a:pt x="390079" y="96893"/>
                </a:cubicBezTo>
                <a:cubicBezTo>
                  <a:pt x="380018" y="96893"/>
                  <a:pt x="372041" y="93795"/>
                  <a:pt x="366147" y="87599"/>
                </a:cubicBezTo>
                <a:cubicBezTo>
                  <a:pt x="360253" y="81403"/>
                  <a:pt x="357306" y="72713"/>
                  <a:pt x="357306" y="61530"/>
                </a:cubicBezTo>
                <a:cubicBezTo>
                  <a:pt x="357306" y="49958"/>
                  <a:pt x="360285" y="40977"/>
                  <a:pt x="366244" y="34586"/>
                </a:cubicBezTo>
                <a:cubicBezTo>
                  <a:pt x="372203" y="28196"/>
                  <a:pt x="379932" y="25000"/>
                  <a:pt x="389431" y="25000"/>
                </a:cubicBezTo>
                <a:cubicBezTo>
                  <a:pt x="398628" y="25000"/>
                  <a:pt x="406141" y="28126"/>
                  <a:pt x="411970" y="34378"/>
                </a:cubicBezTo>
                <a:cubicBezTo>
                  <a:pt x="417799" y="40628"/>
                  <a:pt x="420714" y="49421"/>
                  <a:pt x="420714" y="60758"/>
                </a:cubicBezTo>
                <a:cubicBezTo>
                  <a:pt x="420714" y="61448"/>
                  <a:pt x="420692" y="62482"/>
                  <a:pt x="420649" y="63861"/>
                </a:cubicBezTo>
                <a:lnTo>
                  <a:pt x="369353" y="63861"/>
                </a:lnTo>
                <a:cubicBezTo>
                  <a:pt x="369785" y="71396"/>
                  <a:pt x="371922" y="77166"/>
                  <a:pt x="375765" y="81170"/>
                </a:cubicBezTo>
                <a:cubicBezTo>
                  <a:pt x="379608" y="85175"/>
                  <a:pt x="384401" y="87178"/>
                  <a:pt x="390143" y="87178"/>
                </a:cubicBezTo>
                <a:cubicBezTo>
                  <a:pt x="394418" y="87178"/>
                  <a:pt x="398067" y="86066"/>
                  <a:pt x="401089" y="83842"/>
                </a:cubicBezTo>
                <a:cubicBezTo>
                  <a:pt x="404112" y="81617"/>
                  <a:pt x="406508" y="78066"/>
                  <a:pt x="408278" y="73188"/>
                </a:cubicBezTo>
                <a:moveTo>
                  <a:pt x="370001" y="54146"/>
                </a:moveTo>
                <a:lnTo>
                  <a:pt x="408408" y="54146"/>
                </a:lnTo>
                <a:cubicBezTo>
                  <a:pt x="407890" y="48455"/>
                  <a:pt x="406422" y="44186"/>
                  <a:pt x="404004" y="41340"/>
                </a:cubicBezTo>
                <a:cubicBezTo>
                  <a:pt x="400290" y="36924"/>
                  <a:pt x="395476" y="34716"/>
                  <a:pt x="389560" y="34716"/>
                </a:cubicBezTo>
                <a:cubicBezTo>
                  <a:pt x="384206" y="34716"/>
                  <a:pt x="379705" y="36479"/>
                  <a:pt x="376056" y="40004"/>
                </a:cubicBezTo>
                <a:cubicBezTo>
                  <a:pt x="372408" y="43529"/>
                  <a:pt x="370389" y="48243"/>
                  <a:pt x="370001" y="54146"/>
                </a:cubicBezTo>
                <a:close/>
                <a:moveTo>
                  <a:pt x="512492" y="95338"/>
                </a:moveTo>
                <a:lnTo>
                  <a:pt x="500834" y="95338"/>
                </a:lnTo>
                <a:lnTo>
                  <a:pt x="500834" y="21050"/>
                </a:lnTo>
                <a:cubicBezTo>
                  <a:pt x="498027" y="23727"/>
                  <a:pt x="494346" y="26404"/>
                  <a:pt x="489791" y="29081"/>
                </a:cubicBezTo>
                <a:cubicBezTo>
                  <a:pt x="485236" y="31758"/>
                  <a:pt x="481144" y="33766"/>
                  <a:pt x="477517" y="35104"/>
                </a:cubicBezTo>
                <a:lnTo>
                  <a:pt x="477517" y="23835"/>
                </a:lnTo>
                <a:cubicBezTo>
                  <a:pt x="484037" y="20769"/>
                  <a:pt x="489737" y="17056"/>
                  <a:pt x="494616" y="12695"/>
                </a:cubicBezTo>
                <a:cubicBezTo>
                  <a:pt x="499495" y="8333"/>
                  <a:pt x="502950" y="4102"/>
                  <a:pt x="504979" y="0"/>
                </a:cubicBezTo>
                <a:lnTo>
                  <a:pt x="512492" y="0"/>
                </a:lnTo>
                <a:lnTo>
                  <a:pt x="512492" y="95338"/>
                </a:lnTo>
                <a:close/>
                <a:moveTo>
                  <a:pt x="627328" y="86846"/>
                </a:moveTo>
                <a:cubicBezTo>
                  <a:pt x="623010" y="90519"/>
                  <a:pt x="618854" y="93111"/>
                  <a:pt x="614860" y="94624"/>
                </a:cubicBezTo>
                <a:cubicBezTo>
                  <a:pt x="610866" y="96137"/>
                  <a:pt x="606581" y="96893"/>
                  <a:pt x="602004" y="96893"/>
                </a:cubicBezTo>
                <a:cubicBezTo>
                  <a:pt x="594447" y="96893"/>
                  <a:pt x="588640" y="95046"/>
                  <a:pt x="584581" y="91351"/>
                </a:cubicBezTo>
                <a:cubicBezTo>
                  <a:pt x="580522" y="87657"/>
                  <a:pt x="578493" y="82936"/>
                  <a:pt x="578493" y="77189"/>
                </a:cubicBezTo>
                <a:cubicBezTo>
                  <a:pt x="578493" y="73820"/>
                  <a:pt x="579259" y="70742"/>
                  <a:pt x="580792" y="67956"/>
                </a:cubicBezTo>
                <a:cubicBezTo>
                  <a:pt x="582325" y="65168"/>
                  <a:pt x="584333" y="62932"/>
                  <a:pt x="586816" y="61246"/>
                </a:cubicBezTo>
                <a:cubicBezTo>
                  <a:pt x="589298" y="59561"/>
                  <a:pt x="592094" y="58286"/>
                  <a:pt x="595203" y="57423"/>
                </a:cubicBezTo>
                <a:cubicBezTo>
                  <a:pt x="597491" y="56817"/>
                  <a:pt x="600946" y="56233"/>
                  <a:pt x="605566" y="55672"/>
                </a:cubicBezTo>
                <a:cubicBezTo>
                  <a:pt x="614979" y="54558"/>
                  <a:pt x="621909" y="53228"/>
                  <a:pt x="626356" y="51685"/>
                </a:cubicBezTo>
                <a:cubicBezTo>
                  <a:pt x="626400" y="50094"/>
                  <a:pt x="626421" y="49083"/>
                  <a:pt x="626421" y="48653"/>
                </a:cubicBezTo>
                <a:cubicBezTo>
                  <a:pt x="626421" y="43921"/>
                  <a:pt x="625320" y="40587"/>
                  <a:pt x="623118" y="38652"/>
                </a:cubicBezTo>
                <a:cubicBezTo>
                  <a:pt x="620139" y="36028"/>
                  <a:pt x="615713" y="34716"/>
                  <a:pt x="609841" y="34716"/>
                </a:cubicBezTo>
                <a:cubicBezTo>
                  <a:pt x="604357" y="34716"/>
                  <a:pt x="600309" y="35676"/>
                  <a:pt x="597697" y="37598"/>
                </a:cubicBezTo>
                <a:cubicBezTo>
                  <a:pt x="595084" y="39519"/>
                  <a:pt x="593152" y="42920"/>
                  <a:pt x="591900" y="47799"/>
                </a:cubicBezTo>
                <a:lnTo>
                  <a:pt x="580501" y="46244"/>
                </a:lnTo>
                <a:cubicBezTo>
                  <a:pt x="581537" y="41350"/>
                  <a:pt x="583243" y="37398"/>
                  <a:pt x="585617" y="34388"/>
                </a:cubicBezTo>
                <a:cubicBezTo>
                  <a:pt x="587992" y="31377"/>
                  <a:pt x="591425" y="29061"/>
                  <a:pt x="595915" y="27437"/>
                </a:cubicBezTo>
                <a:cubicBezTo>
                  <a:pt x="600406" y="25813"/>
                  <a:pt x="605609" y="25000"/>
                  <a:pt x="611525" y="25000"/>
                </a:cubicBezTo>
                <a:cubicBezTo>
                  <a:pt x="617397" y="25000"/>
                  <a:pt x="622168" y="25691"/>
                  <a:pt x="625838" y="27073"/>
                </a:cubicBezTo>
                <a:cubicBezTo>
                  <a:pt x="629508" y="28455"/>
                  <a:pt x="632207" y="30193"/>
                  <a:pt x="633934" y="32287"/>
                </a:cubicBezTo>
                <a:cubicBezTo>
                  <a:pt x="635661" y="34381"/>
                  <a:pt x="636870" y="37026"/>
                  <a:pt x="637561" y="40221"/>
                </a:cubicBezTo>
                <a:cubicBezTo>
                  <a:pt x="637950" y="42207"/>
                  <a:pt x="638144" y="45791"/>
                  <a:pt x="638144" y="50972"/>
                </a:cubicBezTo>
                <a:lnTo>
                  <a:pt x="638144" y="66517"/>
                </a:lnTo>
                <a:cubicBezTo>
                  <a:pt x="638144" y="77355"/>
                  <a:pt x="638392" y="84209"/>
                  <a:pt x="638889" y="87081"/>
                </a:cubicBezTo>
                <a:cubicBezTo>
                  <a:pt x="639386" y="89952"/>
                  <a:pt x="640368" y="92705"/>
                  <a:pt x="641836" y="95338"/>
                </a:cubicBezTo>
                <a:lnTo>
                  <a:pt x="629660" y="95338"/>
                </a:lnTo>
                <a:cubicBezTo>
                  <a:pt x="628451" y="92918"/>
                  <a:pt x="627673" y="90087"/>
                  <a:pt x="627328" y="86846"/>
                </a:cubicBezTo>
                <a:moveTo>
                  <a:pt x="626356" y="60752"/>
                </a:moveTo>
                <a:cubicBezTo>
                  <a:pt x="622125" y="62494"/>
                  <a:pt x="615778" y="63975"/>
                  <a:pt x="607315" y="65193"/>
                </a:cubicBezTo>
                <a:cubicBezTo>
                  <a:pt x="602522" y="65887"/>
                  <a:pt x="599132" y="66667"/>
                  <a:pt x="597146" y="67535"/>
                </a:cubicBezTo>
                <a:cubicBezTo>
                  <a:pt x="595160" y="68401"/>
                  <a:pt x="593627" y="69669"/>
                  <a:pt x="592548" y="71340"/>
                </a:cubicBezTo>
                <a:cubicBezTo>
                  <a:pt x="591468" y="73009"/>
                  <a:pt x="590928" y="74862"/>
                  <a:pt x="590928" y="76900"/>
                </a:cubicBezTo>
                <a:cubicBezTo>
                  <a:pt x="590928" y="80021"/>
                  <a:pt x="592105" y="82622"/>
                  <a:pt x="594458" y="84704"/>
                </a:cubicBezTo>
                <a:cubicBezTo>
                  <a:pt x="596811" y="86785"/>
                  <a:pt x="600255" y="87825"/>
                  <a:pt x="604789" y="87825"/>
                </a:cubicBezTo>
                <a:cubicBezTo>
                  <a:pt x="609279" y="87825"/>
                  <a:pt x="613273" y="86838"/>
                  <a:pt x="616771" y="84864"/>
                </a:cubicBezTo>
                <a:cubicBezTo>
                  <a:pt x="620268" y="82890"/>
                  <a:pt x="622837" y="80190"/>
                  <a:pt x="624478" y="76762"/>
                </a:cubicBezTo>
                <a:cubicBezTo>
                  <a:pt x="625730" y="74115"/>
                  <a:pt x="626356" y="70210"/>
                  <a:pt x="626356" y="65047"/>
                </a:cubicBezTo>
                <a:lnTo>
                  <a:pt x="626356" y="60752"/>
                </a:lnTo>
                <a:close/>
                <a:moveTo>
                  <a:pt x="656194" y="95338"/>
                </a:moveTo>
                <a:lnTo>
                  <a:pt x="656194" y="26555"/>
                </a:lnTo>
                <a:lnTo>
                  <a:pt x="666687" y="26555"/>
                </a:lnTo>
                <a:lnTo>
                  <a:pt x="666687" y="36270"/>
                </a:lnTo>
                <a:cubicBezTo>
                  <a:pt x="671739" y="28757"/>
                  <a:pt x="679036" y="25000"/>
                  <a:pt x="688578" y="25000"/>
                </a:cubicBezTo>
                <a:cubicBezTo>
                  <a:pt x="692723" y="25000"/>
                  <a:pt x="696534" y="25745"/>
                  <a:pt x="700010" y="27235"/>
                </a:cubicBezTo>
                <a:cubicBezTo>
                  <a:pt x="703486" y="28725"/>
                  <a:pt x="706087" y="30678"/>
                  <a:pt x="707814" y="33096"/>
                </a:cubicBezTo>
                <a:cubicBezTo>
                  <a:pt x="709541" y="35514"/>
                  <a:pt x="710750" y="38386"/>
                  <a:pt x="711441" y="41711"/>
                </a:cubicBezTo>
                <a:cubicBezTo>
                  <a:pt x="711873" y="43870"/>
                  <a:pt x="712089" y="47648"/>
                  <a:pt x="712089" y="53045"/>
                </a:cubicBezTo>
                <a:lnTo>
                  <a:pt x="712089" y="95338"/>
                </a:lnTo>
                <a:lnTo>
                  <a:pt x="700431" y="95338"/>
                </a:lnTo>
                <a:lnTo>
                  <a:pt x="700431" y="53454"/>
                </a:lnTo>
                <a:cubicBezTo>
                  <a:pt x="700431" y="48699"/>
                  <a:pt x="699977" y="45143"/>
                  <a:pt x="699071" y="42787"/>
                </a:cubicBezTo>
                <a:cubicBezTo>
                  <a:pt x="698164" y="40431"/>
                  <a:pt x="696556" y="38551"/>
                  <a:pt x="694245" y="37146"/>
                </a:cubicBezTo>
                <a:cubicBezTo>
                  <a:pt x="691935" y="35742"/>
                  <a:pt x="689226" y="35039"/>
                  <a:pt x="686117" y="35039"/>
                </a:cubicBezTo>
                <a:cubicBezTo>
                  <a:pt x="681152" y="35039"/>
                  <a:pt x="676866" y="36618"/>
                  <a:pt x="673261" y="39774"/>
                </a:cubicBezTo>
                <a:cubicBezTo>
                  <a:pt x="669655" y="42928"/>
                  <a:pt x="667852" y="48915"/>
                  <a:pt x="667852" y="57733"/>
                </a:cubicBezTo>
                <a:lnTo>
                  <a:pt x="667852" y="95338"/>
                </a:lnTo>
                <a:lnTo>
                  <a:pt x="656194" y="95338"/>
                </a:lnTo>
                <a:close/>
                <a:moveTo>
                  <a:pt x="774570" y="95338"/>
                </a:moveTo>
                <a:lnTo>
                  <a:pt x="774570" y="86660"/>
                </a:lnTo>
                <a:cubicBezTo>
                  <a:pt x="770209" y="93482"/>
                  <a:pt x="763797" y="96893"/>
                  <a:pt x="755334" y="96893"/>
                </a:cubicBezTo>
                <a:cubicBezTo>
                  <a:pt x="749850" y="96893"/>
                  <a:pt x="744809" y="95382"/>
                  <a:pt x="740211" y="92359"/>
                </a:cubicBezTo>
                <a:cubicBezTo>
                  <a:pt x="735612" y="89337"/>
                  <a:pt x="732050" y="85116"/>
                  <a:pt x="729524" y="79697"/>
                </a:cubicBezTo>
                <a:cubicBezTo>
                  <a:pt x="726998" y="74278"/>
                  <a:pt x="725735" y="68050"/>
                  <a:pt x="725735" y="61011"/>
                </a:cubicBezTo>
                <a:cubicBezTo>
                  <a:pt x="725735" y="54146"/>
                  <a:pt x="726879" y="47918"/>
                  <a:pt x="729168" y="42326"/>
                </a:cubicBezTo>
                <a:cubicBezTo>
                  <a:pt x="731456" y="36734"/>
                  <a:pt x="734889" y="32449"/>
                  <a:pt x="739466" y="29469"/>
                </a:cubicBezTo>
                <a:cubicBezTo>
                  <a:pt x="744043" y="26490"/>
                  <a:pt x="749159" y="25000"/>
                  <a:pt x="754816" y="25000"/>
                </a:cubicBezTo>
                <a:cubicBezTo>
                  <a:pt x="758961" y="25000"/>
                  <a:pt x="762653" y="25875"/>
                  <a:pt x="765891" y="27624"/>
                </a:cubicBezTo>
                <a:cubicBezTo>
                  <a:pt x="769130" y="29372"/>
                  <a:pt x="771763" y="31650"/>
                  <a:pt x="773793" y="34457"/>
                </a:cubicBezTo>
                <a:lnTo>
                  <a:pt x="773793" y="389"/>
                </a:lnTo>
                <a:lnTo>
                  <a:pt x="785386" y="389"/>
                </a:lnTo>
                <a:lnTo>
                  <a:pt x="785386" y="95338"/>
                </a:lnTo>
                <a:lnTo>
                  <a:pt x="774570" y="95338"/>
                </a:lnTo>
                <a:moveTo>
                  <a:pt x="737717" y="60979"/>
                </a:moveTo>
                <a:cubicBezTo>
                  <a:pt x="737717" y="69755"/>
                  <a:pt x="739574" y="76316"/>
                  <a:pt x="743287" y="80660"/>
                </a:cubicBezTo>
                <a:cubicBezTo>
                  <a:pt x="747000" y="85005"/>
                  <a:pt x="751383" y="87178"/>
                  <a:pt x="756435" y="87178"/>
                </a:cubicBezTo>
                <a:cubicBezTo>
                  <a:pt x="761530" y="87178"/>
                  <a:pt x="765859" y="85102"/>
                  <a:pt x="769421" y="80952"/>
                </a:cubicBezTo>
                <a:cubicBezTo>
                  <a:pt x="772983" y="76800"/>
                  <a:pt x="774764" y="70465"/>
                  <a:pt x="774764" y="61947"/>
                </a:cubicBezTo>
                <a:cubicBezTo>
                  <a:pt x="774764" y="52569"/>
                  <a:pt x="772951" y="45686"/>
                  <a:pt x="769324" y="41298"/>
                </a:cubicBezTo>
                <a:cubicBezTo>
                  <a:pt x="765697" y="36910"/>
                  <a:pt x="761228" y="34716"/>
                  <a:pt x="755917" y="34716"/>
                </a:cubicBezTo>
                <a:cubicBezTo>
                  <a:pt x="750735" y="34716"/>
                  <a:pt x="746407" y="36824"/>
                  <a:pt x="742931" y="41041"/>
                </a:cubicBezTo>
                <a:cubicBezTo>
                  <a:pt x="739455" y="45256"/>
                  <a:pt x="737717" y="51902"/>
                  <a:pt x="737717" y="60979"/>
                </a:cubicBezTo>
                <a:close/>
                <a:moveTo>
                  <a:pt x="840635" y="13860"/>
                </a:moveTo>
                <a:lnTo>
                  <a:pt x="840635" y="389"/>
                </a:lnTo>
                <a:lnTo>
                  <a:pt x="852294" y="389"/>
                </a:lnTo>
                <a:lnTo>
                  <a:pt x="852294" y="13860"/>
                </a:lnTo>
                <a:lnTo>
                  <a:pt x="840635" y="13860"/>
                </a:lnTo>
                <a:moveTo>
                  <a:pt x="840635" y="95338"/>
                </a:moveTo>
                <a:lnTo>
                  <a:pt x="840635" y="26555"/>
                </a:lnTo>
                <a:lnTo>
                  <a:pt x="852294" y="26555"/>
                </a:lnTo>
                <a:lnTo>
                  <a:pt x="852294" y="95338"/>
                </a:lnTo>
                <a:lnTo>
                  <a:pt x="840635" y="95338"/>
                </a:lnTo>
                <a:close/>
                <a:moveTo>
                  <a:pt x="870018" y="95338"/>
                </a:moveTo>
                <a:lnTo>
                  <a:pt x="870018" y="26555"/>
                </a:lnTo>
                <a:lnTo>
                  <a:pt x="880510" y="26555"/>
                </a:lnTo>
                <a:lnTo>
                  <a:pt x="880510" y="36270"/>
                </a:lnTo>
                <a:cubicBezTo>
                  <a:pt x="885562" y="28757"/>
                  <a:pt x="892859" y="25000"/>
                  <a:pt x="902402" y="25000"/>
                </a:cubicBezTo>
                <a:cubicBezTo>
                  <a:pt x="906547" y="25000"/>
                  <a:pt x="910357" y="25745"/>
                  <a:pt x="913833" y="27235"/>
                </a:cubicBezTo>
                <a:cubicBezTo>
                  <a:pt x="917309" y="28725"/>
                  <a:pt x="919911" y="30678"/>
                  <a:pt x="921638" y="33096"/>
                </a:cubicBezTo>
                <a:cubicBezTo>
                  <a:pt x="923365" y="35514"/>
                  <a:pt x="924574" y="38386"/>
                  <a:pt x="925265" y="41711"/>
                </a:cubicBezTo>
                <a:cubicBezTo>
                  <a:pt x="925697" y="43870"/>
                  <a:pt x="925913" y="47648"/>
                  <a:pt x="925913" y="53045"/>
                </a:cubicBezTo>
                <a:lnTo>
                  <a:pt x="925913" y="95338"/>
                </a:lnTo>
                <a:lnTo>
                  <a:pt x="914254" y="95338"/>
                </a:lnTo>
                <a:lnTo>
                  <a:pt x="914254" y="53454"/>
                </a:lnTo>
                <a:cubicBezTo>
                  <a:pt x="914254" y="48699"/>
                  <a:pt x="913801" y="45143"/>
                  <a:pt x="912894" y="42787"/>
                </a:cubicBezTo>
                <a:cubicBezTo>
                  <a:pt x="911987" y="40431"/>
                  <a:pt x="910379" y="38551"/>
                  <a:pt x="908069" y="37146"/>
                </a:cubicBezTo>
                <a:cubicBezTo>
                  <a:pt x="905759" y="35742"/>
                  <a:pt x="903050" y="35039"/>
                  <a:pt x="899941" y="35039"/>
                </a:cubicBezTo>
                <a:cubicBezTo>
                  <a:pt x="894975" y="35039"/>
                  <a:pt x="890690" y="36618"/>
                  <a:pt x="887084" y="39774"/>
                </a:cubicBezTo>
                <a:cubicBezTo>
                  <a:pt x="883479" y="42928"/>
                  <a:pt x="881676" y="48915"/>
                  <a:pt x="881676" y="57733"/>
                </a:cubicBezTo>
                <a:lnTo>
                  <a:pt x="881676" y="95338"/>
                </a:lnTo>
                <a:lnTo>
                  <a:pt x="870018" y="95338"/>
                </a:lnTo>
                <a:close/>
                <a:moveTo>
                  <a:pt x="990855" y="73188"/>
                </a:moveTo>
                <a:lnTo>
                  <a:pt x="1002902" y="74678"/>
                </a:lnTo>
                <a:cubicBezTo>
                  <a:pt x="1001002" y="81716"/>
                  <a:pt x="997483" y="87178"/>
                  <a:pt x="992344" y="91064"/>
                </a:cubicBezTo>
                <a:cubicBezTo>
                  <a:pt x="987206" y="94950"/>
                  <a:pt x="980643" y="96893"/>
                  <a:pt x="972655" y="96893"/>
                </a:cubicBezTo>
                <a:cubicBezTo>
                  <a:pt x="962594" y="96893"/>
                  <a:pt x="954617" y="93795"/>
                  <a:pt x="948723" y="87599"/>
                </a:cubicBezTo>
                <a:cubicBezTo>
                  <a:pt x="942829" y="81403"/>
                  <a:pt x="939882" y="72713"/>
                  <a:pt x="939882" y="61530"/>
                </a:cubicBezTo>
                <a:cubicBezTo>
                  <a:pt x="939882" y="49958"/>
                  <a:pt x="942862" y="40977"/>
                  <a:pt x="948820" y="34586"/>
                </a:cubicBezTo>
                <a:cubicBezTo>
                  <a:pt x="954779" y="28196"/>
                  <a:pt x="962508" y="25000"/>
                  <a:pt x="972007" y="25000"/>
                </a:cubicBezTo>
                <a:cubicBezTo>
                  <a:pt x="981204" y="25000"/>
                  <a:pt x="988717" y="28126"/>
                  <a:pt x="994547" y="34378"/>
                </a:cubicBezTo>
                <a:cubicBezTo>
                  <a:pt x="1000376" y="40628"/>
                  <a:pt x="1003290" y="49421"/>
                  <a:pt x="1003290" y="60758"/>
                </a:cubicBezTo>
                <a:cubicBezTo>
                  <a:pt x="1003290" y="61448"/>
                  <a:pt x="1003269" y="62482"/>
                  <a:pt x="1003225" y="63861"/>
                </a:cubicBezTo>
                <a:lnTo>
                  <a:pt x="951929" y="63861"/>
                </a:lnTo>
                <a:cubicBezTo>
                  <a:pt x="952361" y="71396"/>
                  <a:pt x="954498" y="77166"/>
                  <a:pt x="958341" y="81170"/>
                </a:cubicBezTo>
                <a:cubicBezTo>
                  <a:pt x="962184" y="85175"/>
                  <a:pt x="966977" y="87178"/>
                  <a:pt x="972720" y="87178"/>
                </a:cubicBezTo>
                <a:cubicBezTo>
                  <a:pt x="976994" y="87178"/>
                  <a:pt x="980643" y="86066"/>
                  <a:pt x="983666" y="83842"/>
                </a:cubicBezTo>
                <a:cubicBezTo>
                  <a:pt x="986688" y="81617"/>
                  <a:pt x="989084" y="78066"/>
                  <a:pt x="990855" y="73188"/>
                </a:cubicBezTo>
                <a:moveTo>
                  <a:pt x="952577" y="54146"/>
                </a:moveTo>
                <a:lnTo>
                  <a:pt x="990984" y="54146"/>
                </a:lnTo>
                <a:cubicBezTo>
                  <a:pt x="990466" y="48455"/>
                  <a:pt x="988998" y="44186"/>
                  <a:pt x="986580" y="41340"/>
                </a:cubicBezTo>
                <a:cubicBezTo>
                  <a:pt x="982867" y="36924"/>
                  <a:pt x="978052" y="34716"/>
                  <a:pt x="972137" y="34716"/>
                </a:cubicBezTo>
                <a:cubicBezTo>
                  <a:pt x="966783" y="34716"/>
                  <a:pt x="962281" y="36479"/>
                  <a:pt x="958633" y="40004"/>
                </a:cubicBezTo>
                <a:cubicBezTo>
                  <a:pt x="954984" y="43529"/>
                  <a:pt x="952966" y="48243"/>
                  <a:pt x="952577" y="54146"/>
                </a:cubicBezTo>
                <a:close/>
                <a:moveTo>
                  <a:pt x="1017389" y="95338"/>
                </a:moveTo>
                <a:lnTo>
                  <a:pt x="1017389" y="26555"/>
                </a:lnTo>
                <a:lnTo>
                  <a:pt x="1027882" y="26555"/>
                </a:lnTo>
                <a:lnTo>
                  <a:pt x="1027882" y="36918"/>
                </a:lnTo>
                <a:cubicBezTo>
                  <a:pt x="1030559" y="32066"/>
                  <a:pt x="1033031" y="28866"/>
                  <a:pt x="1035298" y="27320"/>
                </a:cubicBezTo>
                <a:cubicBezTo>
                  <a:pt x="1037565" y="25774"/>
                  <a:pt x="1040058" y="25000"/>
                  <a:pt x="1042778" y="25000"/>
                </a:cubicBezTo>
                <a:cubicBezTo>
                  <a:pt x="1046708" y="25000"/>
                  <a:pt x="1050702" y="26247"/>
                  <a:pt x="1054761" y="28741"/>
                </a:cubicBezTo>
                <a:lnTo>
                  <a:pt x="1050745" y="39508"/>
                </a:lnTo>
                <a:cubicBezTo>
                  <a:pt x="1047895" y="37825"/>
                  <a:pt x="1045045" y="36983"/>
                  <a:pt x="1042196" y="36983"/>
                </a:cubicBezTo>
                <a:cubicBezTo>
                  <a:pt x="1039648" y="36983"/>
                  <a:pt x="1037360" y="37750"/>
                  <a:pt x="1035330" y="39286"/>
                </a:cubicBezTo>
                <a:cubicBezTo>
                  <a:pt x="1033301" y="40820"/>
                  <a:pt x="1031854" y="42949"/>
                  <a:pt x="1030991" y="45672"/>
                </a:cubicBezTo>
                <a:cubicBezTo>
                  <a:pt x="1029695" y="49821"/>
                  <a:pt x="1029048" y="54359"/>
                  <a:pt x="1029048" y="59287"/>
                </a:cubicBezTo>
                <a:lnTo>
                  <a:pt x="1029048" y="95338"/>
                </a:lnTo>
                <a:lnTo>
                  <a:pt x="1017389" y="95338"/>
                </a:lnTo>
                <a:close/>
                <a:moveTo>
                  <a:pt x="1087144" y="85040"/>
                </a:moveTo>
                <a:lnTo>
                  <a:pt x="1088828" y="95338"/>
                </a:lnTo>
                <a:cubicBezTo>
                  <a:pt x="1085546" y="95943"/>
                  <a:pt x="1082610" y="96245"/>
                  <a:pt x="1080019" y="96245"/>
                </a:cubicBezTo>
                <a:cubicBezTo>
                  <a:pt x="1075788" y="96245"/>
                  <a:pt x="1072506" y="95576"/>
                  <a:pt x="1070174" y="94237"/>
                </a:cubicBezTo>
                <a:cubicBezTo>
                  <a:pt x="1067843" y="92899"/>
                  <a:pt x="1066202" y="91139"/>
                  <a:pt x="1065252" y="88959"/>
                </a:cubicBezTo>
                <a:cubicBezTo>
                  <a:pt x="1064302" y="86778"/>
                  <a:pt x="1063827" y="82191"/>
                  <a:pt x="1063827" y="75196"/>
                </a:cubicBezTo>
                <a:lnTo>
                  <a:pt x="1063827" y="35622"/>
                </a:lnTo>
                <a:lnTo>
                  <a:pt x="1055278" y="35622"/>
                </a:lnTo>
                <a:lnTo>
                  <a:pt x="1055278" y="26555"/>
                </a:lnTo>
                <a:lnTo>
                  <a:pt x="1063827" y="26555"/>
                </a:lnTo>
                <a:lnTo>
                  <a:pt x="1063827" y="9474"/>
                </a:lnTo>
                <a:lnTo>
                  <a:pt x="1075421" y="2461"/>
                </a:lnTo>
                <a:lnTo>
                  <a:pt x="1075421" y="26555"/>
                </a:lnTo>
                <a:lnTo>
                  <a:pt x="1087144" y="26555"/>
                </a:lnTo>
                <a:lnTo>
                  <a:pt x="1087144" y="35622"/>
                </a:lnTo>
                <a:lnTo>
                  <a:pt x="1075421" y="35622"/>
                </a:lnTo>
                <a:lnTo>
                  <a:pt x="1075421" y="75843"/>
                </a:lnTo>
                <a:cubicBezTo>
                  <a:pt x="1075421" y="79168"/>
                  <a:pt x="1075626" y="81305"/>
                  <a:pt x="1076036" y="82255"/>
                </a:cubicBezTo>
                <a:cubicBezTo>
                  <a:pt x="1076446" y="83205"/>
                  <a:pt x="1077115" y="83961"/>
                  <a:pt x="1078044" y="84522"/>
                </a:cubicBezTo>
                <a:cubicBezTo>
                  <a:pt x="1078972" y="85084"/>
                  <a:pt x="1080300" y="85364"/>
                  <a:pt x="1082027" y="85364"/>
                </a:cubicBezTo>
                <a:cubicBezTo>
                  <a:pt x="1083322" y="85364"/>
                  <a:pt x="1085028" y="85256"/>
                  <a:pt x="1087144" y="85040"/>
                </a:cubicBezTo>
                <a:close/>
                <a:moveTo>
                  <a:pt x="1098630" y="13860"/>
                </a:moveTo>
                <a:lnTo>
                  <a:pt x="1098630" y="389"/>
                </a:lnTo>
                <a:lnTo>
                  <a:pt x="1110288" y="389"/>
                </a:lnTo>
                <a:lnTo>
                  <a:pt x="1110288" y="13860"/>
                </a:lnTo>
                <a:lnTo>
                  <a:pt x="1098630" y="13860"/>
                </a:lnTo>
                <a:moveTo>
                  <a:pt x="1098630" y="95338"/>
                </a:moveTo>
                <a:lnTo>
                  <a:pt x="1098630" y="26555"/>
                </a:lnTo>
                <a:lnTo>
                  <a:pt x="1110288" y="26555"/>
                </a:lnTo>
                <a:lnTo>
                  <a:pt x="1110288" y="95338"/>
                </a:lnTo>
                <a:lnTo>
                  <a:pt x="1098630" y="95338"/>
                </a:lnTo>
                <a:close/>
                <a:moveTo>
                  <a:pt x="1172896" y="86846"/>
                </a:moveTo>
                <a:cubicBezTo>
                  <a:pt x="1168578" y="90519"/>
                  <a:pt x="1164422" y="93111"/>
                  <a:pt x="1160428" y="94624"/>
                </a:cubicBezTo>
                <a:cubicBezTo>
                  <a:pt x="1156434" y="96137"/>
                  <a:pt x="1152149" y="96893"/>
                  <a:pt x="1147572" y="96893"/>
                </a:cubicBezTo>
                <a:cubicBezTo>
                  <a:pt x="1140016" y="96893"/>
                  <a:pt x="1134208" y="95046"/>
                  <a:pt x="1130149" y="91351"/>
                </a:cubicBezTo>
                <a:cubicBezTo>
                  <a:pt x="1126091" y="87657"/>
                  <a:pt x="1124061" y="82936"/>
                  <a:pt x="1124061" y="77189"/>
                </a:cubicBezTo>
                <a:cubicBezTo>
                  <a:pt x="1124061" y="73820"/>
                  <a:pt x="1124828" y="70742"/>
                  <a:pt x="1126360" y="67956"/>
                </a:cubicBezTo>
                <a:cubicBezTo>
                  <a:pt x="1127893" y="65168"/>
                  <a:pt x="1129901" y="62932"/>
                  <a:pt x="1132384" y="61246"/>
                </a:cubicBezTo>
                <a:cubicBezTo>
                  <a:pt x="1134867" y="59561"/>
                  <a:pt x="1137663" y="58286"/>
                  <a:pt x="1140771" y="57423"/>
                </a:cubicBezTo>
                <a:cubicBezTo>
                  <a:pt x="1143060" y="56817"/>
                  <a:pt x="1146514" y="56233"/>
                  <a:pt x="1151134" y="55672"/>
                </a:cubicBezTo>
                <a:cubicBezTo>
                  <a:pt x="1160547" y="54558"/>
                  <a:pt x="1167477" y="53228"/>
                  <a:pt x="1171925" y="51685"/>
                </a:cubicBezTo>
                <a:cubicBezTo>
                  <a:pt x="1171968" y="50094"/>
                  <a:pt x="1171990" y="49083"/>
                  <a:pt x="1171990" y="48653"/>
                </a:cubicBezTo>
                <a:cubicBezTo>
                  <a:pt x="1171990" y="43921"/>
                  <a:pt x="1170888" y="40587"/>
                  <a:pt x="1168686" y="38652"/>
                </a:cubicBezTo>
                <a:cubicBezTo>
                  <a:pt x="1165707" y="36028"/>
                  <a:pt x="1161281" y="34716"/>
                  <a:pt x="1155409" y="34716"/>
                </a:cubicBezTo>
                <a:cubicBezTo>
                  <a:pt x="1149925" y="34716"/>
                  <a:pt x="1145877" y="35676"/>
                  <a:pt x="1143265" y="37598"/>
                </a:cubicBezTo>
                <a:cubicBezTo>
                  <a:pt x="1140653" y="39519"/>
                  <a:pt x="1138720" y="42920"/>
                  <a:pt x="1137468" y="47799"/>
                </a:cubicBezTo>
                <a:lnTo>
                  <a:pt x="1126069" y="46244"/>
                </a:lnTo>
                <a:cubicBezTo>
                  <a:pt x="1127105" y="41350"/>
                  <a:pt x="1128811" y="37398"/>
                  <a:pt x="1131186" y="34388"/>
                </a:cubicBezTo>
                <a:cubicBezTo>
                  <a:pt x="1133561" y="31377"/>
                  <a:pt x="1136993" y="29061"/>
                  <a:pt x="1141484" y="27437"/>
                </a:cubicBezTo>
                <a:cubicBezTo>
                  <a:pt x="1145974" y="25813"/>
                  <a:pt x="1151177" y="25000"/>
                  <a:pt x="1157093" y="25000"/>
                </a:cubicBezTo>
                <a:cubicBezTo>
                  <a:pt x="1162965" y="25000"/>
                  <a:pt x="1167736" y="25691"/>
                  <a:pt x="1171407" y="27073"/>
                </a:cubicBezTo>
                <a:cubicBezTo>
                  <a:pt x="1175077" y="28455"/>
                  <a:pt x="1177775" y="30193"/>
                  <a:pt x="1179503" y="32287"/>
                </a:cubicBezTo>
                <a:cubicBezTo>
                  <a:pt x="1181230" y="34381"/>
                  <a:pt x="1182439" y="37026"/>
                  <a:pt x="1183130" y="40221"/>
                </a:cubicBezTo>
                <a:cubicBezTo>
                  <a:pt x="1183518" y="42207"/>
                  <a:pt x="1183713" y="45791"/>
                  <a:pt x="1183713" y="50972"/>
                </a:cubicBezTo>
                <a:lnTo>
                  <a:pt x="1183713" y="66517"/>
                </a:lnTo>
                <a:cubicBezTo>
                  <a:pt x="1183713" y="77355"/>
                  <a:pt x="1183961" y="84209"/>
                  <a:pt x="1184457" y="87081"/>
                </a:cubicBezTo>
                <a:cubicBezTo>
                  <a:pt x="1184954" y="89952"/>
                  <a:pt x="1185936" y="92705"/>
                  <a:pt x="1187404" y="95338"/>
                </a:cubicBezTo>
                <a:lnTo>
                  <a:pt x="1175228" y="95338"/>
                </a:lnTo>
                <a:cubicBezTo>
                  <a:pt x="1174019" y="92918"/>
                  <a:pt x="1173242" y="90087"/>
                  <a:pt x="1172896" y="86846"/>
                </a:cubicBezTo>
                <a:moveTo>
                  <a:pt x="1171925" y="60752"/>
                </a:moveTo>
                <a:cubicBezTo>
                  <a:pt x="1167693" y="62494"/>
                  <a:pt x="1161346" y="63975"/>
                  <a:pt x="1152883" y="65193"/>
                </a:cubicBezTo>
                <a:cubicBezTo>
                  <a:pt x="1148090" y="65887"/>
                  <a:pt x="1144701" y="66667"/>
                  <a:pt x="1142714" y="67535"/>
                </a:cubicBezTo>
                <a:cubicBezTo>
                  <a:pt x="1140728" y="68401"/>
                  <a:pt x="1139195" y="69669"/>
                  <a:pt x="1138116" y="71340"/>
                </a:cubicBezTo>
                <a:cubicBezTo>
                  <a:pt x="1137036" y="73009"/>
                  <a:pt x="1136497" y="74862"/>
                  <a:pt x="1136497" y="76900"/>
                </a:cubicBezTo>
                <a:cubicBezTo>
                  <a:pt x="1136497" y="80021"/>
                  <a:pt x="1137673" y="82622"/>
                  <a:pt x="1140027" y="84704"/>
                </a:cubicBezTo>
                <a:cubicBezTo>
                  <a:pt x="1142380" y="86785"/>
                  <a:pt x="1145823" y="87825"/>
                  <a:pt x="1150357" y="87825"/>
                </a:cubicBezTo>
                <a:cubicBezTo>
                  <a:pt x="1154848" y="87825"/>
                  <a:pt x="1158842" y="86838"/>
                  <a:pt x="1162339" y="84864"/>
                </a:cubicBezTo>
                <a:cubicBezTo>
                  <a:pt x="1165837" y="82890"/>
                  <a:pt x="1168406" y="80190"/>
                  <a:pt x="1170047" y="76762"/>
                </a:cubicBezTo>
                <a:cubicBezTo>
                  <a:pt x="1171299" y="74115"/>
                  <a:pt x="1171925" y="70210"/>
                  <a:pt x="1171925" y="65047"/>
                </a:cubicBezTo>
                <a:lnTo>
                  <a:pt x="1171925" y="60752"/>
                </a:lnTo>
                <a:close/>
                <a:moveTo>
                  <a:pt x="1201504" y="95338"/>
                </a:moveTo>
                <a:lnTo>
                  <a:pt x="1201504" y="389"/>
                </a:lnTo>
                <a:lnTo>
                  <a:pt x="1213162" y="389"/>
                </a:lnTo>
                <a:lnTo>
                  <a:pt x="1213162" y="95338"/>
                </a:lnTo>
                <a:lnTo>
                  <a:pt x="1201504" y="95338"/>
                </a:lnTo>
                <a:close/>
                <a:moveTo>
                  <a:pt x="1268085" y="95338"/>
                </a:moveTo>
                <a:lnTo>
                  <a:pt x="1268085" y="26555"/>
                </a:lnTo>
                <a:lnTo>
                  <a:pt x="1278577" y="26555"/>
                </a:lnTo>
                <a:lnTo>
                  <a:pt x="1278577" y="36270"/>
                </a:lnTo>
                <a:cubicBezTo>
                  <a:pt x="1283629" y="28757"/>
                  <a:pt x="1290927" y="25000"/>
                  <a:pt x="1300469" y="25000"/>
                </a:cubicBezTo>
                <a:cubicBezTo>
                  <a:pt x="1304614" y="25000"/>
                  <a:pt x="1308425" y="25745"/>
                  <a:pt x="1311901" y="27235"/>
                </a:cubicBezTo>
                <a:cubicBezTo>
                  <a:pt x="1315376" y="28725"/>
                  <a:pt x="1317978" y="30678"/>
                  <a:pt x="1319705" y="33096"/>
                </a:cubicBezTo>
                <a:cubicBezTo>
                  <a:pt x="1321432" y="35514"/>
                  <a:pt x="1322641" y="38386"/>
                  <a:pt x="1323332" y="41711"/>
                </a:cubicBezTo>
                <a:cubicBezTo>
                  <a:pt x="1323764" y="43870"/>
                  <a:pt x="1323980" y="47648"/>
                  <a:pt x="1323980" y="53045"/>
                </a:cubicBezTo>
                <a:lnTo>
                  <a:pt x="1323980" y="95338"/>
                </a:lnTo>
                <a:lnTo>
                  <a:pt x="1312322" y="95338"/>
                </a:lnTo>
                <a:lnTo>
                  <a:pt x="1312322" y="53454"/>
                </a:lnTo>
                <a:cubicBezTo>
                  <a:pt x="1312322" y="48699"/>
                  <a:pt x="1311868" y="45143"/>
                  <a:pt x="1310961" y="42787"/>
                </a:cubicBezTo>
                <a:cubicBezTo>
                  <a:pt x="1310055" y="40431"/>
                  <a:pt x="1308446" y="38551"/>
                  <a:pt x="1306136" y="37146"/>
                </a:cubicBezTo>
                <a:cubicBezTo>
                  <a:pt x="1303826" y="35742"/>
                  <a:pt x="1301117" y="35039"/>
                  <a:pt x="1298008" y="35039"/>
                </a:cubicBezTo>
                <a:cubicBezTo>
                  <a:pt x="1293042" y="35039"/>
                  <a:pt x="1288757" y="36618"/>
                  <a:pt x="1285151" y="39774"/>
                </a:cubicBezTo>
                <a:cubicBezTo>
                  <a:pt x="1281546" y="42928"/>
                  <a:pt x="1279743" y="48915"/>
                  <a:pt x="1279743" y="57733"/>
                </a:cubicBezTo>
                <a:lnTo>
                  <a:pt x="1279743" y="95338"/>
                </a:lnTo>
                <a:lnTo>
                  <a:pt x="1268085" y="95338"/>
                </a:lnTo>
                <a:close/>
                <a:moveTo>
                  <a:pt x="1386720" y="86846"/>
                </a:moveTo>
                <a:cubicBezTo>
                  <a:pt x="1382402" y="90519"/>
                  <a:pt x="1378246" y="93111"/>
                  <a:pt x="1374252" y="94624"/>
                </a:cubicBezTo>
                <a:cubicBezTo>
                  <a:pt x="1370258" y="96137"/>
                  <a:pt x="1365972" y="96893"/>
                  <a:pt x="1361395" y="96893"/>
                </a:cubicBezTo>
                <a:cubicBezTo>
                  <a:pt x="1353839" y="96893"/>
                  <a:pt x="1348032" y="95046"/>
                  <a:pt x="1343973" y="91351"/>
                </a:cubicBezTo>
                <a:cubicBezTo>
                  <a:pt x="1339914" y="87657"/>
                  <a:pt x="1337885" y="82936"/>
                  <a:pt x="1337885" y="77189"/>
                </a:cubicBezTo>
                <a:cubicBezTo>
                  <a:pt x="1337885" y="73820"/>
                  <a:pt x="1338651" y="70742"/>
                  <a:pt x="1340184" y="67956"/>
                </a:cubicBezTo>
                <a:cubicBezTo>
                  <a:pt x="1341717" y="65168"/>
                  <a:pt x="1343725" y="62932"/>
                  <a:pt x="1346207" y="61246"/>
                </a:cubicBezTo>
                <a:cubicBezTo>
                  <a:pt x="1348690" y="59561"/>
                  <a:pt x="1351486" y="58286"/>
                  <a:pt x="1354595" y="57423"/>
                </a:cubicBezTo>
                <a:cubicBezTo>
                  <a:pt x="1356883" y="56817"/>
                  <a:pt x="1360338" y="56233"/>
                  <a:pt x="1364958" y="55672"/>
                </a:cubicBezTo>
                <a:cubicBezTo>
                  <a:pt x="1374371" y="54558"/>
                  <a:pt x="1381301" y="53228"/>
                  <a:pt x="1385748" y="51685"/>
                </a:cubicBezTo>
                <a:cubicBezTo>
                  <a:pt x="1385791" y="50094"/>
                  <a:pt x="1385813" y="49083"/>
                  <a:pt x="1385813" y="48653"/>
                </a:cubicBezTo>
                <a:cubicBezTo>
                  <a:pt x="1385813" y="43921"/>
                  <a:pt x="1384712" y="40587"/>
                  <a:pt x="1382510" y="38652"/>
                </a:cubicBezTo>
                <a:cubicBezTo>
                  <a:pt x="1379531" y="36028"/>
                  <a:pt x="1375105" y="34716"/>
                  <a:pt x="1369232" y="34716"/>
                </a:cubicBezTo>
                <a:cubicBezTo>
                  <a:pt x="1363749" y="34716"/>
                  <a:pt x="1359701" y="35676"/>
                  <a:pt x="1357088" y="37598"/>
                </a:cubicBezTo>
                <a:cubicBezTo>
                  <a:pt x="1354476" y="39519"/>
                  <a:pt x="1352544" y="42920"/>
                  <a:pt x="1351292" y="47799"/>
                </a:cubicBezTo>
                <a:lnTo>
                  <a:pt x="1339892" y="46244"/>
                </a:lnTo>
                <a:cubicBezTo>
                  <a:pt x="1340929" y="41350"/>
                  <a:pt x="1342634" y="37398"/>
                  <a:pt x="1345009" y="34388"/>
                </a:cubicBezTo>
                <a:cubicBezTo>
                  <a:pt x="1347384" y="31377"/>
                  <a:pt x="1350817" y="29061"/>
                  <a:pt x="1355307" y="27437"/>
                </a:cubicBezTo>
                <a:cubicBezTo>
                  <a:pt x="1359798" y="25813"/>
                  <a:pt x="1365001" y="25000"/>
                  <a:pt x="1370916" y="25000"/>
                </a:cubicBezTo>
                <a:cubicBezTo>
                  <a:pt x="1376789" y="25000"/>
                  <a:pt x="1381560" y="25691"/>
                  <a:pt x="1385230" y="27073"/>
                </a:cubicBezTo>
                <a:cubicBezTo>
                  <a:pt x="1388900" y="28455"/>
                  <a:pt x="1391599" y="30193"/>
                  <a:pt x="1393326" y="32287"/>
                </a:cubicBezTo>
                <a:cubicBezTo>
                  <a:pt x="1395053" y="34381"/>
                  <a:pt x="1396262" y="37026"/>
                  <a:pt x="1396953" y="40221"/>
                </a:cubicBezTo>
                <a:cubicBezTo>
                  <a:pt x="1397342" y="42207"/>
                  <a:pt x="1397536" y="45791"/>
                  <a:pt x="1397536" y="50972"/>
                </a:cubicBezTo>
                <a:lnTo>
                  <a:pt x="1397536" y="66517"/>
                </a:lnTo>
                <a:cubicBezTo>
                  <a:pt x="1397536" y="77355"/>
                  <a:pt x="1397784" y="84209"/>
                  <a:pt x="1398281" y="87081"/>
                </a:cubicBezTo>
                <a:cubicBezTo>
                  <a:pt x="1398777" y="89952"/>
                  <a:pt x="1399760" y="92705"/>
                  <a:pt x="1401228" y="95338"/>
                </a:cubicBezTo>
                <a:lnTo>
                  <a:pt x="1389051" y="95338"/>
                </a:lnTo>
                <a:cubicBezTo>
                  <a:pt x="1387842" y="92918"/>
                  <a:pt x="1387065" y="90087"/>
                  <a:pt x="1386720" y="86846"/>
                </a:cubicBezTo>
                <a:moveTo>
                  <a:pt x="1385748" y="60752"/>
                </a:moveTo>
                <a:cubicBezTo>
                  <a:pt x="1381517" y="62494"/>
                  <a:pt x="1375169" y="63975"/>
                  <a:pt x="1366706" y="65193"/>
                </a:cubicBezTo>
                <a:cubicBezTo>
                  <a:pt x="1361914" y="65887"/>
                  <a:pt x="1358524" y="66667"/>
                  <a:pt x="1356538" y="67535"/>
                </a:cubicBezTo>
                <a:cubicBezTo>
                  <a:pt x="1354552" y="68401"/>
                  <a:pt x="1353019" y="69669"/>
                  <a:pt x="1351939" y="71340"/>
                </a:cubicBezTo>
                <a:cubicBezTo>
                  <a:pt x="1350860" y="73009"/>
                  <a:pt x="1350320" y="74862"/>
                  <a:pt x="1350320" y="76900"/>
                </a:cubicBezTo>
                <a:cubicBezTo>
                  <a:pt x="1350320" y="80021"/>
                  <a:pt x="1351497" y="82622"/>
                  <a:pt x="1353850" y="84704"/>
                </a:cubicBezTo>
                <a:cubicBezTo>
                  <a:pt x="1356203" y="86785"/>
                  <a:pt x="1359647" y="87825"/>
                  <a:pt x="1364180" y="87825"/>
                </a:cubicBezTo>
                <a:cubicBezTo>
                  <a:pt x="1368671" y="87825"/>
                  <a:pt x="1372665" y="86838"/>
                  <a:pt x="1376163" y="84864"/>
                </a:cubicBezTo>
                <a:cubicBezTo>
                  <a:pt x="1379660" y="82890"/>
                  <a:pt x="1382229" y="80190"/>
                  <a:pt x="1383870" y="76762"/>
                </a:cubicBezTo>
                <a:cubicBezTo>
                  <a:pt x="1385122" y="74115"/>
                  <a:pt x="1385748" y="70210"/>
                  <a:pt x="1385748" y="65047"/>
                </a:cubicBezTo>
                <a:lnTo>
                  <a:pt x="1385748" y="60752"/>
                </a:lnTo>
                <a:close/>
                <a:moveTo>
                  <a:pt x="1434693" y="95338"/>
                </a:moveTo>
                <a:lnTo>
                  <a:pt x="1408526" y="26555"/>
                </a:lnTo>
                <a:lnTo>
                  <a:pt x="1420832" y="26555"/>
                </a:lnTo>
                <a:lnTo>
                  <a:pt x="1435599" y="67747"/>
                </a:lnTo>
                <a:cubicBezTo>
                  <a:pt x="1437197" y="72195"/>
                  <a:pt x="1438665" y="76815"/>
                  <a:pt x="1440004" y="81608"/>
                </a:cubicBezTo>
                <a:cubicBezTo>
                  <a:pt x="1441040" y="77981"/>
                  <a:pt x="1442486" y="73620"/>
                  <a:pt x="1444343" y="68525"/>
                </a:cubicBezTo>
                <a:lnTo>
                  <a:pt x="1459628" y="26555"/>
                </a:lnTo>
                <a:lnTo>
                  <a:pt x="1471610" y="26555"/>
                </a:lnTo>
                <a:lnTo>
                  <a:pt x="1445574" y="95338"/>
                </a:lnTo>
                <a:lnTo>
                  <a:pt x="1434693" y="95338"/>
                </a:lnTo>
                <a:close/>
                <a:moveTo>
                  <a:pt x="1481973" y="13860"/>
                </a:moveTo>
                <a:lnTo>
                  <a:pt x="1481973" y="389"/>
                </a:lnTo>
                <a:lnTo>
                  <a:pt x="1493631" y="389"/>
                </a:lnTo>
                <a:lnTo>
                  <a:pt x="1493631" y="13860"/>
                </a:lnTo>
                <a:lnTo>
                  <a:pt x="1481973" y="13860"/>
                </a:lnTo>
                <a:moveTo>
                  <a:pt x="1481973" y="95338"/>
                </a:moveTo>
                <a:lnTo>
                  <a:pt x="1481973" y="26555"/>
                </a:lnTo>
                <a:lnTo>
                  <a:pt x="1493631" y="26555"/>
                </a:lnTo>
                <a:lnTo>
                  <a:pt x="1493631" y="95338"/>
                </a:lnTo>
                <a:lnTo>
                  <a:pt x="1481973" y="95338"/>
                </a:lnTo>
                <a:close/>
                <a:moveTo>
                  <a:pt x="1509218" y="101038"/>
                </a:moveTo>
                <a:lnTo>
                  <a:pt x="1520553" y="102722"/>
                </a:lnTo>
                <a:cubicBezTo>
                  <a:pt x="1521028" y="106220"/>
                  <a:pt x="1522345" y="108767"/>
                  <a:pt x="1524504" y="110365"/>
                </a:cubicBezTo>
                <a:cubicBezTo>
                  <a:pt x="1527397" y="112524"/>
                  <a:pt x="1531347" y="113603"/>
                  <a:pt x="1536356" y="113603"/>
                </a:cubicBezTo>
                <a:cubicBezTo>
                  <a:pt x="1541753" y="113603"/>
                  <a:pt x="1545920" y="112521"/>
                  <a:pt x="1548856" y="110357"/>
                </a:cubicBezTo>
                <a:cubicBezTo>
                  <a:pt x="1551793" y="108194"/>
                  <a:pt x="1553779" y="105164"/>
                  <a:pt x="1554815" y="101269"/>
                </a:cubicBezTo>
                <a:cubicBezTo>
                  <a:pt x="1555420" y="98890"/>
                  <a:pt x="1555700" y="93892"/>
                  <a:pt x="1555657" y="86275"/>
                </a:cubicBezTo>
                <a:cubicBezTo>
                  <a:pt x="1550562" y="92317"/>
                  <a:pt x="1544215" y="95338"/>
                  <a:pt x="1536615" y="95338"/>
                </a:cubicBezTo>
                <a:cubicBezTo>
                  <a:pt x="1527159" y="95338"/>
                  <a:pt x="1519840" y="91927"/>
                  <a:pt x="1514659" y="85105"/>
                </a:cubicBezTo>
                <a:cubicBezTo>
                  <a:pt x="1509477" y="78283"/>
                  <a:pt x="1506887" y="70101"/>
                  <a:pt x="1506887" y="60558"/>
                </a:cubicBezTo>
                <a:cubicBezTo>
                  <a:pt x="1506887" y="53995"/>
                  <a:pt x="1508074" y="47939"/>
                  <a:pt x="1510449" y="42391"/>
                </a:cubicBezTo>
                <a:cubicBezTo>
                  <a:pt x="1512824" y="36842"/>
                  <a:pt x="1516267" y="32557"/>
                  <a:pt x="1520779" y="29534"/>
                </a:cubicBezTo>
                <a:cubicBezTo>
                  <a:pt x="1525292" y="26512"/>
                  <a:pt x="1530592" y="25000"/>
                  <a:pt x="1536680" y="25000"/>
                </a:cubicBezTo>
                <a:cubicBezTo>
                  <a:pt x="1544798" y="25000"/>
                  <a:pt x="1551490" y="28304"/>
                  <a:pt x="1556758" y="34910"/>
                </a:cubicBezTo>
                <a:lnTo>
                  <a:pt x="1556758" y="26555"/>
                </a:lnTo>
                <a:lnTo>
                  <a:pt x="1567510" y="26555"/>
                </a:lnTo>
                <a:lnTo>
                  <a:pt x="1567510" y="86052"/>
                </a:lnTo>
                <a:cubicBezTo>
                  <a:pt x="1567510" y="96767"/>
                  <a:pt x="1566419" y="104361"/>
                  <a:pt x="1564239" y="108833"/>
                </a:cubicBezTo>
                <a:cubicBezTo>
                  <a:pt x="1562058" y="113304"/>
                  <a:pt x="1558604" y="116836"/>
                  <a:pt x="1553876" y="119428"/>
                </a:cubicBezTo>
                <a:cubicBezTo>
                  <a:pt x="1549148" y="122022"/>
                  <a:pt x="1543330" y="123318"/>
                  <a:pt x="1536421" y="123318"/>
                </a:cubicBezTo>
                <a:cubicBezTo>
                  <a:pt x="1528217" y="123318"/>
                  <a:pt x="1521589" y="121467"/>
                  <a:pt x="1516537" y="117764"/>
                </a:cubicBezTo>
                <a:cubicBezTo>
                  <a:pt x="1511485" y="114062"/>
                  <a:pt x="1509046" y="108486"/>
                  <a:pt x="1509218" y="101038"/>
                </a:cubicBezTo>
                <a:moveTo>
                  <a:pt x="1518869" y="59718"/>
                </a:moveTo>
                <a:cubicBezTo>
                  <a:pt x="1518869" y="68720"/>
                  <a:pt x="1520661" y="75287"/>
                  <a:pt x="1524245" y="79422"/>
                </a:cubicBezTo>
                <a:cubicBezTo>
                  <a:pt x="1527828" y="83556"/>
                  <a:pt x="1532319" y="85623"/>
                  <a:pt x="1537716" y="85623"/>
                </a:cubicBezTo>
                <a:cubicBezTo>
                  <a:pt x="1543070" y="85623"/>
                  <a:pt x="1547561" y="83567"/>
                  <a:pt x="1551188" y="79454"/>
                </a:cubicBezTo>
                <a:cubicBezTo>
                  <a:pt x="1554815" y="75341"/>
                  <a:pt x="1556629" y="68892"/>
                  <a:pt x="1556629" y="60105"/>
                </a:cubicBezTo>
                <a:cubicBezTo>
                  <a:pt x="1556629" y="51706"/>
                  <a:pt x="1554761" y="45375"/>
                  <a:pt x="1551026" y="41111"/>
                </a:cubicBezTo>
                <a:cubicBezTo>
                  <a:pt x="1547291" y="36848"/>
                  <a:pt x="1542790" y="34716"/>
                  <a:pt x="1537522" y="34716"/>
                </a:cubicBezTo>
                <a:cubicBezTo>
                  <a:pt x="1532341" y="34716"/>
                  <a:pt x="1527936" y="36815"/>
                  <a:pt x="1524309" y="41014"/>
                </a:cubicBezTo>
                <a:cubicBezTo>
                  <a:pt x="1520682" y="45213"/>
                  <a:pt x="1518869" y="51448"/>
                  <a:pt x="1518869" y="59718"/>
                </a:cubicBezTo>
                <a:close/>
                <a:moveTo>
                  <a:pt x="1629991" y="86846"/>
                </a:moveTo>
                <a:cubicBezTo>
                  <a:pt x="1625673" y="90519"/>
                  <a:pt x="1621517" y="93111"/>
                  <a:pt x="1617523" y="94624"/>
                </a:cubicBezTo>
                <a:cubicBezTo>
                  <a:pt x="1613529" y="96137"/>
                  <a:pt x="1609243" y="96893"/>
                  <a:pt x="1604666" y="96893"/>
                </a:cubicBezTo>
                <a:cubicBezTo>
                  <a:pt x="1597110" y="96893"/>
                  <a:pt x="1591302" y="95046"/>
                  <a:pt x="1587244" y="91351"/>
                </a:cubicBezTo>
                <a:cubicBezTo>
                  <a:pt x="1583185" y="87657"/>
                  <a:pt x="1581155" y="82936"/>
                  <a:pt x="1581155" y="77189"/>
                </a:cubicBezTo>
                <a:cubicBezTo>
                  <a:pt x="1581155" y="73820"/>
                  <a:pt x="1581922" y="70742"/>
                  <a:pt x="1583455" y="67956"/>
                </a:cubicBezTo>
                <a:cubicBezTo>
                  <a:pt x="1584988" y="65168"/>
                  <a:pt x="1586995" y="62932"/>
                  <a:pt x="1589478" y="61246"/>
                </a:cubicBezTo>
                <a:cubicBezTo>
                  <a:pt x="1591961" y="59561"/>
                  <a:pt x="1594757" y="58286"/>
                  <a:pt x="1597866" y="57423"/>
                </a:cubicBezTo>
                <a:cubicBezTo>
                  <a:pt x="1600154" y="56817"/>
                  <a:pt x="1603608" y="56233"/>
                  <a:pt x="1608229" y="55672"/>
                </a:cubicBezTo>
                <a:cubicBezTo>
                  <a:pt x="1617641" y="54558"/>
                  <a:pt x="1624572" y="53228"/>
                  <a:pt x="1629019" y="51685"/>
                </a:cubicBezTo>
                <a:cubicBezTo>
                  <a:pt x="1629062" y="50094"/>
                  <a:pt x="1629084" y="49083"/>
                  <a:pt x="1629084" y="48653"/>
                </a:cubicBezTo>
                <a:cubicBezTo>
                  <a:pt x="1629084" y="43921"/>
                  <a:pt x="1627983" y="40587"/>
                  <a:pt x="1625781" y="38652"/>
                </a:cubicBezTo>
                <a:cubicBezTo>
                  <a:pt x="1622801" y="36028"/>
                  <a:pt x="1618376" y="34716"/>
                  <a:pt x="1612503" y="34716"/>
                </a:cubicBezTo>
                <a:cubicBezTo>
                  <a:pt x="1607020" y="34716"/>
                  <a:pt x="1602972" y="35676"/>
                  <a:pt x="1600359" y="37598"/>
                </a:cubicBezTo>
                <a:cubicBezTo>
                  <a:pt x="1597747" y="39519"/>
                  <a:pt x="1595815" y="42920"/>
                  <a:pt x="1594562" y="47799"/>
                </a:cubicBezTo>
                <a:lnTo>
                  <a:pt x="1583163" y="46244"/>
                </a:lnTo>
                <a:cubicBezTo>
                  <a:pt x="1584200" y="41350"/>
                  <a:pt x="1585905" y="37398"/>
                  <a:pt x="1588280" y="34388"/>
                </a:cubicBezTo>
                <a:cubicBezTo>
                  <a:pt x="1590655" y="31377"/>
                  <a:pt x="1594088" y="29061"/>
                  <a:pt x="1598578" y="27437"/>
                </a:cubicBezTo>
                <a:cubicBezTo>
                  <a:pt x="1603069" y="25813"/>
                  <a:pt x="1608272" y="25000"/>
                  <a:pt x="1614187" y="25000"/>
                </a:cubicBezTo>
                <a:cubicBezTo>
                  <a:pt x="1620059" y="25000"/>
                  <a:pt x="1624831" y="25691"/>
                  <a:pt x="1628501" y="27073"/>
                </a:cubicBezTo>
                <a:cubicBezTo>
                  <a:pt x="1632171" y="28455"/>
                  <a:pt x="1634870" y="30193"/>
                  <a:pt x="1636597" y="32287"/>
                </a:cubicBezTo>
                <a:cubicBezTo>
                  <a:pt x="1638324" y="34381"/>
                  <a:pt x="1639533" y="37026"/>
                  <a:pt x="1640224" y="40221"/>
                </a:cubicBezTo>
                <a:cubicBezTo>
                  <a:pt x="1640613" y="42207"/>
                  <a:pt x="1640807" y="45791"/>
                  <a:pt x="1640807" y="50972"/>
                </a:cubicBezTo>
                <a:lnTo>
                  <a:pt x="1640807" y="66517"/>
                </a:lnTo>
                <a:cubicBezTo>
                  <a:pt x="1640807" y="77355"/>
                  <a:pt x="1641055" y="84209"/>
                  <a:pt x="1641552" y="87081"/>
                </a:cubicBezTo>
                <a:cubicBezTo>
                  <a:pt x="1642048" y="89952"/>
                  <a:pt x="1643031" y="92705"/>
                  <a:pt x="1644499" y="95338"/>
                </a:cubicBezTo>
                <a:lnTo>
                  <a:pt x="1632322" y="95338"/>
                </a:lnTo>
                <a:cubicBezTo>
                  <a:pt x="1631113" y="92918"/>
                  <a:pt x="1630336" y="90087"/>
                  <a:pt x="1629991" y="86846"/>
                </a:cubicBezTo>
                <a:moveTo>
                  <a:pt x="1629019" y="60752"/>
                </a:moveTo>
                <a:cubicBezTo>
                  <a:pt x="1624788" y="62494"/>
                  <a:pt x="1618440" y="63975"/>
                  <a:pt x="1609977" y="65193"/>
                </a:cubicBezTo>
                <a:cubicBezTo>
                  <a:pt x="1605184" y="65887"/>
                  <a:pt x="1601795" y="66667"/>
                  <a:pt x="1599809" y="67535"/>
                </a:cubicBezTo>
                <a:cubicBezTo>
                  <a:pt x="1597822" y="68401"/>
                  <a:pt x="1596290" y="69669"/>
                  <a:pt x="1595210" y="71340"/>
                </a:cubicBezTo>
                <a:cubicBezTo>
                  <a:pt x="1594131" y="73009"/>
                  <a:pt x="1593591" y="74862"/>
                  <a:pt x="1593591" y="76900"/>
                </a:cubicBezTo>
                <a:cubicBezTo>
                  <a:pt x="1593591" y="80021"/>
                  <a:pt x="1594768" y="82622"/>
                  <a:pt x="1597121" y="84704"/>
                </a:cubicBezTo>
                <a:cubicBezTo>
                  <a:pt x="1599474" y="86785"/>
                  <a:pt x="1602918" y="87825"/>
                  <a:pt x="1607451" y="87825"/>
                </a:cubicBezTo>
                <a:cubicBezTo>
                  <a:pt x="1611942" y="87825"/>
                  <a:pt x="1615936" y="86838"/>
                  <a:pt x="1619433" y="84864"/>
                </a:cubicBezTo>
                <a:cubicBezTo>
                  <a:pt x="1622931" y="82890"/>
                  <a:pt x="1625500" y="80190"/>
                  <a:pt x="1627141" y="76762"/>
                </a:cubicBezTo>
                <a:cubicBezTo>
                  <a:pt x="1628393" y="74115"/>
                  <a:pt x="1629019" y="70210"/>
                  <a:pt x="1629019" y="65047"/>
                </a:cubicBezTo>
                <a:lnTo>
                  <a:pt x="1629019" y="60752"/>
                </a:lnTo>
                <a:close/>
                <a:moveTo>
                  <a:pt x="1684311" y="85040"/>
                </a:moveTo>
                <a:lnTo>
                  <a:pt x="1685995" y="95338"/>
                </a:lnTo>
                <a:cubicBezTo>
                  <a:pt x="1682713" y="95943"/>
                  <a:pt x="1679777" y="96245"/>
                  <a:pt x="1677186" y="96245"/>
                </a:cubicBezTo>
                <a:cubicBezTo>
                  <a:pt x="1672955" y="96245"/>
                  <a:pt x="1669673" y="95576"/>
                  <a:pt x="1667342" y="94237"/>
                </a:cubicBezTo>
                <a:cubicBezTo>
                  <a:pt x="1665010" y="92899"/>
                  <a:pt x="1663369" y="91139"/>
                  <a:pt x="1662419" y="88959"/>
                </a:cubicBezTo>
                <a:cubicBezTo>
                  <a:pt x="1661469" y="86778"/>
                  <a:pt x="1660994" y="82191"/>
                  <a:pt x="1660994" y="75196"/>
                </a:cubicBezTo>
                <a:lnTo>
                  <a:pt x="1660994" y="35622"/>
                </a:lnTo>
                <a:lnTo>
                  <a:pt x="1652445" y="35622"/>
                </a:lnTo>
                <a:lnTo>
                  <a:pt x="1652445" y="26555"/>
                </a:lnTo>
                <a:lnTo>
                  <a:pt x="1660994" y="26555"/>
                </a:lnTo>
                <a:lnTo>
                  <a:pt x="1660994" y="9474"/>
                </a:lnTo>
                <a:lnTo>
                  <a:pt x="1672588" y="2461"/>
                </a:lnTo>
                <a:lnTo>
                  <a:pt x="1672588" y="26555"/>
                </a:lnTo>
                <a:lnTo>
                  <a:pt x="1684311" y="26555"/>
                </a:lnTo>
                <a:lnTo>
                  <a:pt x="1684311" y="35622"/>
                </a:lnTo>
                <a:lnTo>
                  <a:pt x="1672588" y="35622"/>
                </a:lnTo>
                <a:lnTo>
                  <a:pt x="1672588" y="75843"/>
                </a:lnTo>
                <a:cubicBezTo>
                  <a:pt x="1672588" y="79168"/>
                  <a:pt x="1672793" y="81305"/>
                  <a:pt x="1673203" y="82255"/>
                </a:cubicBezTo>
                <a:cubicBezTo>
                  <a:pt x="1673613" y="83205"/>
                  <a:pt x="1674283" y="83961"/>
                  <a:pt x="1675211" y="84522"/>
                </a:cubicBezTo>
                <a:cubicBezTo>
                  <a:pt x="1676139" y="85084"/>
                  <a:pt x="1677467" y="85364"/>
                  <a:pt x="1679194" y="85364"/>
                </a:cubicBezTo>
                <a:cubicBezTo>
                  <a:pt x="1680489" y="85364"/>
                  <a:pt x="1682195" y="85256"/>
                  <a:pt x="1684311" y="85040"/>
                </a:cubicBezTo>
                <a:close/>
                <a:moveTo>
                  <a:pt x="1695797" y="13860"/>
                </a:moveTo>
                <a:lnTo>
                  <a:pt x="1695797" y="389"/>
                </a:lnTo>
                <a:lnTo>
                  <a:pt x="1707455" y="389"/>
                </a:lnTo>
                <a:lnTo>
                  <a:pt x="1707455" y="13860"/>
                </a:lnTo>
                <a:lnTo>
                  <a:pt x="1695797" y="13860"/>
                </a:lnTo>
                <a:moveTo>
                  <a:pt x="1695797" y="95338"/>
                </a:moveTo>
                <a:lnTo>
                  <a:pt x="1695797" y="26555"/>
                </a:lnTo>
                <a:lnTo>
                  <a:pt x="1707455" y="26555"/>
                </a:lnTo>
                <a:lnTo>
                  <a:pt x="1707455" y="95338"/>
                </a:lnTo>
                <a:lnTo>
                  <a:pt x="1695797" y="95338"/>
                </a:lnTo>
                <a:close/>
                <a:moveTo>
                  <a:pt x="1720840" y="60947"/>
                </a:moveTo>
                <a:cubicBezTo>
                  <a:pt x="1720840" y="48209"/>
                  <a:pt x="1724380" y="38774"/>
                  <a:pt x="1731461" y="32643"/>
                </a:cubicBezTo>
                <a:cubicBezTo>
                  <a:pt x="1737377" y="27548"/>
                  <a:pt x="1744588" y="25000"/>
                  <a:pt x="1753094" y="25000"/>
                </a:cubicBezTo>
                <a:cubicBezTo>
                  <a:pt x="1762550" y="25000"/>
                  <a:pt x="1770279" y="28099"/>
                  <a:pt x="1776281" y="34295"/>
                </a:cubicBezTo>
                <a:cubicBezTo>
                  <a:pt x="1782283" y="40491"/>
                  <a:pt x="1785284" y="49051"/>
                  <a:pt x="1785284" y="59975"/>
                </a:cubicBezTo>
                <a:cubicBezTo>
                  <a:pt x="1785284" y="68827"/>
                  <a:pt x="1783956" y="75789"/>
                  <a:pt x="1781300" y="80863"/>
                </a:cubicBezTo>
                <a:cubicBezTo>
                  <a:pt x="1778645" y="85936"/>
                  <a:pt x="1774780" y="89876"/>
                  <a:pt x="1769707" y="92683"/>
                </a:cubicBezTo>
                <a:cubicBezTo>
                  <a:pt x="1764634" y="95490"/>
                  <a:pt x="1759096" y="96893"/>
                  <a:pt x="1753094" y="96893"/>
                </a:cubicBezTo>
                <a:cubicBezTo>
                  <a:pt x="1743465" y="96893"/>
                  <a:pt x="1735682" y="93806"/>
                  <a:pt x="1729745" y="87631"/>
                </a:cubicBezTo>
                <a:cubicBezTo>
                  <a:pt x="1723808" y="81457"/>
                  <a:pt x="1720840" y="72562"/>
                  <a:pt x="1720840" y="60947"/>
                </a:cubicBezTo>
                <a:moveTo>
                  <a:pt x="1732822" y="60914"/>
                </a:moveTo>
                <a:cubicBezTo>
                  <a:pt x="1732822" y="69690"/>
                  <a:pt x="1734743" y="76262"/>
                  <a:pt x="1738586" y="80628"/>
                </a:cubicBezTo>
                <a:cubicBezTo>
                  <a:pt x="1742429" y="84995"/>
                  <a:pt x="1747265" y="87178"/>
                  <a:pt x="1753094" y="87178"/>
                </a:cubicBezTo>
                <a:cubicBezTo>
                  <a:pt x="1758880" y="87178"/>
                  <a:pt x="1763694" y="84984"/>
                  <a:pt x="1767537" y="80596"/>
                </a:cubicBezTo>
                <a:cubicBezTo>
                  <a:pt x="1771380" y="76208"/>
                  <a:pt x="1773302" y="69518"/>
                  <a:pt x="1773302" y="60528"/>
                </a:cubicBezTo>
                <a:cubicBezTo>
                  <a:pt x="1773302" y="52053"/>
                  <a:pt x="1771369" y="45632"/>
                  <a:pt x="1767505" y="41265"/>
                </a:cubicBezTo>
                <a:cubicBezTo>
                  <a:pt x="1763640" y="36899"/>
                  <a:pt x="1758837" y="34716"/>
                  <a:pt x="1753094" y="34716"/>
                </a:cubicBezTo>
                <a:cubicBezTo>
                  <a:pt x="1747265" y="34716"/>
                  <a:pt x="1742429" y="36888"/>
                  <a:pt x="1738586" y="41233"/>
                </a:cubicBezTo>
                <a:cubicBezTo>
                  <a:pt x="1734743" y="45578"/>
                  <a:pt x="1732822" y="52138"/>
                  <a:pt x="1732822" y="60914"/>
                </a:cubicBezTo>
                <a:close/>
                <a:moveTo>
                  <a:pt x="1798930" y="95338"/>
                </a:moveTo>
                <a:lnTo>
                  <a:pt x="1798930" y="26555"/>
                </a:lnTo>
                <a:lnTo>
                  <a:pt x="1809422" y="26555"/>
                </a:lnTo>
                <a:lnTo>
                  <a:pt x="1809422" y="36270"/>
                </a:lnTo>
                <a:cubicBezTo>
                  <a:pt x="1814474" y="28757"/>
                  <a:pt x="1821771" y="25000"/>
                  <a:pt x="1831314" y="25000"/>
                </a:cubicBezTo>
                <a:cubicBezTo>
                  <a:pt x="1835459" y="25000"/>
                  <a:pt x="1839269" y="25745"/>
                  <a:pt x="1842745" y="27235"/>
                </a:cubicBezTo>
                <a:cubicBezTo>
                  <a:pt x="1846221" y="28725"/>
                  <a:pt x="1848823" y="30678"/>
                  <a:pt x="1850550" y="33096"/>
                </a:cubicBezTo>
                <a:cubicBezTo>
                  <a:pt x="1852277" y="35514"/>
                  <a:pt x="1853486" y="38386"/>
                  <a:pt x="1854177" y="41711"/>
                </a:cubicBezTo>
                <a:cubicBezTo>
                  <a:pt x="1854609" y="43870"/>
                  <a:pt x="1854824" y="47648"/>
                  <a:pt x="1854824" y="53045"/>
                </a:cubicBezTo>
                <a:lnTo>
                  <a:pt x="1854824" y="95338"/>
                </a:lnTo>
                <a:lnTo>
                  <a:pt x="1843166" y="95338"/>
                </a:lnTo>
                <a:lnTo>
                  <a:pt x="1843166" y="53454"/>
                </a:lnTo>
                <a:cubicBezTo>
                  <a:pt x="1843166" y="48699"/>
                  <a:pt x="1842713" y="45143"/>
                  <a:pt x="1841806" y="42787"/>
                </a:cubicBezTo>
                <a:cubicBezTo>
                  <a:pt x="1840899" y="40431"/>
                  <a:pt x="1839291" y="38551"/>
                  <a:pt x="1836981" y="37146"/>
                </a:cubicBezTo>
                <a:cubicBezTo>
                  <a:pt x="1834671" y="35742"/>
                  <a:pt x="1831961" y="35039"/>
                  <a:pt x="1828852" y="35039"/>
                </a:cubicBezTo>
                <a:cubicBezTo>
                  <a:pt x="1823887" y="35039"/>
                  <a:pt x="1819601" y="36618"/>
                  <a:pt x="1815996" y="39774"/>
                </a:cubicBezTo>
                <a:cubicBezTo>
                  <a:pt x="1812391" y="42928"/>
                  <a:pt x="1810588" y="48915"/>
                  <a:pt x="1810588" y="57733"/>
                </a:cubicBezTo>
                <a:lnTo>
                  <a:pt x="1810588" y="95338"/>
                </a:lnTo>
                <a:lnTo>
                  <a:pt x="1798930" y="95338"/>
                </a:lnTo>
                <a:close/>
                <a:moveTo>
                  <a:pt x="1909555" y="95338"/>
                </a:moveTo>
                <a:lnTo>
                  <a:pt x="1909555" y="26555"/>
                </a:lnTo>
                <a:lnTo>
                  <a:pt x="1919983" y="26555"/>
                </a:lnTo>
                <a:lnTo>
                  <a:pt x="1919983" y="36141"/>
                </a:lnTo>
                <a:cubicBezTo>
                  <a:pt x="1922142" y="32791"/>
                  <a:pt x="1925013" y="30098"/>
                  <a:pt x="1928597" y="28059"/>
                </a:cubicBezTo>
                <a:cubicBezTo>
                  <a:pt x="1932181" y="26020"/>
                  <a:pt x="1936261" y="25000"/>
                  <a:pt x="1940838" y="25000"/>
                </a:cubicBezTo>
                <a:cubicBezTo>
                  <a:pt x="1945933" y="25000"/>
                  <a:pt x="1950111" y="26053"/>
                  <a:pt x="1953371" y="28158"/>
                </a:cubicBezTo>
                <a:cubicBezTo>
                  <a:pt x="1956631" y="30261"/>
                  <a:pt x="1958930" y="33203"/>
                  <a:pt x="1960269" y="36983"/>
                </a:cubicBezTo>
                <a:cubicBezTo>
                  <a:pt x="1965709" y="28994"/>
                  <a:pt x="1972790" y="25000"/>
                  <a:pt x="1981512" y="25000"/>
                </a:cubicBezTo>
                <a:cubicBezTo>
                  <a:pt x="1988335" y="25000"/>
                  <a:pt x="1993581" y="26890"/>
                  <a:pt x="1997251" y="30668"/>
                </a:cubicBezTo>
                <a:cubicBezTo>
                  <a:pt x="2000921" y="34446"/>
                  <a:pt x="2002756" y="40264"/>
                  <a:pt x="2002756" y="48123"/>
                </a:cubicBezTo>
                <a:lnTo>
                  <a:pt x="2002756" y="95338"/>
                </a:lnTo>
                <a:lnTo>
                  <a:pt x="1991163" y="95338"/>
                </a:lnTo>
                <a:lnTo>
                  <a:pt x="1991163" y="51962"/>
                </a:lnTo>
                <a:cubicBezTo>
                  <a:pt x="1991163" y="47293"/>
                  <a:pt x="1990785" y="43933"/>
                  <a:pt x="1990029" y="41881"/>
                </a:cubicBezTo>
                <a:cubicBezTo>
                  <a:pt x="1989274" y="39827"/>
                  <a:pt x="1987903" y="38173"/>
                  <a:pt x="1985917" y="36920"/>
                </a:cubicBezTo>
                <a:cubicBezTo>
                  <a:pt x="1983930" y="35666"/>
                  <a:pt x="1981599" y="35039"/>
                  <a:pt x="1978922" y="35039"/>
                </a:cubicBezTo>
                <a:cubicBezTo>
                  <a:pt x="1974086" y="35039"/>
                  <a:pt x="1970070" y="36650"/>
                  <a:pt x="1966875" y="39871"/>
                </a:cubicBezTo>
                <a:cubicBezTo>
                  <a:pt x="1963680" y="43090"/>
                  <a:pt x="1962082" y="48245"/>
                  <a:pt x="1962082" y="55334"/>
                </a:cubicBezTo>
                <a:lnTo>
                  <a:pt x="1962082" y="95338"/>
                </a:lnTo>
                <a:lnTo>
                  <a:pt x="1950424" y="95338"/>
                </a:lnTo>
                <a:lnTo>
                  <a:pt x="1950424" y="50600"/>
                </a:lnTo>
                <a:cubicBezTo>
                  <a:pt x="1950424" y="45413"/>
                  <a:pt x="1949474" y="41523"/>
                  <a:pt x="1947574" y="38930"/>
                </a:cubicBezTo>
                <a:cubicBezTo>
                  <a:pt x="1945674" y="36336"/>
                  <a:pt x="1942565" y="35039"/>
                  <a:pt x="1938247" y="35039"/>
                </a:cubicBezTo>
                <a:cubicBezTo>
                  <a:pt x="1934966" y="35039"/>
                  <a:pt x="1931933" y="35904"/>
                  <a:pt x="1929147" y="37634"/>
                </a:cubicBezTo>
                <a:cubicBezTo>
                  <a:pt x="1926362" y="39363"/>
                  <a:pt x="1924344" y="41891"/>
                  <a:pt x="1923092" y="45220"/>
                </a:cubicBezTo>
                <a:cubicBezTo>
                  <a:pt x="1921840" y="48548"/>
                  <a:pt x="1921213" y="53345"/>
                  <a:pt x="1921213" y="59613"/>
                </a:cubicBezTo>
                <a:lnTo>
                  <a:pt x="1921213" y="95338"/>
                </a:lnTo>
                <a:lnTo>
                  <a:pt x="1909555" y="95338"/>
                </a:lnTo>
                <a:close/>
                <a:moveTo>
                  <a:pt x="2015709" y="60947"/>
                </a:moveTo>
                <a:cubicBezTo>
                  <a:pt x="2015709" y="48209"/>
                  <a:pt x="2019250" y="38774"/>
                  <a:pt x="2026331" y="32643"/>
                </a:cubicBezTo>
                <a:cubicBezTo>
                  <a:pt x="2032246" y="27548"/>
                  <a:pt x="2039457" y="25000"/>
                  <a:pt x="2047963" y="25000"/>
                </a:cubicBezTo>
                <a:cubicBezTo>
                  <a:pt x="2057420" y="25000"/>
                  <a:pt x="2065149" y="28099"/>
                  <a:pt x="2071150" y="34295"/>
                </a:cubicBezTo>
                <a:cubicBezTo>
                  <a:pt x="2077152" y="40491"/>
                  <a:pt x="2080153" y="49051"/>
                  <a:pt x="2080153" y="59975"/>
                </a:cubicBezTo>
                <a:cubicBezTo>
                  <a:pt x="2080153" y="68827"/>
                  <a:pt x="2078825" y="75789"/>
                  <a:pt x="2076170" y="80863"/>
                </a:cubicBezTo>
                <a:cubicBezTo>
                  <a:pt x="2073514" y="85936"/>
                  <a:pt x="2069650" y="89876"/>
                  <a:pt x="2064576" y="92683"/>
                </a:cubicBezTo>
                <a:cubicBezTo>
                  <a:pt x="2059503" y="95490"/>
                  <a:pt x="2053965" y="96893"/>
                  <a:pt x="2047963" y="96893"/>
                </a:cubicBezTo>
                <a:cubicBezTo>
                  <a:pt x="2038335" y="96893"/>
                  <a:pt x="2030552" y="93806"/>
                  <a:pt x="2024615" y="87631"/>
                </a:cubicBezTo>
                <a:cubicBezTo>
                  <a:pt x="2018677" y="81457"/>
                  <a:pt x="2015709" y="72562"/>
                  <a:pt x="2015709" y="60947"/>
                </a:cubicBezTo>
                <a:moveTo>
                  <a:pt x="2027691" y="60914"/>
                </a:moveTo>
                <a:cubicBezTo>
                  <a:pt x="2027691" y="69690"/>
                  <a:pt x="2029612" y="76262"/>
                  <a:pt x="2033455" y="80628"/>
                </a:cubicBezTo>
                <a:cubicBezTo>
                  <a:pt x="2037298" y="84995"/>
                  <a:pt x="2042134" y="87178"/>
                  <a:pt x="2047963" y="87178"/>
                </a:cubicBezTo>
                <a:cubicBezTo>
                  <a:pt x="2053749" y="87178"/>
                  <a:pt x="2058564" y="84984"/>
                  <a:pt x="2062407" y="80596"/>
                </a:cubicBezTo>
                <a:cubicBezTo>
                  <a:pt x="2066250" y="76208"/>
                  <a:pt x="2068171" y="69518"/>
                  <a:pt x="2068171" y="60528"/>
                </a:cubicBezTo>
                <a:cubicBezTo>
                  <a:pt x="2068171" y="52053"/>
                  <a:pt x="2066239" y="45632"/>
                  <a:pt x="2062374" y="41265"/>
                </a:cubicBezTo>
                <a:cubicBezTo>
                  <a:pt x="2058510" y="36899"/>
                  <a:pt x="2053706" y="34716"/>
                  <a:pt x="2047963" y="34716"/>
                </a:cubicBezTo>
                <a:cubicBezTo>
                  <a:pt x="2042134" y="34716"/>
                  <a:pt x="2037298" y="36888"/>
                  <a:pt x="2033455" y="41233"/>
                </a:cubicBezTo>
                <a:cubicBezTo>
                  <a:pt x="2029612" y="45578"/>
                  <a:pt x="2027691" y="52138"/>
                  <a:pt x="2027691" y="60914"/>
                </a:cubicBezTo>
                <a:close/>
                <a:moveTo>
                  <a:pt x="2138424" y="95338"/>
                </a:moveTo>
                <a:lnTo>
                  <a:pt x="2138424" y="86660"/>
                </a:lnTo>
                <a:cubicBezTo>
                  <a:pt x="2134063" y="93482"/>
                  <a:pt x="2127651" y="96893"/>
                  <a:pt x="2119188" y="96893"/>
                </a:cubicBezTo>
                <a:cubicBezTo>
                  <a:pt x="2113704" y="96893"/>
                  <a:pt x="2108663" y="95382"/>
                  <a:pt x="2104065" y="92359"/>
                </a:cubicBezTo>
                <a:cubicBezTo>
                  <a:pt x="2099466" y="89337"/>
                  <a:pt x="2095904" y="85116"/>
                  <a:pt x="2093378" y="79697"/>
                </a:cubicBezTo>
                <a:cubicBezTo>
                  <a:pt x="2090852" y="74278"/>
                  <a:pt x="2089589" y="68050"/>
                  <a:pt x="2089589" y="61011"/>
                </a:cubicBezTo>
                <a:cubicBezTo>
                  <a:pt x="2089589" y="54146"/>
                  <a:pt x="2090733" y="47918"/>
                  <a:pt x="2093022" y="42326"/>
                </a:cubicBezTo>
                <a:cubicBezTo>
                  <a:pt x="2095310" y="36734"/>
                  <a:pt x="2098743" y="32449"/>
                  <a:pt x="2103320" y="29469"/>
                </a:cubicBezTo>
                <a:cubicBezTo>
                  <a:pt x="2107897" y="26490"/>
                  <a:pt x="2113014" y="25000"/>
                  <a:pt x="2118670" y="25000"/>
                </a:cubicBezTo>
                <a:cubicBezTo>
                  <a:pt x="2122815" y="25000"/>
                  <a:pt x="2126507" y="25875"/>
                  <a:pt x="2129745" y="27624"/>
                </a:cubicBezTo>
                <a:cubicBezTo>
                  <a:pt x="2132984" y="29372"/>
                  <a:pt x="2135618" y="31650"/>
                  <a:pt x="2137647" y="34457"/>
                </a:cubicBezTo>
                <a:lnTo>
                  <a:pt x="2137647" y="389"/>
                </a:lnTo>
                <a:lnTo>
                  <a:pt x="2149240" y="389"/>
                </a:lnTo>
                <a:lnTo>
                  <a:pt x="2149240" y="95338"/>
                </a:lnTo>
                <a:lnTo>
                  <a:pt x="2138424" y="95338"/>
                </a:lnTo>
                <a:moveTo>
                  <a:pt x="2101571" y="60979"/>
                </a:moveTo>
                <a:cubicBezTo>
                  <a:pt x="2101571" y="69755"/>
                  <a:pt x="2103428" y="76316"/>
                  <a:pt x="2107141" y="80660"/>
                </a:cubicBezTo>
                <a:cubicBezTo>
                  <a:pt x="2110855" y="85005"/>
                  <a:pt x="2115237" y="87178"/>
                  <a:pt x="2120289" y="87178"/>
                </a:cubicBezTo>
                <a:cubicBezTo>
                  <a:pt x="2125384" y="87178"/>
                  <a:pt x="2129713" y="85102"/>
                  <a:pt x="2133275" y="80952"/>
                </a:cubicBezTo>
                <a:cubicBezTo>
                  <a:pt x="2136837" y="76800"/>
                  <a:pt x="2138618" y="70465"/>
                  <a:pt x="2138618" y="61947"/>
                </a:cubicBezTo>
                <a:cubicBezTo>
                  <a:pt x="2138618" y="52569"/>
                  <a:pt x="2136805" y="45686"/>
                  <a:pt x="2133178" y="41298"/>
                </a:cubicBezTo>
                <a:cubicBezTo>
                  <a:pt x="2129551" y="36910"/>
                  <a:pt x="2125082" y="34716"/>
                  <a:pt x="2119771" y="34716"/>
                </a:cubicBezTo>
                <a:cubicBezTo>
                  <a:pt x="2114590" y="34716"/>
                  <a:pt x="2110261" y="36824"/>
                  <a:pt x="2106785" y="41041"/>
                </a:cubicBezTo>
                <a:cubicBezTo>
                  <a:pt x="2103309" y="45256"/>
                  <a:pt x="2101571" y="51902"/>
                  <a:pt x="2101571" y="60979"/>
                </a:cubicBezTo>
                <a:close/>
                <a:moveTo>
                  <a:pt x="2212628" y="95338"/>
                </a:moveTo>
                <a:lnTo>
                  <a:pt x="2212628" y="85235"/>
                </a:lnTo>
                <a:cubicBezTo>
                  <a:pt x="2207274" y="93007"/>
                  <a:pt x="2199998" y="96893"/>
                  <a:pt x="2190801" y="96893"/>
                </a:cubicBezTo>
                <a:cubicBezTo>
                  <a:pt x="2186742" y="96893"/>
                  <a:pt x="2182953" y="96116"/>
                  <a:pt x="2179434" y="94561"/>
                </a:cubicBezTo>
                <a:cubicBezTo>
                  <a:pt x="2175915" y="93007"/>
                  <a:pt x="2173303" y="91053"/>
                  <a:pt x="2171597" y="88700"/>
                </a:cubicBezTo>
                <a:cubicBezTo>
                  <a:pt x="2169892" y="86347"/>
                  <a:pt x="2168694" y="83464"/>
                  <a:pt x="2168003" y="80053"/>
                </a:cubicBezTo>
                <a:cubicBezTo>
                  <a:pt x="2167528" y="77765"/>
                  <a:pt x="2167290" y="74138"/>
                  <a:pt x="2167290" y="69172"/>
                </a:cubicBezTo>
                <a:lnTo>
                  <a:pt x="2167290" y="26555"/>
                </a:lnTo>
                <a:lnTo>
                  <a:pt x="2178949" y="26555"/>
                </a:lnTo>
                <a:lnTo>
                  <a:pt x="2178949" y="64703"/>
                </a:lnTo>
                <a:cubicBezTo>
                  <a:pt x="2178949" y="70791"/>
                  <a:pt x="2179186" y="74893"/>
                  <a:pt x="2179661" y="77009"/>
                </a:cubicBezTo>
                <a:cubicBezTo>
                  <a:pt x="2180395" y="80075"/>
                  <a:pt x="2181950" y="82482"/>
                  <a:pt x="2184324" y="84231"/>
                </a:cubicBezTo>
                <a:cubicBezTo>
                  <a:pt x="2186699" y="85980"/>
                  <a:pt x="2189635" y="86854"/>
                  <a:pt x="2193133" y="86854"/>
                </a:cubicBezTo>
                <a:cubicBezTo>
                  <a:pt x="2196630" y="86854"/>
                  <a:pt x="2199912" y="85958"/>
                  <a:pt x="2202978" y="84166"/>
                </a:cubicBezTo>
                <a:cubicBezTo>
                  <a:pt x="2206043" y="82374"/>
                  <a:pt x="2208213" y="79935"/>
                  <a:pt x="2209487" y="76847"/>
                </a:cubicBezTo>
                <a:cubicBezTo>
                  <a:pt x="2210760" y="73760"/>
                  <a:pt x="2211397" y="69280"/>
                  <a:pt x="2211397" y="63408"/>
                </a:cubicBezTo>
                <a:lnTo>
                  <a:pt x="2211397" y="26555"/>
                </a:lnTo>
                <a:lnTo>
                  <a:pt x="2223056" y="26555"/>
                </a:lnTo>
                <a:lnTo>
                  <a:pt x="2223056" y="95338"/>
                </a:lnTo>
                <a:lnTo>
                  <a:pt x="2212628" y="95338"/>
                </a:lnTo>
                <a:close/>
                <a:moveTo>
                  <a:pt x="2241041" y="95338"/>
                </a:moveTo>
                <a:lnTo>
                  <a:pt x="2241041" y="389"/>
                </a:lnTo>
                <a:lnTo>
                  <a:pt x="2252699" y="389"/>
                </a:lnTo>
                <a:lnTo>
                  <a:pt x="2252699" y="95338"/>
                </a:lnTo>
                <a:lnTo>
                  <a:pt x="2241041" y="95338"/>
                </a:lnTo>
                <a:close/>
                <a:moveTo>
                  <a:pt x="2317834" y="73188"/>
                </a:moveTo>
                <a:lnTo>
                  <a:pt x="2329881" y="74678"/>
                </a:lnTo>
                <a:cubicBezTo>
                  <a:pt x="2327981" y="81716"/>
                  <a:pt x="2324462" y="87178"/>
                  <a:pt x="2319323" y="91064"/>
                </a:cubicBezTo>
                <a:cubicBezTo>
                  <a:pt x="2314185" y="94950"/>
                  <a:pt x="2307622" y="96893"/>
                  <a:pt x="2299634" y="96893"/>
                </a:cubicBezTo>
                <a:cubicBezTo>
                  <a:pt x="2289573" y="96893"/>
                  <a:pt x="2281596" y="93795"/>
                  <a:pt x="2275702" y="87599"/>
                </a:cubicBezTo>
                <a:cubicBezTo>
                  <a:pt x="2269808" y="81403"/>
                  <a:pt x="2266861" y="72713"/>
                  <a:pt x="2266861" y="61530"/>
                </a:cubicBezTo>
                <a:cubicBezTo>
                  <a:pt x="2266861" y="49958"/>
                  <a:pt x="2269841" y="40977"/>
                  <a:pt x="2275799" y="34586"/>
                </a:cubicBezTo>
                <a:cubicBezTo>
                  <a:pt x="2281758" y="28196"/>
                  <a:pt x="2289487" y="25000"/>
                  <a:pt x="2298986" y="25000"/>
                </a:cubicBezTo>
                <a:cubicBezTo>
                  <a:pt x="2308183" y="25000"/>
                  <a:pt x="2315696" y="28126"/>
                  <a:pt x="2321526" y="34378"/>
                </a:cubicBezTo>
                <a:cubicBezTo>
                  <a:pt x="2327355" y="40628"/>
                  <a:pt x="2330269" y="49421"/>
                  <a:pt x="2330269" y="60758"/>
                </a:cubicBezTo>
                <a:cubicBezTo>
                  <a:pt x="2330269" y="61448"/>
                  <a:pt x="2330248" y="62482"/>
                  <a:pt x="2330204" y="63861"/>
                </a:cubicBezTo>
                <a:lnTo>
                  <a:pt x="2278908" y="63861"/>
                </a:lnTo>
                <a:cubicBezTo>
                  <a:pt x="2279340" y="71396"/>
                  <a:pt x="2281477" y="77166"/>
                  <a:pt x="2285320" y="81170"/>
                </a:cubicBezTo>
                <a:cubicBezTo>
                  <a:pt x="2289163" y="85175"/>
                  <a:pt x="2293956" y="87178"/>
                  <a:pt x="2299699" y="87178"/>
                </a:cubicBezTo>
                <a:cubicBezTo>
                  <a:pt x="2303973" y="87178"/>
                  <a:pt x="2307622" y="86066"/>
                  <a:pt x="2310645" y="83842"/>
                </a:cubicBezTo>
                <a:cubicBezTo>
                  <a:pt x="2313667" y="81617"/>
                  <a:pt x="2316063" y="78066"/>
                  <a:pt x="2317834" y="73188"/>
                </a:cubicBezTo>
                <a:moveTo>
                  <a:pt x="2279556" y="54146"/>
                </a:moveTo>
                <a:lnTo>
                  <a:pt x="2317963" y="54146"/>
                </a:lnTo>
                <a:cubicBezTo>
                  <a:pt x="2317445" y="48455"/>
                  <a:pt x="2315977" y="44186"/>
                  <a:pt x="2313559" y="41340"/>
                </a:cubicBezTo>
                <a:cubicBezTo>
                  <a:pt x="2309846" y="36924"/>
                  <a:pt x="2305031" y="34716"/>
                  <a:pt x="2299116" y="34716"/>
                </a:cubicBezTo>
                <a:cubicBezTo>
                  <a:pt x="2293762" y="34716"/>
                  <a:pt x="2289260" y="36479"/>
                  <a:pt x="2285612" y="40004"/>
                </a:cubicBezTo>
                <a:cubicBezTo>
                  <a:pt x="2281963" y="43529"/>
                  <a:pt x="2279945" y="48243"/>
                  <a:pt x="2279556" y="541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2,andthereasonableflagsofboth">
            <a:extLst xmlns:a="http://schemas.openxmlformats.org/drawingml/2006/main">
              <a:ext uri="{FF2B5EF4-FFF2-40B4-BE49-F238E27FC236}">
                <a16:creationId xmlns:a16="http://schemas.microsoft.com/office/drawing/2014/main" id="{6F5A4D9D-8070-474A-B4AA-B1A301EE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9" y="2429914"/>
            <a:ext cx="2029686" cy="124484"/>
          </a:xfrm>
          <a:custGeom xmlns:a="http://schemas.openxmlformats.org/drawingml/2006/main">
            <a:pathLst>
              <a:path w="2029686" h="124484">
                <a:moveTo>
                  <a:pt x="62847" y="85299"/>
                </a:moveTo>
                <a:lnTo>
                  <a:pt x="62847" y="96504"/>
                </a:lnTo>
                <a:lnTo>
                  <a:pt x="86" y="96504"/>
                </a:lnTo>
                <a:cubicBezTo>
                  <a:pt x="0" y="93699"/>
                  <a:pt x="453" y="91002"/>
                  <a:pt x="1446" y="88412"/>
                </a:cubicBezTo>
                <a:cubicBezTo>
                  <a:pt x="3044" y="84140"/>
                  <a:pt x="5602" y="79933"/>
                  <a:pt x="9121" y="75791"/>
                </a:cubicBezTo>
                <a:cubicBezTo>
                  <a:pt x="12641" y="71648"/>
                  <a:pt x="17725" y="66858"/>
                  <a:pt x="24374" y="61420"/>
                </a:cubicBezTo>
                <a:cubicBezTo>
                  <a:pt x="34694" y="52965"/>
                  <a:pt x="41667" y="46268"/>
                  <a:pt x="45294" y="41328"/>
                </a:cubicBezTo>
                <a:cubicBezTo>
                  <a:pt x="48921" y="36388"/>
                  <a:pt x="50735" y="31718"/>
                  <a:pt x="50735" y="27318"/>
                </a:cubicBezTo>
                <a:cubicBezTo>
                  <a:pt x="50735" y="22702"/>
                  <a:pt x="49083" y="18808"/>
                  <a:pt x="45780" y="15637"/>
                </a:cubicBezTo>
                <a:cubicBezTo>
                  <a:pt x="42477" y="12466"/>
                  <a:pt x="38170" y="10881"/>
                  <a:pt x="32859" y="10881"/>
                </a:cubicBezTo>
                <a:cubicBezTo>
                  <a:pt x="27246" y="10881"/>
                  <a:pt x="22755" y="12565"/>
                  <a:pt x="19387" y="15933"/>
                </a:cubicBezTo>
                <a:cubicBezTo>
                  <a:pt x="16019" y="19301"/>
                  <a:pt x="14314" y="23964"/>
                  <a:pt x="14271" y="29923"/>
                </a:cubicBezTo>
                <a:lnTo>
                  <a:pt x="2288" y="28690"/>
                </a:lnTo>
                <a:cubicBezTo>
                  <a:pt x="3109" y="19732"/>
                  <a:pt x="6196" y="12905"/>
                  <a:pt x="11550" y="8209"/>
                </a:cubicBezTo>
                <a:cubicBezTo>
                  <a:pt x="16904" y="3514"/>
                  <a:pt x="24094" y="1166"/>
                  <a:pt x="33118" y="1166"/>
                </a:cubicBezTo>
                <a:cubicBezTo>
                  <a:pt x="42229" y="1166"/>
                  <a:pt x="49440" y="3692"/>
                  <a:pt x="54751" y="8746"/>
                </a:cubicBezTo>
                <a:cubicBezTo>
                  <a:pt x="60062" y="13799"/>
                  <a:pt x="62717" y="20062"/>
                  <a:pt x="62717" y="27534"/>
                </a:cubicBezTo>
                <a:cubicBezTo>
                  <a:pt x="62717" y="31336"/>
                  <a:pt x="61940" y="35072"/>
                  <a:pt x="60385" y="38743"/>
                </a:cubicBezTo>
                <a:cubicBezTo>
                  <a:pt x="58831" y="42415"/>
                  <a:pt x="56251" y="46281"/>
                  <a:pt x="52646" y="50341"/>
                </a:cubicBezTo>
                <a:cubicBezTo>
                  <a:pt x="49040" y="54400"/>
                  <a:pt x="43049" y="59971"/>
                  <a:pt x="34672" y="67055"/>
                </a:cubicBezTo>
                <a:cubicBezTo>
                  <a:pt x="27678" y="72921"/>
                  <a:pt x="23187" y="76900"/>
                  <a:pt x="21201" y="78993"/>
                </a:cubicBezTo>
                <a:cubicBezTo>
                  <a:pt x="19215" y="81084"/>
                  <a:pt x="17574" y="83186"/>
                  <a:pt x="16278" y="85299"/>
                </a:cubicBezTo>
                <a:lnTo>
                  <a:pt x="62847" y="85299"/>
                </a:lnTo>
                <a:close/>
                <a:moveTo>
                  <a:pt x="81609" y="96504"/>
                </a:moveTo>
                <a:lnTo>
                  <a:pt x="81609" y="83162"/>
                </a:lnTo>
                <a:lnTo>
                  <a:pt x="94886" y="83162"/>
                </a:lnTo>
                <a:lnTo>
                  <a:pt x="94886" y="96466"/>
                </a:lnTo>
                <a:cubicBezTo>
                  <a:pt x="94886" y="101356"/>
                  <a:pt x="94023" y="105304"/>
                  <a:pt x="92296" y="108310"/>
                </a:cubicBezTo>
                <a:cubicBezTo>
                  <a:pt x="90569" y="111318"/>
                  <a:pt x="87827" y="113644"/>
                  <a:pt x="84070" y="115287"/>
                </a:cubicBezTo>
                <a:lnTo>
                  <a:pt x="80832" y="110235"/>
                </a:lnTo>
                <a:cubicBezTo>
                  <a:pt x="83293" y="109161"/>
                  <a:pt x="85107" y="107582"/>
                  <a:pt x="86272" y="105497"/>
                </a:cubicBezTo>
                <a:cubicBezTo>
                  <a:pt x="87438" y="103412"/>
                  <a:pt x="88086" y="100415"/>
                  <a:pt x="88215" y="96504"/>
                </a:cubicBezTo>
                <a:lnTo>
                  <a:pt x="81609" y="96504"/>
                </a:lnTo>
                <a:close/>
                <a:moveTo>
                  <a:pt x="197200" y="88012"/>
                </a:moveTo>
                <a:cubicBezTo>
                  <a:pt x="192882" y="91685"/>
                  <a:pt x="188726" y="94277"/>
                  <a:pt x="184732" y="95790"/>
                </a:cubicBezTo>
                <a:cubicBezTo>
                  <a:pt x="180738" y="97302"/>
                  <a:pt x="176452" y="98059"/>
                  <a:pt x="171876" y="98059"/>
                </a:cubicBezTo>
                <a:cubicBezTo>
                  <a:pt x="164319" y="98059"/>
                  <a:pt x="158512" y="96212"/>
                  <a:pt x="154453" y="92517"/>
                </a:cubicBezTo>
                <a:cubicBezTo>
                  <a:pt x="150394" y="88823"/>
                  <a:pt x="148365" y="84102"/>
                  <a:pt x="148365" y="78355"/>
                </a:cubicBezTo>
                <a:cubicBezTo>
                  <a:pt x="148365" y="74986"/>
                  <a:pt x="149131" y="71908"/>
                  <a:pt x="150664" y="69122"/>
                </a:cubicBezTo>
                <a:cubicBezTo>
                  <a:pt x="152197" y="66334"/>
                  <a:pt x="154205" y="64097"/>
                  <a:pt x="156687" y="62412"/>
                </a:cubicBezTo>
                <a:cubicBezTo>
                  <a:pt x="159170" y="60727"/>
                  <a:pt x="161966" y="59452"/>
                  <a:pt x="165075" y="58589"/>
                </a:cubicBezTo>
                <a:cubicBezTo>
                  <a:pt x="167363" y="57983"/>
                  <a:pt x="170818" y="57399"/>
                  <a:pt x="175438" y="56838"/>
                </a:cubicBezTo>
                <a:cubicBezTo>
                  <a:pt x="184851" y="55723"/>
                  <a:pt x="191781" y="54394"/>
                  <a:pt x="196228" y="52851"/>
                </a:cubicBezTo>
                <a:cubicBezTo>
                  <a:pt x="196271" y="51260"/>
                  <a:pt x="196293" y="50249"/>
                  <a:pt x="196293" y="49819"/>
                </a:cubicBezTo>
                <a:cubicBezTo>
                  <a:pt x="196293" y="45087"/>
                  <a:pt x="195192" y="41753"/>
                  <a:pt x="192990" y="39818"/>
                </a:cubicBezTo>
                <a:cubicBezTo>
                  <a:pt x="190011" y="37194"/>
                  <a:pt x="185585" y="35881"/>
                  <a:pt x="179712" y="35881"/>
                </a:cubicBezTo>
                <a:cubicBezTo>
                  <a:pt x="174229" y="35881"/>
                  <a:pt x="170181" y="36842"/>
                  <a:pt x="167568" y="38764"/>
                </a:cubicBezTo>
                <a:cubicBezTo>
                  <a:pt x="164956" y="40685"/>
                  <a:pt x="163024" y="44085"/>
                  <a:pt x="161772" y="48965"/>
                </a:cubicBezTo>
                <a:lnTo>
                  <a:pt x="150373" y="47410"/>
                </a:lnTo>
                <a:cubicBezTo>
                  <a:pt x="151409" y="42516"/>
                  <a:pt x="153114" y="38564"/>
                  <a:pt x="155489" y="35554"/>
                </a:cubicBezTo>
                <a:cubicBezTo>
                  <a:pt x="157864" y="32543"/>
                  <a:pt x="161297" y="30226"/>
                  <a:pt x="165787" y="28603"/>
                </a:cubicBezTo>
                <a:cubicBezTo>
                  <a:pt x="170278" y="26979"/>
                  <a:pt x="175481" y="26166"/>
                  <a:pt x="181396" y="26166"/>
                </a:cubicBezTo>
                <a:cubicBezTo>
                  <a:pt x="187269" y="26166"/>
                  <a:pt x="192040" y="26857"/>
                  <a:pt x="195710" y="28239"/>
                </a:cubicBezTo>
                <a:cubicBezTo>
                  <a:pt x="199380" y="29621"/>
                  <a:pt x="202079" y="31359"/>
                  <a:pt x="203806" y="33453"/>
                </a:cubicBezTo>
                <a:cubicBezTo>
                  <a:pt x="205533" y="35547"/>
                  <a:pt x="206742" y="38192"/>
                  <a:pt x="207433" y="41387"/>
                </a:cubicBezTo>
                <a:cubicBezTo>
                  <a:pt x="207822" y="43373"/>
                  <a:pt x="208016" y="46957"/>
                  <a:pt x="208016" y="52138"/>
                </a:cubicBezTo>
                <a:lnTo>
                  <a:pt x="208016" y="67683"/>
                </a:lnTo>
                <a:cubicBezTo>
                  <a:pt x="208016" y="78520"/>
                  <a:pt x="208264" y="85375"/>
                  <a:pt x="208761" y="88246"/>
                </a:cubicBezTo>
                <a:cubicBezTo>
                  <a:pt x="209257" y="91118"/>
                  <a:pt x="210240" y="93870"/>
                  <a:pt x="211708" y="96504"/>
                </a:cubicBezTo>
                <a:lnTo>
                  <a:pt x="199531" y="96504"/>
                </a:lnTo>
                <a:cubicBezTo>
                  <a:pt x="198322" y="94084"/>
                  <a:pt x="197545" y="91253"/>
                  <a:pt x="197200" y="88012"/>
                </a:cubicBezTo>
                <a:moveTo>
                  <a:pt x="196228" y="61918"/>
                </a:moveTo>
                <a:cubicBezTo>
                  <a:pt x="191997" y="63660"/>
                  <a:pt x="185650" y="65140"/>
                  <a:pt x="177186" y="66359"/>
                </a:cubicBezTo>
                <a:cubicBezTo>
                  <a:pt x="172394" y="67052"/>
                  <a:pt x="169004" y="67833"/>
                  <a:pt x="167018" y="68701"/>
                </a:cubicBezTo>
                <a:cubicBezTo>
                  <a:pt x="165032" y="69567"/>
                  <a:pt x="163499" y="70835"/>
                  <a:pt x="162419" y="72506"/>
                </a:cubicBezTo>
                <a:cubicBezTo>
                  <a:pt x="161340" y="74175"/>
                  <a:pt x="160800" y="76028"/>
                  <a:pt x="160800" y="78066"/>
                </a:cubicBezTo>
                <a:cubicBezTo>
                  <a:pt x="160800" y="81187"/>
                  <a:pt x="161977" y="83788"/>
                  <a:pt x="164330" y="85870"/>
                </a:cubicBezTo>
                <a:cubicBezTo>
                  <a:pt x="166683" y="87951"/>
                  <a:pt x="170127" y="88991"/>
                  <a:pt x="174661" y="88991"/>
                </a:cubicBezTo>
                <a:cubicBezTo>
                  <a:pt x="179151" y="88991"/>
                  <a:pt x="183145" y="88004"/>
                  <a:pt x="186643" y="86030"/>
                </a:cubicBezTo>
                <a:cubicBezTo>
                  <a:pt x="190140" y="84056"/>
                  <a:pt x="192709" y="81355"/>
                  <a:pt x="194350" y="77928"/>
                </a:cubicBezTo>
                <a:cubicBezTo>
                  <a:pt x="195602" y="75281"/>
                  <a:pt x="196228" y="71376"/>
                  <a:pt x="196228" y="66213"/>
                </a:cubicBezTo>
                <a:lnTo>
                  <a:pt x="196228" y="61918"/>
                </a:lnTo>
                <a:close/>
                <a:moveTo>
                  <a:pt x="226066" y="96504"/>
                </a:moveTo>
                <a:lnTo>
                  <a:pt x="226066" y="27721"/>
                </a:lnTo>
                <a:lnTo>
                  <a:pt x="236559" y="27721"/>
                </a:lnTo>
                <a:lnTo>
                  <a:pt x="236559" y="37436"/>
                </a:lnTo>
                <a:cubicBezTo>
                  <a:pt x="241610" y="29923"/>
                  <a:pt x="248908" y="26166"/>
                  <a:pt x="258450" y="26166"/>
                </a:cubicBezTo>
                <a:cubicBezTo>
                  <a:pt x="262595" y="26166"/>
                  <a:pt x="266406" y="26911"/>
                  <a:pt x="269882" y="28401"/>
                </a:cubicBezTo>
                <a:cubicBezTo>
                  <a:pt x="273358" y="29890"/>
                  <a:pt x="275959" y="31844"/>
                  <a:pt x="277686" y="34262"/>
                </a:cubicBezTo>
                <a:cubicBezTo>
                  <a:pt x="279413" y="36680"/>
                  <a:pt x="280622" y="39552"/>
                  <a:pt x="281313" y="42876"/>
                </a:cubicBezTo>
                <a:cubicBezTo>
                  <a:pt x="281745" y="45035"/>
                  <a:pt x="281961" y="48813"/>
                  <a:pt x="281961" y="54211"/>
                </a:cubicBezTo>
                <a:lnTo>
                  <a:pt x="281961" y="96504"/>
                </a:lnTo>
                <a:lnTo>
                  <a:pt x="270303" y="96504"/>
                </a:lnTo>
                <a:lnTo>
                  <a:pt x="270303" y="54620"/>
                </a:lnTo>
                <a:cubicBezTo>
                  <a:pt x="270303" y="49865"/>
                  <a:pt x="269849" y="46309"/>
                  <a:pt x="268943" y="43953"/>
                </a:cubicBezTo>
                <a:cubicBezTo>
                  <a:pt x="268036" y="41597"/>
                  <a:pt x="266427" y="39717"/>
                  <a:pt x="264117" y="38312"/>
                </a:cubicBezTo>
                <a:cubicBezTo>
                  <a:pt x="261807" y="36908"/>
                  <a:pt x="259098" y="36205"/>
                  <a:pt x="255989" y="36205"/>
                </a:cubicBezTo>
                <a:cubicBezTo>
                  <a:pt x="251023" y="36205"/>
                  <a:pt x="246738" y="37783"/>
                  <a:pt x="243132" y="40939"/>
                </a:cubicBezTo>
                <a:cubicBezTo>
                  <a:pt x="239527" y="44094"/>
                  <a:pt x="237724" y="50081"/>
                  <a:pt x="237724" y="58898"/>
                </a:cubicBezTo>
                <a:lnTo>
                  <a:pt x="237724" y="96504"/>
                </a:lnTo>
                <a:lnTo>
                  <a:pt x="226066" y="96504"/>
                </a:lnTo>
                <a:close/>
                <a:moveTo>
                  <a:pt x="344442" y="96504"/>
                </a:moveTo>
                <a:lnTo>
                  <a:pt x="344442" y="87825"/>
                </a:lnTo>
                <a:cubicBezTo>
                  <a:pt x="340081" y="94648"/>
                  <a:pt x="333669" y="98059"/>
                  <a:pt x="325206" y="98059"/>
                </a:cubicBezTo>
                <a:cubicBezTo>
                  <a:pt x="319722" y="98059"/>
                  <a:pt x="314681" y="96548"/>
                  <a:pt x="310082" y="93525"/>
                </a:cubicBezTo>
                <a:cubicBezTo>
                  <a:pt x="305484" y="90502"/>
                  <a:pt x="301922" y="86282"/>
                  <a:pt x="299396" y="80863"/>
                </a:cubicBezTo>
                <a:cubicBezTo>
                  <a:pt x="296870" y="75444"/>
                  <a:pt x="295607" y="69215"/>
                  <a:pt x="295607" y="62177"/>
                </a:cubicBezTo>
                <a:cubicBezTo>
                  <a:pt x="295607" y="55312"/>
                  <a:pt x="296751" y="49083"/>
                  <a:pt x="299039" y="43492"/>
                </a:cubicBezTo>
                <a:cubicBezTo>
                  <a:pt x="301328" y="37900"/>
                  <a:pt x="304761" y="33615"/>
                  <a:pt x="309338" y="30635"/>
                </a:cubicBezTo>
                <a:cubicBezTo>
                  <a:pt x="313914" y="27656"/>
                  <a:pt x="319031" y="26166"/>
                  <a:pt x="324688" y="26166"/>
                </a:cubicBezTo>
                <a:cubicBezTo>
                  <a:pt x="328833" y="26166"/>
                  <a:pt x="332524" y="27041"/>
                  <a:pt x="335763" y="28789"/>
                </a:cubicBezTo>
                <a:cubicBezTo>
                  <a:pt x="339001" y="30538"/>
                  <a:pt x="341635" y="32816"/>
                  <a:pt x="343665" y="35622"/>
                </a:cubicBezTo>
                <a:lnTo>
                  <a:pt x="343665" y="1554"/>
                </a:lnTo>
                <a:lnTo>
                  <a:pt x="355258" y="1554"/>
                </a:lnTo>
                <a:lnTo>
                  <a:pt x="355258" y="96504"/>
                </a:lnTo>
                <a:lnTo>
                  <a:pt x="344442" y="96504"/>
                </a:lnTo>
                <a:moveTo>
                  <a:pt x="307589" y="62145"/>
                </a:moveTo>
                <a:cubicBezTo>
                  <a:pt x="307589" y="70921"/>
                  <a:pt x="309445" y="77481"/>
                  <a:pt x="313159" y="81826"/>
                </a:cubicBezTo>
                <a:cubicBezTo>
                  <a:pt x="316872" y="86171"/>
                  <a:pt x="321255" y="88344"/>
                  <a:pt x="326307" y="88344"/>
                </a:cubicBezTo>
                <a:cubicBezTo>
                  <a:pt x="331402" y="88344"/>
                  <a:pt x="335730" y="86268"/>
                  <a:pt x="339293" y="82118"/>
                </a:cubicBezTo>
                <a:cubicBezTo>
                  <a:pt x="342855" y="77966"/>
                  <a:pt x="344636" y="71631"/>
                  <a:pt x="344636" y="63112"/>
                </a:cubicBezTo>
                <a:cubicBezTo>
                  <a:pt x="344636" y="53735"/>
                  <a:pt x="342823" y="46852"/>
                  <a:pt x="339196" y="42464"/>
                </a:cubicBezTo>
                <a:cubicBezTo>
                  <a:pt x="335569" y="38075"/>
                  <a:pt x="331100" y="35881"/>
                  <a:pt x="325789" y="35881"/>
                </a:cubicBezTo>
                <a:cubicBezTo>
                  <a:pt x="320607" y="35881"/>
                  <a:pt x="316279" y="37990"/>
                  <a:pt x="312803" y="42206"/>
                </a:cubicBezTo>
                <a:cubicBezTo>
                  <a:pt x="309327" y="46422"/>
                  <a:pt x="307589" y="53068"/>
                  <a:pt x="307589" y="62145"/>
                </a:cubicBezTo>
                <a:close/>
                <a:moveTo>
                  <a:pt x="435896" y="86206"/>
                </a:moveTo>
                <a:lnTo>
                  <a:pt x="437580" y="96504"/>
                </a:lnTo>
                <a:cubicBezTo>
                  <a:pt x="434299" y="97109"/>
                  <a:pt x="431362" y="97411"/>
                  <a:pt x="428772" y="97411"/>
                </a:cubicBezTo>
                <a:cubicBezTo>
                  <a:pt x="424540" y="97411"/>
                  <a:pt x="421259" y="96742"/>
                  <a:pt x="418927" y="95403"/>
                </a:cubicBezTo>
                <a:cubicBezTo>
                  <a:pt x="416595" y="94065"/>
                  <a:pt x="414955" y="92305"/>
                  <a:pt x="414005" y="90125"/>
                </a:cubicBezTo>
                <a:cubicBezTo>
                  <a:pt x="413055" y="87944"/>
                  <a:pt x="412580" y="83356"/>
                  <a:pt x="412580" y="76361"/>
                </a:cubicBezTo>
                <a:lnTo>
                  <a:pt x="412580" y="36788"/>
                </a:lnTo>
                <a:lnTo>
                  <a:pt x="404030" y="36788"/>
                </a:lnTo>
                <a:lnTo>
                  <a:pt x="404030" y="27721"/>
                </a:lnTo>
                <a:lnTo>
                  <a:pt x="412580" y="27721"/>
                </a:lnTo>
                <a:lnTo>
                  <a:pt x="412580" y="10640"/>
                </a:lnTo>
                <a:lnTo>
                  <a:pt x="424173" y="3627"/>
                </a:lnTo>
                <a:lnTo>
                  <a:pt x="424173" y="27721"/>
                </a:lnTo>
                <a:lnTo>
                  <a:pt x="435896" y="27721"/>
                </a:lnTo>
                <a:lnTo>
                  <a:pt x="435896" y="36788"/>
                </a:lnTo>
                <a:lnTo>
                  <a:pt x="424173" y="36788"/>
                </a:lnTo>
                <a:lnTo>
                  <a:pt x="424173" y="77009"/>
                </a:lnTo>
                <a:cubicBezTo>
                  <a:pt x="424173" y="80334"/>
                  <a:pt x="424378" y="82471"/>
                  <a:pt x="424789" y="83421"/>
                </a:cubicBezTo>
                <a:cubicBezTo>
                  <a:pt x="425199" y="84371"/>
                  <a:pt x="425868" y="85127"/>
                  <a:pt x="426796" y="85688"/>
                </a:cubicBezTo>
                <a:cubicBezTo>
                  <a:pt x="427725" y="86249"/>
                  <a:pt x="429052" y="86530"/>
                  <a:pt x="430780" y="86530"/>
                </a:cubicBezTo>
                <a:cubicBezTo>
                  <a:pt x="432075" y="86530"/>
                  <a:pt x="433780" y="86422"/>
                  <a:pt x="435896" y="86206"/>
                </a:cubicBezTo>
                <a:close/>
                <a:moveTo>
                  <a:pt x="447318" y="96504"/>
                </a:moveTo>
                <a:lnTo>
                  <a:pt x="447318" y="1554"/>
                </a:lnTo>
                <a:lnTo>
                  <a:pt x="458976" y="1554"/>
                </a:lnTo>
                <a:lnTo>
                  <a:pt x="458976" y="35622"/>
                </a:lnTo>
                <a:cubicBezTo>
                  <a:pt x="464416" y="29318"/>
                  <a:pt x="471282" y="26166"/>
                  <a:pt x="479572" y="26166"/>
                </a:cubicBezTo>
                <a:cubicBezTo>
                  <a:pt x="484667" y="26166"/>
                  <a:pt x="489093" y="27170"/>
                  <a:pt x="492850" y="29178"/>
                </a:cubicBezTo>
                <a:cubicBezTo>
                  <a:pt x="496606" y="31186"/>
                  <a:pt x="499294" y="33960"/>
                  <a:pt x="500913" y="37501"/>
                </a:cubicBezTo>
                <a:cubicBezTo>
                  <a:pt x="502532" y="41041"/>
                  <a:pt x="503342" y="46180"/>
                  <a:pt x="503342" y="52915"/>
                </a:cubicBezTo>
                <a:lnTo>
                  <a:pt x="503342" y="96504"/>
                </a:lnTo>
                <a:lnTo>
                  <a:pt x="491684" y="96504"/>
                </a:lnTo>
                <a:lnTo>
                  <a:pt x="491684" y="52915"/>
                </a:lnTo>
                <a:cubicBezTo>
                  <a:pt x="491684" y="47086"/>
                  <a:pt x="490421" y="42844"/>
                  <a:pt x="487895" y="40189"/>
                </a:cubicBezTo>
                <a:cubicBezTo>
                  <a:pt x="485369" y="37533"/>
                  <a:pt x="481796" y="36205"/>
                  <a:pt x="477176" y="36205"/>
                </a:cubicBezTo>
                <a:cubicBezTo>
                  <a:pt x="473721" y="36205"/>
                  <a:pt x="470472" y="37101"/>
                  <a:pt x="467428" y="38893"/>
                </a:cubicBezTo>
                <a:cubicBezTo>
                  <a:pt x="464384" y="40685"/>
                  <a:pt x="462214" y="43114"/>
                  <a:pt x="460919" y="46180"/>
                </a:cubicBezTo>
                <a:cubicBezTo>
                  <a:pt x="459624" y="49245"/>
                  <a:pt x="458976" y="53477"/>
                  <a:pt x="458976" y="58874"/>
                </a:cubicBezTo>
                <a:lnTo>
                  <a:pt x="458976" y="96504"/>
                </a:lnTo>
                <a:lnTo>
                  <a:pt x="447318" y="96504"/>
                </a:lnTo>
                <a:close/>
                <a:moveTo>
                  <a:pt x="568155" y="74354"/>
                </a:moveTo>
                <a:lnTo>
                  <a:pt x="580201" y="75843"/>
                </a:lnTo>
                <a:cubicBezTo>
                  <a:pt x="578302" y="82881"/>
                  <a:pt x="574783" y="88344"/>
                  <a:pt x="569644" y="92230"/>
                </a:cubicBezTo>
                <a:cubicBezTo>
                  <a:pt x="564506" y="96116"/>
                  <a:pt x="557943" y="98059"/>
                  <a:pt x="549955" y="98059"/>
                </a:cubicBezTo>
                <a:cubicBezTo>
                  <a:pt x="539894" y="98059"/>
                  <a:pt x="531917" y="94961"/>
                  <a:pt x="526023" y="88765"/>
                </a:cubicBezTo>
                <a:cubicBezTo>
                  <a:pt x="520129" y="82568"/>
                  <a:pt x="517182" y="73879"/>
                  <a:pt x="517182" y="62695"/>
                </a:cubicBezTo>
                <a:cubicBezTo>
                  <a:pt x="517182" y="51124"/>
                  <a:pt x="520162" y="42142"/>
                  <a:pt x="526120" y="35752"/>
                </a:cubicBezTo>
                <a:cubicBezTo>
                  <a:pt x="532079" y="29361"/>
                  <a:pt x="539808" y="26166"/>
                  <a:pt x="549307" y="26166"/>
                </a:cubicBezTo>
                <a:cubicBezTo>
                  <a:pt x="558504" y="26166"/>
                  <a:pt x="566017" y="29292"/>
                  <a:pt x="571846" y="35543"/>
                </a:cubicBezTo>
                <a:cubicBezTo>
                  <a:pt x="577676" y="41794"/>
                  <a:pt x="580590" y="50587"/>
                  <a:pt x="580590" y="61924"/>
                </a:cubicBezTo>
                <a:cubicBezTo>
                  <a:pt x="580590" y="62614"/>
                  <a:pt x="580568" y="63648"/>
                  <a:pt x="580525" y="65027"/>
                </a:cubicBezTo>
                <a:lnTo>
                  <a:pt x="529229" y="65027"/>
                </a:lnTo>
                <a:cubicBezTo>
                  <a:pt x="529661" y="72562"/>
                  <a:pt x="531798" y="78331"/>
                  <a:pt x="535641" y="82336"/>
                </a:cubicBezTo>
                <a:cubicBezTo>
                  <a:pt x="539484" y="86341"/>
                  <a:pt x="544277" y="88344"/>
                  <a:pt x="550020" y="88344"/>
                </a:cubicBezTo>
                <a:cubicBezTo>
                  <a:pt x="554294" y="88344"/>
                  <a:pt x="557943" y="87232"/>
                  <a:pt x="560965" y="85008"/>
                </a:cubicBezTo>
                <a:cubicBezTo>
                  <a:pt x="563988" y="82783"/>
                  <a:pt x="566384" y="79232"/>
                  <a:pt x="568155" y="74354"/>
                </a:cubicBezTo>
                <a:moveTo>
                  <a:pt x="529877" y="55312"/>
                </a:moveTo>
                <a:lnTo>
                  <a:pt x="568284" y="55312"/>
                </a:lnTo>
                <a:cubicBezTo>
                  <a:pt x="567766" y="49620"/>
                  <a:pt x="566298" y="45352"/>
                  <a:pt x="563880" y="42506"/>
                </a:cubicBezTo>
                <a:cubicBezTo>
                  <a:pt x="560167" y="38090"/>
                  <a:pt x="555352" y="35881"/>
                  <a:pt x="549437" y="35881"/>
                </a:cubicBezTo>
                <a:cubicBezTo>
                  <a:pt x="544083" y="35881"/>
                  <a:pt x="539581" y="37644"/>
                  <a:pt x="535933" y="41170"/>
                </a:cubicBezTo>
                <a:cubicBezTo>
                  <a:pt x="532284" y="44695"/>
                  <a:pt x="530265" y="49409"/>
                  <a:pt x="529877" y="55312"/>
                </a:cubicBezTo>
                <a:close/>
                <a:moveTo>
                  <a:pt x="631565" y="96504"/>
                </a:moveTo>
                <a:lnTo>
                  <a:pt x="631565" y="27721"/>
                </a:lnTo>
                <a:lnTo>
                  <a:pt x="642057" y="27721"/>
                </a:lnTo>
                <a:lnTo>
                  <a:pt x="642057" y="38084"/>
                </a:lnTo>
                <a:cubicBezTo>
                  <a:pt x="644734" y="33231"/>
                  <a:pt x="647206" y="30032"/>
                  <a:pt x="649473" y="28486"/>
                </a:cubicBezTo>
                <a:cubicBezTo>
                  <a:pt x="651740" y="26939"/>
                  <a:pt x="654233" y="26166"/>
                  <a:pt x="656954" y="26166"/>
                </a:cubicBezTo>
                <a:cubicBezTo>
                  <a:pt x="660883" y="26166"/>
                  <a:pt x="664877" y="27413"/>
                  <a:pt x="668936" y="29907"/>
                </a:cubicBezTo>
                <a:lnTo>
                  <a:pt x="664920" y="40674"/>
                </a:lnTo>
                <a:cubicBezTo>
                  <a:pt x="662070" y="38990"/>
                  <a:pt x="659220" y="38148"/>
                  <a:pt x="656371" y="38148"/>
                </a:cubicBezTo>
                <a:cubicBezTo>
                  <a:pt x="653823" y="38148"/>
                  <a:pt x="651535" y="38916"/>
                  <a:pt x="649505" y="40452"/>
                </a:cubicBezTo>
                <a:cubicBezTo>
                  <a:pt x="647476" y="41986"/>
                  <a:pt x="646029" y="44114"/>
                  <a:pt x="645166" y="46837"/>
                </a:cubicBezTo>
                <a:cubicBezTo>
                  <a:pt x="643870" y="50987"/>
                  <a:pt x="643223" y="55525"/>
                  <a:pt x="643223" y="60453"/>
                </a:cubicBezTo>
                <a:lnTo>
                  <a:pt x="643223" y="96504"/>
                </a:lnTo>
                <a:lnTo>
                  <a:pt x="631565" y="96504"/>
                </a:lnTo>
                <a:close/>
                <a:moveTo>
                  <a:pt x="722951" y="74354"/>
                </a:moveTo>
                <a:lnTo>
                  <a:pt x="734998" y="75843"/>
                </a:lnTo>
                <a:cubicBezTo>
                  <a:pt x="733098" y="82881"/>
                  <a:pt x="729579" y="88344"/>
                  <a:pt x="724441" y="92230"/>
                </a:cubicBezTo>
                <a:cubicBezTo>
                  <a:pt x="719303" y="96116"/>
                  <a:pt x="712739" y="98059"/>
                  <a:pt x="704751" y="98059"/>
                </a:cubicBezTo>
                <a:cubicBezTo>
                  <a:pt x="694691" y="98059"/>
                  <a:pt x="686713" y="94961"/>
                  <a:pt x="680820" y="88765"/>
                </a:cubicBezTo>
                <a:cubicBezTo>
                  <a:pt x="674926" y="82568"/>
                  <a:pt x="671979" y="73879"/>
                  <a:pt x="671979" y="62695"/>
                </a:cubicBezTo>
                <a:cubicBezTo>
                  <a:pt x="671979" y="51124"/>
                  <a:pt x="674958" y="42142"/>
                  <a:pt x="680917" y="35752"/>
                </a:cubicBezTo>
                <a:cubicBezTo>
                  <a:pt x="686875" y="29361"/>
                  <a:pt x="694604" y="26166"/>
                  <a:pt x="704104" y="26166"/>
                </a:cubicBezTo>
                <a:cubicBezTo>
                  <a:pt x="713301" y="26166"/>
                  <a:pt x="720814" y="29292"/>
                  <a:pt x="726643" y="35543"/>
                </a:cubicBezTo>
                <a:cubicBezTo>
                  <a:pt x="732472" y="41794"/>
                  <a:pt x="735387" y="50587"/>
                  <a:pt x="735387" y="61924"/>
                </a:cubicBezTo>
                <a:cubicBezTo>
                  <a:pt x="735387" y="62614"/>
                  <a:pt x="735365" y="63648"/>
                  <a:pt x="735322" y="65027"/>
                </a:cubicBezTo>
                <a:lnTo>
                  <a:pt x="684026" y="65027"/>
                </a:lnTo>
                <a:cubicBezTo>
                  <a:pt x="684457" y="72562"/>
                  <a:pt x="686595" y="78331"/>
                  <a:pt x="690438" y="82336"/>
                </a:cubicBezTo>
                <a:cubicBezTo>
                  <a:pt x="694281" y="86341"/>
                  <a:pt x="699073" y="88344"/>
                  <a:pt x="704816" y="88344"/>
                </a:cubicBezTo>
                <a:cubicBezTo>
                  <a:pt x="709091" y="88344"/>
                  <a:pt x="712739" y="87232"/>
                  <a:pt x="715762" y="85008"/>
                </a:cubicBezTo>
                <a:cubicBezTo>
                  <a:pt x="718784" y="82783"/>
                  <a:pt x="721181" y="79232"/>
                  <a:pt x="722951" y="74354"/>
                </a:cubicBezTo>
                <a:moveTo>
                  <a:pt x="684673" y="55312"/>
                </a:moveTo>
                <a:lnTo>
                  <a:pt x="723081" y="55312"/>
                </a:lnTo>
                <a:cubicBezTo>
                  <a:pt x="722563" y="49620"/>
                  <a:pt x="721094" y="45352"/>
                  <a:pt x="718676" y="42506"/>
                </a:cubicBezTo>
                <a:cubicBezTo>
                  <a:pt x="714963" y="38090"/>
                  <a:pt x="710149" y="35881"/>
                  <a:pt x="704233" y="35881"/>
                </a:cubicBezTo>
                <a:cubicBezTo>
                  <a:pt x="698879" y="35881"/>
                  <a:pt x="694378" y="37644"/>
                  <a:pt x="690729" y="41170"/>
                </a:cubicBezTo>
                <a:cubicBezTo>
                  <a:pt x="687080" y="44695"/>
                  <a:pt x="685062" y="49409"/>
                  <a:pt x="684673" y="55312"/>
                </a:cubicBezTo>
                <a:close/>
                <a:moveTo>
                  <a:pt x="794500" y="88012"/>
                </a:moveTo>
                <a:cubicBezTo>
                  <a:pt x="790182" y="91685"/>
                  <a:pt x="786026" y="94277"/>
                  <a:pt x="782032" y="95790"/>
                </a:cubicBezTo>
                <a:cubicBezTo>
                  <a:pt x="778038" y="97302"/>
                  <a:pt x="773752" y="98059"/>
                  <a:pt x="769175" y="98059"/>
                </a:cubicBezTo>
                <a:cubicBezTo>
                  <a:pt x="761619" y="98059"/>
                  <a:pt x="755812" y="96212"/>
                  <a:pt x="751753" y="92517"/>
                </a:cubicBezTo>
                <a:cubicBezTo>
                  <a:pt x="747694" y="88823"/>
                  <a:pt x="745665" y="84102"/>
                  <a:pt x="745665" y="78355"/>
                </a:cubicBezTo>
                <a:cubicBezTo>
                  <a:pt x="745665" y="74986"/>
                  <a:pt x="746431" y="71908"/>
                  <a:pt x="747964" y="69122"/>
                </a:cubicBezTo>
                <a:cubicBezTo>
                  <a:pt x="749497" y="66334"/>
                  <a:pt x="751505" y="64097"/>
                  <a:pt x="753987" y="62412"/>
                </a:cubicBezTo>
                <a:cubicBezTo>
                  <a:pt x="756470" y="60727"/>
                  <a:pt x="759266" y="59452"/>
                  <a:pt x="762375" y="58589"/>
                </a:cubicBezTo>
                <a:cubicBezTo>
                  <a:pt x="764663" y="57983"/>
                  <a:pt x="768118" y="57399"/>
                  <a:pt x="772738" y="56838"/>
                </a:cubicBezTo>
                <a:cubicBezTo>
                  <a:pt x="782151" y="55723"/>
                  <a:pt x="789081" y="54394"/>
                  <a:pt x="793528" y="52851"/>
                </a:cubicBezTo>
                <a:cubicBezTo>
                  <a:pt x="793571" y="51260"/>
                  <a:pt x="793593" y="50249"/>
                  <a:pt x="793593" y="49819"/>
                </a:cubicBezTo>
                <a:cubicBezTo>
                  <a:pt x="793593" y="45087"/>
                  <a:pt x="792492" y="41753"/>
                  <a:pt x="790290" y="39818"/>
                </a:cubicBezTo>
                <a:cubicBezTo>
                  <a:pt x="787310" y="37194"/>
                  <a:pt x="782885" y="35881"/>
                  <a:pt x="777012" y="35881"/>
                </a:cubicBezTo>
                <a:cubicBezTo>
                  <a:pt x="771529" y="35881"/>
                  <a:pt x="767481" y="36842"/>
                  <a:pt x="764868" y="38764"/>
                </a:cubicBezTo>
                <a:cubicBezTo>
                  <a:pt x="762256" y="40685"/>
                  <a:pt x="760324" y="44085"/>
                  <a:pt x="759072" y="48965"/>
                </a:cubicBezTo>
                <a:lnTo>
                  <a:pt x="747672" y="47410"/>
                </a:lnTo>
                <a:cubicBezTo>
                  <a:pt x="748709" y="42516"/>
                  <a:pt x="750414" y="38564"/>
                  <a:pt x="752789" y="35554"/>
                </a:cubicBezTo>
                <a:cubicBezTo>
                  <a:pt x="755164" y="32543"/>
                  <a:pt x="758597" y="30226"/>
                  <a:pt x="763087" y="28603"/>
                </a:cubicBezTo>
                <a:cubicBezTo>
                  <a:pt x="767578" y="26979"/>
                  <a:pt x="772781" y="26166"/>
                  <a:pt x="778696" y="26166"/>
                </a:cubicBezTo>
                <a:cubicBezTo>
                  <a:pt x="784569" y="26166"/>
                  <a:pt x="789340" y="26857"/>
                  <a:pt x="793010" y="28239"/>
                </a:cubicBezTo>
                <a:cubicBezTo>
                  <a:pt x="796680" y="29621"/>
                  <a:pt x="799379" y="31359"/>
                  <a:pt x="801106" y="33453"/>
                </a:cubicBezTo>
                <a:cubicBezTo>
                  <a:pt x="802833" y="35547"/>
                  <a:pt x="804042" y="38192"/>
                  <a:pt x="804733" y="41387"/>
                </a:cubicBezTo>
                <a:cubicBezTo>
                  <a:pt x="805122" y="43373"/>
                  <a:pt x="805316" y="46957"/>
                  <a:pt x="805316" y="52138"/>
                </a:cubicBezTo>
                <a:lnTo>
                  <a:pt x="805316" y="67683"/>
                </a:lnTo>
                <a:cubicBezTo>
                  <a:pt x="805316" y="78520"/>
                  <a:pt x="805564" y="85375"/>
                  <a:pt x="806061" y="88246"/>
                </a:cubicBezTo>
                <a:cubicBezTo>
                  <a:pt x="806557" y="91118"/>
                  <a:pt x="807540" y="93870"/>
                  <a:pt x="809008" y="96504"/>
                </a:cubicBezTo>
                <a:lnTo>
                  <a:pt x="796831" y="96504"/>
                </a:lnTo>
                <a:cubicBezTo>
                  <a:pt x="795622" y="94084"/>
                  <a:pt x="794845" y="91253"/>
                  <a:pt x="794500" y="88012"/>
                </a:cubicBezTo>
                <a:moveTo>
                  <a:pt x="793528" y="61918"/>
                </a:moveTo>
                <a:cubicBezTo>
                  <a:pt x="789297" y="63660"/>
                  <a:pt x="782949" y="65140"/>
                  <a:pt x="774486" y="66359"/>
                </a:cubicBezTo>
                <a:cubicBezTo>
                  <a:pt x="769694" y="67052"/>
                  <a:pt x="766304" y="67833"/>
                  <a:pt x="764318" y="68701"/>
                </a:cubicBezTo>
                <a:cubicBezTo>
                  <a:pt x="762332" y="69567"/>
                  <a:pt x="760799" y="70835"/>
                  <a:pt x="759719" y="72506"/>
                </a:cubicBezTo>
                <a:cubicBezTo>
                  <a:pt x="758640" y="74175"/>
                  <a:pt x="758100" y="76028"/>
                  <a:pt x="758100" y="78066"/>
                </a:cubicBezTo>
                <a:cubicBezTo>
                  <a:pt x="758100" y="81187"/>
                  <a:pt x="759277" y="83788"/>
                  <a:pt x="761630" y="85870"/>
                </a:cubicBezTo>
                <a:cubicBezTo>
                  <a:pt x="763983" y="87951"/>
                  <a:pt x="767427" y="88991"/>
                  <a:pt x="771960" y="88991"/>
                </a:cubicBezTo>
                <a:cubicBezTo>
                  <a:pt x="776451" y="88991"/>
                  <a:pt x="780445" y="88004"/>
                  <a:pt x="783942" y="86030"/>
                </a:cubicBezTo>
                <a:cubicBezTo>
                  <a:pt x="787440" y="84056"/>
                  <a:pt x="790009" y="81355"/>
                  <a:pt x="791650" y="77928"/>
                </a:cubicBezTo>
                <a:cubicBezTo>
                  <a:pt x="792902" y="75281"/>
                  <a:pt x="793528" y="71376"/>
                  <a:pt x="793528" y="66213"/>
                </a:cubicBezTo>
                <a:lnTo>
                  <a:pt x="793528" y="61918"/>
                </a:lnTo>
                <a:close/>
                <a:moveTo>
                  <a:pt x="818703" y="75908"/>
                </a:moveTo>
                <a:lnTo>
                  <a:pt x="830231" y="74095"/>
                </a:lnTo>
                <a:cubicBezTo>
                  <a:pt x="830879" y="78694"/>
                  <a:pt x="832682" y="82220"/>
                  <a:pt x="835640" y="84670"/>
                </a:cubicBezTo>
                <a:cubicBezTo>
                  <a:pt x="838597" y="87119"/>
                  <a:pt x="842732" y="88344"/>
                  <a:pt x="848043" y="88344"/>
                </a:cubicBezTo>
                <a:cubicBezTo>
                  <a:pt x="853397" y="88344"/>
                  <a:pt x="857369" y="87262"/>
                  <a:pt x="859960" y="85099"/>
                </a:cubicBezTo>
                <a:cubicBezTo>
                  <a:pt x="862551" y="82935"/>
                  <a:pt x="863846" y="80397"/>
                  <a:pt x="863846" y="77485"/>
                </a:cubicBezTo>
                <a:cubicBezTo>
                  <a:pt x="863846" y="74871"/>
                  <a:pt x="862702" y="72815"/>
                  <a:pt x="860413" y="71316"/>
                </a:cubicBezTo>
                <a:cubicBezTo>
                  <a:pt x="858816" y="70287"/>
                  <a:pt x="854843" y="68981"/>
                  <a:pt x="848496" y="67395"/>
                </a:cubicBezTo>
                <a:cubicBezTo>
                  <a:pt x="839947" y="65235"/>
                  <a:pt x="834020" y="63366"/>
                  <a:pt x="830717" y="61789"/>
                </a:cubicBezTo>
                <a:cubicBezTo>
                  <a:pt x="827414" y="60211"/>
                  <a:pt x="824910" y="58029"/>
                  <a:pt x="823204" y="55241"/>
                </a:cubicBezTo>
                <a:cubicBezTo>
                  <a:pt x="821499" y="52453"/>
                  <a:pt x="820646" y="49374"/>
                  <a:pt x="820646" y="46003"/>
                </a:cubicBezTo>
                <a:cubicBezTo>
                  <a:pt x="820646" y="42935"/>
                  <a:pt x="821347" y="40093"/>
                  <a:pt x="822751" y="37478"/>
                </a:cubicBezTo>
                <a:cubicBezTo>
                  <a:pt x="824154" y="34863"/>
                  <a:pt x="826065" y="32692"/>
                  <a:pt x="828483" y="30963"/>
                </a:cubicBezTo>
                <a:cubicBezTo>
                  <a:pt x="830296" y="29623"/>
                  <a:pt x="832768" y="28489"/>
                  <a:pt x="835899" y="27561"/>
                </a:cubicBezTo>
                <a:cubicBezTo>
                  <a:pt x="839029" y="26631"/>
                  <a:pt x="842386" y="26166"/>
                  <a:pt x="845970" y="26166"/>
                </a:cubicBezTo>
                <a:cubicBezTo>
                  <a:pt x="851367" y="26166"/>
                  <a:pt x="856106" y="26949"/>
                  <a:pt x="860187" y="28514"/>
                </a:cubicBezTo>
                <a:cubicBezTo>
                  <a:pt x="864267" y="30078"/>
                  <a:pt x="867279" y="32197"/>
                  <a:pt x="869222" y="34871"/>
                </a:cubicBezTo>
                <a:cubicBezTo>
                  <a:pt x="871165" y="37545"/>
                  <a:pt x="872503" y="41120"/>
                  <a:pt x="873237" y="45597"/>
                </a:cubicBezTo>
                <a:lnTo>
                  <a:pt x="861838" y="47151"/>
                </a:lnTo>
                <a:cubicBezTo>
                  <a:pt x="861320" y="43610"/>
                  <a:pt x="859820" y="40847"/>
                  <a:pt x="857337" y="38861"/>
                </a:cubicBezTo>
                <a:cubicBezTo>
                  <a:pt x="854854" y="36875"/>
                  <a:pt x="851346" y="35881"/>
                  <a:pt x="846812" y="35881"/>
                </a:cubicBezTo>
                <a:cubicBezTo>
                  <a:pt x="841458" y="35881"/>
                  <a:pt x="837637" y="36763"/>
                  <a:pt x="835348" y="38525"/>
                </a:cubicBezTo>
                <a:cubicBezTo>
                  <a:pt x="833060" y="40286"/>
                  <a:pt x="831915" y="42348"/>
                  <a:pt x="831915" y="44712"/>
                </a:cubicBezTo>
                <a:cubicBezTo>
                  <a:pt x="831915" y="46215"/>
                  <a:pt x="832390" y="47569"/>
                  <a:pt x="833340" y="48772"/>
                </a:cubicBezTo>
                <a:cubicBezTo>
                  <a:pt x="834290" y="50018"/>
                  <a:pt x="835780" y="51049"/>
                  <a:pt x="837809" y="51865"/>
                </a:cubicBezTo>
                <a:cubicBezTo>
                  <a:pt x="838975" y="52295"/>
                  <a:pt x="842408" y="53284"/>
                  <a:pt x="848107" y="54830"/>
                </a:cubicBezTo>
                <a:cubicBezTo>
                  <a:pt x="856355" y="57031"/>
                  <a:pt x="862108" y="58832"/>
                  <a:pt x="865368" y="60234"/>
                </a:cubicBezTo>
                <a:cubicBezTo>
                  <a:pt x="868628" y="61636"/>
                  <a:pt x="871186" y="63675"/>
                  <a:pt x="873043" y="66351"/>
                </a:cubicBezTo>
                <a:cubicBezTo>
                  <a:pt x="874900" y="69025"/>
                  <a:pt x="875828" y="72347"/>
                  <a:pt x="875828" y="76315"/>
                </a:cubicBezTo>
                <a:cubicBezTo>
                  <a:pt x="875828" y="80198"/>
                  <a:pt x="874695" y="83855"/>
                  <a:pt x="872428" y="87285"/>
                </a:cubicBezTo>
                <a:cubicBezTo>
                  <a:pt x="870161" y="90714"/>
                  <a:pt x="866890" y="93366"/>
                  <a:pt x="862615" y="95243"/>
                </a:cubicBezTo>
                <a:cubicBezTo>
                  <a:pt x="858341" y="97120"/>
                  <a:pt x="853505" y="98059"/>
                  <a:pt x="848107" y="98059"/>
                </a:cubicBezTo>
                <a:cubicBezTo>
                  <a:pt x="839169" y="98059"/>
                  <a:pt x="832358" y="96197"/>
                  <a:pt x="827673" y="92473"/>
                </a:cubicBezTo>
                <a:cubicBezTo>
                  <a:pt x="822988" y="88748"/>
                  <a:pt x="819998" y="83227"/>
                  <a:pt x="818703" y="75908"/>
                </a:cubicBezTo>
                <a:close/>
                <a:moveTo>
                  <a:pt x="885349" y="62113"/>
                </a:moveTo>
                <a:cubicBezTo>
                  <a:pt x="885349" y="49375"/>
                  <a:pt x="888890" y="39940"/>
                  <a:pt x="895971" y="33809"/>
                </a:cubicBezTo>
                <a:cubicBezTo>
                  <a:pt x="901886" y="28714"/>
                  <a:pt x="909097" y="26166"/>
                  <a:pt x="917603" y="26166"/>
                </a:cubicBezTo>
                <a:cubicBezTo>
                  <a:pt x="927060" y="26166"/>
                  <a:pt x="934789" y="29264"/>
                  <a:pt x="940790" y="35460"/>
                </a:cubicBezTo>
                <a:cubicBezTo>
                  <a:pt x="946792" y="41657"/>
                  <a:pt x="949793" y="50217"/>
                  <a:pt x="949793" y="61141"/>
                </a:cubicBezTo>
                <a:cubicBezTo>
                  <a:pt x="949793" y="69993"/>
                  <a:pt x="948465" y="76955"/>
                  <a:pt x="945810" y="82029"/>
                </a:cubicBezTo>
                <a:cubicBezTo>
                  <a:pt x="943154" y="87102"/>
                  <a:pt x="939290" y="91042"/>
                  <a:pt x="934216" y="93849"/>
                </a:cubicBezTo>
                <a:cubicBezTo>
                  <a:pt x="929143" y="96655"/>
                  <a:pt x="923605" y="98059"/>
                  <a:pt x="917603" y="98059"/>
                </a:cubicBezTo>
                <a:cubicBezTo>
                  <a:pt x="907975" y="98059"/>
                  <a:pt x="900192" y="94971"/>
                  <a:pt x="894255" y="88797"/>
                </a:cubicBezTo>
                <a:cubicBezTo>
                  <a:pt x="888317" y="82622"/>
                  <a:pt x="885349" y="73728"/>
                  <a:pt x="885349" y="62113"/>
                </a:cubicBezTo>
                <a:moveTo>
                  <a:pt x="897331" y="62080"/>
                </a:moveTo>
                <a:cubicBezTo>
                  <a:pt x="897331" y="70856"/>
                  <a:pt x="899252" y="77427"/>
                  <a:pt x="903095" y="81794"/>
                </a:cubicBezTo>
                <a:cubicBezTo>
                  <a:pt x="906938" y="86160"/>
                  <a:pt x="911774" y="88344"/>
                  <a:pt x="917603" y="88344"/>
                </a:cubicBezTo>
                <a:cubicBezTo>
                  <a:pt x="923389" y="88344"/>
                  <a:pt x="928204" y="86150"/>
                  <a:pt x="932047" y="81762"/>
                </a:cubicBezTo>
                <a:cubicBezTo>
                  <a:pt x="935890" y="77373"/>
                  <a:pt x="937811" y="70684"/>
                  <a:pt x="937811" y="61694"/>
                </a:cubicBezTo>
                <a:cubicBezTo>
                  <a:pt x="937811" y="53218"/>
                  <a:pt x="935879" y="46798"/>
                  <a:pt x="932014" y="42431"/>
                </a:cubicBezTo>
                <a:cubicBezTo>
                  <a:pt x="928150" y="38065"/>
                  <a:pt x="923346" y="35881"/>
                  <a:pt x="917603" y="35881"/>
                </a:cubicBezTo>
                <a:cubicBezTo>
                  <a:pt x="911774" y="35881"/>
                  <a:pt x="906938" y="38054"/>
                  <a:pt x="903095" y="42399"/>
                </a:cubicBezTo>
                <a:cubicBezTo>
                  <a:pt x="899252" y="46744"/>
                  <a:pt x="897331" y="53304"/>
                  <a:pt x="897331" y="62080"/>
                </a:cubicBezTo>
                <a:close/>
                <a:moveTo>
                  <a:pt x="963439" y="96504"/>
                </a:moveTo>
                <a:lnTo>
                  <a:pt x="963439" y="27721"/>
                </a:lnTo>
                <a:lnTo>
                  <a:pt x="973931" y="27721"/>
                </a:lnTo>
                <a:lnTo>
                  <a:pt x="973931" y="37436"/>
                </a:lnTo>
                <a:cubicBezTo>
                  <a:pt x="978983" y="29923"/>
                  <a:pt x="986281" y="26166"/>
                  <a:pt x="995823" y="26166"/>
                </a:cubicBezTo>
                <a:cubicBezTo>
                  <a:pt x="999968" y="26166"/>
                  <a:pt x="1003779" y="26911"/>
                  <a:pt x="1007255" y="28401"/>
                </a:cubicBezTo>
                <a:cubicBezTo>
                  <a:pt x="1010730" y="29890"/>
                  <a:pt x="1013332" y="31844"/>
                  <a:pt x="1015059" y="34262"/>
                </a:cubicBezTo>
                <a:cubicBezTo>
                  <a:pt x="1016786" y="36680"/>
                  <a:pt x="1017995" y="39552"/>
                  <a:pt x="1018686" y="42876"/>
                </a:cubicBezTo>
                <a:cubicBezTo>
                  <a:pt x="1019118" y="45035"/>
                  <a:pt x="1019334" y="48813"/>
                  <a:pt x="1019334" y="54211"/>
                </a:cubicBezTo>
                <a:lnTo>
                  <a:pt x="1019334" y="96504"/>
                </a:lnTo>
                <a:lnTo>
                  <a:pt x="1007676" y="96504"/>
                </a:lnTo>
                <a:lnTo>
                  <a:pt x="1007676" y="54620"/>
                </a:lnTo>
                <a:cubicBezTo>
                  <a:pt x="1007676" y="49865"/>
                  <a:pt x="1007222" y="46309"/>
                  <a:pt x="1006315" y="43953"/>
                </a:cubicBezTo>
                <a:cubicBezTo>
                  <a:pt x="1005409" y="41597"/>
                  <a:pt x="1003800" y="39717"/>
                  <a:pt x="1001490" y="38312"/>
                </a:cubicBezTo>
                <a:cubicBezTo>
                  <a:pt x="999180" y="36908"/>
                  <a:pt x="996471" y="36205"/>
                  <a:pt x="993362" y="36205"/>
                </a:cubicBezTo>
                <a:cubicBezTo>
                  <a:pt x="988396" y="36205"/>
                  <a:pt x="984111" y="37783"/>
                  <a:pt x="980505" y="40939"/>
                </a:cubicBezTo>
                <a:cubicBezTo>
                  <a:pt x="976900" y="44094"/>
                  <a:pt x="975097" y="50081"/>
                  <a:pt x="975097" y="58898"/>
                </a:cubicBezTo>
                <a:lnTo>
                  <a:pt x="975097" y="96504"/>
                </a:lnTo>
                <a:lnTo>
                  <a:pt x="963439" y="96504"/>
                </a:lnTo>
                <a:close/>
                <a:moveTo>
                  <a:pt x="1082074" y="88012"/>
                </a:moveTo>
                <a:cubicBezTo>
                  <a:pt x="1077756" y="91685"/>
                  <a:pt x="1073600" y="94277"/>
                  <a:pt x="1069606" y="95790"/>
                </a:cubicBezTo>
                <a:cubicBezTo>
                  <a:pt x="1065612" y="97302"/>
                  <a:pt x="1061326" y="98059"/>
                  <a:pt x="1056749" y="98059"/>
                </a:cubicBezTo>
                <a:cubicBezTo>
                  <a:pt x="1049193" y="98059"/>
                  <a:pt x="1043386" y="96212"/>
                  <a:pt x="1039327" y="92517"/>
                </a:cubicBezTo>
                <a:cubicBezTo>
                  <a:pt x="1035268" y="88823"/>
                  <a:pt x="1033239" y="84102"/>
                  <a:pt x="1033239" y="78355"/>
                </a:cubicBezTo>
                <a:cubicBezTo>
                  <a:pt x="1033239" y="74986"/>
                  <a:pt x="1034005" y="71908"/>
                  <a:pt x="1035538" y="69122"/>
                </a:cubicBezTo>
                <a:cubicBezTo>
                  <a:pt x="1037071" y="66334"/>
                  <a:pt x="1039079" y="64097"/>
                  <a:pt x="1041561" y="62412"/>
                </a:cubicBezTo>
                <a:cubicBezTo>
                  <a:pt x="1044044" y="60727"/>
                  <a:pt x="1046840" y="59452"/>
                  <a:pt x="1049949" y="58589"/>
                </a:cubicBezTo>
                <a:cubicBezTo>
                  <a:pt x="1052237" y="57983"/>
                  <a:pt x="1055692" y="57399"/>
                  <a:pt x="1060312" y="56838"/>
                </a:cubicBezTo>
                <a:cubicBezTo>
                  <a:pt x="1069725" y="55723"/>
                  <a:pt x="1076655" y="54394"/>
                  <a:pt x="1081102" y="52851"/>
                </a:cubicBezTo>
                <a:cubicBezTo>
                  <a:pt x="1081145" y="51260"/>
                  <a:pt x="1081167" y="50249"/>
                  <a:pt x="1081167" y="49819"/>
                </a:cubicBezTo>
                <a:cubicBezTo>
                  <a:pt x="1081167" y="45087"/>
                  <a:pt x="1080066" y="41753"/>
                  <a:pt x="1077864" y="39818"/>
                </a:cubicBezTo>
                <a:cubicBezTo>
                  <a:pt x="1074885" y="37194"/>
                  <a:pt x="1070459" y="35881"/>
                  <a:pt x="1064586" y="35881"/>
                </a:cubicBezTo>
                <a:cubicBezTo>
                  <a:pt x="1059103" y="35881"/>
                  <a:pt x="1055055" y="36842"/>
                  <a:pt x="1052442" y="38764"/>
                </a:cubicBezTo>
                <a:cubicBezTo>
                  <a:pt x="1049830" y="40685"/>
                  <a:pt x="1047898" y="44085"/>
                  <a:pt x="1046646" y="48965"/>
                </a:cubicBezTo>
                <a:lnTo>
                  <a:pt x="1035246" y="47410"/>
                </a:lnTo>
                <a:cubicBezTo>
                  <a:pt x="1036283" y="42516"/>
                  <a:pt x="1037988" y="38564"/>
                  <a:pt x="1040363" y="35554"/>
                </a:cubicBezTo>
                <a:cubicBezTo>
                  <a:pt x="1042738" y="32543"/>
                  <a:pt x="1046171" y="30226"/>
                  <a:pt x="1050661" y="28603"/>
                </a:cubicBezTo>
                <a:cubicBezTo>
                  <a:pt x="1055152" y="26979"/>
                  <a:pt x="1060355" y="26166"/>
                  <a:pt x="1066270" y="26166"/>
                </a:cubicBezTo>
                <a:cubicBezTo>
                  <a:pt x="1072143" y="26166"/>
                  <a:pt x="1076914" y="26857"/>
                  <a:pt x="1080584" y="28239"/>
                </a:cubicBezTo>
                <a:cubicBezTo>
                  <a:pt x="1084254" y="29621"/>
                  <a:pt x="1086953" y="31359"/>
                  <a:pt x="1088680" y="33453"/>
                </a:cubicBezTo>
                <a:cubicBezTo>
                  <a:pt x="1090407" y="35547"/>
                  <a:pt x="1091616" y="38192"/>
                  <a:pt x="1092307" y="41387"/>
                </a:cubicBezTo>
                <a:cubicBezTo>
                  <a:pt x="1092696" y="43373"/>
                  <a:pt x="1092890" y="46957"/>
                  <a:pt x="1092890" y="52138"/>
                </a:cubicBezTo>
                <a:lnTo>
                  <a:pt x="1092890" y="67683"/>
                </a:lnTo>
                <a:cubicBezTo>
                  <a:pt x="1092890" y="78520"/>
                  <a:pt x="1093138" y="85375"/>
                  <a:pt x="1093635" y="88246"/>
                </a:cubicBezTo>
                <a:cubicBezTo>
                  <a:pt x="1094131" y="91118"/>
                  <a:pt x="1095114" y="93870"/>
                  <a:pt x="1096582" y="96504"/>
                </a:cubicBezTo>
                <a:lnTo>
                  <a:pt x="1084405" y="96504"/>
                </a:lnTo>
                <a:cubicBezTo>
                  <a:pt x="1083196" y="94084"/>
                  <a:pt x="1082419" y="91253"/>
                  <a:pt x="1082074" y="88012"/>
                </a:cubicBezTo>
                <a:moveTo>
                  <a:pt x="1081102" y="61918"/>
                </a:moveTo>
                <a:cubicBezTo>
                  <a:pt x="1076871" y="63660"/>
                  <a:pt x="1070523" y="65140"/>
                  <a:pt x="1062060" y="66359"/>
                </a:cubicBezTo>
                <a:cubicBezTo>
                  <a:pt x="1057268" y="67052"/>
                  <a:pt x="1053878" y="67833"/>
                  <a:pt x="1051892" y="68701"/>
                </a:cubicBezTo>
                <a:cubicBezTo>
                  <a:pt x="1049906" y="69567"/>
                  <a:pt x="1048373" y="70835"/>
                  <a:pt x="1047293" y="72506"/>
                </a:cubicBezTo>
                <a:cubicBezTo>
                  <a:pt x="1046214" y="74175"/>
                  <a:pt x="1045674" y="76028"/>
                  <a:pt x="1045674" y="78066"/>
                </a:cubicBezTo>
                <a:cubicBezTo>
                  <a:pt x="1045674" y="81187"/>
                  <a:pt x="1046851" y="83788"/>
                  <a:pt x="1049204" y="85870"/>
                </a:cubicBezTo>
                <a:cubicBezTo>
                  <a:pt x="1051557" y="87951"/>
                  <a:pt x="1055001" y="88991"/>
                  <a:pt x="1059534" y="88991"/>
                </a:cubicBezTo>
                <a:cubicBezTo>
                  <a:pt x="1064025" y="88991"/>
                  <a:pt x="1068019" y="88004"/>
                  <a:pt x="1071517" y="86030"/>
                </a:cubicBezTo>
                <a:cubicBezTo>
                  <a:pt x="1075014" y="84056"/>
                  <a:pt x="1077583" y="81355"/>
                  <a:pt x="1079224" y="77928"/>
                </a:cubicBezTo>
                <a:cubicBezTo>
                  <a:pt x="1080476" y="75281"/>
                  <a:pt x="1081102" y="71376"/>
                  <a:pt x="1081102" y="66213"/>
                </a:cubicBezTo>
                <a:lnTo>
                  <a:pt x="1081102" y="61918"/>
                </a:lnTo>
                <a:close/>
                <a:moveTo>
                  <a:pt x="1121692" y="96504"/>
                </a:moveTo>
                <a:lnTo>
                  <a:pt x="1110875" y="96504"/>
                </a:lnTo>
                <a:lnTo>
                  <a:pt x="1110875" y="1554"/>
                </a:lnTo>
                <a:lnTo>
                  <a:pt x="1122533" y="1554"/>
                </a:lnTo>
                <a:lnTo>
                  <a:pt x="1122533" y="35554"/>
                </a:lnTo>
                <a:cubicBezTo>
                  <a:pt x="1127456" y="29295"/>
                  <a:pt x="1133738" y="26166"/>
                  <a:pt x="1141381" y="26166"/>
                </a:cubicBezTo>
                <a:cubicBezTo>
                  <a:pt x="1145612" y="26166"/>
                  <a:pt x="1149617" y="27019"/>
                  <a:pt x="1153395" y="28725"/>
                </a:cubicBezTo>
                <a:cubicBezTo>
                  <a:pt x="1157174" y="30430"/>
                  <a:pt x="1160282" y="32827"/>
                  <a:pt x="1162722" y="35914"/>
                </a:cubicBezTo>
                <a:cubicBezTo>
                  <a:pt x="1165162" y="39001"/>
                  <a:pt x="1167072" y="42725"/>
                  <a:pt x="1168454" y="47086"/>
                </a:cubicBezTo>
                <a:cubicBezTo>
                  <a:pt x="1169836" y="51447"/>
                  <a:pt x="1170527" y="56111"/>
                  <a:pt x="1170527" y="61076"/>
                </a:cubicBezTo>
                <a:cubicBezTo>
                  <a:pt x="1170527" y="72864"/>
                  <a:pt x="1167612" y="81975"/>
                  <a:pt x="1161783" y="88408"/>
                </a:cubicBezTo>
                <a:cubicBezTo>
                  <a:pt x="1155954" y="94842"/>
                  <a:pt x="1148959" y="98059"/>
                  <a:pt x="1140798" y="98059"/>
                </a:cubicBezTo>
                <a:cubicBezTo>
                  <a:pt x="1132680" y="98059"/>
                  <a:pt x="1126312" y="94626"/>
                  <a:pt x="1121692" y="87761"/>
                </a:cubicBezTo>
                <a:lnTo>
                  <a:pt x="1121692" y="96504"/>
                </a:lnTo>
                <a:moveTo>
                  <a:pt x="1121562" y="61596"/>
                </a:moveTo>
                <a:cubicBezTo>
                  <a:pt x="1121562" y="69803"/>
                  <a:pt x="1122685" y="75733"/>
                  <a:pt x="1124930" y="79385"/>
                </a:cubicBezTo>
                <a:cubicBezTo>
                  <a:pt x="1128600" y="85357"/>
                  <a:pt x="1133566" y="88344"/>
                  <a:pt x="1139827" y="88344"/>
                </a:cubicBezTo>
                <a:cubicBezTo>
                  <a:pt x="1144922" y="88344"/>
                  <a:pt x="1149326" y="86141"/>
                  <a:pt x="1153039" y="81737"/>
                </a:cubicBezTo>
                <a:cubicBezTo>
                  <a:pt x="1156753" y="77333"/>
                  <a:pt x="1158609" y="70770"/>
                  <a:pt x="1158609" y="62048"/>
                </a:cubicBezTo>
                <a:cubicBezTo>
                  <a:pt x="1158609" y="53111"/>
                  <a:pt x="1156828" y="46516"/>
                  <a:pt x="1153266" y="42263"/>
                </a:cubicBezTo>
                <a:cubicBezTo>
                  <a:pt x="1149704" y="38009"/>
                  <a:pt x="1145397" y="35881"/>
                  <a:pt x="1140345" y="35881"/>
                </a:cubicBezTo>
                <a:cubicBezTo>
                  <a:pt x="1135250" y="35881"/>
                  <a:pt x="1130845" y="38084"/>
                  <a:pt x="1127132" y="42488"/>
                </a:cubicBezTo>
                <a:cubicBezTo>
                  <a:pt x="1123419" y="46892"/>
                  <a:pt x="1121562" y="53262"/>
                  <a:pt x="1121562" y="61596"/>
                </a:cubicBezTo>
                <a:close/>
                <a:moveTo>
                  <a:pt x="1184432" y="96504"/>
                </a:moveTo>
                <a:lnTo>
                  <a:pt x="1184432" y="1554"/>
                </a:lnTo>
                <a:lnTo>
                  <a:pt x="1196090" y="1554"/>
                </a:lnTo>
                <a:lnTo>
                  <a:pt x="1196090" y="96504"/>
                </a:lnTo>
                <a:lnTo>
                  <a:pt x="1184432" y="96504"/>
                </a:lnTo>
                <a:close/>
                <a:moveTo>
                  <a:pt x="1261224" y="74354"/>
                </a:moveTo>
                <a:lnTo>
                  <a:pt x="1273271" y="75843"/>
                </a:lnTo>
                <a:cubicBezTo>
                  <a:pt x="1271371" y="82881"/>
                  <a:pt x="1267852" y="88344"/>
                  <a:pt x="1262714" y="92230"/>
                </a:cubicBezTo>
                <a:cubicBezTo>
                  <a:pt x="1257575" y="96116"/>
                  <a:pt x="1251012" y="98059"/>
                  <a:pt x="1243024" y="98059"/>
                </a:cubicBezTo>
                <a:cubicBezTo>
                  <a:pt x="1232964" y="98059"/>
                  <a:pt x="1224986" y="94961"/>
                  <a:pt x="1219092" y="88765"/>
                </a:cubicBezTo>
                <a:cubicBezTo>
                  <a:pt x="1213199" y="82568"/>
                  <a:pt x="1210252" y="73879"/>
                  <a:pt x="1210252" y="62695"/>
                </a:cubicBezTo>
                <a:cubicBezTo>
                  <a:pt x="1210252" y="51124"/>
                  <a:pt x="1213231" y="42142"/>
                  <a:pt x="1219190" y="35752"/>
                </a:cubicBezTo>
                <a:cubicBezTo>
                  <a:pt x="1225148" y="29361"/>
                  <a:pt x="1232877" y="26166"/>
                  <a:pt x="1242377" y="26166"/>
                </a:cubicBezTo>
                <a:cubicBezTo>
                  <a:pt x="1251574" y="26166"/>
                  <a:pt x="1259087" y="29292"/>
                  <a:pt x="1264916" y="35543"/>
                </a:cubicBezTo>
                <a:cubicBezTo>
                  <a:pt x="1270745" y="41794"/>
                  <a:pt x="1273660" y="50587"/>
                  <a:pt x="1273660" y="61924"/>
                </a:cubicBezTo>
                <a:cubicBezTo>
                  <a:pt x="1273660" y="62614"/>
                  <a:pt x="1273638" y="63648"/>
                  <a:pt x="1273595" y="65027"/>
                </a:cubicBezTo>
                <a:lnTo>
                  <a:pt x="1222299" y="65027"/>
                </a:lnTo>
                <a:cubicBezTo>
                  <a:pt x="1222730" y="72562"/>
                  <a:pt x="1224868" y="78331"/>
                  <a:pt x="1228711" y="82336"/>
                </a:cubicBezTo>
                <a:cubicBezTo>
                  <a:pt x="1232553" y="86341"/>
                  <a:pt x="1237346" y="88344"/>
                  <a:pt x="1243089" y="88344"/>
                </a:cubicBezTo>
                <a:cubicBezTo>
                  <a:pt x="1247364" y="88344"/>
                  <a:pt x="1251012" y="87232"/>
                  <a:pt x="1254035" y="85008"/>
                </a:cubicBezTo>
                <a:cubicBezTo>
                  <a:pt x="1257057" y="82783"/>
                  <a:pt x="1259454" y="79232"/>
                  <a:pt x="1261224" y="74354"/>
                </a:cubicBezTo>
                <a:moveTo>
                  <a:pt x="1222946" y="55312"/>
                </a:moveTo>
                <a:lnTo>
                  <a:pt x="1261354" y="55312"/>
                </a:lnTo>
                <a:cubicBezTo>
                  <a:pt x="1260835" y="49620"/>
                  <a:pt x="1259367" y="45352"/>
                  <a:pt x="1256949" y="42506"/>
                </a:cubicBezTo>
                <a:cubicBezTo>
                  <a:pt x="1253236" y="38090"/>
                  <a:pt x="1248422" y="35881"/>
                  <a:pt x="1242506" y="35881"/>
                </a:cubicBezTo>
                <a:cubicBezTo>
                  <a:pt x="1237152" y="35881"/>
                  <a:pt x="1232651" y="37644"/>
                  <a:pt x="1229002" y="41170"/>
                </a:cubicBezTo>
                <a:cubicBezTo>
                  <a:pt x="1225353" y="44695"/>
                  <a:pt x="1223335" y="49409"/>
                  <a:pt x="1222946" y="55312"/>
                </a:cubicBezTo>
                <a:close/>
                <a:moveTo>
                  <a:pt x="1327549" y="96504"/>
                </a:moveTo>
                <a:lnTo>
                  <a:pt x="1327549" y="36788"/>
                </a:lnTo>
                <a:lnTo>
                  <a:pt x="1317250" y="36788"/>
                </a:lnTo>
                <a:lnTo>
                  <a:pt x="1317250" y="27721"/>
                </a:lnTo>
                <a:lnTo>
                  <a:pt x="1327549" y="27721"/>
                </a:lnTo>
                <a:lnTo>
                  <a:pt x="1327549" y="20418"/>
                </a:lnTo>
                <a:cubicBezTo>
                  <a:pt x="1327549" y="15809"/>
                  <a:pt x="1327959" y="12384"/>
                  <a:pt x="1328779" y="10144"/>
                </a:cubicBezTo>
                <a:cubicBezTo>
                  <a:pt x="1329902" y="7130"/>
                  <a:pt x="1331877" y="4686"/>
                  <a:pt x="1334705" y="2811"/>
                </a:cubicBezTo>
                <a:cubicBezTo>
                  <a:pt x="1337534" y="937"/>
                  <a:pt x="1341495" y="0"/>
                  <a:pt x="1346590" y="0"/>
                </a:cubicBezTo>
                <a:cubicBezTo>
                  <a:pt x="1349872" y="0"/>
                  <a:pt x="1353499" y="389"/>
                  <a:pt x="1357471" y="1166"/>
                </a:cubicBezTo>
                <a:lnTo>
                  <a:pt x="1355723" y="11334"/>
                </a:lnTo>
                <a:cubicBezTo>
                  <a:pt x="1353305" y="10903"/>
                  <a:pt x="1351016" y="10687"/>
                  <a:pt x="1348857" y="10687"/>
                </a:cubicBezTo>
                <a:cubicBezTo>
                  <a:pt x="1345317" y="10687"/>
                  <a:pt x="1342812" y="11440"/>
                  <a:pt x="1341344" y="12946"/>
                </a:cubicBezTo>
                <a:cubicBezTo>
                  <a:pt x="1339876" y="14451"/>
                  <a:pt x="1339142" y="17269"/>
                  <a:pt x="1339142" y="21398"/>
                </a:cubicBezTo>
                <a:lnTo>
                  <a:pt x="1339142" y="27721"/>
                </a:lnTo>
                <a:lnTo>
                  <a:pt x="1352549" y="27721"/>
                </a:lnTo>
                <a:lnTo>
                  <a:pt x="1352549" y="36788"/>
                </a:lnTo>
                <a:lnTo>
                  <a:pt x="1339142" y="36788"/>
                </a:lnTo>
                <a:lnTo>
                  <a:pt x="1339142" y="96504"/>
                </a:lnTo>
                <a:lnTo>
                  <a:pt x="1327549" y="96504"/>
                </a:lnTo>
                <a:close/>
                <a:moveTo>
                  <a:pt x="1361380" y="96504"/>
                </a:moveTo>
                <a:lnTo>
                  <a:pt x="1361380" y="1554"/>
                </a:lnTo>
                <a:lnTo>
                  <a:pt x="1373038" y="1554"/>
                </a:lnTo>
                <a:lnTo>
                  <a:pt x="1373038" y="96504"/>
                </a:lnTo>
                <a:lnTo>
                  <a:pt x="1361380" y="96504"/>
                </a:lnTo>
                <a:close/>
                <a:moveTo>
                  <a:pt x="1435970" y="88012"/>
                </a:moveTo>
                <a:cubicBezTo>
                  <a:pt x="1431652" y="91685"/>
                  <a:pt x="1427496" y="94277"/>
                  <a:pt x="1423502" y="95790"/>
                </a:cubicBezTo>
                <a:cubicBezTo>
                  <a:pt x="1419508" y="97302"/>
                  <a:pt x="1415223" y="98059"/>
                  <a:pt x="1410646" y="98059"/>
                </a:cubicBezTo>
                <a:cubicBezTo>
                  <a:pt x="1403090" y="98059"/>
                  <a:pt x="1397282" y="96212"/>
                  <a:pt x="1393223" y="92517"/>
                </a:cubicBezTo>
                <a:cubicBezTo>
                  <a:pt x="1389164" y="88823"/>
                  <a:pt x="1387135" y="84102"/>
                  <a:pt x="1387135" y="78355"/>
                </a:cubicBezTo>
                <a:cubicBezTo>
                  <a:pt x="1387135" y="74986"/>
                  <a:pt x="1387901" y="71908"/>
                  <a:pt x="1389434" y="69122"/>
                </a:cubicBezTo>
                <a:cubicBezTo>
                  <a:pt x="1390967" y="66334"/>
                  <a:pt x="1392975" y="64097"/>
                  <a:pt x="1395458" y="62412"/>
                </a:cubicBezTo>
                <a:cubicBezTo>
                  <a:pt x="1397941" y="60727"/>
                  <a:pt x="1400736" y="59452"/>
                  <a:pt x="1403845" y="58589"/>
                </a:cubicBezTo>
                <a:cubicBezTo>
                  <a:pt x="1406134" y="57983"/>
                  <a:pt x="1409588" y="57399"/>
                  <a:pt x="1414208" y="56838"/>
                </a:cubicBezTo>
                <a:cubicBezTo>
                  <a:pt x="1423621" y="55723"/>
                  <a:pt x="1430551" y="54394"/>
                  <a:pt x="1434999" y="52851"/>
                </a:cubicBezTo>
                <a:cubicBezTo>
                  <a:pt x="1435042" y="51260"/>
                  <a:pt x="1435063" y="50249"/>
                  <a:pt x="1435063" y="49819"/>
                </a:cubicBezTo>
                <a:cubicBezTo>
                  <a:pt x="1435063" y="45087"/>
                  <a:pt x="1433962" y="41753"/>
                  <a:pt x="1431760" y="39818"/>
                </a:cubicBezTo>
                <a:cubicBezTo>
                  <a:pt x="1428781" y="37194"/>
                  <a:pt x="1424355" y="35881"/>
                  <a:pt x="1418483" y="35881"/>
                </a:cubicBezTo>
                <a:cubicBezTo>
                  <a:pt x="1412999" y="35881"/>
                  <a:pt x="1408951" y="36842"/>
                  <a:pt x="1406339" y="38764"/>
                </a:cubicBezTo>
                <a:cubicBezTo>
                  <a:pt x="1403726" y="40685"/>
                  <a:pt x="1401794" y="44085"/>
                  <a:pt x="1400542" y="48965"/>
                </a:cubicBezTo>
                <a:lnTo>
                  <a:pt x="1389143" y="47410"/>
                </a:lnTo>
                <a:cubicBezTo>
                  <a:pt x="1390179" y="42516"/>
                  <a:pt x="1391885" y="38564"/>
                  <a:pt x="1394260" y="35554"/>
                </a:cubicBezTo>
                <a:cubicBezTo>
                  <a:pt x="1396634" y="32543"/>
                  <a:pt x="1400067" y="30226"/>
                  <a:pt x="1404558" y="28603"/>
                </a:cubicBezTo>
                <a:cubicBezTo>
                  <a:pt x="1409048" y="26979"/>
                  <a:pt x="1414251" y="26166"/>
                  <a:pt x="1420167" y="26166"/>
                </a:cubicBezTo>
                <a:cubicBezTo>
                  <a:pt x="1426039" y="26166"/>
                  <a:pt x="1430810" y="26857"/>
                  <a:pt x="1434480" y="28239"/>
                </a:cubicBezTo>
                <a:cubicBezTo>
                  <a:pt x="1438151" y="29621"/>
                  <a:pt x="1440849" y="31359"/>
                  <a:pt x="1442576" y="33453"/>
                </a:cubicBezTo>
                <a:cubicBezTo>
                  <a:pt x="1444304" y="35547"/>
                  <a:pt x="1445513" y="38192"/>
                  <a:pt x="1446203" y="41387"/>
                </a:cubicBezTo>
                <a:cubicBezTo>
                  <a:pt x="1446592" y="43373"/>
                  <a:pt x="1446786" y="46957"/>
                  <a:pt x="1446786" y="52138"/>
                </a:cubicBezTo>
                <a:lnTo>
                  <a:pt x="1446786" y="67683"/>
                </a:lnTo>
                <a:cubicBezTo>
                  <a:pt x="1446786" y="78520"/>
                  <a:pt x="1447035" y="85375"/>
                  <a:pt x="1447531" y="88246"/>
                </a:cubicBezTo>
                <a:cubicBezTo>
                  <a:pt x="1448028" y="91118"/>
                  <a:pt x="1449010" y="93870"/>
                  <a:pt x="1450478" y="96504"/>
                </a:cubicBezTo>
                <a:lnTo>
                  <a:pt x="1438302" y="96504"/>
                </a:lnTo>
                <a:cubicBezTo>
                  <a:pt x="1437093" y="94084"/>
                  <a:pt x="1436316" y="91253"/>
                  <a:pt x="1435970" y="88012"/>
                </a:cubicBezTo>
                <a:moveTo>
                  <a:pt x="1434999" y="61918"/>
                </a:moveTo>
                <a:cubicBezTo>
                  <a:pt x="1430767" y="63660"/>
                  <a:pt x="1424420" y="65140"/>
                  <a:pt x="1415957" y="66359"/>
                </a:cubicBezTo>
                <a:cubicBezTo>
                  <a:pt x="1411164" y="67052"/>
                  <a:pt x="1407774" y="67833"/>
                  <a:pt x="1405788" y="68701"/>
                </a:cubicBezTo>
                <a:cubicBezTo>
                  <a:pt x="1403802" y="69567"/>
                  <a:pt x="1402269" y="70835"/>
                  <a:pt x="1401190" y="72506"/>
                </a:cubicBezTo>
                <a:cubicBezTo>
                  <a:pt x="1400110" y="74175"/>
                  <a:pt x="1399571" y="76028"/>
                  <a:pt x="1399571" y="78066"/>
                </a:cubicBezTo>
                <a:cubicBezTo>
                  <a:pt x="1399571" y="81187"/>
                  <a:pt x="1400747" y="83788"/>
                  <a:pt x="1403100" y="85870"/>
                </a:cubicBezTo>
                <a:cubicBezTo>
                  <a:pt x="1405454" y="87951"/>
                  <a:pt x="1408897" y="88991"/>
                  <a:pt x="1413431" y="88991"/>
                </a:cubicBezTo>
                <a:cubicBezTo>
                  <a:pt x="1417921" y="88991"/>
                  <a:pt x="1421915" y="88004"/>
                  <a:pt x="1425413" y="86030"/>
                </a:cubicBezTo>
                <a:cubicBezTo>
                  <a:pt x="1428910" y="84056"/>
                  <a:pt x="1431480" y="81355"/>
                  <a:pt x="1433120" y="77928"/>
                </a:cubicBezTo>
                <a:cubicBezTo>
                  <a:pt x="1434373" y="75281"/>
                  <a:pt x="1434999" y="71376"/>
                  <a:pt x="1434999" y="66213"/>
                </a:cubicBezTo>
                <a:lnTo>
                  <a:pt x="1434999" y="61918"/>
                </a:lnTo>
                <a:close/>
                <a:moveTo>
                  <a:pt x="1462699" y="102204"/>
                </a:moveTo>
                <a:lnTo>
                  <a:pt x="1474033" y="103888"/>
                </a:lnTo>
                <a:cubicBezTo>
                  <a:pt x="1474508" y="107385"/>
                  <a:pt x="1475825" y="109933"/>
                  <a:pt x="1477984" y="111530"/>
                </a:cubicBezTo>
                <a:cubicBezTo>
                  <a:pt x="1480877" y="113689"/>
                  <a:pt x="1484828" y="114769"/>
                  <a:pt x="1489837" y="114769"/>
                </a:cubicBezTo>
                <a:cubicBezTo>
                  <a:pt x="1495234" y="114769"/>
                  <a:pt x="1499401" y="113687"/>
                  <a:pt x="1502337" y="111522"/>
                </a:cubicBezTo>
                <a:cubicBezTo>
                  <a:pt x="1505273" y="109359"/>
                  <a:pt x="1507259" y="106330"/>
                  <a:pt x="1508296" y="102435"/>
                </a:cubicBezTo>
                <a:cubicBezTo>
                  <a:pt x="1508900" y="100056"/>
                  <a:pt x="1509181" y="95058"/>
                  <a:pt x="1509138" y="87441"/>
                </a:cubicBezTo>
                <a:cubicBezTo>
                  <a:pt x="1504043" y="93483"/>
                  <a:pt x="1497695" y="96504"/>
                  <a:pt x="1490096" y="96504"/>
                </a:cubicBezTo>
                <a:cubicBezTo>
                  <a:pt x="1480640" y="96504"/>
                  <a:pt x="1473321" y="93093"/>
                  <a:pt x="1468140" y="86271"/>
                </a:cubicBezTo>
                <a:cubicBezTo>
                  <a:pt x="1462958" y="79449"/>
                  <a:pt x="1460367" y="71266"/>
                  <a:pt x="1460367" y="61724"/>
                </a:cubicBezTo>
                <a:cubicBezTo>
                  <a:pt x="1460367" y="55161"/>
                  <a:pt x="1461555" y="49105"/>
                  <a:pt x="1463930" y="43556"/>
                </a:cubicBezTo>
                <a:cubicBezTo>
                  <a:pt x="1466305" y="38008"/>
                  <a:pt x="1469748" y="33723"/>
                  <a:pt x="1474260" y="30700"/>
                </a:cubicBezTo>
                <a:cubicBezTo>
                  <a:pt x="1478772" y="27678"/>
                  <a:pt x="1484073" y="26166"/>
                  <a:pt x="1490161" y="26166"/>
                </a:cubicBezTo>
                <a:cubicBezTo>
                  <a:pt x="1498278" y="26166"/>
                  <a:pt x="1504971" y="29469"/>
                  <a:pt x="1510239" y="36076"/>
                </a:cubicBezTo>
                <a:lnTo>
                  <a:pt x="1510239" y="27721"/>
                </a:lnTo>
                <a:lnTo>
                  <a:pt x="1520990" y="27721"/>
                </a:lnTo>
                <a:lnTo>
                  <a:pt x="1520990" y="87218"/>
                </a:lnTo>
                <a:cubicBezTo>
                  <a:pt x="1520990" y="97933"/>
                  <a:pt x="1519900" y="105527"/>
                  <a:pt x="1517720" y="109998"/>
                </a:cubicBezTo>
                <a:cubicBezTo>
                  <a:pt x="1515539" y="114470"/>
                  <a:pt x="1512085" y="118002"/>
                  <a:pt x="1507357" y="120594"/>
                </a:cubicBezTo>
                <a:cubicBezTo>
                  <a:pt x="1502629" y="123187"/>
                  <a:pt x="1496810" y="124484"/>
                  <a:pt x="1489902" y="124484"/>
                </a:cubicBezTo>
                <a:cubicBezTo>
                  <a:pt x="1481698" y="124484"/>
                  <a:pt x="1475070" y="122633"/>
                  <a:pt x="1470018" y="118930"/>
                </a:cubicBezTo>
                <a:cubicBezTo>
                  <a:pt x="1464966" y="115228"/>
                  <a:pt x="1462526" y="109652"/>
                  <a:pt x="1462699" y="102204"/>
                </a:cubicBezTo>
                <a:moveTo>
                  <a:pt x="1472350" y="60884"/>
                </a:moveTo>
                <a:cubicBezTo>
                  <a:pt x="1472350" y="69885"/>
                  <a:pt x="1474141" y="76453"/>
                  <a:pt x="1477725" y="80588"/>
                </a:cubicBezTo>
                <a:cubicBezTo>
                  <a:pt x="1481309" y="84722"/>
                  <a:pt x="1485800" y="86789"/>
                  <a:pt x="1491197" y="86789"/>
                </a:cubicBezTo>
                <a:cubicBezTo>
                  <a:pt x="1496551" y="86789"/>
                  <a:pt x="1501042" y="84733"/>
                  <a:pt x="1504669" y="80620"/>
                </a:cubicBezTo>
                <a:cubicBezTo>
                  <a:pt x="1508296" y="76507"/>
                  <a:pt x="1510109" y="70057"/>
                  <a:pt x="1510109" y="61271"/>
                </a:cubicBezTo>
                <a:cubicBezTo>
                  <a:pt x="1510109" y="52872"/>
                  <a:pt x="1508242" y="46541"/>
                  <a:pt x="1504507" y="42277"/>
                </a:cubicBezTo>
                <a:cubicBezTo>
                  <a:pt x="1500772" y="38013"/>
                  <a:pt x="1496271" y="35881"/>
                  <a:pt x="1491003" y="35881"/>
                </a:cubicBezTo>
                <a:cubicBezTo>
                  <a:pt x="1485821" y="35881"/>
                  <a:pt x="1481417" y="37981"/>
                  <a:pt x="1477790" y="42180"/>
                </a:cubicBezTo>
                <a:cubicBezTo>
                  <a:pt x="1474163" y="46379"/>
                  <a:pt x="1472350" y="52614"/>
                  <a:pt x="1472350" y="60884"/>
                </a:cubicBezTo>
                <a:close/>
                <a:moveTo>
                  <a:pt x="1533924" y="75908"/>
                </a:moveTo>
                <a:lnTo>
                  <a:pt x="1545452" y="74095"/>
                </a:lnTo>
                <a:cubicBezTo>
                  <a:pt x="1546100" y="78694"/>
                  <a:pt x="1547903" y="82220"/>
                  <a:pt x="1550860" y="84670"/>
                </a:cubicBezTo>
                <a:cubicBezTo>
                  <a:pt x="1553818" y="87119"/>
                  <a:pt x="1557952" y="88344"/>
                  <a:pt x="1563263" y="88344"/>
                </a:cubicBezTo>
                <a:cubicBezTo>
                  <a:pt x="1568618" y="88344"/>
                  <a:pt x="1572590" y="87262"/>
                  <a:pt x="1575181" y="85099"/>
                </a:cubicBezTo>
                <a:cubicBezTo>
                  <a:pt x="1577772" y="82935"/>
                  <a:pt x="1579067" y="80397"/>
                  <a:pt x="1579067" y="77485"/>
                </a:cubicBezTo>
                <a:cubicBezTo>
                  <a:pt x="1579067" y="74871"/>
                  <a:pt x="1577923" y="72815"/>
                  <a:pt x="1575634" y="71316"/>
                </a:cubicBezTo>
                <a:cubicBezTo>
                  <a:pt x="1574037" y="70287"/>
                  <a:pt x="1570064" y="68981"/>
                  <a:pt x="1563717" y="67395"/>
                </a:cubicBezTo>
                <a:cubicBezTo>
                  <a:pt x="1555167" y="65235"/>
                  <a:pt x="1549241" y="63366"/>
                  <a:pt x="1545938" y="61789"/>
                </a:cubicBezTo>
                <a:cubicBezTo>
                  <a:pt x="1542635" y="60211"/>
                  <a:pt x="1540130" y="58029"/>
                  <a:pt x="1538425" y="55241"/>
                </a:cubicBezTo>
                <a:cubicBezTo>
                  <a:pt x="1536719" y="52453"/>
                  <a:pt x="1535867" y="49374"/>
                  <a:pt x="1535867" y="46003"/>
                </a:cubicBezTo>
                <a:cubicBezTo>
                  <a:pt x="1535867" y="42935"/>
                  <a:pt x="1536568" y="40093"/>
                  <a:pt x="1537972" y="37478"/>
                </a:cubicBezTo>
                <a:cubicBezTo>
                  <a:pt x="1539375" y="34863"/>
                  <a:pt x="1541286" y="32692"/>
                  <a:pt x="1543704" y="30963"/>
                </a:cubicBezTo>
                <a:cubicBezTo>
                  <a:pt x="1545517" y="29623"/>
                  <a:pt x="1547989" y="28489"/>
                  <a:pt x="1551119" y="27561"/>
                </a:cubicBezTo>
                <a:cubicBezTo>
                  <a:pt x="1554250" y="26631"/>
                  <a:pt x="1557607" y="26166"/>
                  <a:pt x="1561191" y="26166"/>
                </a:cubicBezTo>
                <a:cubicBezTo>
                  <a:pt x="1566588" y="26166"/>
                  <a:pt x="1571327" y="26949"/>
                  <a:pt x="1575407" y="28514"/>
                </a:cubicBezTo>
                <a:cubicBezTo>
                  <a:pt x="1579488" y="30078"/>
                  <a:pt x="1582500" y="32197"/>
                  <a:pt x="1584443" y="34871"/>
                </a:cubicBezTo>
                <a:cubicBezTo>
                  <a:pt x="1586386" y="37545"/>
                  <a:pt x="1587724" y="41120"/>
                  <a:pt x="1588458" y="45597"/>
                </a:cubicBezTo>
                <a:lnTo>
                  <a:pt x="1577059" y="47151"/>
                </a:lnTo>
                <a:cubicBezTo>
                  <a:pt x="1576541" y="43610"/>
                  <a:pt x="1575040" y="40847"/>
                  <a:pt x="1572558" y="38861"/>
                </a:cubicBezTo>
                <a:cubicBezTo>
                  <a:pt x="1570075" y="36875"/>
                  <a:pt x="1566567" y="35881"/>
                  <a:pt x="1562033" y="35881"/>
                </a:cubicBezTo>
                <a:cubicBezTo>
                  <a:pt x="1556679" y="35881"/>
                  <a:pt x="1552857" y="36763"/>
                  <a:pt x="1550569" y="38525"/>
                </a:cubicBezTo>
                <a:cubicBezTo>
                  <a:pt x="1548280" y="40286"/>
                  <a:pt x="1547136" y="42348"/>
                  <a:pt x="1547136" y="44712"/>
                </a:cubicBezTo>
                <a:cubicBezTo>
                  <a:pt x="1547136" y="46215"/>
                  <a:pt x="1547611" y="47569"/>
                  <a:pt x="1548561" y="48772"/>
                </a:cubicBezTo>
                <a:cubicBezTo>
                  <a:pt x="1549511" y="50018"/>
                  <a:pt x="1551001" y="51049"/>
                  <a:pt x="1553030" y="51865"/>
                </a:cubicBezTo>
                <a:cubicBezTo>
                  <a:pt x="1554196" y="52295"/>
                  <a:pt x="1557629" y="53284"/>
                  <a:pt x="1563328" y="54830"/>
                </a:cubicBezTo>
                <a:cubicBezTo>
                  <a:pt x="1571575" y="57031"/>
                  <a:pt x="1577329" y="58832"/>
                  <a:pt x="1580589" y="60234"/>
                </a:cubicBezTo>
                <a:cubicBezTo>
                  <a:pt x="1583849" y="61636"/>
                  <a:pt x="1586407" y="63675"/>
                  <a:pt x="1588264" y="66351"/>
                </a:cubicBezTo>
                <a:cubicBezTo>
                  <a:pt x="1590121" y="69025"/>
                  <a:pt x="1591049" y="72347"/>
                  <a:pt x="1591049" y="76315"/>
                </a:cubicBezTo>
                <a:cubicBezTo>
                  <a:pt x="1591049" y="80198"/>
                  <a:pt x="1589916" y="83855"/>
                  <a:pt x="1587649" y="87285"/>
                </a:cubicBezTo>
                <a:cubicBezTo>
                  <a:pt x="1585382" y="90714"/>
                  <a:pt x="1582111" y="93366"/>
                  <a:pt x="1577836" y="95243"/>
                </a:cubicBezTo>
                <a:cubicBezTo>
                  <a:pt x="1573562" y="97120"/>
                  <a:pt x="1568726" y="98059"/>
                  <a:pt x="1563328" y="98059"/>
                </a:cubicBezTo>
                <a:cubicBezTo>
                  <a:pt x="1554390" y="98059"/>
                  <a:pt x="1547579" y="96197"/>
                  <a:pt x="1542894" y="92473"/>
                </a:cubicBezTo>
                <a:cubicBezTo>
                  <a:pt x="1538209" y="88748"/>
                  <a:pt x="1535219" y="83227"/>
                  <a:pt x="1533924" y="75908"/>
                </a:cubicBezTo>
                <a:close/>
                <a:moveTo>
                  <a:pt x="1637445" y="62113"/>
                </a:moveTo>
                <a:cubicBezTo>
                  <a:pt x="1637445" y="49375"/>
                  <a:pt x="1640986" y="39940"/>
                  <a:pt x="1648067" y="33809"/>
                </a:cubicBezTo>
                <a:cubicBezTo>
                  <a:pt x="1653982" y="28714"/>
                  <a:pt x="1661193" y="26166"/>
                  <a:pt x="1669699" y="26166"/>
                </a:cubicBezTo>
                <a:cubicBezTo>
                  <a:pt x="1679156" y="26166"/>
                  <a:pt x="1686885" y="29264"/>
                  <a:pt x="1692886" y="35460"/>
                </a:cubicBezTo>
                <a:cubicBezTo>
                  <a:pt x="1698888" y="41657"/>
                  <a:pt x="1701889" y="50217"/>
                  <a:pt x="1701889" y="61141"/>
                </a:cubicBezTo>
                <a:cubicBezTo>
                  <a:pt x="1701889" y="69993"/>
                  <a:pt x="1700561" y="76955"/>
                  <a:pt x="1697906" y="82029"/>
                </a:cubicBezTo>
                <a:cubicBezTo>
                  <a:pt x="1695250" y="87102"/>
                  <a:pt x="1691386" y="91042"/>
                  <a:pt x="1686312" y="93849"/>
                </a:cubicBezTo>
                <a:cubicBezTo>
                  <a:pt x="1681239" y="96655"/>
                  <a:pt x="1675701" y="98059"/>
                  <a:pt x="1669699" y="98059"/>
                </a:cubicBezTo>
                <a:cubicBezTo>
                  <a:pt x="1660071" y="98059"/>
                  <a:pt x="1652288" y="94971"/>
                  <a:pt x="1646351" y="88797"/>
                </a:cubicBezTo>
                <a:cubicBezTo>
                  <a:pt x="1640413" y="82622"/>
                  <a:pt x="1637445" y="73728"/>
                  <a:pt x="1637445" y="62113"/>
                </a:cubicBezTo>
                <a:moveTo>
                  <a:pt x="1649427" y="62080"/>
                </a:moveTo>
                <a:cubicBezTo>
                  <a:pt x="1649427" y="70856"/>
                  <a:pt x="1651348" y="77427"/>
                  <a:pt x="1655191" y="81794"/>
                </a:cubicBezTo>
                <a:cubicBezTo>
                  <a:pt x="1659034" y="86160"/>
                  <a:pt x="1663870" y="88344"/>
                  <a:pt x="1669699" y="88344"/>
                </a:cubicBezTo>
                <a:cubicBezTo>
                  <a:pt x="1675485" y="88344"/>
                  <a:pt x="1680300" y="86150"/>
                  <a:pt x="1684143" y="81762"/>
                </a:cubicBezTo>
                <a:cubicBezTo>
                  <a:pt x="1687986" y="77373"/>
                  <a:pt x="1689907" y="70684"/>
                  <a:pt x="1689907" y="61694"/>
                </a:cubicBezTo>
                <a:cubicBezTo>
                  <a:pt x="1689907" y="53218"/>
                  <a:pt x="1687975" y="46798"/>
                  <a:pt x="1684110" y="42431"/>
                </a:cubicBezTo>
                <a:cubicBezTo>
                  <a:pt x="1680246" y="38065"/>
                  <a:pt x="1675442" y="35881"/>
                  <a:pt x="1669699" y="35881"/>
                </a:cubicBezTo>
                <a:cubicBezTo>
                  <a:pt x="1663870" y="35881"/>
                  <a:pt x="1659034" y="38054"/>
                  <a:pt x="1655191" y="42399"/>
                </a:cubicBezTo>
                <a:cubicBezTo>
                  <a:pt x="1651348" y="46744"/>
                  <a:pt x="1649427" y="53304"/>
                  <a:pt x="1649427" y="62080"/>
                </a:cubicBezTo>
                <a:close/>
                <a:moveTo>
                  <a:pt x="1718320" y="96504"/>
                </a:moveTo>
                <a:lnTo>
                  <a:pt x="1718320" y="36788"/>
                </a:lnTo>
                <a:lnTo>
                  <a:pt x="1708022" y="36788"/>
                </a:lnTo>
                <a:lnTo>
                  <a:pt x="1708022" y="27721"/>
                </a:lnTo>
                <a:lnTo>
                  <a:pt x="1718320" y="27721"/>
                </a:lnTo>
                <a:lnTo>
                  <a:pt x="1718320" y="20418"/>
                </a:lnTo>
                <a:cubicBezTo>
                  <a:pt x="1718320" y="15809"/>
                  <a:pt x="1718730" y="12384"/>
                  <a:pt x="1719551" y="10144"/>
                </a:cubicBezTo>
                <a:cubicBezTo>
                  <a:pt x="1720673" y="7130"/>
                  <a:pt x="1722649" y="4686"/>
                  <a:pt x="1725477" y="2811"/>
                </a:cubicBezTo>
                <a:cubicBezTo>
                  <a:pt x="1728305" y="937"/>
                  <a:pt x="1732267" y="0"/>
                  <a:pt x="1737362" y="0"/>
                </a:cubicBezTo>
                <a:cubicBezTo>
                  <a:pt x="1740643" y="0"/>
                  <a:pt x="1744270" y="389"/>
                  <a:pt x="1748243" y="1166"/>
                </a:cubicBezTo>
                <a:lnTo>
                  <a:pt x="1746494" y="11334"/>
                </a:lnTo>
                <a:cubicBezTo>
                  <a:pt x="1744076" y="10903"/>
                  <a:pt x="1741788" y="10687"/>
                  <a:pt x="1739629" y="10687"/>
                </a:cubicBezTo>
                <a:cubicBezTo>
                  <a:pt x="1736088" y="10687"/>
                  <a:pt x="1733584" y="11440"/>
                  <a:pt x="1732116" y="12946"/>
                </a:cubicBezTo>
                <a:cubicBezTo>
                  <a:pt x="1730648" y="14451"/>
                  <a:pt x="1729914" y="17269"/>
                  <a:pt x="1729914" y="21398"/>
                </a:cubicBezTo>
                <a:lnTo>
                  <a:pt x="1729914" y="27721"/>
                </a:lnTo>
                <a:lnTo>
                  <a:pt x="1743321" y="27721"/>
                </a:lnTo>
                <a:lnTo>
                  <a:pt x="1743321" y="36788"/>
                </a:lnTo>
                <a:lnTo>
                  <a:pt x="1729914" y="36788"/>
                </a:lnTo>
                <a:lnTo>
                  <a:pt x="1729914" y="96504"/>
                </a:lnTo>
                <a:lnTo>
                  <a:pt x="1718320" y="96504"/>
                </a:lnTo>
                <a:close/>
                <a:moveTo>
                  <a:pt x="1800037" y="96504"/>
                </a:moveTo>
                <a:lnTo>
                  <a:pt x="1789221" y="96504"/>
                </a:lnTo>
                <a:lnTo>
                  <a:pt x="1789221" y="1554"/>
                </a:lnTo>
                <a:lnTo>
                  <a:pt x="1800879" y="1554"/>
                </a:lnTo>
                <a:lnTo>
                  <a:pt x="1800879" y="35554"/>
                </a:lnTo>
                <a:cubicBezTo>
                  <a:pt x="1805801" y="29295"/>
                  <a:pt x="1812084" y="26166"/>
                  <a:pt x="1819727" y="26166"/>
                </a:cubicBezTo>
                <a:cubicBezTo>
                  <a:pt x="1823958" y="26166"/>
                  <a:pt x="1827963" y="27019"/>
                  <a:pt x="1831741" y="28725"/>
                </a:cubicBezTo>
                <a:cubicBezTo>
                  <a:pt x="1835519" y="30430"/>
                  <a:pt x="1838628" y="32827"/>
                  <a:pt x="1841068" y="35914"/>
                </a:cubicBezTo>
                <a:cubicBezTo>
                  <a:pt x="1843507" y="39001"/>
                  <a:pt x="1845418" y="42725"/>
                  <a:pt x="1846800" y="47086"/>
                </a:cubicBezTo>
                <a:cubicBezTo>
                  <a:pt x="1848181" y="51447"/>
                  <a:pt x="1848872" y="56111"/>
                  <a:pt x="1848872" y="61076"/>
                </a:cubicBezTo>
                <a:cubicBezTo>
                  <a:pt x="1848872" y="72864"/>
                  <a:pt x="1845958" y="81975"/>
                  <a:pt x="1840129" y="88408"/>
                </a:cubicBezTo>
                <a:cubicBezTo>
                  <a:pt x="1834299" y="94842"/>
                  <a:pt x="1827304" y="98059"/>
                  <a:pt x="1819144" y="98059"/>
                </a:cubicBezTo>
                <a:cubicBezTo>
                  <a:pt x="1811026" y="98059"/>
                  <a:pt x="1804657" y="94626"/>
                  <a:pt x="1800037" y="87761"/>
                </a:cubicBezTo>
                <a:lnTo>
                  <a:pt x="1800037" y="96504"/>
                </a:lnTo>
                <a:moveTo>
                  <a:pt x="1799908" y="61596"/>
                </a:moveTo>
                <a:cubicBezTo>
                  <a:pt x="1799908" y="69803"/>
                  <a:pt x="1801030" y="75733"/>
                  <a:pt x="1803276" y="79385"/>
                </a:cubicBezTo>
                <a:cubicBezTo>
                  <a:pt x="1806946" y="85357"/>
                  <a:pt x="1811911" y="88344"/>
                  <a:pt x="1818172" y="88344"/>
                </a:cubicBezTo>
                <a:cubicBezTo>
                  <a:pt x="1823267" y="88344"/>
                  <a:pt x="1827671" y="86141"/>
                  <a:pt x="1831385" y="81737"/>
                </a:cubicBezTo>
                <a:cubicBezTo>
                  <a:pt x="1835098" y="77333"/>
                  <a:pt x="1836955" y="70770"/>
                  <a:pt x="1836955" y="62048"/>
                </a:cubicBezTo>
                <a:cubicBezTo>
                  <a:pt x="1836955" y="53111"/>
                  <a:pt x="1835174" y="46516"/>
                  <a:pt x="1831612" y="42263"/>
                </a:cubicBezTo>
                <a:cubicBezTo>
                  <a:pt x="1828049" y="38009"/>
                  <a:pt x="1823742" y="35881"/>
                  <a:pt x="1818690" y="35881"/>
                </a:cubicBezTo>
                <a:cubicBezTo>
                  <a:pt x="1813595" y="35881"/>
                  <a:pt x="1809191" y="38084"/>
                  <a:pt x="1805478" y="42488"/>
                </a:cubicBezTo>
                <a:cubicBezTo>
                  <a:pt x="1801764" y="46892"/>
                  <a:pt x="1799908" y="53262"/>
                  <a:pt x="1799908" y="61596"/>
                </a:cubicBezTo>
                <a:close/>
                <a:moveTo>
                  <a:pt x="1858697" y="62113"/>
                </a:moveTo>
                <a:cubicBezTo>
                  <a:pt x="1858697" y="49375"/>
                  <a:pt x="1862237" y="39940"/>
                  <a:pt x="1869319" y="33809"/>
                </a:cubicBezTo>
                <a:cubicBezTo>
                  <a:pt x="1875234" y="28714"/>
                  <a:pt x="1882445" y="26166"/>
                  <a:pt x="1890951" y="26166"/>
                </a:cubicBezTo>
                <a:cubicBezTo>
                  <a:pt x="1900407" y="26166"/>
                  <a:pt x="1908136" y="29264"/>
                  <a:pt x="1914138" y="35460"/>
                </a:cubicBezTo>
                <a:cubicBezTo>
                  <a:pt x="1920140" y="41657"/>
                  <a:pt x="1923141" y="50217"/>
                  <a:pt x="1923141" y="61141"/>
                </a:cubicBezTo>
                <a:cubicBezTo>
                  <a:pt x="1923141" y="69993"/>
                  <a:pt x="1921813" y="76955"/>
                  <a:pt x="1919158" y="82029"/>
                </a:cubicBezTo>
                <a:cubicBezTo>
                  <a:pt x="1916502" y="87102"/>
                  <a:pt x="1912638" y="91042"/>
                  <a:pt x="1907564" y="93849"/>
                </a:cubicBezTo>
                <a:cubicBezTo>
                  <a:pt x="1902491" y="96655"/>
                  <a:pt x="1896953" y="98059"/>
                  <a:pt x="1890951" y="98059"/>
                </a:cubicBezTo>
                <a:cubicBezTo>
                  <a:pt x="1881322" y="98059"/>
                  <a:pt x="1873539" y="94971"/>
                  <a:pt x="1867602" y="88797"/>
                </a:cubicBezTo>
                <a:cubicBezTo>
                  <a:pt x="1861665" y="82622"/>
                  <a:pt x="1858697" y="73728"/>
                  <a:pt x="1858697" y="62113"/>
                </a:cubicBezTo>
                <a:moveTo>
                  <a:pt x="1870679" y="62080"/>
                </a:moveTo>
                <a:cubicBezTo>
                  <a:pt x="1870679" y="70856"/>
                  <a:pt x="1872600" y="77427"/>
                  <a:pt x="1876443" y="81794"/>
                </a:cubicBezTo>
                <a:cubicBezTo>
                  <a:pt x="1880286" y="86160"/>
                  <a:pt x="1885122" y="88344"/>
                  <a:pt x="1890951" y="88344"/>
                </a:cubicBezTo>
                <a:cubicBezTo>
                  <a:pt x="1896737" y="88344"/>
                  <a:pt x="1901551" y="86150"/>
                  <a:pt x="1905394" y="81762"/>
                </a:cubicBezTo>
                <a:cubicBezTo>
                  <a:pt x="1909237" y="77373"/>
                  <a:pt x="1911159" y="70684"/>
                  <a:pt x="1911159" y="61694"/>
                </a:cubicBezTo>
                <a:cubicBezTo>
                  <a:pt x="1911159" y="53218"/>
                  <a:pt x="1909226" y="46798"/>
                  <a:pt x="1905362" y="42431"/>
                </a:cubicBezTo>
                <a:cubicBezTo>
                  <a:pt x="1901497" y="38065"/>
                  <a:pt x="1896694" y="35881"/>
                  <a:pt x="1890951" y="35881"/>
                </a:cubicBezTo>
                <a:cubicBezTo>
                  <a:pt x="1885122" y="35881"/>
                  <a:pt x="1880286" y="38054"/>
                  <a:pt x="1876443" y="42399"/>
                </a:cubicBezTo>
                <a:cubicBezTo>
                  <a:pt x="1872600" y="46744"/>
                  <a:pt x="1870679" y="53304"/>
                  <a:pt x="1870679" y="62080"/>
                </a:cubicBezTo>
                <a:close/>
                <a:moveTo>
                  <a:pt x="1962241" y="86206"/>
                </a:moveTo>
                <a:lnTo>
                  <a:pt x="1963924" y="96504"/>
                </a:lnTo>
                <a:cubicBezTo>
                  <a:pt x="1960643" y="97109"/>
                  <a:pt x="1957707" y="97411"/>
                  <a:pt x="1955116" y="97411"/>
                </a:cubicBezTo>
                <a:cubicBezTo>
                  <a:pt x="1950885" y="97411"/>
                  <a:pt x="1947603" y="96742"/>
                  <a:pt x="1945271" y="95403"/>
                </a:cubicBezTo>
                <a:cubicBezTo>
                  <a:pt x="1942940" y="94065"/>
                  <a:pt x="1941299" y="92305"/>
                  <a:pt x="1940349" y="90125"/>
                </a:cubicBezTo>
                <a:cubicBezTo>
                  <a:pt x="1939399" y="87944"/>
                  <a:pt x="1938924" y="83356"/>
                  <a:pt x="1938924" y="76361"/>
                </a:cubicBezTo>
                <a:lnTo>
                  <a:pt x="1938924" y="36788"/>
                </a:lnTo>
                <a:lnTo>
                  <a:pt x="1930375" y="36788"/>
                </a:lnTo>
                <a:lnTo>
                  <a:pt x="1930375" y="27721"/>
                </a:lnTo>
                <a:lnTo>
                  <a:pt x="1938924" y="27721"/>
                </a:lnTo>
                <a:lnTo>
                  <a:pt x="1938924" y="10640"/>
                </a:lnTo>
                <a:lnTo>
                  <a:pt x="1950518" y="3627"/>
                </a:lnTo>
                <a:lnTo>
                  <a:pt x="1950518" y="27721"/>
                </a:lnTo>
                <a:lnTo>
                  <a:pt x="1962241" y="27721"/>
                </a:lnTo>
                <a:lnTo>
                  <a:pt x="1962241" y="36788"/>
                </a:lnTo>
                <a:lnTo>
                  <a:pt x="1950518" y="36788"/>
                </a:lnTo>
                <a:lnTo>
                  <a:pt x="1950518" y="77009"/>
                </a:lnTo>
                <a:cubicBezTo>
                  <a:pt x="1950518" y="80334"/>
                  <a:pt x="1950723" y="82471"/>
                  <a:pt x="1951133" y="83421"/>
                </a:cubicBezTo>
                <a:cubicBezTo>
                  <a:pt x="1951543" y="84371"/>
                  <a:pt x="1952212" y="85127"/>
                  <a:pt x="1953141" y="85688"/>
                </a:cubicBezTo>
                <a:cubicBezTo>
                  <a:pt x="1954069" y="86249"/>
                  <a:pt x="1955397" y="86530"/>
                  <a:pt x="1957124" y="86530"/>
                </a:cubicBezTo>
                <a:cubicBezTo>
                  <a:pt x="1958419" y="86530"/>
                  <a:pt x="1960125" y="86422"/>
                  <a:pt x="1962241" y="86206"/>
                </a:cubicBezTo>
                <a:close/>
                <a:moveTo>
                  <a:pt x="1973662" y="96504"/>
                </a:moveTo>
                <a:lnTo>
                  <a:pt x="1973662" y="1554"/>
                </a:lnTo>
                <a:lnTo>
                  <a:pt x="1985320" y="1554"/>
                </a:lnTo>
                <a:lnTo>
                  <a:pt x="1985320" y="35622"/>
                </a:lnTo>
                <a:cubicBezTo>
                  <a:pt x="1990761" y="29318"/>
                  <a:pt x="1997626" y="26166"/>
                  <a:pt x="2005916" y="26166"/>
                </a:cubicBezTo>
                <a:cubicBezTo>
                  <a:pt x="2011011" y="26166"/>
                  <a:pt x="2015437" y="27170"/>
                  <a:pt x="2019194" y="29178"/>
                </a:cubicBezTo>
                <a:cubicBezTo>
                  <a:pt x="2022950" y="31186"/>
                  <a:pt x="2025638" y="33960"/>
                  <a:pt x="2027257" y="37501"/>
                </a:cubicBezTo>
                <a:cubicBezTo>
                  <a:pt x="2028877" y="41041"/>
                  <a:pt x="2029686" y="46180"/>
                  <a:pt x="2029686" y="52915"/>
                </a:cubicBezTo>
                <a:lnTo>
                  <a:pt x="2029686" y="96504"/>
                </a:lnTo>
                <a:lnTo>
                  <a:pt x="2018028" y="96504"/>
                </a:lnTo>
                <a:lnTo>
                  <a:pt x="2018028" y="52915"/>
                </a:lnTo>
                <a:cubicBezTo>
                  <a:pt x="2018028" y="47086"/>
                  <a:pt x="2016765" y="42844"/>
                  <a:pt x="2014239" y="40189"/>
                </a:cubicBezTo>
                <a:cubicBezTo>
                  <a:pt x="2011713" y="37533"/>
                  <a:pt x="2008140" y="36205"/>
                  <a:pt x="2003520" y="36205"/>
                </a:cubicBezTo>
                <a:cubicBezTo>
                  <a:pt x="2000066" y="36205"/>
                  <a:pt x="1996816" y="37101"/>
                  <a:pt x="1993772" y="38893"/>
                </a:cubicBezTo>
                <a:cubicBezTo>
                  <a:pt x="1990728" y="40685"/>
                  <a:pt x="1988559" y="43114"/>
                  <a:pt x="1987263" y="46180"/>
                </a:cubicBezTo>
                <a:cubicBezTo>
                  <a:pt x="1985968" y="49245"/>
                  <a:pt x="1985320" y="53477"/>
                  <a:pt x="1985320" y="58874"/>
                </a:cubicBezTo>
                <a:lnTo>
                  <a:pt x="1985320" y="96504"/>
                </a:lnTo>
                <a:lnTo>
                  <a:pt x="1973662" y="965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inertialnavigationmodulesistrue))">
            <a:extLst xmlns:a="http://schemas.openxmlformats.org/drawingml/2006/main">
              <a:ext uri="{FF2B5EF4-FFF2-40B4-BE49-F238E27FC236}">
                <a16:creationId xmlns:a16="http://schemas.microsoft.com/office/drawing/2014/main" id="{6442A2ED-9606-4EDC-B869-53CD21B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8" y="2581378"/>
            <a:ext cx="2041171" cy="124614"/>
          </a:xfrm>
          <a:custGeom xmlns:a="http://schemas.openxmlformats.org/drawingml/2006/main">
            <a:pathLst>
              <a:path w="2041171" h="124614">
                <a:moveTo>
                  <a:pt x="0" y="15156"/>
                </a:moveTo>
                <a:lnTo>
                  <a:pt x="0" y="1684"/>
                </a:lnTo>
                <a:lnTo>
                  <a:pt x="11658" y="1684"/>
                </a:lnTo>
                <a:lnTo>
                  <a:pt x="11658" y="15156"/>
                </a:lnTo>
                <a:lnTo>
                  <a:pt x="0" y="15156"/>
                </a:lnTo>
                <a:moveTo>
                  <a:pt x="0" y="96634"/>
                </a:moveTo>
                <a:lnTo>
                  <a:pt x="0" y="27850"/>
                </a:lnTo>
                <a:lnTo>
                  <a:pt x="11658" y="27850"/>
                </a:lnTo>
                <a:lnTo>
                  <a:pt x="11658" y="96634"/>
                </a:lnTo>
                <a:lnTo>
                  <a:pt x="0" y="96634"/>
                </a:lnTo>
                <a:close/>
                <a:moveTo>
                  <a:pt x="29382" y="96634"/>
                </a:moveTo>
                <a:lnTo>
                  <a:pt x="29382" y="27850"/>
                </a:lnTo>
                <a:lnTo>
                  <a:pt x="39875" y="27850"/>
                </a:lnTo>
                <a:lnTo>
                  <a:pt x="39875" y="37565"/>
                </a:lnTo>
                <a:cubicBezTo>
                  <a:pt x="44927" y="30052"/>
                  <a:pt x="52224" y="26296"/>
                  <a:pt x="61766" y="26296"/>
                </a:cubicBezTo>
                <a:cubicBezTo>
                  <a:pt x="65912" y="26296"/>
                  <a:pt x="69722" y="27041"/>
                  <a:pt x="73198" y="28530"/>
                </a:cubicBezTo>
                <a:cubicBezTo>
                  <a:pt x="76674" y="30020"/>
                  <a:pt x="79275" y="31974"/>
                  <a:pt x="81002" y="34392"/>
                </a:cubicBezTo>
                <a:cubicBezTo>
                  <a:pt x="82730" y="36810"/>
                  <a:pt x="83939" y="39681"/>
                  <a:pt x="84630" y="43006"/>
                </a:cubicBezTo>
                <a:cubicBezTo>
                  <a:pt x="85061" y="45165"/>
                  <a:pt x="85277" y="48943"/>
                  <a:pt x="85277" y="54340"/>
                </a:cubicBezTo>
                <a:lnTo>
                  <a:pt x="85277" y="96634"/>
                </a:lnTo>
                <a:lnTo>
                  <a:pt x="73619" y="96634"/>
                </a:lnTo>
                <a:lnTo>
                  <a:pt x="73619" y="54749"/>
                </a:lnTo>
                <a:cubicBezTo>
                  <a:pt x="73619" y="49994"/>
                  <a:pt x="73166" y="46439"/>
                  <a:pt x="72259" y="44083"/>
                </a:cubicBezTo>
                <a:cubicBezTo>
                  <a:pt x="71352" y="41727"/>
                  <a:pt x="69744" y="39846"/>
                  <a:pt x="67434" y="38442"/>
                </a:cubicBezTo>
                <a:cubicBezTo>
                  <a:pt x="65124" y="37037"/>
                  <a:pt x="62414" y="36335"/>
                  <a:pt x="59305" y="36335"/>
                </a:cubicBezTo>
                <a:cubicBezTo>
                  <a:pt x="54340" y="36335"/>
                  <a:pt x="50054" y="37913"/>
                  <a:pt x="46449" y="41069"/>
                </a:cubicBezTo>
                <a:cubicBezTo>
                  <a:pt x="42843" y="44224"/>
                  <a:pt x="41041" y="50210"/>
                  <a:pt x="41041" y="59028"/>
                </a:cubicBezTo>
                <a:lnTo>
                  <a:pt x="41041" y="96634"/>
                </a:lnTo>
                <a:lnTo>
                  <a:pt x="29382" y="96634"/>
                </a:lnTo>
                <a:close/>
                <a:moveTo>
                  <a:pt x="150219" y="74483"/>
                </a:moveTo>
                <a:lnTo>
                  <a:pt x="162266" y="75973"/>
                </a:lnTo>
                <a:cubicBezTo>
                  <a:pt x="160366" y="83011"/>
                  <a:pt x="156847" y="88473"/>
                  <a:pt x="151709" y="92359"/>
                </a:cubicBezTo>
                <a:cubicBezTo>
                  <a:pt x="146571" y="96245"/>
                  <a:pt x="140008" y="98188"/>
                  <a:pt x="132019" y="98188"/>
                </a:cubicBezTo>
                <a:cubicBezTo>
                  <a:pt x="121959" y="98188"/>
                  <a:pt x="113982" y="95090"/>
                  <a:pt x="108088" y="88894"/>
                </a:cubicBezTo>
                <a:cubicBezTo>
                  <a:pt x="102194" y="82698"/>
                  <a:pt x="99247" y="74008"/>
                  <a:pt x="99247" y="62825"/>
                </a:cubicBezTo>
                <a:cubicBezTo>
                  <a:pt x="99247" y="51253"/>
                  <a:pt x="102226" y="42272"/>
                  <a:pt x="108185" y="35881"/>
                </a:cubicBezTo>
                <a:cubicBezTo>
                  <a:pt x="114143" y="29491"/>
                  <a:pt x="121872" y="26296"/>
                  <a:pt x="131372" y="26296"/>
                </a:cubicBezTo>
                <a:cubicBezTo>
                  <a:pt x="140569" y="26296"/>
                  <a:pt x="148082" y="29422"/>
                  <a:pt x="153911" y="35673"/>
                </a:cubicBezTo>
                <a:cubicBezTo>
                  <a:pt x="159740" y="41923"/>
                  <a:pt x="162655" y="50717"/>
                  <a:pt x="162655" y="62054"/>
                </a:cubicBezTo>
                <a:cubicBezTo>
                  <a:pt x="162655" y="62743"/>
                  <a:pt x="162633" y="63778"/>
                  <a:pt x="162590" y="65157"/>
                </a:cubicBezTo>
                <a:lnTo>
                  <a:pt x="111294" y="65157"/>
                </a:lnTo>
                <a:cubicBezTo>
                  <a:pt x="111725" y="72691"/>
                  <a:pt x="113863" y="78461"/>
                  <a:pt x="117706" y="82466"/>
                </a:cubicBezTo>
                <a:cubicBezTo>
                  <a:pt x="121549" y="86471"/>
                  <a:pt x="126341" y="88473"/>
                  <a:pt x="132084" y="88473"/>
                </a:cubicBezTo>
                <a:cubicBezTo>
                  <a:pt x="136359" y="88473"/>
                  <a:pt x="140008" y="87361"/>
                  <a:pt x="143030" y="85138"/>
                </a:cubicBezTo>
                <a:cubicBezTo>
                  <a:pt x="146053" y="82912"/>
                  <a:pt x="148449" y="79361"/>
                  <a:pt x="150219" y="74483"/>
                </a:cubicBezTo>
                <a:moveTo>
                  <a:pt x="111941" y="55441"/>
                </a:moveTo>
                <a:lnTo>
                  <a:pt x="150349" y="55441"/>
                </a:lnTo>
                <a:cubicBezTo>
                  <a:pt x="149831" y="49750"/>
                  <a:pt x="148363" y="45481"/>
                  <a:pt x="145945" y="42636"/>
                </a:cubicBezTo>
                <a:cubicBezTo>
                  <a:pt x="142231" y="38219"/>
                  <a:pt x="137417" y="36011"/>
                  <a:pt x="131501" y="36011"/>
                </a:cubicBezTo>
                <a:cubicBezTo>
                  <a:pt x="126147" y="36011"/>
                  <a:pt x="121646" y="37774"/>
                  <a:pt x="117997" y="41300"/>
                </a:cubicBezTo>
                <a:cubicBezTo>
                  <a:pt x="114349" y="44824"/>
                  <a:pt x="112330" y="49538"/>
                  <a:pt x="111941" y="55441"/>
                </a:cubicBezTo>
                <a:close/>
                <a:moveTo>
                  <a:pt x="176754" y="96634"/>
                </a:moveTo>
                <a:lnTo>
                  <a:pt x="176754" y="27850"/>
                </a:lnTo>
                <a:lnTo>
                  <a:pt x="187246" y="27850"/>
                </a:lnTo>
                <a:lnTo>
                  <a:pt x="187246" y="38213"/>
                </a:lnTo>
                <a:cubicBezTo>
                  <a:pt x="189923" y="33361"/>
                  <a:pt x="192395" y="30162"/>
                  <a:pt x="194662" y="28615"/>
                </a:cubicBezTo>
                <a:cubicBezTo>
                  <a:pt x="196929" y="27069"/>
                  <a:pt x="199423" y="26296"/>
                  <a:pt x="202143" y="26296"/>
                </a:cubicBezTo>
                <a:cubicBezTo>
                  <a:pt x="206072" y="26296"/>
                  <a:pt x="210066" y="27543"/>
                  <a:pt x="214125" y="30036"/>
                </a:cubicBezTo>
                <a:lnTo>
                  <a:pt x="210109" y="40804"/>
                </a:lnTo>
                <a:cubicBezTo>
                  <a:pt x="207260" y="39120"/>
                  <a:pt x="204410" y="38278"/>
                  <a:pt x="201560" y="38278"/>
                </a:cubicBezTo>
                <a:cubicBezTo>
                  <a:pt x="199013" y="38278"/>
                  <a:pt x="196724" y="39046"/>
                  <a:pt x="194695" y="40581"/>
                </a:cubicBezTo>
                <a:cubicBezTo>
                  <a:pt x="192665" y="42115"/>
                  <a:pt x="191219" y="44244"/>
                  <a:pt x="190355" y="46967"/>
                </a:cubicBezTo>
                <a:cubicBezTo>
                  <a:pt x="189060" y="51116"/>
                  <a:pt x="188412" y="55655"/>
                  <a:pt x="188412" y="60582"/>
                </a:cubicBezTo>
                <a:lnTo>
                  <a:pt x="188412" y="96634"/>
                </a:lnTo>
                <a:lnTo>
                  <a:pt x="176754" y="96634"/>
                </a:lnTo>
                <a:close/>
                <a:moveTo>
                  <a:pt x="246508" y="86336"/>
                </a:moveTo>
                <a:lnTo>
                  <a:pt x="248192" y="96634"/>
                </a:lnTo>
                <a:cubicBezTo>
                  <a:pt x="244910" y="97238"/>
                  <a:pt x="241974" y="97541"/>
                  <a:pt x="239384" y="97541"/>
                </a:cubicBezTo>
                <a:cubicBezTo>
                  <a:pt x="235152" y="97541"/>
                  <a:pt x="231870" y="96871"/>
                  <a:pt x="229539" y="95533"/>
                </a:cubicBezTo>
                <a:cubicBezTo>
                  <a:pt x="227207" y="94194"/>
                  <a:pt x="225566" y="92435"/>
                  <a:pt x="224616" y="90254"/>
                </a:cubicBezTo>
                <a:cubicBezTo>
                  <a:pt x="223667" y="88074"/>
                  <a:pt x="223192" y="83486"/>
                  <a:pt x="223192" y="76491"/>
                </a:cubicBezTo>
                <a:lnTo>
                  <a:pt x="223192" y="36918"/>
                </a:lnTo>
                <a:lnTo>
                  <a:pt x="214642" y="36918"/>
                </a:lnTo>
                <a:lnTo>
                  <a:pt x="214642" y="27850"/>
                </a:lnTo>
                <a:lnTo>
                  <a:pt x="223192" y="27850"/>
                </a:lnTo>
                <a:lnTo>
                  <a:pt x="223192" y="10770"/>
                </a:lnTo>
                <a:lnTo>
                  <a:pt x="234785" y="3757"/>
                </a:lnTo>
                <a:lnTo>
                  <a:pt x="234785" y="27850"/>
                </a:lnTo>
                <a:lnTo>
                  <a:pt x="246508" y="27850"/>
                </a:lnTo>
                <a:lnTo>
                  <a:pt x="246508" y="36918"/>
                </a:lnTo>
                <a:lnTo>
                  <a:pt x="234785" y="36918"/>
                </a:lnTo>
                <a:lnTo>
                  <a:pt x="234785" y="77139"/>
                </a:lnTo>
                <a:cubicBezTo>
                  <a:pt x="234785" y="80463"/>
                  <a:pt x="234990" y="82601"/>
                  <a:pt x="235400" y="83551"/>
                </a:cubicBezTo>
                <a:cubicBezTo>
                  <a:pt x="235811" y="84501"/>
                  <a:pt x="236480" y="85256"/>
                  <a:pt x="237408" y="85818"/>
                </a:cubicBezTo>
                <a:cubicBezTo>
                  <a:pt x="238336" y="86379"/>
                  <a:pt x="239664" y="86660"/>
                  <a:pt x="241391" y="86660"/>
                </a:cubicBezTo>
                <a:cubicBezTo>
                  <a:pt x="242687" y="86660"/>
                  <a:pt x="244392" y="86552"/>
                  <a:pt x="246508" y="86336"/>
                </a:cubicBezTo>
                <a:close/>
                <a:moveTo>
                  <a:pt x="257994" y="15156"/>
                </a:moveTo>
                <a:lnTo>
                  <a:pt x="257994" y="1684"/>
                </a:lnTo>
                <a:lnTo>
                  <a:pt x="269653" y="1684"/>
                </a:lnTo>
                <a:lnTo>
                  <a:pt x="269653" y="15156"/>
                </a:lnTo>
                <a:lnTo>
                  <a:pt x="257994" y="15156"/>
                </a:lnTo>
                <a:moveTo>
                  <a:pt x="257994" y="96634"/>
                </a:moveTo>
                <a:lnTo>
                  <a:pt x="257994" y="27850"/>
                </a:lnTo>
                <a:lnTo>
                  <a:pt x="269653" y="27850"/>
                </a:lnTo>
                <a:lnTo>
                  <a:pt x="269653" y="96634"/>
                </a:lnTo>
                <a:lnTo>
                  <a:pt x="257994" y="96634"/>
                </a:lnTo>
                <a:close/>
                <a:moveTo>
                  <a:pt x="332261" y="88141"/>
                </a:moveTo>
                <a:cubicBezTo>
                  <a:pt x="327943" y="91814"/>
                  <a:pt x="323787" y="94407"/>
                  <a:pt x="319793" y="95919"/>
                </a:cubicBezTo>
                <a:cubicBezTo>
                  <a:pt x="315799" y="97432"/>
                  <a:pt x="311514" y="98188"/>
                  <a:pt x="306937" y="98188"/>
                </a:cubicBezTo>
                <a:cubicBezTo>
                  <a:pt x="299380" y="98188"/>
                  <a:pt x="293573" y="96341"/>
                  <a:pt x="289514" y="92647"/>
                </a:cubicBezTo>
                <a:cubicBezTo>
                  <a:pt x="285455" y="88952"/>
                  <a:pt x="283426" y="84231"/>
                  <a:pt x="283426" y="78485"/>
                </a:cubicBezTo>
                <a:cubicBezTo>
                  <a:pt x="283426" y="75115"/>
                  <a:pt x="284192" y="72038"/>
                  <a:pt x="285725" y="69251"/>
                </a:cubicBezTo>
                <a:cubicBezTo>
                  <a:pt x="287258" y="66463"/>
                  <a:pt x="289266" y="64227"/>
                  <a:pt x="291749" y="62542"/>
                </a:cubicBezTo>
                <a:cubicBezTo>
                  <a:pt x="294231" y="60856"/>
                  <a:pt x="297027" y="59582"/>
                  <a:pt x="300136" y="58718"/>
                </a:cubicBezTo>
                <a:cubicBezTo>
                  <a:pt x="302424" y="58112"/>
                  <a:pt x="305879" y="57529"/>
                  <a:pt x="310499" y="56967"/>
                </a:cubicBezTo>
                <a:cubicBezTo>
                  <a:pt x="319912" y="55853"/>
                  <a:pt x="326842" y="54524"/>
                  <a:pt x="331289" y="52980"/>
                </a:cubicBezTo>
                <a:cubicBezTo>
                  <a:pt x="331333" y="51389"/>
                  <a:pt x="331354" y="50379"/>
                  <a:pt x="331354" y="49948"/>
                </a:cubicBezTo>
                <a:cubicBezTo>
                  <a:pt x="331354" y="45216"/>
                  <a:pt x="330253" y="41883"/>
                  <a:pt x="328051" y="39948"/>
                </a:cubicBezTo>
                <a:cubicBezTo>
                  <a:pt x="325072" y="37323"/>
                  <a:pt x="320646" y="36011"/>
                  <a:pt x="314774" y="36011"/>
                </a:cubicBezTo>
                <a:cubicBezTo>
                  <a:pt x="309290" y="36011"/>
                  <a:pt x="305242" y="36972"/>
                  <a:pt x="302630" y="38893"/>
                </a:cubicBezTo>
                <a:cubicBezTo>
                  <a:pt x="300017" y="40815"/>
                  <a:pt x="298085" y="44215"/>
                  <a:pt x="296833" y="49094"/>
                </a:cubicBezTo>
                <a:lnTo>
                  <a:pt x="285434" y="47540"/>
                </a:lnTo>
                <a:cubicBezTo>
                  <a:pt x="286470" y="42646"/>
                  <a:pt x="288176" y="38693"/>
                  <a:pt x="290550" y="35683"/>
                </a:cubicBezTo>
                <a:cubicBezTo>
                  <a:pt x="292925" y="32673"/>
                  <a:pt x="296358" y="30356"/>
                  <a:pt x="300848" y="28733"/>
                </a:cubicBezTo>
                <a:cubicBezTo>
                  <a:pt x="305339" y="27108"/>
                  <a:pt x="310542" y="26296"/>
                  <a:pt x="316458" y="26296"/>
                </a:cubicBezTo>
                <a:cubicBezTo>
                  <a:pt x="322330" y="26296"/>
                  <a:pt x="327101" y="26987"/>
                  <a:pt x="330771" y="28368"/>
                </a:cubicBezTo>
                <a:cubicBezTo>
                  <a:pt x="334441" y="29750"/>
                  <a:pt x="337140" y="31488"/>
                  <a:pt x="338867" y="33582"/>
                </a:cubicBezTo>
                <a:cubicBezTo>
                  <a:pt x="340594" y="35676"/>
                  <a:pt x="341803" y="38321"/>
                  <a:pt x="342494" y="41516"/>
                </a:cubicBezTo>
                <a:cubicBezTo>
                  <a:pt x="342883" y="43503"/>
                  <a:pt x="343077" y="47086"/>
                  <a:pt x="343077" y="52268"/>
                </a:cubicBezTo>
                <a:lnTo>
                  <a:pt x="343077" y="67812"/>
                </a:lnTo>
                <a:cubicBezTo>
                  <a:pt x="343077" y="78650"/>
                  <a:pt x="343325" y="85505"/>
                  <a:pt x="343822" y="88376"/>
                </a:cubicBezTo>
                <a:cubicBezTo>
                  <a:pt x="344319" y="91247"/>
                  <a:pt x="345301" y="94000"/>
                  <a:pt x="346769" y="96634"/>
                </a:cubicBezTo>
                <a:lnTo>
                  <a:pt x="334593" y="96634"/>
                </a:lnTo>
                <a:cubicBezTo>
                  <a:pt x="333384" y="94213"/>
                  <a:pt x="332606" y="91382"/>
                  <a:pt x="332261" y="88141"/>
                </a:cubicBezTo>
                <a:moveTo>
                  <a:pt x="331289" y="62048"/>
                </a:moveTo>
                <a:cubicBezTo>
                  <a:pt x="327058" y="63790"/>
                  <a:pt x="320711" y="65270"/>
                  <a:pt x="312248" y="66488"/>
                </a:cubicBezTo>
                <a:cubicBezTo>
                  <a:pt x="307455" y="67182"/>
                  <a:pt x="304065" y="67963"/>
                  <a:pt x="302079" y="68830"/>
                </a:cubicBezTo>
                <a:cubicBezTo>
                  <a:pt x="300093" y="69696"/>
                  <a:pt x="298560" y="70965"/>
                  <a:pt x="297481" y="72635"/>
                </a:cubicBezTo>
                <a:cubicBezTo>
                  <a:pt x="296401" y="74304"/>
                  <a:pt x="295861" y="76158"/>
                  <a:pt x="295861" y="78195"/>
                </a:cubicBezTo>
                <a:cubicBezTo>
                  <a:pt x="295861" y="81316"/>
                  <a:pt x="297038" y="83918"/>
                  <a:pt x="299391" y="86000"/>
                </a:cubicBezTo>
                <a:cubicBezTo>
                  <a:pt x="301744" y="88080"/>
                  <a:pt x="305188" y="89121"/>
                  <a:pt x="309722" y="89121"/>
                </a:cubicBezTo>
                <a:cubicBezTo>
                  <a:pt x="314212" y="89121"/>
                  <a:pt x="318206" y="88134"/>
                  <a:pt x="321704" y="86160"/>
                </a:cubicBezTo>
                <a:cubicBezTo>
                  <a:pt x="325201" y="84186"/>
                  <a:pt x="327770" y="81485"/>
                  <a:pt x="329411" y="78058"/>
                </a:cubicBezTo>
                <a:cubicBezTo>
                  <a:pt x="330663" y="75410"/>
                  <a:pt x="331289" y="71505"/>
                  <a:pt x="331289" y="66343"/>
                </a:cubicBezTo>
                <a:lnTo>
                  <a:pt x="331289" y="62048"/>
                </a:lnTo>
                <a:close/>
                <a:moveTo>
                  <a:pt x="360868" y="96634"/>
                </a:moveTo>
                <a:lnTo>
                  <a:pt x="360868" y="1684"/>
                </a:lnTo>
                <a:lnTo>
                  <a:pt x="372526" y="1684"/>
                </a:lnTo>
                <a:lnTo>
                  <a:pt x="372526" y="96634"/>
                </a:lnTo>
                <a:lnTo>
                  <a:pt x="360868" y="96634"/>
                </a:lnTo>
                <a:close/>
                <a:moveTo>
                  <a:pt x="427450" y="96634"/>
                </a:moveTo>
                <a:lnTo>
                  <a:pt x="427450" y="27850"/>
                </a:lnTo>
                <a:lnTo>
                  <a:pt x="437942" y="27850"/>
                </a:lnTo>
                <a:lnTo>
                  <a:pt x="437942" y="37565"/>
                </a:lnTo>
                <a:cubicBezTo>
                  <a:pt x="442994" y="30052"/>
                  <a:pt x="450291" y="26296"/>
                  <a:pt x="459834" y="26296"/>
                </a:cubicBezTo>
                <a:cubicBezTo>
                  <a:pt x="463979" y="26296"/>
                  <a:pt x="467789" y="27041"/>
                  <a:pt x="471265" y="28530"/>
                </a:cubicBezTo>
                <a:cubicBezTo>
                  <a:pt x="474741" y="30020"/>
                  <a:pt x="477343" y="31974"/>
                  <a:pt x="479070" y="34392"/>
                </a:cubicBezTo>
                <a:cubicBezTo>
                  <a:pt x="480797" y="36810"/>
                  <a:pt x="482006" y="39681"/>
                  <a:pt x="482697" y="43006"/>
                </a:cubicBezTo>
                <a:cubicBezTo>
                  <a:pt x="483129" y="45165"/>
                  <a:pt x="483344" y="48943"/>
                  <a:pt x="483344" y="54340"/>
                </a:cubicBezTo>
                <a:lnTo>
                  <a:pt x="483344" y="96634"/>
                </a:lnTo>
                <a:lnTo>
                  <a:pt x="471686" y="96634"/>
                </a:lnTo>
                <a:lnTo>
                  <a:pt x="471686" y="54749"/>
                </a:lnTo>
                <a:cubicBezTo>
                  <a:pt x="471686" y="49994"/>
                  <a:pt x="471233" y="46439"/>
                  <a:pt x="470326" y="44083"/>
                </a:cubicBezTo>
                <a:cubicBezTo>
                  <a:pt x="469419" y="41727"/>
                  <a:pt x="467811" y="39846"/>
                  <a:pt x="465501" y="38442"/>
                </a:cubicBezTo>
                <a:cubicBezTo>
                  <a:pt x="463191" y="37037"/>
                  <a:pt x="460481" y="36335"/>
                  <a:pt x="457372" y="36335"/>
                </a:cubicBezTo>
                <a:cubicBezTo>
                  <a:pt x="452407" y="36335"/>
                  <a:pt x="448121" y="37913"/>
                  <a:pt x="444516" y="41069"/>
                </a:cubicBezTo>
                <a:cubicBezTo>
                  <a:pt x="440911" y="44224"/>
                  <a:pt x="439108" y="50210"/>
                  <a:pt x="439108" y="59028"/>
                </a:cubicBezTo>
                <a:lnTo>
                  <a:pt x="439108" y="96634"/>
                </a:lnTo>
                <a:lnTo>
                  <a:pt x="427450" y="96634"/>
                </a:lnTo>
                <a:close/>
                <a:moveTo>
                  <a:pt x="546084" y="88141"/>
                </a:moveTo>
                <a:cubicBezTo>
                  <a:pt x="541767" y="91814"/>
                  <a:pt x="537611" y="94407"/>
                  <a:pt x="533617" y="95919"/>
                </a:cubicBezTo>
                <a:cubicBezTo>
                  <a:pt x="529623" y="97432"/>
                  <a:pt x="525337" y="98188"/>
                  <a:pt x="520760" y="98188"/>
                </a:cubicBezTo>
                <a:cubicBezTo>
                  <a:pt x="513204" y="98188"/>
                  <a:pt x="507396" y="96341"/>
                  <a:pt x="503338" y="92647"/>
                </a:cubicBezTo>
                <a:cubicBezTo>
                  <a:pt x="499279" y="88952"/>
                  <a:pt x="497249" y="84231"/>
                  <a:pt x="497249" y="78485"/>
                </a:cubicBezTo>
                <a:cubicBezTo>
                  <a:pt x="497249" y="75115"/>
                  <a:pt x="498016" y="72038"/>
                  <a:pt x="499549" y="69251"/>
                </a:cubicBezTo>
                <a:cubicBezTo>
                  <a:pt x="501082" y="66463"/>
                  <a:pt x="503089" y="64227"/>
                  <a:pt x="505572" y="62542"/>
                </a:cubicBezTo>
                <a:cubicBezTo>
                  <a:pt x="508055" y="60856"/>
                  <a:pt x="510851" y="59582"/>
                  <a:pt x="513960" y="58718"/>
                </a:cubicBezTo>
                <a:cubicBezTo>
                  <a:pt x="516248" y="58112"/>
                  <a:pt x="519702" y="57529"/>
                  <a:pt x="524322" y="56967"/>
                </a:cubicBezTo>
                <a:cubicBezTo>
                  <a:pt x="533735" y="55853"/>
                  <a:pt x="540666" y="54524"/>
                  <a:pt x="545113" y="52980"/>
                </a:cubicBezTo>
                <a:cubicBezTo>
                  <a:pt x="545156" y="51389"/>
                  <a:pt x="545178" y="50379"/>
                  <a:pt x="545178" y="49948"/>
                </a:cubicBezTo>
                <a:cubicBezTo>
                  <a:pt x="545178" y="45216"/>
                  <a:pt x="544077" y="41883"/>
                  <a:pt x="541875" y="39948"/>
                </a:cubicBezTo>
                <a:cubicBezTo>
                  <a:pt x="538895" y="37323"/>
                  <a:pt x="534469" y="36011"/>
                  <a:pt x="528597" y="36011"/>
                </a:cubicBezTo>
                <a:cubicBezTo>
                  <a:pt x="523113" y="36011"/>
                  <a:pt x="519065" y="36972"/>
                  <a:pt x="516453" y="38893"/>
                </a:cubicBezTo>
                <a:cubicBezTo>
                  <a:pt x="513841" y="40815"/>
                  <a:pt x="511909" y="44215"/>
                  <a:pt x="510656" y="49094"/>
                </a:cubicBezTo>
                <a:lnTo>
                  <a:pt x="499257" y="47540"/>
                </a:lnTo>
                <a:cubicBezTo>
                  <a:pt x="500294" y="42646"/>
                  <a:pt x="501999" y="38693"/>
                  <a:pt x="504374" y="35683"/>
                </a:cubicBezTo>
                <a:cubicBezTo>
                  <a:pt x="506749" y="32673"/>
                  <a:pt x="510181" y="30356"/>
                  <a:pt x="514672" y="28733"/>
                </a:cubicBezTo>
                <a:cubicBezTo>
                  <a:pt x="519163" y="27108"/>
                  <a:pt x="524366" y="26296"/>
                  <a:pt x="530281" y="26296"/>
                </a:cubicBezTo>
                <a:cubicBezTo>
                  <a:pt x="536153" y="26296"/>
                  <a:pt x="540925" y="26987"/>
                  <a:pt x="544595" y="28368"/>
                </a:cubicBezTo>
                <a:cubicBezTo>
                  <a:pt x="548265" y="29750"/>
                  <a:pt x="550964" y="31488"/>
                  <a:pt x="552691" y="33582"/>
                </a:cubicBezTo>
                <a:cubicBezTo>
                  <a:pt x="554418" y="35676"/>
                  <a:pt x="555627" y="38321"/>
                  <a:pt x="556318" y="41516"/>
                </a:cubicBezTo>
                <a:cubicBezTo>
                  <a:pt x="556706" y="43503"/>
                  <a:pt x="556901" y="47086"/>
                  <a:pt x="556901" y="52268"/>
                </a:cubicBezTo>
                <a:lnTo>
                  <a:pt x="556901" y="67812"/>
                </a:lnTo>
                <a:cubicBezTo>
                  <a:pt x="556901" y="78650"/>
                  <a:pt x="557149" y="85505"/>
                  <a:pt x="557646" y="88376"/>
                </a:cubicBezTo>
                <a:cubicBezTo>
                  <a:pt x="558142" y="91247"/>
                  <a:pt x="559124" y="94000"/>
                  <a:pt x="560593" y="96634"/>
                </a:cubicBezTo>
                <a:lnTo>
                  <a:pt x="548416" y="96634"/>
                </a:lnTo>
                <a:cubicBezTo>
                  <a:pt x="547207" y="94213"/>
                  <a:pt x="546430" y="91382"/>
                  <a:pt x="546084" y="88141"/>
                </a:cubicBezTo>
                <a:moveTo>
                  <a:pt x="545113" y="62048"/>
                </a:moveTo>
                <a:cubicBezTo>
                  <a:pt x="540881" y="63790"/>
                  <a:pt x="534534" y="65270"/>
                  <a:pt x="526071" y="66488"/>
                </a:cubicBezTo>
                <a:cubicBezTo>
                  <a:pt x="521278" y="67182"/>
                  <a:pt x="517889" y="67963"/>
                  <a:pt x="515903" y="68830"/>
                </a:cubicBezTo>
                <a:cubicBezTo>
                  <a:pt x="513916" y="69696"/>
                  <a:pt x="512384" y="70965"/>
                  <a:pt x="511304" y="72635"/>
                </a:cubicBezTo>
                <a:cubicBezTo>
                  <a:pt x="510225" y="74304"/>
                  <a:pt x="509685" y="76158"/>
                  <a:pt x="509685" y="78195"/>
                </a:cubicBezTo>
                <a:cubicBezTo>
                  <a:pt x="509685" y="81316"/>
                  <a:pt x="510861" y="83918"/>
                  <a:pt x="513215" y="86000"/>
                </a:cubicBezTo>
                <a:cubicBezTo>
                  <a:pt x="515568" y="88080"/>
                  <a:pt x="519011" y="89121"/>
                  <a:pt x="523545" y="89121"/>
                </a:cubicBezTo>
                <a:cubicBezTo>
                  <a:pt x="528036" y="89121"/>
                  <a:pt x="532030" y="88134"/>
                  <a:pt x="535527" y="86160"/>
                </a:cubicBezTo>
                <a:cubicBezTo>
                  <a:pt x="539025" y="84186"/>
                  <a:pt x="541594" y="81485"/>
                  <a:pt x="543235" y="78058"/>
                </a:cubicBezTo>
                <a:cubicBezTo>
                  <a:pt x="544487" y="75410"/>
                  <a:pt x="545113" y="71505"/>
                  <a:pt x="545113" y="66343"/>
                </a:cubicBezTo>
                <a:lnTo>
                  <a:pt x="545113" y="62048"/>
                </a:lnTo>
                <a:close/>
                <a:moveTo>
                  <a:pt x="594057" y="96634"/>
                </a:moveTo>
                <a:lnTo>
                  <a:pt x="567891" y="27850"/>
                </a:lnTo>
                <a:lnTo>
                  <a:pt x="580197" y="27850"/>
                </a:lnTo>
                <a:lnTo>
                  <a:pt x="594964" y="69043"/>
                </a:lnTo>
                <a:cubicBezTo>
                  <a:pt x="596562" y="73490"/>
                  <a:pt x="598030" y="78110"/>
                  <a:pt x="599368" y="82903"/>
                </a:cubicBezTo>
                <a:cubicBezTo>
                  <a:pt x="600405" y="79276"/>
                  <a:pt x="601851" y="74915"/>
                  <a:pt x="603708" y="69820"/>
                </a:cubicBezTo>
                <a:lnTo>
                  <a:pt x="618993" y="27850"/>
                </a:lnTo>
                <a:lnTo>
                  <a:pt x="630975" y="27850"/>
                </a:lnTo>
                <a:lnTo>
                  <a:pt x="604938" y="96634"/>
                </a:lnTo>
                <a:lnTo>
                  <a:pt x="594057" y="96634"/>
                </a:lnTo>
                <a:close/>
                <a:moveTo>
                  <a:pt x="641338" y="15156"/>
                </a:moveTo>
                <a:lnTo>
                  <a:pt x="641338" y="1684"/>
                </a:lnTo>
                <a:lnTo>
                  <a:pt x="652996" y="1684"/>
                </a:lnTo>
                <a:lnTo>
                  <a:pt x="652996" y="15156"/>
                </a:lnTo>
                <a:lnTo>
                  <a:pt x="641338" y="15156"/>
                </a:lnTo>
                <a:moveTo>
                  <a:pt x="641338" y="96634"/>
                </a:moveTo>
                <a:lnTo>
                  <a:pt x="641338" y="27850"/>
                </a:lnTo>
                <a:lnTo>
                  <a:pt x="652996" y="27850"/>
                </a:lnTo>
                <a:lnTo>
                  <a:pt x="652996" y="96634"/>
                </a:lnTo>
                <a:lnTo>
                  <a:pt x="641338" y="96634"/>
                </a:lnTo>
                <a:close/>
                <a:moveTo>
                  <a:pt x="668583" y="102333"/>
                </a:moveTo>
                <a:lnTo>
                  <a:pt x="679917" y="104017"/>
                </a:lnTo>
                <a:cubicBezTo>
                  <a:pt x="680392" y="107515"/>
                  <a:pt x="681709" y="110062"/>
                  <a:pt x="683868" y="111660"/>
                </a:cubicBezTo>
                <a:cubicBezTo>
                  <a:pt x="686761" y="113819"/>
                  <a:pt x="690712" y="114898"/>
                  <a:pt x="695721" y="114898"/>
                </a:cubicBezTo>
                <a:cubicBezTo>
                  <a:pt x="701118" y="114898"/>
                  <a:pt x="705285" y="113816"/>
                  <a:pt x="708221" y="111652"/>
                </a:cubicBezTo>
                <a:cubicBezTo>
                  <a:pt x="711157" y="109489"/>
                  <a:pt x="713143" y="106460"/>
                  <a:pt x="714180" y="102564"/>
                </a:cubicBezTo>
                <a:cubicBezTo>
                  <a:pt x="714784" y="100185"/>
                  <a:pt x="715065" y="95187"/>
                  <a:pt x="715022" y="87570"/>
                </a:cubicBezTo>
                <a:cubicBezTo>
                  <a:pt x="709927" y="93613"/>
                  <a:pt x="703579" y="96634"/>
                  <a:pt x="695980" y="96634"/>
                </a:cubicBezTo>
                <a:cubicBezTo>
                  <a:pt x="686524" y="96634"/>
                  <a:pt x="679205" y="93223"/>
                  <a:pt x="674024" y="86401"/>
                </a:cubicBezTo>
                <a:cubicBezTo>
                  <a:pt x="668842" y="79578"/>
                  <a:pt x="666251" y="71396"/>
                  <a:pt x="666251" y="61853"/>
                </a:cubicBezTo>
                <a:cubicBezTo>
                  <a:pt x="666251" y="55290"/>
                  <a:pt x="667439" y="49234"/>
                  <a:pt x="669814" y="43686"/>
                </a:cubicBezTo>
                <a:cubicBezTo>
                  <a:pt x="672189" y="38138"/>
                  <a:pt x="675632" y="33852"/>
                  <a:pt x="680144" y="30830"/>
                </a:cubicBezTo>
                <a:cubicBezTo>
                  <a:pt x="684656" y="27807"/>
                  <a:pt x="689957" y="26296"/>
                  <a:pt x="696045" y="26296"/>
                </a:cubicBezTo>
                <a:cubicBezTo>
                  <a:pt x="704162" y="26296"/>
                  <a:pt x="710855" y="29599"/>
                  <a:pt x="716123" y="36205"/>
                </a:cubicBezTo>
                <a:lnTo>
                  <a:pt x="716123" y="27850"/>
                </a:lnTo>
                <a:lnTo>
                  <a:pt x="726874" y="27850"/>
                </a:lnTo>
                <a:lnTo>
                  <a:pt x="726874" y="87348"/>
                </a:lnTo>
                <a:cubicBezTo>
                  <a:pt x="726874" y="98063"/>
                  <a:pt x="725784" y="105656"/>
                  <a:pt x="723604" y="110128"/>
                </a:cubicBezTo>
                <a:cubicBezTo>
                  <a:pt x="721423" y="114600"/>
                  <a:pt x="717969" y="118131"/>
                  <a:pt x="713241" y="120723"/>
                </a:cubicBezTo>
                <a:cubicBezTo>
                  <a:pt x="708513" y="123317"/>
                  <a:pt x="702694" y="124614"/>
                  <a:pt x="695786" y="124614"/>
                </a:cubicBezTo>
                <a:cubicBezTo>
                  <a:pt x="687582" y="124614"/>
                  <a:pt x="680954" y="122762"/>
                  <a:pt x="675902" y="119060"/>
                </a:cubicBezTo>
                <a:cubicBezTo>
                  <a:pt x="670850" y="115357"/>
                  <a:pt x="668410" y="109782"/>
                  <a:pt x="668583" y="102333"/>
                </a:cubicBezTo>
                <a:moveTo>
                  <a:pt x="678234" y="61013"/>
                </a:moveTo>
                <a:cubicBezTo>
                  <a:pt x="678234" y="70015"/>
                  <a:pt x="680025" y="76583"/>
                  <a:pt x="683609" y="80717"/>
                </a:cubicBezTo>
                <a:cubicBezTo>
                  <a:pt x="687193" y="84851"/>
                  <a:pt x="691684" y="86919"/>
                  <a:pt x="697081" y="86919"/>
                </a:cubicBezTo>
                <a:cubicBezTo>
                  <a:pt x="702435" y="86919"/>
                  <a:pt x="706926" y="84862"/>
                  <a:pt x="710553" y="80749"/>
                </a:cubicBezTo>
                <a:cubicBezTo>
                  <a:pt x="714180" y="76637"/>
                  <a:pt x="715993" y="70187"/>
                  <a:pt x="715993" y="61400"/>
                </a:cubicBezTo>
                <a:cubicBezTo>
                  <a:pt x="715993" y="53002"/>
                  <a:pt x="714126" y="46671"/>
                  <a:pt x="710391" y="42407"/>
                </a:cubicBezTo>
                <a:cubicBezTo>
                  <a:pt x="706656" y="38143"/>
                  <a:pt x="702155" y="36011"/>
                  <a:pt x="696887" y="36011"/>
                </a:cubicBezTo>
                <a:cubicBezTo>
                  <a:pt x="691705" y="36011"/>
                  <a:pt x="687301" y="38111"/>
                  <a:pt x="683674" y="42310"/>
                </a:cubicBezTo>
                <a:cubicBezTo>
                  <a:pt x="680047" y="46509"/>
                  <a:pt x="678234" y="52743"/>
                  <a:pt x="678234" y="61013"/>
                </a:cubicBezTo>
                <a:close/>
                <a:moveTo>
                  <a:pt x="789355" y="88141"/>
                </a:moveTo>
                <a:cubicBezTo>
                  <a:pt x="785037" y="91814"/>
                  <a:pt x="780881" y="94407"/>
                  <a:pt x="776887" y="95919"/>
                </a:cubicBezTo>
                <a:cubicBezTo>
                  <a:pt x="772893" y="97432"/>
                  <a:pt x="768608" y="98188"/>
                  <a:pt x="764031" y="98188"/>
                </a:cubicBezTo>
                <a:cubicBezTo>
                  <a:pt x="756475" y="98188"/>
                  <a:pt x="750667" y="96341"/>
                  <a:pt x="746608" y="92647"/>
                </a:cubicBezTo>
                <a:cubicBezTo>
                  <a:pt x="742550" y="88952"/>
                  <a:pt x="740520" y="84231"/>
                  <a:pt x="740520" y="78485"/>
                </a:cubicBezTo>
                <a:cubicBezTo>
                  <a:pt x="740520" y="75115"/>
                  <a:pt x="741287" y="72038"/>
                  <a:pt x="742819" y="69251"/>
                </a:cubicBezTo>
                <a:cubicBezTo>
                  <a:pt x="744352" y="66463"/>
                  <a:pt x="746360" y="64227"/>
                  <a:pt x="748843" y="62542"/>
                </a:cubicBezTo>
                <a:cubicBezTo>
                  <a:pt x="751326" y="60856"/>
                  <a:pt x="754121" y="59582"/>
                  <a:pt x="757230" y="58718"/>
                </a:cubicBezTo>
                <a:cubicBezTo>
                  <a:pt x="759519" y="58112"/>
                  <a:pt x="762973" y="57529"/>
                  <a:pt x="767593" y="56967"/>
                </a:cubicBezTo>
                <a:cubicBezTo>
                  <a:pt x="777006" y="55853"/>
                  <a:pt x="783936" y="54524"/>
                  <a:pt x="788384" y="52980"/>
                </a:cubicBezTo>
                <a:cubicBezTo>
                  <a:pt x="788427" y="51389"/>
                  <a:pt x="788449" y="50379"/>
                  <a:pt x="788449" y="49948"/>
                </a:cubicBezTo>
                <a:cubicBezTo>
                  <a:pt x="788449" y="45216"/>
                  <a:pt x="787347" y="41883"/>
                  <a:pt x="785145" y="39948"/>
                </a:cubicBezTo>
                <a:cubicBezTo>
                  <a:pt x="782166" y="37323"/>
                  <a:pt x="777740" y="36011"/>
                  <a:pt x="771868" y="36011"/>
                </a:cubicBezTo>
                <a:cubicBezTo>
                  <a:pt x="766384" y="36011"/>
                  <a:pt x="762336" y="36972"/>
                  <a:pt x="759724" y="38893"/>
                </a:cubicBezTo>
                <a:cubicBezTo>
                  <a:pt x="757112" y="40815"/>
                  <a:pt x="755179" y="44215"/>
                  <a:pt x="753927" y="49094"/>
                </a:cubicBezTo>
                <a:lnTo>
                  <a:pt x="742528" y="47540"/>
                </a:lnTo>
                <a:cubicBezTo>
                  <a:pt x="743564" y="42646"/>
                  <a:pt x="745270" y="38693"/>
                  <a:pt x="747645" y="35683"/>
                </a:cubicBezTo>
                <a:cubicBezTo>
                  <a:pt x="750020" y="32673"/>
                  <a:pt x="753452" y="30356"/>
                  <a:pt x="757943" y="28733"/>
                </a:cubicBezTo>
                <a:cubicBezTo>
                  <a:pt x="762433" y="27108"/>
                  <a:pt x="767636" y="26296"/>
                  <a:pt x="773552" y="26296"/>
                </a:cubicBezTo>
                <a:cubicBezTo>
                  <a:pt x="779424" y="26296"/>
                  <a:pt x="784195" y="26987"/>
                  <a:pt x="787866" y="28368"/>
                </a:cubicBezTo>
                <a:cubicBezTo>
                  <a:pt x="791536" y="29750"/>
                  <a:pt x="794234" y="31488"/>
                  <a:pt x="795962" y="33582"/>
                </a:cubicBezTo>
                <a:cubicBezTo>
                  <a:pt x="797689" y="35676"/>
                  <a:pt x="798898" y="38321"/>
                  <a:pt x="799589" y="41516"/>
                </a:cubicBezTo>
                <a:cubicBezTo>
                  <a:pt x="799977" y="43503"/>
                  <a:pt x="800172" y="47086"/>
                  <a:pt x="800172" y="52268"/>
                </a:cubicBezTo>
                <a:lnTo>
                  <a:pt x="800172" y="67812"/>
                </a:lnTo>
                <a:cubicBezTo>
                  <a:pt x="800172" y="78650"/>
                  <a:pt x="800420" y="85505"/>
                  <a:pt x="800916" y="88376"/>
                </a:cubicBezTo>
                <a:cubicBezTo>
                  <a:pt x="801413" y="91247"/>
                  <a:pt x="802395" y="94000"/>
                  <a:pt x="803863" y="96634"/>
                </a:cubicBezTo>
                <a:lnTo>
                  <a:pt x="791687" y="96634"/>
                </a:lnTo>
                <a:cubicBezTo>
                  <a:pt x="790478" y="94213"/>
                  <a:pt x="789701" y="91382"/>
                  <a:pt x="789355" y="88141"/>
                </a:cubicBezTo>
                <a:moveTo>
                  <a:pt x="788384" y="62048"/>
                </a:moveTo>
                <a:cubicBezTo>
                  <a:pt x="784152" y="63790"/>
                  <a:pt x="777805" y="65270"/>
                  <a:pt x="769342" y="66488"/>
                </a:cubicBezTo>
                <a:cubicBezTo>
                  <a:pt x="764549" y="67182"/>
                  <a:pt x="761160" y="67963"/>
                  <a:pt x="759173" y="68830"/>
                </a:cubicBezTo>
                <a:cubicBezTo>
                  <a:pt x="757187" y="69696"/>
                  <a:pt x="755654" y="70965"/>
                  <a:pt x="754575" y="72635"/>
                </a:cubicBezTo>
                <a:cubicBezTo>
                  <a:pt x="753495" y="74304"/>
                  <a:pt x="752956" y="76158"/>
                  <a:pt x="752956" y="78195"/>
                </a:cubicBezTo>
                <a:cubicBezTo>
                  <a:pt x="752956" y="81316"/>
                  <a:pt x="754132" y="83918"/>
                  <a:pt x="756486" y="86000"/>
                </a:cubicBezTo>
                <a:cubicBezTo>
                  <a:pt x="758839" y="88080"/>
                  <a:pt x="762282" y="89121"/>
                  <a:pt x="766816" y="89121"/>
                </a:cubicBezTo>
                <a:cubicBezTo>
                  <a:pt x="771307" y="89121"/>
                  <a:pt x="775301" y="88134"/>
                  <a:pt x="778798" y="86160"/>
                </a:cubicBezTo>
                <a:cubicBezTo>
                  <a:pt x="782296" y="84186"/>
                  <a:pt x="784865" y="81485"/>
                  <a:pt x="786505" y="78058"/>
                </a:cubicBezTo>
                <a:cubicBezTo>
                  <a:pt x="787758" y="75410"/>
                  <a:pt x="788384" y="71505"/>
                  <a:pt x="788384" y="66343"/>
                </a:cubicBezTo>
                <a:lnTo>
                  <a:pt x="788384" y="62048"/>
                </a:lnTo>
                <a:close/>
                <a:moveTo>
                  <a:pt x="843675" y="86336"/>
                </a:moveTo>
                <a:lnTo>
                  <a:pt x="845359" y="96634"/>
                </a:lnTo>
                <a:cubicBezTo>
                  <a:pt x="842078" y="97238"/>
                  <a:pt x="839142" y="97541"/>
                  <a:pt x="836551" y="97541"/>
                </a:cubicBezTo>
                <a:cubicBezTo>
                  <a:pt x="832319" y="97541"/>
                  <a:pt x="829038" y="96871"/>
                  <a:pt x="826706" y="95533"/>
                </a:cubicBezTo>
                <a:cubicBezTo>
                  <a:pt x="824375" y="94194"/>
                  <a:pt x="822734" y="92435"/>
                  <a:pt x="821784" y="90254"/>
                </a:cubicBezTo>
                <a:cubicBezTo>
                  <a:pt x="820834" y="88074"/>
                  <a:pt x="820359" y="83486"/>
                  <a:pt x="820359" y="76491"/>
                </a:cubicBezTo>
                <a:lnTo>
                  <a:pt x="820359" y="36918"/>
                </a:lnTo>
                <a:lnTo>
                  <a:pt x="811810" y="36918"/>
                </a:lnTo>
                <a:lnTo>
                  <a:pt x="811810" y="27850"/>
                </a:lnTo>
                <a:lnTo>
                  <a:pt x="820359" y="27850"/>
                </a:lnTo>
                <a:lnTo>
                  <a:pt x="820359" y="10770"/>
                </a:lnTo>
                <a:lnTo>
                  <a:pt x="831952" y="3757"/>
                </a:lnTo>
                <a:lnTo>
                  <a:pt x="831952" y="27850"/>
                </a:lnTo>
                <a:lnTo>
                  <a:pt x="843675" y="27850"/>
                </a:lnTo>
                <a:lnTo>
                  <a:pt x="843675" y="36918"/>
                </a:lnTo>
                <a:lnTo>
                  <a:pt x="831952" y="36918"/>
                </a:lnTo>
                <a:lnTo>
                  <a:pt x="831952" y="77139"/>
                </a:lnTo>
                <a:cubicBezTo>
                  <a:pt x="831952" y="80463"/>
                  <a:pt x="832158" y="82601"/>
                  <a:pt x="832568" y="83551"/>
                </a:cubicBezTo>
                <a:cubicBezTo>
                  <a:pt x="832978" y="84501"/>
                  <a:pt x="833647" y="85256"/>
                  <a:pt x="834576" y="85818"/>
                </a:cubicBezTo>
                <a:cubicBezTo>
                  <a:pt x="835504" y="86379"/>
                  <a:pt x="836832" y="86660"/>
                  <a:pt x="838559" y="86660"/>
                </a:cubicBezTo>
                <a:cubicBezTo>
                  <a:pt x="839854" y="86660"/>
                  <a:pt x="841560" y="86552"/>
                  <a:pt x="843675" y="86336"/>
                </a:cubicBezTo>
                <a:close/>
                <a:moveTo>
                  <a:pt x="855162" y="15156"/>
                </a:moveTo>
                <a:lnTo>
                  <a:pt x="855162" y="1684"/>
                </a:lnTo>
                <a:lnTo>
                  <a:pt x="866820" y="1684"/>
                </a:lnTo>
                <a:lnTo>
                  <a:pt x="866820" y="15156"/>
                </a:lnTo>
                <a:lnTo>
                  <a:pt x="855162" y="15156"/>
                </a:lnTo>
                <a:moveTo>
                  <a:pt x="855162" y="96634"/>
                </a:moveTo>
                <a:lnTo>
                  <a:pt x="855162" y="27850"/>
                </a:lnTo>
                <a:lnTo>
                  <a:pt x="866820" y="27850"/>
                </a:lnTo>
                <a:lnTo>
                  <a:pt x="866820" y="96634"/>
                </a:lnTo>
                <a:lnTo>
                  <a:pt x="855162" y="96634"/>
                </a:lnTo>
                <a:close/>
                <a:moveTo>
                  <a:pt x="880205" y="62242"/>
                </a:moveTo>
                <a:cubicBezTo>
                  <a:pt x="880205" y="49504"/>
                  <a:pt x="883745" y="40070"/>
                  <a:pt x="890827" y="33938"/>
                </a:cubicBezTo>
                <a:cubicBezTo>
                  <a:pt x="896742" y="28843"/>
                  <a:pt x="903953" y="26296"/>
                  <a:pt x="912459" y="26296"/>
                </a:cubicBezTo>
                <a:cubicBezTo>
                  <a:pt x="921915" y="26296"/>
                  <a:pt x="929644" y="29394"/>
                  <a:pt x="935646" y="35590"/>
                </a:cubicBezTo>
                <a:cubicBezTo>
                  <a:pt x="941648" y="41786"/>
                  <a:pt x="944649" y="50346"/>
                  <a:pt x="944649" y="61271"/>
                </a:cubicBezTo>
                <a:cubicBezTo>
                  <a:pt x="944649" y="70122"/>
                  <a:pt x="943321" y="77085"/>
                  <a:pt x="940665" y="82158"/>
                </a:cubicBezTo>
                <a:cubicBezTo>
                  <a:pt x="938010" y="87232"/>
                  <a:pt x="934146" y="91172"/>
                  <a:pt x="929072" y="93978"/>
                </a:cubicBezTo>
                <a:cubicBezTo>
                  <a:pt x="923999" y="96785"/>
                  <a:pt x="918461" y="98188"/>
                  <a:pt x="912459" y="98188"/>
                </a:cubicBezTo>
                <a:cubicBezTo>
                  <a:pt x="902830" y="98188"/>
                  <a:pt x="895047" y="95101"/>
                  <a:pt x="889110" y="88926"/>
                </a:cubicBezTo>
                <a:cubicBezTo>
                  <a:pt x="883173" y="82752"/>
                  <a:pt x="880205" y="73857"/>
                  <a:pt x="880205" y="62242"/>
                </a:cubicBezTo>
                <a:moveTo>
                  <a:pt x="892187" y="62210"/>
                </a:moveTo>
                <a:cubicBezTo>
                  <a:pt x="892187" y="70986"/>
                  <a:pt x="894108" y="77557"/>
                  <a:pt x="897951" y="81923"/>
                </a:cubicBezTo>
                <a:cubicBezTo>
                  <a:pt x="901794" y="86290"/>
                  <a:pt x="906630" y="88473"/>
                  <a:pt x="912459" y="88473"/>
                </a:cubicBezTo>
                <a:cubicBezTo>
                  <a:pt x="918245" y="88473"/>
                  <a:pt x="923059" y="86279"/>
                  <a:pt x="926902" y="81891"/>
                </a:cubicBezTo>
                <a:cubicBezTo>
                  <a:pt x="930745" y="77503"/>
                  <a:pt x="932667" y="70814"/>
                  <a:pt x="932667" y="61823"/>
                </a:cubicBezTo>
                <a:cubicBezTo>
                  <a:pt x="932667" y="53348"/>
                  <a:pt x="930734" y="46927"/>
                  <a:pt x="926870" y="42561"/>
                </a:cubicBezTo>
                <a:cubicBezTo>
                  <a:pt x="923005" y="38194"/>
                  <a:pt x="918202" y="36011"/>
                  <a:pt x="912459" y="36011"/>
                </a:cubicBezTo>
                <a:cubicBezTo>
                  <a:pt x="906630" y="36011"/>
                  <a:pt x="901794" y="38183"/>
                  <a:pt x="897951" y="42528"/>
                </a:cubicBezTo>
                <a:cubicBezTo>
                  <a:pt x="894108" y="46873"/>
                  <a:pt x="892187" y="53434"/>
                  <a:pt x="892187" y="62210"/>
                </a:cubicBezTo>
                <a:close/>
                <a:moveTo>
                  <a:pt x="958295" y="96634"/>
                </a:moveTo>
                <a:lnTo>
                  <a:pt x="958295" y="27850"/>
                </a:lnTo>
                <a:lnTo>
                  <a:pt x="968787" y="27850"/>
                </a:lnTo>
                <a:lnTo>
                  <a:pt x="968787" y="37565"/>
                </a:lnTo>
                <a:cubicBezTo>
                  <a:pt x="973839" y="30052"/>
                  <a:pt x="981136" y="26296"/>
                  <a:pt x="990679" y="26296"/>
                </a:cubicBezTo>
                <a:cubicBezTo>
                  <a:pt x="994824" y="26296"/>
                  <a:pt x="998634" y="27041"/>
                  <a:pt x="1002110" y="28530"/>
                </a:cubicBezTo>
                <a:cubicBezTo>
                  <a:pt x="1005586" y="30020"/>
                  <a:pt x="1008188" y="31974"/>
                  <a:pt x="1009915" y="34392"/>
                </a:cubicBezTo>
                <a:cubicBezTo>
                  <a:pt x="1011642" y="36810"/>
                  <a:pt x="1012851" y="39681"/>
                  <a:pt x="1013542" y="43006"/>
                </a:cubicBezTo>
                <a:cubicBezTo>
                  <a:pt x="1013973" y="45165"/>
                  <a:pt x="1014189" y="48943"/>
                  <a:pt x="1014189" y="54340"/>
                </a:cubicBezTo>
                <a:lnTo>
                  <a:pt x="1014189" y="96634"/>
                </a:lnTo>
                <a:lnTo>
                  <a:pt x="1002531" y="96634"/>
                </a:lnTo>
                <a:lnTo>
                  <a:pt x="1002531" y="54749"/>
                </a:lnTo>
                <a:cubicBezTo>
                  <a:pt x="1002531" y="49994"/>
                  <a:pt x="1002078" y="46439"/>
                  <a:pt x="1001171" y="44083"/>
                </a:cubicBezTo>
                <a:cubicBezTo>
                  <a:pt x="1000264" y="41727"/>
                  <a:pt x="998656" y="39846"/>
                  <a:pt x="996346" y="38442"/>
                </a:cubicBezTo>
                <a:cubicBezTo>
                  <a:pt x="994036" y="37037"/>
                  <a:pt x="991326" y="36335"/>
                  <a:pt x="988217" y="36335"/>
                </a:cubicBezTo>
                <a:cubicBezTo>
                  <a:pt x="983252" y="36335"/>
                  <a:pt x="978966" y="37913"/>
                  <a:pt x="975361" y="41069"/>
                </a:cubicBezTo>
                <a:cubicBezTo>
                  <a:pt x="971756" y="44224"/>
                  <a:pt x="969953" y="50210"/>
                  <a:pt x="969953" y="59028"/>
                </a:cubicBezTo>
                <a:lnTo>
                  <a:pt x="969953" y="96634"/>
                </a:lnTo>
                <a:lnTo>
                  <a:pt x="958295" y="96634"/>
                </a:lnTo>
                <a:close/>
                <a:moveTo>
                  <a:pt x="1068920" y="96634"/>
                </a:moveTo>
                <a:lnTo>
                  <a:pt x="1068920" y="27850"/>
                </a:lnTo>
                <a:lnTo>
                  <a:pt x="1079348" y="27850"/>
                </a:lnTo>
                <a:lnTo>
                  <a:pt x="1079348" y="37436"/>
                </a:lnTo>
                <a:cubicBezTo>
                  <a:pt x="1081507" y="34087"/>
                  <a:pt x="1084378" y="31393"/>
                  <a:pt x="1087962" y="29354"/>
                </a:cubicBezTo>
                <a:cubicBezTo>
                  <a:pt x="1091546" y="27315"/>
                  <a:pt x="1095626" y="26296"/>
                  <a:pt x="1100203" y="26296"/>
                </a:cubicBezTo>
                <a:cubicBezTo>
                  <a:pt x="1105298" y="26296"/>
                  <a:pt x="1109476" y="27348"/>
                  <a:pt x="1112736" y="29453"/>
                </a:cubicBezTo>
                <a:cubicBezTo>
                  <a:pt x="1115996" y="31557"/>
                  <a:pt x="1118295" y="34498"/>
                  <a:pt x="1119634" y="38278"/>
                </a:cubicBezTo>
                <a:cubicBezTo>
                  <a:pt x="1125074" y="30290"/>
                  <a:pt x="1132155" y="26296"/>
                  <a:pt x="1140878" y="26296"/>
                </a:cubicBezTo>
                <a:cubicBezTo>
                  <a:pt x="1147700" y="26296"/>
                  <a:pt x="1152946" y="28185"/>
                  <a:pt x="1156616" y="31963"/>
                </a:cubicBezTo>
                <a:cubicBezTo>
                  <a:pt x="1160286" y="35741"/>
                  <a:pt x="1162121" y="41559"/>
                  <a:pt x="1162121" y="49418"/>
                </a:cubicBezTo>
                <a:lnTo>
                  <a:pt x="1162121" y="96634"/>
                </a:lnTo>
                <a:lnTo>
                  <a:pt x="1150528" y="96634"/>
                </a:lnTo>
                <a:lnTo>
                  <a:pt x="1150528" y="53258"/>
                </a:lnTo>
                <a:cubicBezTo>
                  <a:pt x="1150528" y="48589"/>
                  <a:pt x="1150150" y="45228"/>
                  <a:pt x="1149395" y="43176"/>
                </a:cubicBezTo>
                <a:cubicBezTo>
                  <a:pt x="1148639" y="41122"/>
                  <a:pt x="1147268" y="39469"/>
                  <a:pt x="1145282" y="38215"/>
                </a:cubicBezTo>
                <a:cubicBezTo>
                  <a:pt x="1143296" y="36962"/>
                  <a:pt x="1140964" y="36335"/>
                  <a:pt x="1138287" y="36335"/>
                </a:cubicBezTo>
                <a:cubicBezTo>
                  <a:pt x="1133451" y="36335"/>
                  <a:pt x="1129435" y="37945"/>
                  <a:pt x="1126240" y="41166"/>
                </a:cubicBezTo>
                <a:cubicBezTo>
                  <a:pt x="1123045" y="44386"/>
                  <a:pt x="1121447" y="49540"/>
                  <a:pt x="1121447" y="56629"/>
                </a:cubicBezTo>
                <a:lnTo>
                  <a:pt x="1121447" y="96634"/>
                </a:lnTo>
                <a:lnTo>
                  <a:pt x="1109789" y="96634"/>
                </a:lnTo>
                <a:lnTo>
                  <a:pt x="1109789" y="51895"/>
                </a:lnTo>
                <a:cubicBezTo>
                  <a:pt x="1109789" y="46709"/>
                  <a:pt x="1108839" y="42818"/>
                  <a:pt x="1106939" y="40225"/>
                </a:cubicBezTo>
                <a:cubicBezTo>
                  <a:pt x="1105039" y="37632"/>
                  <a:pt x="1101930" y="36335"/>
                  <a:pt x="1097613" y="36335"/>
                </a:cubicBezTo>
                <a:cubicBezTo>
                  <a:pt x="1094331" y="36335"/>
                  <a:pt x="1091298" y="37200"/>
                  <a:pt x="1088513" y="38930"/>
                </a:cubicBezTo>
                <a:cubicBezTo>
                  <a:pt x="1085728" y="40658"/>
                  <a:pt x="1083709" y="43187"/>
                  <a:pt x="1082457" y="46516"/>
                </a:cubicBezTo>
                <a:cubicBezTo>
                  <a:pt x="1081205" y="49843"/>
                  <a:pt x="1080579" y="54641"/>
                  <a:pt x="1080579" y="60908"/>
                </a:cubicBezTo>
                <a:lnTo>
                  <a:pt x="1080579" y="96634"/>
                </a:lnTo>
                <a:lnTo>
                  <a:pt x="1068920" y="96634"/>
                </a:lnTo>
                <a:close/>
                <a:moveTo>
                  <a:pt x="1175074" y="62242"/>
                </a:moveTo>
                <a:cubicBezTo>
                  <a:pt x="1175074" y="49504"/>
                  <a:pt x="1178615" y="40070"/>
                  <a:pt x="1185696" y="33938"/>
                </a:cubicBezTo>
                <a:cubicBezTo>
                  <a:pt x="1191611" y="28843"/>
                  <a:pt x="1198822" y="26296"/>
                  <a:pt x="1207328" y="26296"/>
                </a:cubicBezTo>
                <a:cubicBezTo>
                  <a:pt x="1216785" y="26296"/>
                  <a:pt x="1224514" y="29394"/>
                  <a:pt x="1230515" y="35590"/>
                </a:cubicBezTo>
                <a:cubicBezTo>
                  <a:pt x="1236517" y="41786"/>
                  <a:pt x="1239518" y="50346"/>
                  <a:pt x="1239518" y="61271"/>
                </a:cubicBezTo>
                <a:cubicBezTo>
                  <a:pt x="1239518" y="70122"/>
                  <a:pt x="1238190" y="77085"/>
                  <a:pt x="1235535" y="82158"/>
                </a:cubicBezTo>
                <a:cubicBezTo>
                  <a:pt x="1232879" y="87232"/>
                  <a:pt x="1229015" y="91172"/>
                  <a:pt x="1223941" y="93978"/>
                </a:cubicBezTo>
                <a:cubicBezTo>
                  <a:pt x="1218868" y="96785"/>
                  <a:pt x="1213330" y="98188"/>
                  <a:pt x="1207328" y="98188"/>
                </a:cubicBezTo>
                <a:cubicBezTo>
                  <a:pt x="1197700" y="98188"/>
                  <a:pt x="1189917" y="95101"/>
                  <a:pt x="1183980" y="88926"/>
                </a:cubicBezTo>
                <a:cubicBezTo>
                  <a:pt x="1178043" y="82752"/>
                  <a:pt x="1175074" y="73857"/>
                  <a:pt x="1175074" y="62242"/>
                </a:cubicBezTo>
                <a:moveTo>
                  <a:pt x="1187056" y="62210"/>
                </a:moveTo>
                <a:cubicBezTo>
                  <a:pt x="1187056" y="70986"/>
                  <a:pt x="1188978" y="77557"/>
                  <a:pt x="1192820" y="81923"/>
                </a:cubicBezTo>
                <a:cubicBezTo>
                  <a:pt x="1196663" y="86290"/>
                  <a:pt x="1201499" y="88473"/>
                  <a:pt x="1207328" y="88473"/>
                </a:cubicBezTo>
                <a:cubicBezTo>
                  <a:pt x="1213114" y="88473"/>
                  <a:pt x="1217929" y="86279"/>
                  <a:pt x="1221772" y="81891"/>
                </a:cubicBezTo>
                <a:cubicBezTo>
                  <a:pt x="1225615" y="77503"/>
                  <a:pt x="1227536" y="70814"/>
                  <a:pt x="1227536" y="61823"/>
                </a:cubicBezTo>
                <a:cubicBezTo>
                  <a:pt x="1227536" y="53348"/>
                  <a:pt x="1225604" y="46927"/>
                  <a:pt x="1221739" y="42561"/>
                </a:cubicBezTo>
                <a:cubicBezTo>
                  <a:pt x="1217875" y="38194"/>
                  <a:pt x="1213071" y="36011"/>
                  <a:pt x="1207328" y="36011"/>
                </a:cubicBezTo>
                <a:cubicBezTo>
                  <a:pt x="1201499" y="36011"/>
                  <a:pt x="1196663" y="38183"/>
                  <a:pt x="1192820" y="42528"/>
                </a:cubicBezTo>
                <a:cubicBezTo>
                  <a:pt x="1188978" y="46873"/>
                  <a:pt x="1187056" y="53434"/>
                  <a:pt x="1187056" y="62210"/>
                </a:cubicBezTo>
                <a:close/>
                <a:moveTo>
                  <a:pt x="1297789" y="96634"/>
                </a:moveTo>
                <a:lnTo>
                  <a:pt x="1297789" y="87955"/>
                </a:lnTo>
                <a:cubicBezTo>
                  <a:pt x="1293428" y="94777"/>
                  <a:pt x="1287016" y="98188"/>
                  <a:pt x="1278553" y="98188"/>
                </a:cubicBezTo>
                <a:cubicBezTo>
                  <a:pt x="1273069" y="98188"/>
                  <a:pt x="1268028" y="96677"/>
                  <a:pt x="1263430" y="93655"/>
                </a:cubicBezTo>
                <a:cubicBezTo>
                  <a:pt x="1258831" y="90632"/>
                  <a:pt x="1255269" y="86411"/>
                  <a:pt x="1252743" y="80992"/>
                </a:cubicBezTo>
                <a:cubicBezTo>
                  <a:pt x="1250217" y="75573"/>
                  <a:pt x="1248954" y="69345"/>
                  <a:pt x="1248954" y="62307"/>
                </a:cubicBezTo>
                <a:cubicBezTo>
                  <a:pt x="1248954" y="55441"/>
                  <a:pt x="1250098" y="49213"/>
                  <a:pt x="1252387" y="43621"/>
                </a:cubicBezTo>
                <a:cubicBezTo>
                  <a:pt x="1254675" y="38030"/>
                  <a:pt x="1258108" y="33744"/>
                  <a:pt x="1262685" y="30765"/>
                </a:cubicBezTo>
                <a:cubicBezTo>
                  <a:pt x="1267262" y="27785"/>
                  <a:pt x="1272379" y="26296"/>
                  <a:pt x="1278035" y="26296"/>
                </a:cubicBezTo>
                <a:cubicBezTo>
                  <a:pt x="1282180" y="26296"/>
                  <a:pt x="1285872" y="27170"/>
                  <a:pt x="1289110" y="28919"/>
                </a:cubicBezTo>
                <a:cubicBezTo>
                  <a:pt x="1292349" y="30668"/>
                  <a:pt x="1294983" y="32945"/>
                  <a:pt x="1297012" y="35752"/>
                </a:cubicBezTo>
                <a:lnTo>
                  <a:pt x="1297012" y="1684"/>
                </a:lnTo>
                <a:lnTo>
                  <a:pt x="1308605" y="1684"/>
                </a:lnTo>
                <a:lnTo>
                  <a:pt x="1308605" y="96634"/>
                </a:lnTo>
                <a:lnTo>
                  <a:pt x="1297789" y="96634"/>
                </a:lnTo>
                <a:moveTo>
                  <a:pt x="1260936" y="62274"/>
                </a:moveTo>
                <a:cubicBezTo>
                  <a:pt x="1260936" y="71050"/>
                  <a:pt x="1262793" y="77611"/>
                  <a:pt x="1266506" y="81956"/>
                </a:cubicBezTo>
                <a:cubicBezTo>
                  <a:pt x="1270220" y="86301"/>
                  <a:pt x="1274602" y="88473"/>
                  <a:pt x="1279654" y="88473"/>
                </a:cubicBezTo>
                <a:cubicBezTo>
                  <a:pt x="1284749" y="88473"/>
                  <a:pt x="1289078" y="86398"/>
                  <a:pt x="1292640" y="82247"/>
                </a:cubicBezTo>
                <a:cubicBezTo>
                  <a:pt x="1296202" y="78095"/>
                  <a:pt x="1297983" y="71760"/>
                  <a:pt x="1297983" y="63242"/>
                </a:cubicBezTo>
                <a:cubicBezTo>
                  <a:pt x="1297983" y="53864"/>
                  <a:pt x="1296170" y="46981"/>
                  <a:pt x="1292543" y="42593"/>
                </a:cubicBezTo>
                <a:cubicBezTo>
                  <a:pt x="1288916" y="38205"/>
                  <a:pt x="1284447" y="36011"/>
                  <a:pt x="1279136" y="36011"/>
                </a:cubicBezTo>
                <a:cubicBezTo>
                  <a:pt x="1273955" y="36011"/>
                  <a:pt x="1269626" y="38119"/>
                  <a:pt x="1266150" y="42336"/>
                </a:cubicBezTo>
                <a:cubicBezTo>
                  <a:pt x="1262674" y="46551"/>
                  <a:pt x="1260936" y="53197"/>
                  <a:pt x="1260936" y="62274"/>
                </a:cubicBezTo>
                <a:close/>
                <a:moveTo>
                  <a:pt x="1371993" y="96634"/>
                </a:moveTo>
                <a:lnTo>
                  <a:pt x="1371993" y="86530"/>
                </a:lnTo>
                <a:cubicBezTo>
                  <a:pt x="1366639" y="94302"/>
                  <a:pt x="1359363" y="98188"/>
                  <a:pt x="1350166" y="98188"/>
                </a:cubicBezTo>
                <a:cubicBezTo>
                  <a:pt x="1346107" y="98188"/>
                  <a:pt x="1342318" y="97411"/>
                  <a:pt x="1338799" y="95857"/>
                </a:cubicBezTo>
                <a:cubicBezTo>
                  <a:pt x="1335280" y="94302"/>
                  <a:pt x="1332668" y="92348"/>
                  <a:pt x="1330962" y="89995"/>
                </a:cubicBezTo>
                <a:cubicBezTo>
                  <a:pt x="1329257" y="87642"/>
                  <a:pt x="1328059" y="84760"/>
                  <a:pt x="1327368" y="81349"/>
                </a:cubicBezTo>
                <a:cubicBezTo>
                  <a:pt x="1326893" y="79060"/>
                  <a:pt x="1326655" y="75433"/>
                  <a:pt x="1326655" y="70468"/>
                </a:cubicBezTo>
                <a:lnTo>
                  <a:pt x="1326655" y="27850"/>
                </a:lnTo>
                <a:lnTo>
                  <a:pt x="1338314" y="27850"/>
                </a:lnTo>
                <a:lnTo>
                  <a:pt x="1338314" y="65999"/>
                </a:lnTo>
                <a:cubicBezTo>
                  <a:pt x="1338314" y="72087"/>
                  <a:pt x="1338551" y="76189"/>
                  <a:pt x="1339026" y="78305"/>
                </a:cubicBezTo>
                <a:cubicBezTo>
                  <a:pt x="1339760" y="81370"/>
                  <a:pt x="1341315" y="83777"/>
                  <a:pt x="1343689" y="85526"/>
                </a:cubicBezTo>
                <a:cubicBezTo>
                  <a:pt x="1346064" y="87275"/>
                  <a:pt x="1349000" y="88149"/>
                  <a:pt x="1352498" y="88149"/>
                </a:cubicBezTo>
                <a:cubicBezTo>
                  <a:pt x="1355995" y="88149"/>
                  <a:pt x="1359277" y="87253"/>
                  <a:pt x="1362343" y="85461"/>
                </a:cubicBezTo>
                <a:cubicBezTo>
                  <a:pt x="1365408" y="83669"/>
                  <a:pt x="1367578" y="81230"/>
                  <a:pt x="1368852" y="78143"/>
                </a:cubicBezTo>
                <a:cubicBezTo>
                  <a:pt x="1370126" y="75055"/>
                  <a:pt x="1370762" y="70576"/>
                  <a:pt x="1370762" y="64703"/>
                </a:cubicBezTo>
                <a:lnTo>
                  <a:pt x="1370762" y="27850"/>
                </a:lnTo>
                <a:lnTo>
                  <a:pt x="1382421" y="27850"/>
                </a:lnTo>
                <a:lnTo>
                  <a:pt x="1382421" y="96634"/>
                </a:lnTo>
                <a:lnTo>
                  <a:pt x="1371993" y="96634"/>
                </a:lnTo>
                <a:close/>
                <a:moveTo>
                  <a:pt x="1400406" y="96634"/>
                </a:moveTo>
                <a:lnTo>
                  <a:pt x="1400406" y="1684"/>
                </a:lnTo>
                <a:lnTo>
                  <a:pt x="1412064" y="1684"/>
                </a:lnTo>
                <a:lnTo>
                  <a:pt x="1412064" y="96634"/>
                </a:lnTo>
                <a:lnTo>
                  <a:pt x="1400406" y="96634"/>
                </a:lnTo>
                <a:close/>
                <a:moveTo>
                  <a:pt x="1477199" y="74483"/>
                </a:moveTo>
                <a:lnTo>
                  <a:pt x="1489245" y="75973"/>
                </a:lnTo>
                <a:cubicBezTo>
                  <a:pt x="1487346" y="83011"/>
                  <a:pt x="1483826" y="88473"/>
                  <a:pt x="1478688" y="92359"/>
                </a:cubicBezTo>
                <a:cubicBezTo>
                  <a:pt x="1473550" y="96245"/>
                  <a:pt x="1466987" y="98188"/>
                  <a:pt x="1458999" y="98188"/>
                </a:cubicBezTo>
                <a:cubicBezTo>
                  <a:pt x="1448938" y="98188"/>
                  <a:pt x="1440961" y="95090"/>
                  <a:pt x="1435067" y="88894"/>
                </a:cubicBezTo>
                <a:cubicBezTo>
                  <a:pt x="1429173" y="82698"/>
                  <a:pt x="1426226" y="74008"/>
                  <a:pt x="1426226" y="62825"/>
                </a:cubicBezTo>
                <a:cubicBezTo>
                  <a:pt x="1426226" y="51253"/>
                  <a:pt x="1429205" y="42272"/>
                  <a:pt x="1435164" y="35881"/>
                </a:cubicBezTo>
                <a:cubicBezTo>
                  <a:pt x="1441123" y="29491"/>
                  <a:pt x="1448852" y="26296"/>
                  <a:pt x="1458351" y="26296"/>
                </a:cubicBezTo>
                <a:cubicBezTo>
                  <a:pt x="1467548" y="26296"/>
                  <a:pt x="1475061" y="29422"/>
                  <a:pt x="1480890" y="35673"/>
                </a:cubicBezTo>
                <a:cubicBezTo>
                  <a:pt x="1486719" y="41923"/>
                  <a:pt x="1489634" y="50717"/>
                  <a:pt x="1489634" y="62054"/>
                </a:cubicBezTo>
                <a:cubicBezTo>
                  <a:pt x="1489634" y="62743"/>
                  <a:pt x="1489612" y="63778"/>
                  <a:pt x="1489569" y="65157"/>
                </a:cubicBezTo>
                <a:lnTo>
                  <a:pt x="1438273" y="65157"/>
                </a:lnTo>
                <a:cubicBezTo>
                  <a:pt x="1438705" y="72691"/>
                  <a:pt x="1440842" y="78461"/>
                  <a:pt x="1444685" y="82466"/>
                </a:cubicBezTo>
                <a:cubicBezTo>
                  <a:pt x="1448528" y="86471"/>
                  <a:pt x="1453321" y="88473"/>
                  <a:pt x="1459064" y="88473"/>
                </a:cubicBezTo>
                <a:cubicBezTo>
                  <a:pt x="1463338" y="88473"/>
                  <a:pt x="1466987" y="87361"/>
                  <a:pt x="1470009" y="85138"/>
                </a:cubicBezTo>
                <a:cubicBezTo>
                  <a:pt x="1473032" y="82912"/>
                  <a:pt x="1475428" y="79361"/>
                  <a:pt x="1477199" y="74483"/>
                </a:cubicBezTo>
                <a:moveTo>
                  <a:pt x="1438921" y="55441"/>
                </a:moveTo>
                <a:lnTo>
                  <a:pt x="1477328" y="55441"/>
                </a:lnTo>
                <a:cubicBezTo>
                  <a:pt x="1476810" y="49750"/>
                  <a:pt x="1475342" y="45481"/>
                  <a:pt x="1472924" y="42636"/>
                </a:cubicBezTo>
                <a:cubicBezTo>
                  <a:pt x="1469210" y="38219"/>
                  <a:pt x="1464396" y="36011"/>
                  <a:pt x="1458481" y="36011"/>
                </a:cubicBezTo>
                <a:cubicBezTo>
                  <a:pt x="1453126" y="36011"/>
                  <a:pt x="1448625" y="37774"/>
                  <a:pt x="1444976" y="41300"/>
                </a:cubicBezTo>
                <a:cubicBezTo>
                  <a:pt x="1441328" y="44824"/>
                  <a:pt x="1439309" y="49538"/>
                  <a:pt x="1438921" y="55441"/>
                </a:cubicBezTo>
                <a:close/>
                <a:moveTo>
                  <a:pt x="1499199" y="76038"/>
                </a:moveTo>
                <a:lnTo>
                  <a:pt x="1510728" y="74224"/>
                </a:lnTo>
                <a:cubicBezTo>
                  <a:pt x="1511376" y="78824"/>
                  <a:pt x="1513179" y="82349"/>
                  <a:pt x="1516136" y="84800"/>
                </a:cubicBezTo>
                <a:cubicBezTo>
                  <a:pt x="1519094" y="87249"/>
                  <a:pt x="1523228" y="88473"/>
                  <a:pt x="1528539" y="88473"/>
                </a:cubicBezTo>
                <a:cubicBezTo>
                  <a:pt x="1533893" y="88473"/>
                  <a:pt x="1537866" y="87392"/>
                  <a:pt x="1540457" y="85229"/>
                </a:cubicBezTo>
                <a:cubicBezTo>
                  <a:pt x="1543047" y="83064"/>
                  <a:pt x="1544343" y="80526"/>
                  <a:pt x="1544343" y="77614"/>
                </a:cubicBezTo>
                <a:cubicBezTo>
                  <a:pt x="1544343" y="75001"/>
                  <a:pt x="1543198" y="72944"/>
                  <a:pt x="1540910" y="71445"/>
                </a:cubicBezTo>
                <a:cubicBezTo>
                  <a:pt x="1539312" y="70417"/>
                  <a:pt x="1535340" y="69110"/>
                  <a:pt x="1528993" y="67525"/>
                </a:cubicBezTo>
                <a:cubicBezTo>
                  <a:pt x="1520443" y="65364"/>
                  <a:pt x="1514517" y="63496"/>
                  <a:pt x="1511214" y="61918"/>
                </a:cubicBezTo>
                <a:cubicBezTo>
                  <a:pt x="1507911" y="60341"/>
                  <a:pt x="1505406" y="58158"/>
                  <a:pt x="1503701" y="55371"/>
                </a:cubicBezTo>
                <a:cubicBezTo>
                  <a:pt x="1501995" y="52583"/>
                  <a:pt x="1501142" y="49504"/>
                  <a:pt x="1501142" y="46133"/>
                </a:cubicBezTo>
                <a:cubicBezTo>
                  <a:pt x="1501142" y="43065"/>
                  <a:pt x="1501844" y="40223"/>
                  <a:pt x="1503247" y="37608"/>
                </a:cubicBezTo>
                <a:cubicBezTo>
                  <a:pt x="1504651" y="34993"/>
                  <a:pt x="1506561" y="32821"/>
                  <a:pt x="1508979" y="31093"/>
                </a:cubicBezTo>
                <a:cubicBezTo>
                  <a:pt x="1510793" y="29753"/>
                  <a:pt x="1513265" y="28619"/>
                  <a:pt x="1516395" y="27690"/>
                </a:cubicBezTo>
                <a:cubicBezTo>
                  <a:pt x="1519526" y="26761"/>
                  <a:pt x="1522883" y="26296"/>
                  <a:pt x="1526467" y="26296"/>
                </a:cubicBezTo>
                <a:cubicBezTo>
                  <a:pt x="1531864" y="26296"/>
                  <a:pt x="1536603" y="27078"/>
                  <a:pt x="1540683" y="28644"/>
                </a:cubicBezTo>
                <a:cubicBezTo>
                  <a:pt x="1544764" y="30208"/>
                  <a:pt x="1547775" y="32327"/>
                  <a:pt x="1549718" y="35001"/>
                </a:cubicBezTo>
                <a:cubicBezTo>
                  <a:pt x="1551661" y="37674"/>
                  <a:pt x="1553000" y="41249"/>
                  <a:pt x="1553734" y="45726"/>
                </a:cubicBezTo>
                <a:lnTo>
                  <a:pt x="1542335" y="47281"/>
                </a:lnTo>
                <a:cubicBezTo>
                  <a:pt x="1541817" y="43740"/>
                  <a:pt x="1540316" y="40977"/>
                  <a:pt x="1537834" y="38990"/>
                </a:cubicBezTo>
                <a:cubicBezTo>
                  <a:pt x="1535351" y="37004"/>
                  <a:pt x="1531842" y="36011"/>
                  <a:pt x="1527309" y="36011"/>
                </a:cubicBezTo>
                <a:cubicBezTo>
                  <a:pt x="1521955" y="36011"/>
                  <a:pt x="1518133" y="36892"/>
                  <a:pt x="1515845" y="38654"/>
                </a:cubicBezTo>
                <a:cubicBezTo>
                  <a:pt x="1513556" y="40415"/>
                  <a:pt x="1512412" y="42478"/>
                  <a:pt x="1512412" y="44842"/>
                </a:cubicBezTo>
                <a:cubicBezTo>
                  <a:pt x="1512412" y="46345"/>
                  <a:pt x="1512887" y="47698"/>
                  <a:pt x="1513837" y="48902"/>
                </a:cubicBezTo>
                <a:cubicBezTo>
                  <a:pt x="1514787" y="50147"/>
                  <a:pt x="1516277" y="51178"/>
                  <a:pt x="1518306" y="51995"/>
                </a:cubicBezTo>
                <a:cubicBezTo>
                  <a:pt x="1519472" y="52425"/>
                  <a:pt x="1522905" y="53413"/>
                  <a:pt x="1528604" y="54960"/>
                </a:cubicBezTo>
                <a:cubicBezTo>
                  <a:pt x="1536851" y="57160"/>
                  <a:pt x="1542605" y="58962"/>
                  <a:pt x="1545865" y="60364"/>
                </a:cubicBezTo>
                <a:cubicBezTo>
                  <a:pt x="1549125" y="61766"/>
                  <a:pt x="1551683" y="63805"/>
                  <a:pt x="1553540" y="66480"/>
                </a:cubicBezTo>
                <a:cubicBezTo>
                  <a:pt x="1555396" y="69155"/>
                  <a:pt x="1556325" y="72476"/>
                  <a:pt x="1556325" y="76444"/>
                </a:cubicBezTo>
                <a:cubicBezTo>
                  <a:pt x="1556325" y="80328"/>
                  <a:pt x="1555191" y="83985"/>
                  <a:pt x="1552924" y="87415"/>
                </a:cubicBezTo>
                <a:cubicBezTo>
                  <a:pt x="1550658" y="90843"/>
                  <a:pt x="1547387" y="93496"/>
                  <a:pt x="1543112" y="95373"/>
                </a:cubicBezTo>
                <a:cubicBezTo>
                  <a:pt x="1538837" y="97250"/>
                  <a:pt x="1534001" y="98188"/>
                  <a:pt x="1528604" y="98188"/>
                </a:cubicBezTo>
                <a:cubicBezTo>
                  <a:pt x="1519666" y="98188"/>
                  <a:pt x="1512855" y="96326"/>
                  <a:pt x="1508170" y="92602"/>
                </a:cubicBezTo>
                <a:cubicBezTo>
                  <a:pt x="1503485" y="88878"/>
                  <a:pt x="1500495" y="83356"/>
                  <a:pt x="1499199" y="76038"/>
                </a:cubicBezTo>
                <a:close/>
                <a:moveTo>
                  <a:pt x="1607125" y="15156"/>
                </a:moveTo>
                <a:lnTo>
                  <a:pt x="1607125" y="1684"/>
                </a:lnTo>
                <a:lnTo>
                  <a:pt x="1618784" y="1684"/>
                </a:lnTo>
                <a:lnTo>
                  <a:pt x="1618784" y="15156"/>
                </a:lnTo>
                <a:lnTo>
                  <a:pt x="1607125" y="15156"/>
                </a:lnTo>
                <a:moveTo>
                  <a:pt x="1607125" y="96634"/>
                </a:moveTo>
                <a:lnTo>
                  <a:pt x="1607125" y="27850"/>
                </a:lnTo>
                <a:lnTo>
                  <a:pt x="1618784" y="27850"/>
                </a:lnTo>
                <a:lnTo>
                  <a:pt x="1618784" y="96634"/>
                </a:lnTo>
                <a:lnTo>
                  <a:pt x="1607125" y="96634"/>
                </a:lnTo>
                <a:close/>
                <a:moveTo>
                  <a:pt x="1631844" y="76038"/>
                </a:moveTo>
                <a:lnTo>
                  <a:pt x="1643373" y="74224"/>
                </a:lnTo>
                <a:cubicBezTo>
                  <a:pt x="1644021" y="78824"/>
                  <a:pt x="1645823" y="82349"/>
                  <a:pt x="1648781" y="84800"/>
                </a:cubicBezTo>
                <a:cubicBezTo>
                  <a:pt x="1651739" y="87249"/>
                  <a:pt x="1655873" y="88473"/>
                  <a:pt x="1661184" y="88473"/>
                </a:cubicBezTo>
                <a:cubicBezTo>
                  <a:pt x="1666538" y="88473"/>
                  <a:pt x="1670511" y="87392"/>
                  <a:pt x="1673102" y="85229"/>
                </a:cubicBezTo>
                <a:cubicBezTo>
                  <a:pt x="1675692" y="83064"/>
                  <a:pt x="1676988" y="80526"/>
                  <a:pt x="1676988" y="77614"/>
                </a:cubicBezTo>
                <a:cubicBezTo>
                  <a:pt x="1676988" y="75001"/>
                  <a:pt x="1675843" y="72944"/>
                  <a:pt x="1673555" y="71445"/>
                </a:cubicBezTo>
                <a:cubicBezTo>
                  <a:pt x="1671957" y="70417"/>
                  <a:pt x="1667985" y="69110"/>
                  <a:pt x="1661638" y="67525"/>
                </a:cubicBezTo>
                <a:cubicBezTo>
                  <a:pt x="1653088" y="65364"/>
                  <a:pt x="1647162" y="63496"/>
                  <a:pt x="1643859" y="61918"/>
                </a:cubicBezTo>
                <a:cubicBezTo>
                  <a:pt x="1640556" y="60341"/>
                  <a:pt x="1638051" y="58158"/>
                  <a:pt x="1636346" y="55371"/>
                </a:cubicBezTo>
                <a:cubicBezTo>
                  <a:pt x="1634640" y="52583"/>
                  <a:pt x="1633787" y="49504"/>
                  <a:pt x="1633787" y="46133"/>
                </a:cubicBezTo>
                <a:cubicBezTo>
                  <a:pt x="1633787" y="43065"/>
                  <a:pt x="1634489" y="40223"/>
                  <a:pt x="1635892" y="37608"/>
                </a:cubicBezTo>
                <a:cubicBezTo>
                  <a:pt x="1637296" y="34993"/>
                  <a:pt x="1639206" y="32821"/>
                  <a:pt x="1641624" y="31093"/>
                </a:cubicBezTo>
                <a:cubicBezTo>
                  <a:pt x="1643438" y="29753"/>
                  <a:pt x="1645910" y="28619"/>
                  <a:pt x="1649040" y="27690"/>
                </a:cubicBezTo>
                <a:cubicBezTo>
                  <a:pt x="1652171" y="26761"/>
                  <a:pt x="1655528" y="26296"/>
                  <a:pt x="1659112" y="26296"/>
                </a:cubicBezTo>
                <a:cubicBezTo>
                  <a:pt x="1664509" y="26296"/>
                  <a:pt x="1669248" y="27078"/>
                  <a:pt x="1673328" y="28644"/>
                </a:cubicBezTo>
                <a:cubicBezTo>
                  <a:pt x="1677409" y="30208"/>
                  <a:pt x="1680420" y="32327"/>
                  <a:pt x="1682363" y="35001"/>
                </a:cubicBezTo>
                <a:cubicBezTo>
                  <a:pt x="1684306" y="37674"/>
                  <a:pt x="1685645" y="41249"/>
                  <a:pt x="1686379" y="45726"/>
                </a:cubicBezTo>
                <a:lnTo>
                  <a:pt x="1674980" y="47281"/>
                </a:lnTo>
                <a:cubicBezTo>
                  <a:pt x="1674462" y="43740"/>
                  <a:pt x="1672961" y="40977"/>
                  <a:pt x="1670478" y="38990"/>
                </a:cubicBezTo>
                <a:cubicBezTo>
                  <a:pt x="1667996" y="37004"/>
                  <a:pt x="1664487" y="36011"/>
                  <a:pt x="1659954" y="36011"/>
                </a:cubicBezTo>
                <a:cubicBezTo>
                  <a:pt x="1654599" y="36011"/>
                  <a:pt x="1650778" y="36892"/>
                  <a:pt x="1648490" y="38654"/>
                </a:cubicBezTo>
                <a:cubicBezTo>
                  <a:pt x="1646201" y="40415"/>
                  <a:pt x="1645057" y="42478"/>
                  <a:pt x="1645057" y="44842"/>
                </a:cubicBezTo>
                <a:cubicBezTo>
                  <a:pt x="1645057" y="46345"/>
                  <a:pt x="1645532" y="47698"/>
                  <a:pt x="1646482" y="48902"/>
                </a:cubicBezTo>
                <a:cubicBezTo>
                  <a:pt x="1647432" y="50147"/>
                  <a:pt x="1648922" y="51178"/>
                  <a:pt x="1650951" y="51995"/>
                </a:cubicBezTo>
                <a:cubicBezTo>
                  <a:pt x="1652117" y="52425"/>
                  <a:pt x="1655549" y="53413"/>
                  <a:pt x="1661249" y="54960"/>
                </a:cubicBezTo>
                <a:cubicBezTo>
                  <a:pt x="1669496" y="57160"/>
                  <a:pt x="1675250" y="58962"/>
                  <a:pt x="1678510" y="60364"/>
                </a:cubicBezTo>
                <a:cubicBezTo>
                  <a:pt x="1681770" y="61766"/>
                  <a:pt x="1684328" y="63805"/>
                  <a:pt x="1686185" y="66480"/>
                </a:cubicBezTo>
                <a:cubicBezTo>
                  <a:pt x="1688041" y="69155"/>
                  <a:pt x="1688970" y="72476"/>
                  <a:pt x="1688970" y="76444"/>
                </a:cubicBezTo>
                <a:cubicBezTo>
                  <a:pt x="1688970" y="80328"/>
                  <a:pt x="1687836" y="83985"/>
                  <a:pt x="1685569" y="87415"/>
                </a:cubicBezTo>
                <a:cubicBezTo>
                  <a:pt x="1683303" y="90843"/>
                  <a:pt x="1680032" y="93496"/>
                  <a:pt x="1675757" y="95373"/>
                </a:cubicBezTo>
                <a:cubicBezTo>
                  <a:pt x="1671482" y="97250"/>
                  <a:pt x="1666646" y="98188"/>
                  <a:pt x="1661249" y="98188"/>
                </a:cubicBezTo>
                <a:cubicBezTo>
                  <a:pt x="1652311" y="98188"/>
                  <a:pt x="1645500" y="96326"/>
                  <a:pt x="1640815" y="92602"/>
                </a:cubicBezTo>
                <a:cubicBezTo>
                  <a:pt x="1636130" y="88878"/>
                  <a:pt x="1633140" y="83356"/>
                  <a:pt x="1631844" y="76038"/>
                </a:cubicBezTo>
                <a:close/>
                <a:moveTo>
                  <a:pt x="1765159" y="86336"/>
                </a:moveTo>
                <a:lnTo>
                  <a:pt x="1766843" y="96634"/>
                </a:lnTo>
                <a:cubicBezTo>
                  <a:pt x="1763561" y="97238"/>
                  <a:pt x="1760625" y="97541"/>
                  <a:pt x="1758035" y="97541"/>
                </a:cubicBezTo>
                <a:cubicBezTo>
                  <a:pt x="1753803" y="97541"/>
                  <a:pt x="1750521" y="96871"/>
                  <a:pt x="1748190" y="95533"/>
                </a:cubicBezTo>
                <a:cubicBezTo>
                  <a:pt x="1745858" y="94194"/>
                  <a:pt x="1744217" y="92435"/>
                  <a:pt x="1743267" y="90254"/>
                </a:cubicBezTo>
                <a:cubicBezTo>
                  <a:pt x="1742317" y="88074"/>
                  <a:pt x="1741843" y="83486"/>
                  <a:pt x="1741843" y="76491"/>
                </a:cubicBezTo>
                <a:lnTo>
                  <a:pt x="1741843" y="36918"/>
                </a:lnTo>
                <a:lnTo>
                  <a:pt x="1733293" y="36918"/>
                </a:lnTo>
                <a:lnTo>
                  <a:pt x="1733293" y="27850"/>
                </a:lnTo>
                <a:lnTo>
                  <a:pt x="1741843" y="27850"/>
                </a:lnTo>
                <a:lnTo>
                  <a:pt x="1741843" y="10770"/>
                </a:lnTo>
                <a:lnTo>
                  <a:pt x="1753436" y="3757"/>
                </a:lnTo>
                <a:lnTo>
                  <a:pt x="1753436" y="27850"/>
                </a:lnTo>
                <a:lnTo>
                  <a:pt x="1765159" y="27850"/>
                </a:lnTo>
                <a:lnTo>
                  <a:pt x="1765159" y="36918"/>
                </a:lnTo>
                <a:lnTo>
                  <a:pt x="1753436" y="36918"/>
                </a:lnTo>
                <a:lnTo>
                  <a:pt x="1753436" y="77139"/>
                </a:lnTo>
                <a:cubicBezTo>
                  <a:pt x="1753436" y="80463"/>
                  <a:pt x="1753641" y="82601"/>
                  <a:pt x="1754051" y="83551"/>
                </a:cubicBezTo>
                <a:cubicBezTo>
                  <a:pt x="1754462" y="84501"/>
                  <a:pt x="1755131" y="85256"/>
                  <a:pt x="1756059" y="85818"/>
                </a:cubicBezTo>
                <a:cubicBezTo>
                  <a:pt x="1756987" y="86379"/>
                  <a:pt x="1758315" y="86660"/>
                  <a:pt x="1760042" y="86660"/>
                </a:cubicBezTo>
                <a:cubicBezTo>
                  <a:pt x="1761338" y="86660"/>
                  <a:pt x="1763043" y="86552"/>
                  <a:pt x="1765159" y="86336"/>
                </a:cubicBezTo>
                <a:close/>
                <a:moveTo>
                  <a:pt x="1776451" y="96634"/>
                </a:moveTo>
                <a:lnTo>
                  <a:pt x="1776451" y="27850"/>
                </a:lnTo>
                <a:lnTo>
                  <a:pt x="1786943" y="27850"/>
                </a:lnTo>
                <a:lnTo>
                  <a:pt x="1786943" y="38213"/>
                </a:lnTo>
                <a:cubicBezTo>
                  <a:pt x="1789620" y="33361"/>
                  <a:pt x="1792092" y="30162"/>
                  <a:pt x="1794359" y="28615"/>
                </a:cubicBezTo>
                <a:cubicBezTo>
                  <a:pt x="1796626" y="27069"/>
                  <a:pt x="1799120" y="26296"/>
                  <a:pt x="1801840" y="26296"/>
                </a:cubicBezTo>
                <a:cubicBezTo>
                  <a:pt x="1805769" y="26296"/>
                  <a:pt x="1809763" y="27543"/>
                  <a:pt x="1813822" y="30036"/>
                </a:cubicBezTo>
                <a:lnTo>
                  <a:pt x="1809806" y="40804"/>
                </a:lnTo>
                <a:cubicBezTo>
                  <a:pt x="1806957" y="39120"/>
                  <a:pt x="1804107" y="38278"/>
                  <a:pt x="1801257" y="38278"/>
                </a:cubicBezTo>
                <a:cubicBezTo>
                  <a:pt x="1798709" y="38278"/>
                  <a:pt x="1796421" y="39046"/>
                  <a:pt x="1794392" y="40581"/>
                </a:cubicBezTo>
                <a:cubicBezTo>
                  <a:pt x="1792362" y="42115"/>
                  <a:pt x="1790916" y="44244"/>
                  <a:pt x="1790052" y="46967"/>
                </a:cubicBezTo>
                <a:cubicBezTo>
                  <a:pt x="1788757" y="51116"/>
                  <a:pt x="1788109" y="55655"/>
                  <a:pt x="1788109" y="60582"/>
                </a:cubicBezTo>
                <a:lnTo>
                  <a:pt x="1788109" y="96634"/>
                </a:lnTo>
                <a:lnTo>
                  <a:pt x="1776451" y="96634"/>
                </a:lnTo>
                <a:close/>
                <a:moveTo>
                  <a:pt x="1865830" y="96634"/>
                </a:moveTo>
                <a:lnTo>
                  <a:pt x="1865830" y="86530"/>
                </a:lnTo>
                <a:cubicBezTo>
                  <a:pt x="1860476" y="94302"/>
                  <a:pt x="1853200" y="98188"/>
                  <a:pt x="1844003" y="98188"/>
                </a:cubicBezTo>
                <a:cubicBezTo>
                  <a:pt x="1839944" y="98188"/>
                  <a:pt x="1836155" y="97411"/>
                  <a:pt x="1832636" y="95857"/>
                </a:cubicBezTo>
                <a:cubicBezTo>
                  <a:pt x="1829117" y="94302"/>
                  <a:pt x="1826505" y="92348"/>
                  <a:pt x="1824799" y="89995"/>
                </a:cubicBezTo>
                <a:cubicBezTo>
                  <a:pt x="1823094" y="87642"/>
                  <a:pt x="1821896" y="84760"/>
                  <a:pt x="1821205" y="81349"/>
                </a:cubicBezTo>
                <a:cubicBezTo>
                  <a:pt x="1820730" y="79060"/>
                  <a:pt x="1820492" y="75433"/>
                  <a:pt x="1820492" y="70468"/>
                </a:cubicBezTo>
                <a:lnTo>
                  <a:pt x="1820492" y="27850"/>
                </a:lnTo>
                <a:lnTo>
                  <a:pt x="1832150" y="27850"/>
                </a:lnTo>
                <a:lnTo>
                  <a:pt x="1832150" y="65999"/>
                </a:lnTo>
                <a:cubicBezTo>
                  <a:pt x="1832150" y="72087"/>
                  <a:pt x="1832388" y="76189"/>
                  <a:pt x="1832863" y="78305"/>
                </a:cubicBezTo>
                <a:cubicBezTo>
                  <a:pt x="1833597" y="81370"/>
                  <a:pt x="1835151" y="83777"/>
                  <a:pt x="1837526" y="85526"/>
                </a:cubicBezTo>
                <a:cubicBezTo>
                  <a:pt x="1839901" y="87275"/>
                  <a:pt x="1842837" y="88149"/>
                  <a:pt x="1846335" y="88149"/>
                </a:cubicBezTo>
                <a:cubicBezTo>
                  <a:pt x="1849832" y="88149"/>
                  <a:pt x="1853114" y="87253"/>
                  <a:pt x="1856179" y="85461"/>
                </a:cubicBezTo>
                <a:cubicBezTo>
                  <a:pt x="1859245" y="83669"/>
                  <a:pt x="1861415" y="81230"/>
                  <a:pt x="1862689" y="78143"/>
                </a:cubicBezTo>
                <a:cubicBezTo>
                  <a:pt x="1863962" y="75055"/>
                  <a:pt x="1864599" y="70576"/>
                  <a:pt x="1864599" y="64703"/>
                </a:cubicBezTo>
                <a:lnTo>
                  <a:pt x="1864599" y="27850"/>
                </a:lnTo>
                <a:lnTo>
                  <a:pt x="1876257" y="27850"/>
                </a:lnTo>
                <a:lnTo>
                  <a:pt x="1876257" y="96634"/>
                </a:lnTo>
                <a:lnTo>
                  <a:pt x="1865830" y="96634"/>
                </a:lnTo>
                <a:close/>
                <a:moveTo>
                  <a:pt x="1941588" y="74483"/>
                </a:moveTo>
                <a:lnTo>
                  <a:pt x="1953635" y="75973"/>
                </a:lnTo>
                <a:cubicBezTo>
                  <a:pt x="1951735" y="83011"/>
                  <a:pt x="1948216" y="88473"/>
                  <a:pt x="1943078" y="92359"/>
                </a:cubicBezTo>
                <a:cubicBezTo>
                  <a:pt x="1937940" y="96245"/>
                  <a:pt x="1931377" y="98188"/>
                  <a:pt x="1923388" y="98188"/>
                </a:cubicBezTo>
                <a:cubicBezTo>
                  <a:pt x="1913328" y="98188"/>
                  <a:pt x="1905351" y="95090"/>
                  <a:pt x="1899457" y="88894"/>
                </a:cubicBezTo>
                <a:cubicBezTo>
                  <a:pt x="1893563" y="82698"/>
                  <a:pt x="1890616" y="74008"/>
                  <a:pt x="1890616" y="62825"/>
                </a:cubicBezTo>
                <a:cubicBezTo>
                  <a:pt x="1890616" y="51253"/>
                  <a:pt x="1893595" y="42272"/>
                  <a:pt x="1899554" y="35881"/>
                </a:cubicBezTo>
                <a:cubicBezTo>
                  <a:pt x="1905512" y="29491"/>
                  <a:pt x="1913241" y="26296"/>
                  <a:pt x="1922741" y="26296"/>
                </a:cubicBezTo>
                <a:cubicBezTo>
                  <a:pt x="1931938" y="26296"/>
                  <a:pt x="1939451" y="29422"/>
                  <a:pt x="1945280" y="35673"/>
                </a:cubicBezTo>
                <a:cubicBezTo>
                  <a:pt x="1951109" y="41923"/>
                  <a:pt x="1954024" y="50717"/>
                  <a:pt x="1954024" y="62054"/>
                </a:cubicBezTo>
                <a:cubicBezTo>
                  <a:pt x="1954024" y="62743"/>
                  <a:pt x="1954002" y="63778"/>
                  <a:pt x="1953959" y="65157"/>
                </a:cubicBezTo>
                <a:lnTo>
                  <a:pt x="1902663" y="65157"/>
                </a:lnTo>
                <a:cubicBezTo>
                  <a:pt x="1903094" y="72691"/>
                  <a:pt x="1905232" y="78461"/>
                  <a:pt x="1909075" y="82466"/>
                </a:cubicBezTo>
                <a:cubicBezTo>
                  <a:pt x="1912918" y="86471"/>
                  <a:pt x="1917710" y="88473"/>
                  <a:pt x="1923453" y="88473"/>
                </a:cubicBezTo>
                <a:cubicBezTo>
                  <a:pt x="1927728" y="88473"/>
                  <a:pt x="1931377" y="87361"/>
                  <a:pt x="1934399" y="85138"/>
                </a:cubicBezTo>
                <a:cubicBezTo>
                  <a:pt x="1937422" y="82912"/>
                  <a:pt x="1939818" y="79361"/>
                  <a:pt x="1941588" y="74483"/>
                </a:cubicBezTo>
                <a:moveTo>
                  <a:pt x="1903310" y="55441"/>
                </a:moveTo>
                <a:lnTo>
                  <a:pt x="1941718" y="55441"/>
                </a:lnTo>
                <a:cubicBezTo>
                  <a:pt x="1941200" y="49750"/>
                  <a:pt x="1939732" y="45481"/>
                  <a:pt x="1937314" y="42636"/>
                </a:cubicBezTo>
                <a:cubicBezTo>
                  <a:pt x="1933600" y="38219"/>
                  <a:pt x="1928786" y="36011"/>
                  <a:pt x="1922870" y="36011"/>
                </a:cubicBezTo>
                <a:cubicBezTo>
                  <a:pt x="1917516" y="36011"/>
                  <a:pt x="1913015" y="37774"/>
                  <a:pt x="1909366" y="41300"/>
                </a:cubicBezTo>
                <a:cubicBezTo>
                  <a:pt x="1905718" y="44824"/>
                  <a:pt x="1903699" y="49538"/>
                  <a:pt x="1903310" y="55441"/>
                </a:cubicBezTo>
                <a:close/>
                <a:moveTo>
                  <a:pt x="1964163" y="124614"/>
                </a:moveTo>
                <a:cubicBezTo>
                  <a:pt x="1967747" y="116920"/>
                  <a:pt x="1970273" y="111020"/>
                  <a:pt x="1971741" y="106914"/>
                </a:cubicBezTo>
                <a:cubicBezTo>
                  <a:pt x="1973209" y="102808"/>
                  <a:pt x="1974569" y="98075"/>
                  <a:pt x="1975822" y="92715"/>
                </a:cubicBezTo>
                <a:cubicBezTo>
                  <a:pt x="1977074" y="87354"/>
                  <a:pt x="1978002" y="82265"/>
                  <a:pt x="1978607" y="77446"/>
                </a:cubicBezTo>
                <a:cubicBezTo>
                  <a:pt x="1979211" y="72627"/>
                  <a:pt x="1979513" y="67688"/>
                  <a:pt x="1979513" y="62631"/>
                </a:cubicBezTo>
                <a:cubicBezTo>
                  <a:pt x="1979513" y="52343"/>
                  <a:pt x="1978412" y="42607"/>
                  <a:pt x="1976210" y="33422"/>
                </a:cubicBezTo>
                <a:cubicBezTo>
                  <a:pt x="1974008" y="24237"/>
                  <a:pt x="1969949" y="13097"/>
                  <a:pt x="1964034" y="0"/>
                </a:cubicBezTo>
                <a:lnTo>
                  <a:pt x="1976405" y="0"/>
                </a:lnTo>
                <a:cubicBezTo>
                  <a:pt x="1982925" y="9293"/>
                  <a:pt x="1987987" y="19148"/>
                  <a:pt x="1991593" y="29565"/>
                </a:cubicBezTo>
                <a:cubicBezTo>
                  <a:pt x="1995198" y="39981"/>
                  <a:pt x="1997001" y="50549"/>
                  <a:pt x="1997001" y="61268"/>
                </a:cubicBezTo>
                <a:cubicBezTo>
                  <a:pt x="1997001" y="70302"/>
                  <a:pt x="1995576" y="79984"/>
                  <a:pt x="1992726" y="90315"/>
                </a:cubicBezTo>
                <a:cubicBezTo>
                  <a:pt x="1989488" y="101899"/>
                  <a:pt x="1984155" y="113332"/>
                  <a:pt x="1976728" y="124614"/>
                </a:cubicBezTo>
                <a:lnTo>
                  <a:pt x="1964163" y="124614"/>
                </a:lnTo>
                <a:close/>
                <a:moveTo>
                  <a:pt x="2008334" y="124614"/>
                </a:moveTo>
                <a:cubicBezTo>
                  <a:pt x="2011918" y="116920"/>
                  <a:pt x="2014444" y="111020"/>
                  <a:pt x="2015912" y="106914"/>
                </a:cubicBezTo>
                <a:cubicBezTo>
                  <a:pt x="2017380" y="102808"/>
                  <a:pt x="2018740" y="98075"/>
                  <a:pt x="2019992" y="92715"/>
                </a:cubicBezTo>
                <a:cubicBezTo>
                  <a:pt x="2021244" y="87354"/>
                  <a:pt x="2022173" y="82265"/>
                  <a:pt x="2022777" y="77446"/>
                </a:cubicBezTo>
                <a:cubicBezTo>
                  <a:pt x="2023382" y="72627"/>
                  <a:pt x="2023684" y="67688"/>
                  <a:pt x="2023684" y="62631"/>
                </a:cubicBezTo>
                <a:cubicBezTo>
                  <a:pt x="2023684" y="52343"/>
                  <a:pt x="2022583" y="42607"/>
                  <a:pt x="2020381" y="33422"/>
                </a:cubicBezTo>
                <a:cubicBezTo>
                  <a:pt x="2018179" y="24237"/>
                  <a:pt x="2014120" y="13097"/>
                  <a:pt x="2008205" y="0"/>
                </a:cubicBezTo>
                <a:lnTo>
                  <a:pt x="2020575" y="0"/>
                </a:lnTo>
                <a:cubicBezTo>
                  <a:pt x="2027095" y="9293"/>
                  <a:pt x="2032158" y="19148"/>
                  <a:pt x="2035763" y="29565"/>
                </a:cubicBezTo>
                <a:cubicBezTo>
                  <a:pt x="2039369" y="39981"/>
                  <a:pt x="2041171" y="50549"/>
                  <a:pt x="2041171" y="61268"/>
                </a:cubicBezTo>
                <a:cubicBezTo>
                  <a:pt x="2041171" y="70302"/>
                  <a:pt x="2039747" y="79984"/>
                  <a:pt x="2036897" y="90315"/>
                </a:cubicBezTo>
                <a:cubicBezTo>
                  <a:pt x="2033658" y="101899"/>
                  <a:pt x="2028326" y="113332"/>
                  <a:pt x="2020899" y="124614"/>
                </a:cubicBezTo>
                <a:lnTo>
                  <a:pt x="2008334" y="124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(">
            <a:extLst xmlns:a="http://schemas.openxmlformats.org/drawingml/2006/main">
              <a:ext uri="{FF2B5EF4-FFF2-40B4-BE49-F238E27FC236}">
                <a16:creationId xmlns:a16="http://schemas.microsoft.com/office/drawing/2014/main" id="{D4E19C2A-FA2D-42B4-850F-1C6E7D43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5" y="1283354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16AD9-8761-4E9E-B04C-4E30B30C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8" y="1256817"/>
            <a:ext cx="170543" cy="151594"/>
          </a:xfrm>
          <a:custGeom xmlns:a="http://schemas.openxmlformats.org/drawingml/2006/main">
            <a:pathLst>
              <a:path w="170543" h="151594">
                <a:moveTo>
                  <a:pt x="0" y="0"/>
                </a:moveTo>
                <a:lnTo>
                  <a:pt x="170543" y="0"/>
                </a:lnTo>
                <a:lnTo>
                  <a:pt x="170543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G">
            <a:extLst xmlns:a="http://schemas.openxmlformats.org/drawingml/2006/main">
              <a:ext uri="{FF2B5EF4-FFF2-40B4-BE49-F238E27FC236}">
                <a16:creationId xmlns:a16="http://schemas.microsoft.com/office/drawing/2014/main" id="{DBF01244-DD94-4F2B-AFA4-B7D5042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4" y="1283354"/>
            <a:ext cx="88797" cy="98318"/>
          </a:xfrm>
          <a:custGeom xmlns:a="http://schemas.openxmlformats.org/drawingml/2006/main">
            <a:pathLst>
              <a:path w="88797" h="98318">
                <a:moveTo>
                  <a:pt x="47475" y="61789"/>
                </a:moveTo>
                <a:lnTo>
                  <a:pt x="47475" y="45726"/>
                </a:lnTo>
                <a:lnTo>
                  <a:pt x="88797" y="45726"/>
                </a:lnTo>
                <a:lnTo>
                  <a:pt x="88797" y="83557"/>
                </a:lnTo>
                <a:cubicBezTo>
                  <a:pt x="84781" y="87458"/>
                  <a:pt x="78963" y="90893"/>
                  <a:pt x="71342" y="93863"/>
                </a:cubicBezTo>
                <a:cubicBezTo>
                  <a:pt x="63721" y="96833"/>
                  <a:pt x="56003" y="98318"/>
                  <a:pt x="48187" y="98318"/>
                </a:cubicBezTo>
                <a:cubicBezTo>
                  <a:pt x="38256" y="98318"/>
                  <a:pt x="29599" y="96232"/>
                  <a:pt x="22215" y="92060"/>
                </a:cubicBezTo>
                <a:cubicBezTo>
                  <a:pt x="14832" y="87887"/>
                  <a:pt x="9283" y="81921"/>
                  <a:pt x="5570" y="74161"/>
                </a:cubicBezTo>
                <a:cubicBezTo>
                  <a:pt x="1857" y="66400"/>
                  <a:pt x="0" y="57958"/>
                  <a:pt x="0" y="48835"/>
                </a:cubicBezTo>
                <a:cubicBezTo>
                  <a:pt x="0" y="38934"/>
                  <a:pt x="2073" y="30135"/>
                  <a:pt x="6218" y="22440"/>
                </a:cubicBezTo>
                <a:cubicBezTo>
                  <a:pt x="10363" y="14743"/>
                  <a:pt x="16429" y="8841"/>
                  <a:pt x="24418" y="4734"/>
                </a:cubicBezTo>
                <a:cubicBezTo>
                  <a:pt x="30506" y="1578"/>
                  <a:pt x="38084" y="0"/>
                  <a:pt x="47151" y="0"/>
                </a:cubicBezTo>
                <a:cubicBezTo>
                  <a:pt x="58939" y="0"/>
                  <a:pt x="68147" y="2478"/>
                  <a:pt x="74775" y="7434"/>
                </a:cubicBezTo>
                <a:cubicBezTo>
                  <a:pt x="81403" y="12389"/>
                  <a:pt x="85666" y="19237"/>
                  <a:pt x="87566" y="27980"/>
                </a:cubicBezTo>
                <a:lnTo>
                  <a:pt x="68525" y="31607"/>
                </a:lnTo>
                <a:cubicBezTo>
                  <a:pt x="67186" y="26923"/>
                  <a:pt x="64671" y="23227"/>
                  <a:pt x="60979" y="20517"/>
                </a:cubicBezTo>
                <a:cubicBezTo>
                  <a:pt x="57287" y="17806"/>
                  <a:pt x="52678" y="16451"/>
                  <a:pt x="47151" y="16451"/>
                </a:cubicBezTo>
                <a:cubicBezTo>
                  <a:pt x="38774" y="16451"/>
                  <a:pt x="32114" y="19107"/>
                  <a:pt x="27170" y="24418"/>
                </a:cubicBezTo>
                <a:cubicBezTo>
                  <a:pt x="22226" y="29729"/>
                  <a:pt x="19754" y="37609"/>
                  <a:pt x="19754" y="48058"/>
                </a:cubicBezTo>
                <a:cubicBezTo>
                  <a:pt x="19754" y="59327"/>
                  <a:pt x="22259" y="67780"/>
                  <a:pt x="27267" y="73415"/>
                </a:cubicBezTo>
                <a:cubicBezTo>
                  <a:pt x="32276" y="79049"/>
                  <a:pt x="38839" y="81867"/>
                  <a:pt x="46957" y="81867"/>
                </a:cubicBezTo>
                <a:cubicBezTo>
                  <a:pt x="50972" y="81867"/>
                  <a:pt x="54999" y="81081"/>
                  <a:pt x="59036" y="79511"/>
                </a:cubicBezTo>
                <a:cubicBezTo>
                  <a:pt x="63073" y="77940"/>
                  <a:pt x="66538" y="76036"/>
                  <a:pt x="69431" y="73797"/>
                </a:cubicBezTo>
                <a:lnTo>
                  <a:pt x="69431" y="61789"/>
                </a:lnTo>
                <a:lnTo>
                  <a:pt x="47475" y="617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81426-E1D1-4ADA-AF9E-23D7A586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454" y="844671"/>
            <a:ext cx="663224" cy="378985"/>
          </a:xfrm>
          <a:custGeom xmlns:a="http://schemas.openxmlformats.org/drawingml/2006/main">
            <a:pathLst>
              <a:path w="663224" h="378985">
                <a:moveTo>
                  <a:pt x="0" y="0"/>
                </a:moveTo>
                <a:lnTo>
                  <a:pt x="663224" y="0"/>
                </a:lnTo>
                <a:lnTo>
                  <a:pt x="663224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AD20D-B09F-4617-A1C9-6F7A81D1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454" y="844671"/>
            <a:ext cx="663224" cy="378985"/>
          </a:xfrm>
          <a:custGeom xmlns:a="http://schemas.openxmlformats.org/drawingml/2006/main">
            <a:pathLst>
              <a:path w="663224" h="378985" fill="none">
                <a:moveTo>
                  <a:pt x="0" y="0"/>
                </a:moveTo>
                <a:lnTo>
                  <a:pt x="663224" y="0"/>
                </a:lnTo>
                <a:lnTo>
                  <a:pt x="663224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B5896-6325-4B3E-8ECB-85ED703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505" y="816247"/>
            <a:ext cx="663224" cy="378985"/>
          </a:xfrm>
          <a:custGeom xmlns:a="http://schemas.openxmlformats.org/drawingml/2006/main">
            <a:pathLst>
              <a:path w="663224" h="378985">
                <a:moveTo>
                  <a:pt x="0" y="0"/>
                </a:moveTo>
                <a:lnTo>
                  <a:pt x="663224" y="0"/>
                </a:lnTo>
                <a:lnTo>
                  <a:pt x="663224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CF395-902C-40A6-978D-4B129E0D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505" y="816247"/>
            <a:ext cx="663224" cy="378985"/>
          </a:xfrm>
          <a:custGeom xmlns:a="http://schemas.openxmlformats.org/drawingml/2006/main">
            <a:pathLst>
              <a:path w="663224" h="378985" fill="none">
                <a:moveTo>
                  <a:pt x="0" y="0"/>
                </a:moveTo>
                <a:lnTo>
                  <a:pt x="663224" y="0"/>
                </a:lnTo>
                <a:lnTo>
                  <a:pt x="663224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80" name="Text Step3">
            <a:extLst xmlns:a="http://schemas.openxmlformats.org/drawingml/2006/main">
              <a:ext uri="{FF2B5EF4-FFF2-40B4-BE49-F238E27FC236}">
                <a16:creationId xmlns:a16="http://schemas.microsoft.com/office/drawing/2014/main" id="{8C1B178F-6F09-4DAE-A5EF-5C911EDF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883" y="875945"/>
            <a:ext cx="387595" cy="122800"/>
          </a:xfrm>
          <a:custGeom xmlns:a="http://schemas.openxmlformats.org/drawingml/2006/main">
            <a:pathLst>
              <a:path w="387595" h="122800">
                <a:moveTo>
                  <a:pt x="0" y="65804"/>
                </a:moveTo>
                <a:lnTo>
                  <a:pt x="18653" y="63991"/>
                </a:lnTo>
                <a:cubicBezTo>
                  <a:pt x="19776" y="70275"/>
                  <a:pt x="22054" y="74890"/>
                  <a:pt x="25486" y="77837"/>
                </a:cubicBezTo>
                <a:cubicBezTo>
                  <a:pt x="28919" y="80783"/>
                  <a:pt x="33550" y="82255"/>
                  <a:pt x="39379" y="82255"/>
                </a:cubicBezTo>
                <a:cubicBezTo>
                  <a:pt x="45553" y="82255"/>
                  <a:pt x="50206" y="80945"/>
                  <a:pt x="53336" y="78325"/>
                </a:cubicBezTo>
                <a:cubicBezTo>
                  <a:pt x="56467" y="75704"/>
                  <a:pt x="58032" y="72639"/>
                  <a:pt x="58032" y="69130"/>
                </a:cubicBezTo>
                <a:cubicBezTo>
                  <a:pt x="58032" y="66878"/>
                  <a:pt x="57374" y="64962"/>
                  <a:pt x="56057" y="63382"/>
                </a:cubicBezTo>
                <a:cubicBezTo>
                  <a:pt x="54740" y="61800"/>
                  <a:pt x="52440" y="60424"/>
                  <a:pt x="49159" y="59255"/>
                </a:cubicBezTo>
                <a:cubicBezTo>
                  <a:pt x="46914" y="58476"/>
                  <a:pt x="41797" y="57092"/>
                  <a:pt x="33809" y="55101"/>
                </a:cubicBezTo>
                <a:cubicBezTo>
                  <a:pt x="23532" y="52548"/>
                  <a:pt x="16322" y="49411"/>
                  <a:pt x="12176" y="45690"/>
                </a:cubicBezTo>
                <a:cubicBezTo>
                  <a:pt x="6347" y="40454"/>
                  <a:pt x="3433" y="34073"/>
                  <a:pt x="3433" y="26545"/>
                </a:cubicBezTo>
                <a:cubicBezTo>
                  <a:pt x="3433" y="21699"/>
                  <a:pt x="4804" y="17168"/>
                  <a:pt x="7545" y="12950"/>
                </a:cubicBezTo>
                <a:cubicBezTo>
                  <a:pt x="10287" y="8730"/>
                  <a:pt x="14238" y="5517"/>
                  <a:pt x="19398" y="3311"/>
                </a:cubicBezTo>
                <a:cubicBezTo>
                  <a:pt x="24558" y="1104"/>
                  <a:pt x="30786" y="0"/>
                  <a:pt x="38084" y="0"/>
                </a:cubicBezTo>
                <a:cubicBezTo>
                  <a:pt x="50001" y="0"/>
                  <a:pt x="58971" y="2624"/>
                  <a:pt x="64995" y="7873"/>
                </a:cubicBezTo>
                <a:cubicBezTo>
                  <a:pt x="71018" y="13121"/>
                  <a:pt x="74181" y="20125"/>
                  <a:pt x="74483" y="28887"/>
                </a:cubicBezTo>
                <a:lnTo>
                  <a:pt x="55312" y="29664"/>
                </a:lnTo>
                <a:cubicBezTo>
                  <a:pt x="54491" y="24785"/>
                  <a:pt x="52732" y="21276"/>
                  <a:pt x="50033" y="19139"/>
                </a:cubicBezTo>
                <a:cubicBezTo>
                  <a:pt x="47335" y="17002"/>
                  <a:pt x="43287" y="15933"/>
                  <a:pt x="37889" y="15933"/>
                </a:cubicBezTo>
                <a:cubicBezTo>
                  <a:pt x="32319" y="15933"/>
                  <a:pt x="27958" y="17078"/>
                  <a:pt x="24806" y="19368"/>
                </a:cubicBezTo>
                <a:cubicBezTo>
                  <a:pt x="22777" y="20836"/>
                  <a:pt x="21762" y="22801"/>
                  <a:pt x="21762" y="25264"/>
                </a:cubicBezTo>
                <a:cubicBezTo>
                  <a:pt x="21762" y="27510"/>
                  <a:pt x="22712" y="29432"/>
                  <a:pt x="24612" y="31030"/>
                </a:cubicBezTo>
                <a:cubicBezTo>
                  <a:pt x="27030" y="33061"/>
                  <a:pt x="32902" y="35179"/>
                  <a:pt x="42229" y="37385"/>
                </a:cubicBezTo>
                <a:cubicBezTo>
                  <a:pt x="51555" y="39591"/>
                  <a:pt x="58453" y="41874"/>
                  <a:pt x="62922" y="44232"/>
                </a:cubicBezTo>
                <a:cubicBezTo>
                  <a:pt x="67391" y="46590"/>
                  <a:pt x="70889" y="49813"/>
                  <a:pt x="73415" y="53901"/>
                </a:cubicBezTo>
                <a:cubicBezTo>
                  <a:pt x="75940" y="57988"/>
                  <a:pt x="77203" y="63039"/>
                  <a:pt x="77203" y="69053"/>
                </a:cubicBezTo>
                <a:cubicBezTo>
                  <a:pt x="77203" y="74503"/>
                  <a:pt x="75692" y="79607"/>
                  <a:pt x="72670" y="84366"/>
                </a:cubicBezTo>
                <a:cubicBezTo>
                  <a:pt x="69647" y="89125"/>
                  <a:pt x="65373" y="92662"/>
                  <a:pt x="59846" y="94976"/>
                </a:cubicBezTo>
                <a:cubicBezTo>
                  <a:pt x="54319" y="97290"/>
                  <a:pt x="47432" y="98447"/>
                  <a:pt x="39185" y="98447"/>
                </a:cubicBezTo>
                <a:cubicBezTo>
                  <a:pt x="27181" y="98447"/>
                  <a:pt x="17962" y="95668"/>
                  <a:pt x="11529" y="90108"/>
                </a:cubicBezTo>
                <a:cubicBezTo>
                  <a:pt x="5095" y="84549"/>
                  <a:pt x="1252" y="76448"/>
                  <a:pt x="0" y="65804"/>
                </a:cubicBezTo>
                <a:close/>
                <a:moveTo>
                  <a:pt x="124744" y="27850"/>
                </a:moveTo>
                <a:lnTo>
                  <a:pt x="124744" y="42358"/>
                </a:lnTo>
                <a:lnTo>
                  <a:pt x="112309" y="42358"/>
                </a:lnTo>
                <a:lnTo>
                  <a:pt x="112309" y="70034"/>
                </a:lnTo>
                <a:cubicBezTo>
                  <a:pt x="112309" y="75640"/>
                  <a:pt x="112427" y="78906"/>
                  <a:pt x="112665" y="79833"/>
                </a:cubicBezTo>
                <a:cubicBezTo>
                  <a:pt x="112902" y="80758"/>
                  <a:pt x="113442" y="81523"/>
                  <a:pt x="114284" y="82128"/>
                </a:cubicBezTo>
                <a:cubicBezTo>
                  <a:pt x="115126" y="82731"/>
                  <a:pt x="116151" y="83033"/>
                  <a:pt x="117360" y="83033"/>
                </a:cubicBezTo>
                <a:cubicBezTo>
                  <a:pt x="119044" y="83033"/>
                  <a:pt x="121484" y="82450"/>
                  <a:pt x="124679" y="81284"/>
                </a:cubicBezTo>
                <a:lnTo>
                  <a:pt x="126234" y="95456"/>
                </a:lnTo>
                <a:cubicBezTo>
                  <a:pt x="122002" y="97277"/>
                  <a:pt x="117209" y="98188"/>
                  <a:pt x="111855" y="98188"/>
                </a:cubicBezTo>
                <a:cubicBezTo>
                  <a:pt x="108574" y="98188"/>
                  <a:pt x="105616" y="97638"/>
                  <a:pt x="102982" y="96537"/>
                </a:cubicBezTo>
                <a:cubicBezTo>
                  <a:pt x="100348" y="95436"/>
                  <a:pt x="98416" y="94011"/>
                  <a:pt x="97185" y="92262"/>
                </a:cubicBezTo>
                <a:cubicBezTo>
                  <a:pt x="95955" y="90513"/>
                  <a:pt x="95102" y="88149"/>
                  <a:pt x="94627" y="85170"/>
                </a:cubicBezTo>
                <a:cubicBezTo>
                  <a:pt x="94238" y="83054"/>
                  <a:pt x="94044" y="78779"/>
                  <a:pt x="94044" y="72346"/>
                </a:cubicBezTo>
                <a:lnTo>
                  <a:pt x="94044" y="42358"/>
                </a:lnTo>
                <a:lnTo>
                  <a:pt x="85689" y="42358"/>
                </a:lnTo>
                <a:lnTo>
                  <a:pt x="85689" y="27850"/>
                </a:lnTo>
                <a:lnTo>
                  <a:pt x="94044" y="27850"/>
                </a:lnTo>
                <a:lnTo>
                  <a:pt x="94044" y="14119"/>
                </a:lnTo>
                <a:lnTo>
                  <a:pt x="112309" y="3368"/>
                </a:lnTo>
                <a:lnTo>
                  <a:pt x="112309" y="27850"/>
                </a:lnTo>
                <a:lnTo>
                  <a:pt x="124744" y="27850"/>
                </a:lnTo>
                <a:close/>
                <a:moveTo>
                  <a:pt x="177205" y="74742"/>
                </a:moveTo>
                <a:lnTo>
                  <a:pt x="195340" y="77851"/>
                </a:lnTo>
                <a:cubicBezTo>
                  <a:pt x="193008" y="84479"/>
                  <a:pt x="189327" y="89526"/>
                  <a:pt x="184297" y="92991"/>
                </a:cubicBezTo>
                <a:cubicBezTo>
                  <a:pt x="179267" y="96456"/>
                  <a:pt x="172973" y="98188"/>
                  <a:pt x="165417" y="98188"/>
                </a:cubicBezTo>
                <a:cubicBezTo>
                  <a:pt x="153457" y="98188"/>
                  <a:pt x="144605" y="94281"/>
                  <a:pt x="138862" y="86465"/>
                </a:cubicBezTo>
                <a:cubicBezTo>
                  <a:pt x="134329" y="80204"/>
                  <a:pt x="132062" y="72303"/>
                  <a:pt x="132062" y="62760"/>
                </a:cubicBezTo>
                <a:cubicBezTo>
                  <a:pt x="132062" y="51361"/>
                  <a:pt x="135041" y="42434"/>
                  <a:pt x="141000" y="35979"/>
                </a:cubicBezTo>
                <a:cubicBezTo>
                  <a:pt x="146958" y="29523"/>
                  <a:pt x="154493" y="26296"/>
                  <a:pt x="163604" y="26296"/>
                </a:cubicBezTo>
                <a:cubicBezTo>
                  <a:pt x="173837" y="26296"/>
                  <a:pt x="181911" y="29675"/>
                  <a:pt x="187827" y="36432"/>
                </a:cubicBezTo>
                <a:cubicBezTo>
                  <a:pt x="193742" y="43189"/>
                  <a:pt x="196571" y="53542"/>
                  <a:pt x="196312" y="67488"/>
                </a:cubicBezTo>
                <a:lnTo>
                  <a:pt x="150715" y="67488"/>
                </a:lnTo>
                <a:cubicBezTo>
                  <a:pt x="150844" y="72886"/>
                  <a:pt x="152312" y="77085"/>
                  <a:pt x="155119" y="80086"/>
                </a:cubicBezTo>
                <a:cubicBezTo>
                  <a:pt x="157926" y="83087"/>
                  <a:pt x="161423" y="84587"/>
                  <a:pt x="165611" y="84587"/>
                </a:cubicBezTo>
                <a:cubicBezTo>
                  <a:pt x="168461" y="84587"/>
                  <a:pt x="170858" y="83810"/>
                  <a:pt x="172801" y="82255"/>
                </a:cubicBezTo>
                <a:cubicBezTo>
                  <a:pt x="174744" y="80701"/>
                  <a:pt x="176212" y="78197"/>
                  <a:pt x="177205" y="74742"/>
                </a:cubicBezTo>
                <a:moveTo>
                  <a:pt x="178241" y="56348"/>
                </a:moveTo>
                <a:cubicBezTo>
                  <a:pt x="178112" y="51102"/>
                  <a:pt x="176752" y="47113"/>
                  <a:pt x="174161" y="44382"/>
                </a:cubicBezTo>
                <a:cubicBezTo>
                  <a:pt x="171570" y="41651"/>
                  <a:pt x="168418" y="40286"/>
                  <a:pt x="164705" y="40286"/>
                </a:cubicBezTo>
                <a:cubicBezTo>
                  <a:pt x="160732" y="40286"/>
                  <a:pt x="157451" y="41726"/>
                  <a:pt x="154860" y="44607"/>
                </a:cubicBezTo>
                <a:cubicBezTo>
                  <a:pt x="152269" y="47489"/>
                  <a:pt x="150996" y="51403"/>
                  <a:pt x="151039" y="56348"/>
                </a:cubicBezTo>
                <a:lnTo>
                  <a:pt x="178241" y="56348"/>
                </a:lnTo>
                <a:close/>
                <a:moveTo>
                  <a:pt x="210605" y="27850"/>
                </a:moveTo>
                <a:lnTo>
                  <a:pt x="227574" y="27850"/>
                </a:lnTo>
                <a:lnTo>
                  <a:pt x="227574" y="37954"/>
                </a:lnTo>
                <a:cubicBezTo>
                  <a:pt x="229776" y="34500"/>
                  <a:pt x="232756" y="31693"/>
                  <a:pt x="236512" y="29534"/>
                </a:cubicBezTo>
                <a:cubicBezTo>
                  <a:pt x="240269" y="27375"/>
                  <a:pt x="244435" y="26296"/>
                  <a:pt x="249012" y="26296"/>
                </a:cubicBezTo>
                <a:cubicBezTo>
                  <a:pt x="257000" y="26296"/>
                  <a:pt x="263779" y="29426"/>
                  <a:pt x="269349" y="35687"/>
                </a:cubicBezTo>
                <a:cubicBezTo>
                  <a:pt x="274919" y="41948"/>
                  <a:pt x="277705" y="50670"/>
                  <a:pt x="277705" y="61853"/>
                </a:cubicBezTo>
                <a:cubicBezTo>
                  <a:pt x="277705" y="73339"/>
                  <a:pt x="274898" y="82266"/>
                  <a:pt x="269285" y="88635"/>
                </a:cubicBezTo>
                <a:cubicBezTo>
                  <a:pt x="263671" y="95004"/>
                  <a:pt x="256871" y="98188"/>
                  <a:pt x="248883" y="98188"/>
                </a:cubicBezTo>
                <a:cubicBezTo>
                  <a:pt x="245083" y="98188"/>
                  <a:pt x="241640" y="97433"/>
                  <a:pt x="238552" y="95921"/>
                </a:cubicBezTo>
                <a:cubicBezTo>
                  <a:pt x="235465" y="94410"/>
                  <a:pt x="232216" y="91819"/>
                  <a:pt x="228805" y="88149"/>
                </a:cubicBezTo>
                <a:lnTo>
                  <a:pt x="228805" y="122800"/>
                </a:lnTo>
                <a:lnTo>
                  <a:pt x="210605" y="122800"/>
                </a:lnTo>
                <a:lnTo>
                  <a:pt x="210605" y="27850"/>
                </a:lnTo>
                <a:moveTo>
                  <a:pt x="228610" y="61046"/>
                </a:moveTo>
                <a:cubicBezTo>
                  <a:pt x="228610" y="68763"/>
                  <a:pt x="230143" y="74464"/>
                  <a:pt x="233209" y="78151"/>
                </a:cubicBezTo>
                <a:cubicBezTo>
                  <a:pt x="236275" y="81837"/>
                  <a:pt x="240010" y="83680"/>
                  <a:pt x="244414" y="83680"/>
                </a:cubicBezTo>
                <a:cubicBezTo>
                  <a:pt x="248645" y="83680"/>
                  <a:pt x="252164" y="81988"/>
                  <a:pt x="254971" y="78604"/>
                </a:cubicBezTo>
                <a:cubicBezTo>
                  <a:pt x="257778" y="75220"/>
                  <a:pt x="259181" y="69669"/>
                  <a:pt x="259181" y="61951"/>
                </a:cubicBezTo>
                <a:cubicBezTo>
                  <a:pt x="259181" y="54751"/>
                  <a:pt x="257734" y="49404"/>
                  <a:pt x="254841" y="45912"/>
                </a:cubicBezTo>
                <a:cubicBezTo>
                  <a:pt x="251948" y="42420"/>
                  <a:pt x="248365" y="40674"/>
                  <a:pt x="244090" y="40674"/>
                </a:cubicBezTo>
                <a:cubicBezTo>
                  <a:pt x="239643" y="40674"/>
                  <a:pt x="235951" y="42388"/>
                  <a:pt x="233015" y="45815"/>
                </a:cubicBezTo>
                <a:cubicBezTo>
                  <a:pt x="230078" y="49243"/>
                  <a:pt x="228610" y="54319"/>
                  <a:pt x="228610" y="61046"/>
                </a:cubicBezTo>
                <a:close/>
                <a:moveTo>
                  <a:pt x="324511" y="71439"/>
                </a:moveTo>
                <a:lnTo>
                  <a:pt x="342128" y="69302"/>
                </a:lnTo>
                <a:cubicBezTo>
                  <a:pt x="342689" y="73792"/>
                  <a:pt x="344201" y="77225"/>
                  <a:pt x="346662" y="79600"/>
                </a:cubicBezTo>
                <a:cubicBezTo>
                  <a:pt x="349123" y="81975"/>
                  <a:pt x="352102" y="83162"/>
                  <a:pt x="355600" y="83162"/>
                </a:cubicBezTo>
                <a:cubicBezTo>
                  <a:pt x="359356" y="83162"/>
                  <a:pt x="362519" y="81737"/>
                  <a:pt x="365088" y="78887"/>
                </a:cubicBezTo>
                <a:cubicBezTo>
                  <a:pt x="367657" y="76038"/>
                  <a:pt x="368942" y="72195"/>
                  <a:pt x="368942" y="67359"/>
                </a:cubicBezTo>
                <a:cubicBezTo>
                  <a:pt x="368942" y="62782"/>
                  <a:pt x="367711" y="59155"/>
                  <a:pt x="365250" y="56478"/>
                </a:cubicBezTo>
                <a:cubicBezTo>
                  <a:pt x="362789" y="53801"/>
                  <a:pt x="359788" y="52462"/>
                  <a:pt x="356247" y="52462"/>
                </a:cubicBezTo>
                <a:cubicBezTo>
                  <a:pt x="353916" y="52462"/>
                  <a:pt x="351131" y="52915"/>
                  <a:pt x="347892" y="53822"/>
                </a:cubicBezTo>
                <a:lnTo>
                  <a:pt x="349900" y="39120"/>
                </a:lnTo>
                <a:cubicBezTo>
                  <a:pt x="354823" y="39249"/>
                  <a:pt x="358579" y="38184"/>
                  <a:pt x="361170" y="35924"/>
                </a:cubicBezTo>
                <a:cubicBezTo>
                  <a:pt x="363761" y="33662"/>
                  <a:pt x="365056" y="30659"/>
                  <a:pt x="365056" y="26913"/>
                </a:cubicBezTo>
                <a:cubicBezTo>
                  <a:pt x="365056" y="23727"/>
                  <a:pt x="364106" y="21187"/>
                  <a:pt x="362206" y="19293"/>
                </a:cubicBezTo>
                <a:cubicBezTo>
                  <a:pt x="360306" y="17398"/>
                  <a:pt x="357780" y="16451"/>
                  <a:pt x="354628" y="16451"/>
                </a:cubicBezTo>
                <a:cubicBezTo>
                  <a:pt x="351519" y="16451"/>
                  <a:pt x="348864" y="17531"/>
                  <a:pt x="346662" y="19689"/>
                </a:cubicBezTo>
                <a:cubicBezTo>
                  <a:pt x="344460" y="21848"/>
                  <a:pt x="343121" y="25000"/>
                  <a:pt x="342646" y="29146"/>
                </a:cubicBezTo>
                <a:lnTo>
                  <a:pt x="325871" y="26296"/>
                </a:lnTo>
                <a:cubicBezTo>
                  <a:pt x="327037" y="20509"/>
                  <a:pt x="328797" y="15885"/>
                  <a:pt x="331150" y="12425"/>
                </a:cubicBezTo>
                <a:cubicBezTo>
                  <a:pt x="333503" y="8966"/>
                  <a:pt x="336785" y="6246"/>
                  <a:pt x="340995" y="4267"/>
                </a:cubicBezTo>
                <a:cubicBezTo>
                  <a:pt x="345205" y="2286"/>
                  <a:pt x="349922" y="1295"/>
                  <a:pt x="355146" y="1295"/>
                </a:cubicBezTo>
                <a:cubicBezTo>
                  <a:pt x="364084" y="1295"/>
                  <a:pt x="371252" y="4149"/>
                  <a:pt x="376649" y="9857"/>
                </a:cubicBezTo>
                <a:cubicBezTo>
                  <a:pt x="381097" y="14528"/>
                  <a:pt x="383320" y="19804"/>
                  <a:pt x="383320" y="25685"/>
                </a:cubicBezTo>
                <a:cubicBezTo>
                  <a:pt x="383320" y="34030"/>
                  <a:pt x="378765" y="40690"/>
                  <a:pt x="369654" y="45663"/>
                </a:cubicBezTo>
                <a:cubicBezTo>
                  <a:pt x="375095" y="46829"/>
                  <a:pt x="379445" y="49442"/>
                  <a:pt x="382705" y="53500"/>
                </a:cubicBezTo>
                <a:cubicBezTo>
                  <a:pt x="385965" y="57559"/>
                  <a:pt x="387595" y="62460"/>
                  <a:pt x="387595" y="68203"/>
                </a:cubicBezTo>
                <a:cubicBezTo>
                  <a:pt x="387595" y="76535"/>
                  <a:pt x="384551" y="83637"/>
                  <a:pt x="378463" y="89509"/>
                </a:cubicBezTo>
                <a:cubicBezTo>
                  <a:pt x="372375" y="95382"/>
                  <a:pt x="364797" y="98318"/>
                  <a:pt x="355729" y="98318"/>
                </a:cubicBezTo>
                <a:cubicBezTo>
                  <a:pt x="347137" y="98318"/>
                  <a:pt x="340012" y="95840"/>
                  <a:pt x="334356" y="90884"/>
                </a:cubicBezTo>
                <a:cubicBezTo>
                  <a:pt x="328699" y="85928"/>
                  <a:pt x="325418" y="79446"/>
                  <a:pt x="324511" y="714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Step4">
            <a:extLst xmlns:a="http://schemas.openxmlformats.org/drawingml/2006/main">
              <a:ext uri="{FF2B5EF4-FFF2-40B4-BE49-F238E27FC236}">
                <a16:creationId xmlns:a16="http://schemas.microsoft.com/office/drawing/2014/main" id="{D4774B73-015C-467D-BC1D-C14B90C9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883" y="1037013"/>
            <a:ext cx="390251" cy="122800"/>
          </a:xfrm>
          <a:custGeom xmlns:a="http://schemas.openxmlformats.org/drawingml/2006/main">
            <a:pathLst>
              <a:path w="390251" h="122800">
                <a:moveTo>
                  <a:pt x="0" y="65804"/>
                </a:moveTo>
                <a:lnTo>
                  <a:pt x="18653" y="63991"/>
                </a:lnTo>
                <a:cubicBezTo>
                  <a:pt x="19776" y="70275"/>
                  <a:pt x="22054" y="74890"/>
                  <a:pt x="25486" y="77837"/>
                </a:cubicBezTo>
                <a:cubicBezTo>
                  <a:pt x="28919" y="80783"/>
                  <a:pt x="33550" y="82255"/>
                  <a:pt x="39379" y="82255"/>
                </a:cubicBezTo>
                <a:cubicBezTo>
                  <a:pt x="45553" y="82255"/>
                  <a:pt x="50206" y="80945"/>
                  <a:pt x="53336" y="78325"/>
                </a:cubicBezTo>
                <a:cubicBezTo>
                  <a:pt x="56467" y="75704"/>
                  <a:pt x="58032" y="72639"/>
                  <a:pt x="58032" y="69130"/>
                </a:cubicBezTo>
                <a:cubicBezTo>
                  <a:pt x="58032" y="66878"/>
                  <a:pt x="57374" y="64962"/>
                  <a:pt x="56057" y="63382"/>
                </a:cubicBezTo>
                <a:cubicBezTo>
                  <a:pt x="54740" y="61800"/>
                  <a:pt x="52440" y="60424"/>
                  <a:pt x="49159" y="59255"/>
                </a:cubicBezTo>
                <a:cubicBezTo>
                  <a:pt x="46914" y="58476"/>
                  <a:pt x="41797" y="57092"/>
                  <a:pt x="33809" y="55101"/>
                </a:cubicBezTo>
                <a:cubicBezTo>
                  <a:pt x="23532" y="52548"/>
                  <a:pt x="16322" y="49411"/>
                  <a:pt x="12176" y="45690"/>
                </a:cubicBezTo>
                <a:cubicBezTo>
                  <a:pt x="6347" y="40454"/>
                  <a:pt x="3433" y="34073"/>
                  <a:pt x="3433" y="26545"/>
                </a:cubicBezTo>
                <a:cubicBezTo>
                  <a:pt x="3433" y="21699"/>
                  <a:pt x="4804" y="17168"/>
                  <a:pt x="7545" y="12950"/>
                </a:cubicBezTo>
                <a:cubicBezTo>
                  <a:pt x="10287" y="8730"/>
                  <a:pt x="14238" y="5517"/>
                  <a:pt x="19398" y="3311"/>
                </a:cubicBezTo>
                <a:cubicBezTo>
                  <a:pt x="24558" y="1104"/>
                  <a:pt x="30786" y="0"/>
                  <a:pt x="38084" y="0"/>
                </a:cubicBezTo>
                <a:cubicBezTo>
                  <a:pt x="50001" y="0"/>
                  <a:pt x="58971" y="2624"/>
                  <a:pt x="64995" y="7873"/>
                </a:cubicBezTo>
                <a:cubicBezTo>
                  <a:pt x="71018" y="13121"/>
                  <a:pt x="74181" y="20125"/>
                  <a:pt x="74483" y="28887"/>
                </a:cubicBezTo>
                <a:lnTo>
                  <a:pt x="55312" y="29664"/>
                </a:lnTo>
                <a:cubicBezTo>
                  <a:pt x="54491" y="24785"/>
                  <a:pt x="52732" y="21276"/>
                  <a:pt x="50033" y="19139"/>
                </a:cubicBezTo>
                <a:cubicBezTo>
                  <a:pt x="47335" y="17002"/>
                  <a:pt x="43287" y="15933"/>
                  <a:pt x="37889" y="15933"/>
                </a:cubicBezTo>
                <a:cubicBezTo>
                  <a:pt x="32319" y="15933"/>
                  <a:pt x="27958" y="17078"/>
                  <a:pt x="24806" y="19368"/>
                </a:cubicBezTo>
                <a:cubicBezTo>
                  <a:pt x="22777" y="20836"/>
                  <a:pt x="21762" y="22801"/>
                  <a:pt x="21762" y="25264"/>
                </a:cubicBezTo>
                <a:cubicBezTo>
                  <a:pt x="21762" y="27510"/>
                  <a:pt x="22712" y="29432"/>
                  <a:pt x="24612" y="31030"/>
                </a:cubicBezTo>
                <a:cubicBezTo>
                  <a:pt x="27030" y="33061"/>
                  <a:pt x="32902" y="35179"/>
                  <a:pt x="42229" y="37385"/>
                </a:cubicBezTo>
                <a:cubicBezTo>
                  <a:pt x="51555" y="39591"/>
                  <a:pt x="58453" y="41874"/>
                  <a:pt x="62922" y="44232"/>
                </a:cubicBezTo>
                <a:cubicBezTo>
                  <a:pt x="67391" y="46590"/>
                  <a:pt x="70889" y="49813"/>
                  <a:pt x="73415" y="53901"/>
                </a:cubicBezTo>
                <a:cubicBezTo>
                  <a:pt x="75940" y="57988"/>
                  <a:pt x="77203" y="63039"/>
                  <a:pt x="77203" y="69053"/>
                </a:cubicBezTo>
                <a:cubicBezTo>
                  <a:pt x="77203" y="74503"/>
                  <a:pt x="75692" y="79607"/>
                  <a:pt x="72670" y="84366"/>
                </a:cubicBezTo>
                <a:cubicBezTo>
                  <a:pt x="69647" y="89125"/>
                  <a:pt x="65373" y="92662"/>
                  <a:pt x="59846" y="94976"/>
                </a:cubicBezTo>
                <a:cubicBezTo>
                  <a:pt x="54319" y="97290"/>
                  <a:pt x="47432" y="98447"/>
                  <a:pt x="39185" y="98447"/>
                </a:cubicBezTo>
                <a:cubicBezTo>
                  <a:pt x="27181" y="98447"/>
                  <a:pt x="17962" y="95668"/>
                  <a:pt x="11529" y="90108"/>
                </a:cubicBezTo>
                <a:cubicBezTo>
                  <a:pt x="5095" y="84549"/>
                  <a:pt x="1252" y="76448"/>
                  <a:pt x="0" y="65804"/>
                </a:cubicBezTo>
                <a:close/>
                <a:moveTo>
                  <a:pt x="124744" y="27850"/>
                </a:moveTo>
                <a:lnTo>
                  <a:pt x="124744" y="42358"/>
                </a:lnTo>
                <a:lnTo>
                  <a:pt x="112309" y="42358"/>
                </a:lnTo>
                <a:lnTo>
                  <a:pt x="112309" y="70034"/>
                </a:lnTo>
                <a:cubicBezTo>
                  <a:pt x="112309" y="75640"/>
                  <a:pt x="112427" y="78906"/>
                  <a:pt x="112665" y="79833"/>
                </a:cubicBezTo>
                <a:cubicBezTo>
                  <a:pt x="112902" y="80758"/>
                  <a:pt x="113442" y="81523"/>
                  <a:pt x="114284" y="82128"/>
                </a:cubicBezTo>
                <a:cubicBezTo>
                  <a:pt x="115126" y="82731"/>
                  <a:pt x="116151" y="83033"/>
                  <a:pt x="117360" y="83033"/>
                </a:cubicBezTo>
                <a:cubicBezTo>
                  <a:pt x="119044" y="83033"/>
                  <a:pt x="121484" y="82450"/>
                  <a:pt x="124679" y="81284"/>
                </a:cubicBezTo>
                <a:lnTo>
                  <a:pt x="126234" y="95456"/>
                </a:lnTo>
                <a:cubicBezTo>
                  <a:pt x="122002" y="97277"/>
                  <a:pt x="117209" y="98188"/>
                  <a:pt x="111855" y="98188"/>
                </a:cubicBezTo>
                <a:cubicBezTo>
                  <a:pt x="108574" y="98188"/>
                  <a:pt x="105616" y="97638"/>
                  <a:pt x="102982" y="96537"/>
                </a:cubicBezTo>
                <a:cubicBezTo>
                  <a:pt x="100348" y="95436"/>
                  <a:pt x="98416" y="94011"/>
                  <a:pt x="97185" y="92262"/>
                </a:cubicBezTo>
                <a:cubicBezTo>
                  <a:pt x="95955" y="90513"/>
                  <a:pt x="95102" y="88149"/>
                  <a:pt x="94627" y="85170"/>
                </a:cubicBezTo>
                <a:cubicBezTo>
                  <a:pt x="94238" y="83054"/>
                  <a:pt x="94044" y="78779"/>
                  <a:pt x="94044" y="72346"/>
                </a:cubicBezTo>
                <a:lnTo>
                  <a:pt x="94044" y="42358"/>
                </a:lnTo>
                <a:lnTo>
                  <a:pt x="85689" y="42358"/>
                </a:lnTo>
                <a:lnTo>
                  <a:pt x="85689" y="27850"/>
                </a:lnTo>
                <a:lnTo>
                  <a:pt x="94044" y="27850"/>
                </a:lnTo>
                <a:lnTo>
                  <a:pt x="94044" y="14119"/>
                </a:lnTo>
                <a:lnTo>
                  <a:pt x="112309" y="3368"/>
                </a:lnTo>
                <a:lnTo>
                  <a:pt x="112309" y="27850"/>
                </a:lnTo>
                <a:lnTo>
                  <a:pt x="124744" y="27850"/>
                </a:lnTo>
                <a:close/>
                <a:moveTo>
                  <a:pt x="177205" y="74742"/>
                </a:moveTo>
                <a:lnTo>
                  <a:pt x="195340" y="77851"/>
                </a:lnTo>
                <a:cubicBezTo>
                  <a:pt x="193008" y="84479"/>
                  <a:pt x="189327" y="89526"/>
                  <a:pt x="184297" y="92991"/>
                </a:cubicBezTo>
                <a:cubicBezTo>
                  <a:pt x="179267" y="96456"/>
                  <a:pt x="172973" y="98188"/>
                  <a:pt x="165417" y="98188"/>
                </a:cubicBezTo>
                <a:cubicBezTo>
                  <a:pt x="153457" y="98188"/>
                  <a:pt x="144605" y="94281"/>
                  <a:pt x="138862" y="86465"/>
                </a:cubicBezTo>
                <a:cubicBezTo>
                  <a:pt x="134329" y="80204"/>
                  <a:pt x="132062" y="72303"/>
                  <a:pt x="132062" y="62760"/>
                </a:cubicBezTo>
                <a:cubicBezTo>
                  <a:pt x="132062" y="51361"/>
                  <a:pt x="135041" y="42434"/>
                  <a:pt x="141000" y="35979"/>
                </a:cubicBezTo>
                <a:cubicBezTo>
                  <a:pt x="146958" y="29523"/>
                  <a:pt x="154493" y="26296"/>
                  <a:pt x="163604" y="26296"/>
                </a:cubicBezTo>
                <a:cubicBezTo>
                  <a:pt x="173837" y="26296"/>
                  <a:pt x="181911" y="29675"/>
                  <a:pt x="187827" y="36432"/>
                </a:cubicBezTo>
                <a:cubicBezTo>
                  <a:pt x="193742" y="43189"/>
                  <a:pt x="196571" y="53542"/>
                  <a:pt x="196312" y="67488"/>
                </a:cubicBezTo>
                <a:lnTo>
                  <a:pt x="150715" y="67488"/>
                </a:lnTo>
                <a:cubicBezTo>
                  <a:pt x="150844" y="72886"/>
                  <a:pt x="152312" y="77085"/>
                  <a:pt x="155119" y="80086"/>
                </a:cubicBezTo>
                <a:cubicBezTo>
                  <a:pt x="157926" y="83087"/>
                  <a:pt x="161423" y="84587"/>
                  <a:pt x="165611" y="84587"/>
                </a:cubicBezTo>
                <a:cubicBezTo>
                  <a:pt x="168461" y="84587"/>
                  <a:pt x="170858" y="83810"/>
                  <a:pt x="172801" y="82255"/>
                </a:cubicBezTo>
                <a:cubicBezTo>
                  <a:pt x="174744" y="80701"/>
                  <a:pt x="176212" y="78197"/>
                  <a:pt x="177205" y="74742"/>
                </a:cubicBezTo>
                <a:moveTo>
                  <a:pt x="178241" y="56348"/>
                </a:moveTo>
                <a:cubicBezTo>
                  <a:pt x="178112" y="51102"/>
                  <a:pt x="176752" y="47113"/>
                  <a:pt x="174161" y="44382"/>
                </a:cubicBezTo>
                <a:cubicBezTo>
                  <a:pt x="171570" y="41651"/>
                  <a:pt x="168418" y="40286"/>
                  <a:pt x="164705" y="40286"/>
                </a:cubicBezTo>
                <a:cubicBezTo>
                  <a:pt x="160732" y="40286"/>
                  <a:pt x="157451" y="41726"/>
                  <a:pt x="154860" y="44607"/>
                </a:cubicBezTo>
                <a:cubicBezTo>
                  <a:pt x="152269" y="47489"/>
                  <a:pt x="150996" y="51403"/>
                  <a:pt x="151039" y="56348"/>
                </a:cubicBezTo>
                <a:lnTo>
                  <a:pt x="178241" y="56348"/>
                </a:lnTo>
                <a:close/>
                <a:moveTo>
                  <a:pt x="210605" y="27850"/>
                </a:moveTo>
                <a:lnTo>
                  <a:pt x="227574" y="27850"/>
                </a:lnTo>
                <a:lnTo>
                  <a:pt x="227574" y="37954"/>
                </a:lnTo>
                <a:cubicBezTo>
                  <a:pt x="229776" y="34500"/>
                  <a:pt x="232756" y="31693"/>
                  <a:pt x="236512" y="29534"/>
                </a:cubicBezTo>
                <a:cubicBezTo>
                  <a:pt x="240269" y="27375"/>
                  <a:pt x="244435" y="26296"/>
                  <a:pt x="249012" y="26296"/>
                </a:cubicBezTo>
                <a:cubicBezTo>
                  <a:pt x="257000" y="26296"/>
                  <a:pt x="263779" y="29426"/>
                  <a:pt x="269349" y="35687"/>
                </a:cubicBezTo>
                <a:cubicBezTo>
                  <a:pt x="274919" y="41948"/>
                  <a:pt x="277705" y="50670"/>
                  <a:pt x="277705" y="61853"/>
                </a:cubicBezTo>
                <a:cubicBezTo>
                  <a:pt x="277705" y="73339"/>
                  <a:pt x="274898" y="82266"/>
                  <a:pt x="269285" y="88635"/>
                </a:cubicBezTo>
                <a:cubicBezTo>
                  <a:pt x="263671" y="95004"/>
                  <a:pt x="256871" y="98188"/>
                  <a:pt x="248883" y="98188"/>
                </a:cubicBezTo>
                <a:cubicBezTo>
                  <a:pt x="245083" y="98188"/>
                  <a:pt x="241640" y="97433"/>
                  <a:pt x="238552" y="95921"/>
                </a:cubicBezTo>
                <a:cubicBezTo>
                  <a:pt x="235465" y="94410"/>
                  <a:pt x="232216" y="91819"/>
                  <a:pt x="228805" y="88149"/>
                </a:cubicBezTo>
                <a:lnTo>
                  <a:pt x="228805" y="122800"/>
                </a:lnTo>
                <a:lnTo>
                  <a:pt x="210605" y="122800"/>
                </a:lnTo>
                <a:lnTo>
                  <a:pt x="210605" y="27850"/>
                </a:lnTo>
                <a:moveTo>
                  <a:pt x="228610" y="61046"/>
                </a:moveTo>
                <a:cubicBezTo>
                  <a:pt x="228610" y="68763"/>
                  <a:pt x="230143" y="74464"/>
                  <a:pt x="233209" y="78151"/>
                </a:cubicBezTo>
                <a:cubicBezTo>
                  <a:pt x="236275" y="81837"/>
                  <a:pt x="240010" y="83680"/>
                  <a:pt x="244414" y="83680"/>
                </a:cubicBezTo>
                <a:cubicBezTo>
                  <a:pt x="248645" y="83680"/>
                  <a:pt x="252164" y="81988"/>
                  <a:pt x="254971" y="78604"/>
                </a:cubicBezTo>
                <a:cubicBezTo>
                  <a:pt x="257778" y="75220"/>
                  <a:pt x="259181" y="69669"/>
                  <a:pt x="259181" y="61951"/>
                </a:cubicBezTo>
                <a:cubicBezTo>
                  <a:pt x="259181" y="54751"/>
                  <a:pt x="257734" y="49404"/>
                  <a:pt x="254841" y="45912"/>
                </a:cubicBezTo>
                <a:cubicBezTo>
                  <a:pt x="251948" y="42420"/>
                  <a:pt x="248365" y="40674"/>
                  <a:pt x="244090" y="40674"/>
                </a:cubicBezTo>
                <a:cubicBezTo>
                  <a:pt x="239643" y="40674"/>
                  <a:pt x="235951" y="42388"/>
                  <a:pt x="233015" y="45815"/>
                </a:cubicBezTo>
                <a:cubicBezTo>
                  <a:pt x="230078" y="49243"/>
                  <a:pt x="228610" y="54319"/>
                  <a:pt x="228610" y="61046"/>
                </a:cubicBezTo>
                <a:close/>
                <a:moveTo>
                  <a:pt x="360846" y="96634"/>
                </a:moveTo>
                <a:lnTo>
                  <a:pt x="360846" y="77463"/>
                </a:lnTo>
                <a:lnTo>
                  <a:pt x="321985" y="77463"/>
                </a:lnTo>
                <a:lnTo>
                  <a:pt x="321985" y="61594"/>
                </a:lnTo>
                <a:lnTo>
                  <a:pt x="363178" y="1295"/>
                </a:lnTo>
                <a:lnTo>
                  <a:pt x="378463" y="1295"/>
                </a:lnTo>
                <a:lnTo>
                  <a:pt x="378463" y="61530"/>
                </a:lnTo>
                <a:lnTo>
                  <a:pt x="390251" y="61530"/>
                </a:lnTo>
                <a:lnTo>
                  <a:pt x="390251" y="77463"/>
                </a:lnTo>
                <a:lnTo>
                  <a:pt x="378463" y="77463"/>
                </a:lnTo>
                <a:lnTo>
                  <a:pt x="378463" y="96634"/>
                </a:lnTo>
                <a:lnTo>
                  <a:pt x="360846" y="96634"/>
                </a:lnTo>
                <a:moveTo>
                  <a:pt x="360846" y="61530"/>
                </a:moveTo>
                <a:lnTo>
                  <a:pt x="360846" y="29117"/>
                </a:lnTo>
                <a:lnTo>
                  <a:pt x="339019" y="61530"/>
                </a:lnTo>
                <a:lnTo>
                  <a:pt x="360846" y="615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04F6A-5CC1-46D4-B651-7B1F784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678" y="844671"/>
            <a:ext cx="4737316" cy="378985"/>
          </a:xfrm>
          <a:custGeom xmlns:a="http://schemas.openxmlformats.org/drawingml/2006/main">
            <a:pathLst>
              <a:path w="4737316" h="378985">
                <a:moveTo>
                  <a:pt x="0" y="0"/>
                </a:moveTo>
                <a:lnTo>
                  <a:pt x="4737316" y="0"/>
                </a:lnTo>
                <a:lnTo>
                  <a:pt x="4737316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6A380-D675-42F6-844A-09545B67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678" y="844671"/>
            <a:ext cx="4737316" cy="378985"/>
          </a:xfrm>
          <a:custGeom xmlns:a="http://schemas.openxmlformats.org/drawingml/2006/main">
            <a:pathLst>
              <a:path w="4737316" h="378985" fill="none">
                <a:moveTo>
                  <a:pt x="0" y="0"/>
                </a:moveTo>
                <a:lnTo>
                  <a:pt x="4737316" y="0"/>
                </a:lnTo>
                <a:lnTo>
                  <a:pt x="4737316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6B454-9113-46CB-A7DE-ADCD605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729" y="816247"/>
            <a:ext cx="4737316" cy="378985"/>
          </a:xfrm>
          <a:custGeom xmlns:a="http://schemas.openxmlformats.org/drawingml/2006/main">
            <a:pathLst>
              <a:path w="4737316" h="378985">
                <a:moveTo>
                  <a:pt x="0" y="0"/>
                </a:moveTo>
                <a:lnTo>
                  <a:pt x="4737316" y="0"/>
                </a:lnTo>
                <a:lnTo>
                  <a:pt x="4737316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E760E-A75B-4D4A-8457-414F2224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729" y="816247"/>
            <a:ext cx="4737316" cy="378985"/>
          </a:xfrm>
          <a:custGeom xmlns:a="http://schemas.openxmlformats.org/drawingml/2006/main">
            <a:pathLst>
              <a:path w="4737316" h="378985" fill="none">
                <a:moveTo>
                  <a:pt x="0" y="0"/>
                </a:moveTo>
                <a:lnTo>
                  <a:pt x="4737316" y="0"/>
                </a:lnTo>
                <a:lnTo>
                  <a:pt x="4737316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86" name="Text Step5:AtomicityCheck&amp;Termination">
            <a:extLst xmlns:a="http://schemas.openxmlformats.org/drawingml/2006/main">
              <a:ext uri="{FF2B5EF4-FFF2-40B4-BE49-F238E27FC236}">
                <a16:creationId xmlns:a16="http://schemas.microsoft.com/office/drawing/2014/main" id="{09D5A6B1-8947-4FAB-98FD-C3F76226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485" y="951742"/>
            <a:ext cx="2423315" cy="124614"/>
          </a:xfrm>
          <a:custGeom xmlns:a="http://schemas.openxmlformats.org/drawingml/2006/main">
            <a:pathLst>
              <a:path w="2423315" h="124614">
                <a:moveTo>
                  <a:pt x="0" y="65804"/>
                </a:moveTo>
                <a:lnTo>
                  <a:pt x="18653" y="63991"/>
                </a:lnTo>
                <a:cubicBezTo>
                  <a:pt x="19776" y="70275"/>
                  <a:pt x="22054" y="74890"/>
                  <a:pt x="25486" y="77837"/>
                </a:cubicBezTo>
                <a:cubicBezTo>
                  <a:pt x="28919" y="80783"/>
                  <a:pt x="33550" y="82255"/>
                  <a:pt x="39379" y="82255"/>
                </a:cubicBezTo>
                <a:cubicBezTo>
                  <a:pt x="45553" y="82255"/>
                  <a:pt x="50206" y="80945"/>
                  <a:pt x="53336" y="78325"/>
                </a:cubicBezTo>
                <a:cubicBezTo>
                  <a:pt x="56467" y="75704"/>
                  <a:pt x="58032" y="72639"/>
                  <a:pt x="58032" y="69130"/>
                </a:cubicBezTo>
                <a:cubicBezTo>
                  <a:pt x="58032" y="66878"/>
                  <a:pt x="57374" y="64962"/>
                  <a:pt x="56057" y="63382"/>
                </a:cubicBezTo>
                <a:cubicBezTo>
                  <a:pt x="54740" y="61800"/>
                  <a:pt x="52440" y="60424"/>
                  <a:pt x="49159" y="59255"/>
                </a:cubicBezTo>
                <a:cubicBezTo>
                  <a:pt x="46914" y="58476"/>
                  <a:pt x="41797" y="57092"/>
                  <a:pt x="33809" y="55101"/>
                </a:cubicBezTo>
                <a:cubicBezTo>
                  <a:pt x="23532" y="52548"/>
                  <a:pt x="16322" y="49411"/>
                  <a:pt x="12176" y="45690"/>
                </a:cubicBezTo>
                <a:cubicBezTo>
                  <a:pt x="6347" y="40454"/>
                  <a:pt x="3433" y="34073"/>
                  <a:pt x="3433" y="26545"/>
                </a:cubicBezTo>
                <a:cubicBezTo>
                  <a:pt x="3433" y="21699"/>
                  <a:pt x="4804" y="17168"/>
                  <a:pt x="7545" y="12950"/>
                </a:cubicBezTo>
                <a:cubicBezTo>
                  <a:pt x="10287" y="8730"/>
                  <a:pt x="14238" y="5517"/>
                  <a:pt x="19398" y="3311"/>
                </a:cubicBezTo>
                <a:cubicBezTo>
                  <a:pt x="24558" y="1104"/>
                  <a:pt x="30786" y="0"/>
                  <a:pt x="38084" y="0"/>
                </a:cubicBezTo>
                <a:cubicBezTo>
                  <a:pt x="50001" y="0"/>
                  <a:pt x="58971" y="2624"/>
                  <a:pt x="64995" y="7873"/>
                </a:cubicBezTo>
                <a:cubicBezTo>
                  <a:pt x="71018" y="13121"/>
                  <a:pt x="74181" y="20125"/>
                  <a:pt x="74483" y="28887"/>
                </a:cubicBezTo>
                <a:lnTo>
                  <a:pt x="55312" y="29664"/>
                </a:lnTo>
                <a:cubicBezTo>
                  <a:pt x="54491" y="24785"/>
                  <a:pt x="52732" y="21276"/>
                  <a:pt x="50033" y="19139"/>
                </a:cubicBezTo>
                <a:cubicBezTo>
                  <a:pt x="47335" y="17002"/>
                  <a:pt x="43287" y="15933"/>
                  <a:pt x="37889" y="15933"/>
                </a:cubicBezTo>
                <a:cubicBezTo>
                  <a:pt x="32319" y="15933"/>
                  <a:pt x="27958" y="17078"/>
                  <a:pt x="24806" y="19368"/>
                </a:cubicBezTo>
                <a:cubicBezTo>
                  <a:pt x="22777" y="20836"/>
                  <a:pt x="21762" y="22801"/>
                  <a:pt x="21762" y="25264"/>
                </a:cubicBezTo>
                <a:cubicBezTo>
                  <a:pt x="21762" y="27510"/>
                  <a:pt x="22712" y="29432"/>
                  <a:pt x="24612" y="31030"/>
                </a:cubicBezTo>
                <a:cubicBezTo>
                  <a:pt x="27030" y="33061"/>
                  <a:pt x="32902" y="35179"/>
                  <a:pt x="42229" y="37385"/>
                </a:cubicBezTo>
                <a:cubicBezTo>
                  <a:pt x="51555" y="39591"/>
                  <a:pt x="58453" y="41874"/>
                  <a:pt x="62922" y="44232"/>
                </a:cubicBezTo>
                <a:cubicBezTo>
                  <a:pt x="67391" y="46590"/>
                  <a:pt x="70889" y="49813"/>
                  <a:pt x="73415" y="53901"/>
                </a:cubicBezTo>
                <a:cubicBezTo>
                  <a:pt x="75940" y="57988"/>
                  <a:pt x="77203" y="63039"/>
                  <a:pt x="77203" y="69053"/>
                </a:cubicBezTo>
                <a:cubicBezTo>
                  <a:pt x="77203" y="74503"/>
                  <a:pt x="75692" y="79607"/>
                  <a:pt x="72670" y="84366"/>
                </a:cubicBezTo>
                <a:cubicBezTo>
                  <a:pt x="69647" y="89125"/>
                  <a:pt x="65373" y="92662"/>
                  <a:pt x="59846" y="94976"/>
                </a:cubicBezTo>
                <a:cubicBezTo>
                  <a:pt x="54319" y="97290"/>
                  <a:pt x="47432" y="98447"/>
                  <a:pt x="39185" y="98447"/>
                </a:cubicBezTo>
                <a:cubicBezTo>
                  <a:pt x="27181" y="98447"/>
                  <a:pt x="17962" y="95668"/>
                  <a:pt x="11529" y="90108"/>
                </a:cubicBezTo>
                <a:cubicBezTo>
                  <a:pt x="5095" y="84549"/>
                  <a:pt x="1252" y="76448"/>
                  <a:pt x="0" y="65804"/>
                </a:cubicBezTo>
                <a:close/>
                <a:moveTo>
                  <a:pt x="124744" y="27850"/>
                </a:moveTo>
                <a:lnTo>
                  <a:pt x="124744" y="42358"/>
                </a:lnTo>
                <a:lnTo>
                  <a:pt x="112309" y="42358"/>
                </a:lnTo>
                <a:lnTo>
                  <a:pt x="112309" y="70034"/>
                </a:lnTo>
                <a:cubicBezTo>
                  <a:pt x="112309" y="75640"/>
                  <a:pt x="112428" y="78906"/>
                  <a:pt x="112665" y="79833"/>
                </a:cubicBezTo>
                <a:cubicBezTo>
                  <a:pt x="112903" y="80758"/>
                  <a:pt x="113442" y="81523"/>
                  <a:pt x="114284" y="82128"/>
                </a:cubicBezTo>
                <a:cubicBezTo>
                  <a:pt x="115126" y="82731"/>
                  <a:pt x="116152" y="83033"/>
                  <a:pt x="117361" y="83033"/>
                </a:cubicBezTo>
                <a:cubicBezTo>
                  <a:pt x="119045" y="83033"/>
                  <a:pt x="121484" y="82450"/>
                  <a:pt x="124680" y="81284"/>
                </a:cubicBezTo>
                <a:lnTo>
                  <a:pt x="126234" y="95456"/>
                </a:lnTo>
                <a:cubicBezTo>
                  <a:pt x="122002" y="97277"/>
                  <a:pt x="117210" y="98188"/>
                  <a:pt x="111855" y="98188"/>
                </a:cubicBezTo>
                <a:cubicBezTo>
                  <a:pt x="108574" y="98188"/>
                  <a:pt x="105616" y="97638"/>
                  <a:pt x="102982" y="96537"/>
                </a:cubicBezTo>
                <a:cubicBezTo>
                  <a:pt x="100348" y="95436"/>
                  <a:pt x="98416" y="94011"/>
                  <a:pt x="97185" y="92262"/>
                </a:cubicBezTo>
                <a:cubicBezTo>
                  <a:pt x="95955" y="90513"/>
                  <a:pt x="95102" y="88149"/>
                  <a:pt x="94627" y="85170"/>
                </a:cubicBezTo>
                <a:cubicBezTo>
                  <a:pt x="94239" y="83054"/>
                  <a:pt x="94044" y="78779"/>
                  <a:pt x="94044" y="72346"/>
                </a:cubicBezTo>
                <a:lnTo>
                  <a:pt x="94044" y="42358"/>
                </a:lnTo>
                <a:lnTo>
                  <a:pt x="85689" y="42358"/>
                </a:lnTo>
                <a:lnTo>
                  <a:pt x="85689" y="27850"/>
                </a:lnTo>
                <a:lnTo>
                  <a:pt x="94044" y="27850"/>
                </a:lnTo>
                <a:lnTo>
                  <a:pt x="94044" y="14119"/>
                </a:lnTo>
                <a:lnTo>
                  <a:pt x="112309" y="3368"/>
                </a:lnTo>
                <a:lnTo>
                  <a:pt x="112309" y="27850"/>
                </a:lnTo>
                <a:lnTo>
                  <a:pt x="124744" y="27850"/>
                </a:lnTo>
                <a:close/>
                <a:moveTo>
                  <a:pt x="177205" y="74742"/>
                </a:moveTo>
                <a:lnTo>
                  <a:pt x="195340" y="77851"/>
                </a:lnTo>
                <a:cubicBezTo>
                  <a:pt x="193008" y="84479"/>
                  <a:pt x="189327" y="89526"/>
                  <a:pt x="184297" y="92991"/>
                </a:cubicBezTo>
                <a:cubicBezTo>
                  <a:pt x="179267" y="96456"/>
                  <a:pt x="172973" y="98188"/>
                  <a:pt x="165417" y="98188"/>
                </a:cubicBezTo>
                <a:cubicBezTo>
                  <a:pt x="153457" y="98188"/>
                  <a:pt x="144605" y="94281"/>
                  <a:pt x="138862" y="86465"/>
                </a:cubicBezTo>
                <a:cubicBezTo>
                  <a:pt x="134329" y="80204"/>
                  <a:pt x="132062" y="72303"/>
                  <a:pt x="132062" y="62760"/>
                </a:cubicBezTo>
                <a:cubicBezTo>
                  <a:pt x="132062" y="51361"/>
                  <a:pt x="135041" y="42434"/>
                  <a:pt x="141000" y="35979"/>
                </a:cubicBezTo>
                <a:cubicBezTo>
                  <a:pt x="146958" y="29523"/>
                  <a:pt x="154493" y="26296"/>
                  <a:pt x="163604" y="26296"/>
                </a:cubicBezTo>
                <a:cubicBezTo>
                  <a:pt x="173837" y="26296"/>
                  <a:pt x="181911" y="29675"/>
                  <a:pt x="187827" y="36432"/>
                </a:cubicBezTo>
                <a:cubicBezTo>
                  <a:pt x="193742" y="43189"/>
                  <a:pt x="196571" y="53542"/>
                  <a:pt x="196312" y="67488"/>
                </a:cubicBezTo>
                <a:lnTo>
                  <a:pt x="150715" y="67488"/>
                </a:lnTo>
                <a:cubicBezTo>
                  <a:pt x="150844" y="72886"/>
                  <a:pt x="152312" y="77085"/>
                  <a:pt x="155119" y="80086"/>
                </a:cubicBezTo>
                <a:cubicBezTo>
                  <a:pt x="157926" y="83087"/>
                  <a:pt x="161423" y="84587"/>
                  <a:pt x="165611" y="84587"/>
                </a:cubicBezTo>
                <a:cubicBezTo>
                  <a:pt x="168461" y="84587"/>
                  <a:pt x="170858" y="83810"/>
                  <a:pt x="172801" y="82255"/>
                </a:cubicBezTo>
                <a:cubicBezTo>
                  <a:pt x="174744" y="80701"/>
                  <a:pt x="176212" y="78197"/>
                  <a:pt x="177205" y="74742"/>
                </a:cubicBezTo>
                <a:moveTo>
                  <a:pt x="178241" y="56348"/>
                </a:moveTo>
                <a:cubicBezTo>
                  <a:pt x="178112" y="51102"/>
                  <a:pt x="176752" y="47113"/>
                  <a:pt x="174161" y="44382"/>
                </a:cubicBezTo>
                <a:cubicBezTo>
                  <a:pt x="171570" y="41651"/>
                  <a:pt x="168418" y="40286"/>
                  <a:pt x="164705" y="40286"/>
                </a:cubicBezTo>
                <a:cubicBezTo>
                  <a:pt x="160732" y="40286"/>
                  <a:pt x="157451" y="41726"/>
                  <a:pt x="154860" y="44607"/>
                </a:cubicBezTo>
                <a:cubicBezTo>
                  <a:pt x="152269" y="47489"/>
                  <a:pt x="150996" y="51403"/>
                  <a:pt x="151039" y="56348"/>
                </a:cubicBezTo>
                <a:lnTo>
                  <a:pt x="178241" y="56348"/>
                </a:lnTo>
                <a:close/>
                <a:moveTo>
                  <a:pt x="210605" y="27850"/>
                </a:moveTo>
                <a:lnTo>
                  <a:pt x="227574" y="27850"/>
                </a:lnTo>
                <a:lnTo>
                  <a:pt x="227574" y="37954"/>
                </a:lnTo>
                <a:cubicBezTo>
                  <a:pt x="229776" y="34500"/>
                  <a:pt x="232756" y="31693"/>
                  <a:pt x="236512" y="29534"/>
                </a:cubicBezTo>
                <a:cubicBezTo>
                  <a:pt x="240269" y="27375"/>
                  <a:pt x="244436" y="26296"/>
                  <a:pt x="249013" y="26296"/>
                </a:cubicBezTo>
                <a:cubicBezTo>
                  <a:pt x="257001" y="26296"/>
                  <a:pt x="263780" y="29426"/>
                  <a:pt x="269350" y="35687"/>
                </a:cubicBezTo>
                <a:cubicBezTo>
                  <a:pt x="274920" y="41948"/>
                  <a:pt x="277705" y="50670"/>
                  <a:pt x="277705" y="61853"/>
                </a:cubicBezTo>
                <a:cubicBezTo>
                  <a:pt x="277705" y="73339"/>
                  <a:pt x="274898" y="82266"/>
                  <a:pt x="269285" y="88635"/>
                </a:cubicBezTo>
                <a:cubicBezTo>
                  <a:pt x="263672" y="95004"/>
                  <a:pt x="256871" y="98188"/>
                  <a:pt x="248883" y="98188"/>
                </a:cubicBezTo>
                <a:cubicBezTo>
                  <a:pt x="245083" y="98188"/>
                  <a:pt x="241640" y="97433"/>
                  <a:pt x="238553" y="95921"/>
                </a:cubicBezTo>
                <a:cubicBezTo>
                  <a:pt x="235465" y="94410"/>
                  <a:pt x="232216" y="91819"/>
                  <a:pt x="228805" y="88149"/>
                </a:cubicBezTo>
                <a:lnTo>
                  <a:pt x="228805" y="122800"/>
                </a:lnTo>
                <a:lnTo>
                  <a:pt x="210605" y="122800"/>
                </a:lnTo>
                <a:lnTo>
                  <a:pt x="210605" y="27850"/>
                </a:lnTo>
                <a:moveTo>
                  <a:pt x="228611" y="61046"/>
                </a:moveTo>
                <a:cubicBezTo>
                  <a:pt x="228611" y="68763"/>
                  <a:pt x="230143" y="74464"/>
                  <a:pt x="233209" y="78151"/>
                </a:cubicBezTo>
                <a:cubicBezTo>
                  <a:pt x="236275" y="81837"/>
                  <a:pt x="240010" y="83680"/>
                  <a:pt x="244414" y="83680"/>
                </a:cubicBezTo>
                <a:cubicBezTo>
                  <a:pt x="248646" y="83680"/>
                  <a:pt x="252165" y="81988"/>
                  <a:pt x="254971" y="78604"/>
                </a:cubicBezTo>
                <a:cubicBezTo>
                  <a:pt x="257778" y="75220"/>
                  <a:pt x="259181" y="69669"/>
                  <a:pt x="259181" y="61951"/>
                </a:cubicBezTo>
                <a:cubicBezTo>
                  <a:pt x="259181" y="54751"/>
                  <a:pt x="257735" y="49404"/>
                  <a:pt x="254842" y="45912"/>
                </a:cubicBezTo>
                <a:cubicBezTo>
                  <a:pt x="251949" y="42420"/>
                  <a:pt x="248365" y="40674"/>
                  <a:pt x="244090" y="40674"/>
                </a:cubicBezTo>
                <a:cubicBezTo>
                  <a:pt x="239643" y="40674"/>
                  <a:pt x="235951" y="42388"/>
                  <a:pt x="233015" y="45815"/>
                </a:cubicBezTo>
                <a:cubicBezTo>
                  <a:pt x="230079" y="49243"/>
                  <a:pt x="228611" y="54319"/>
                  <a:pt x="228611" y="61046"/>
                </a:cubicBezTo>
                <a:close/>
                <a:moveTo>
                  <a:pt x="325418" y="72216"/>
                </a:moveTo>
                <a:lnTo>
                  <a:pt x="343553" y="70338"/>
                </a:lnTo>
                <a:cubicBezTo>
                  <a:pt x="344071" y="74440"/>
                  <a:pt x="345604" y="77689"/>
                  <a:pt x="348152" y="80086"/>
                </a:cubicBezTo>
                <a:cubicBezTo>
                  <a:pt x="350699" y="82482"/>
                  <a:pt x="353635" y="83680"/>
                  <a:pt x="356960" y="83680"/>
                </a:cubicBezTo>
                <a:cubicBezTo>
                  <a:pt x="360760" y="83680"/>
                  <a:pt x="363977" y="82134"/>
                  <a:pt x="366611" y="79041"/>
                </a:cubicBezTo>
                <a:cubicBezTo>
                  <a:pt x="369245" y="75949"/>
                  <a:pt x="370561" y="71288"/>
                  <a:pt x="370561" y="65059"/>
                </a:cubicBezTo>
                <a:cubicBezTo>
                  <a:pt x="370561" y="59220"/>
                  <a:pt x="369255" y="54840"/>
                  <a:pt x="366643" y="51920"/>
                </a:cubicBezTo>
                <a:cubicBezTo>
                  <a:pt x="364031" y="49000"/>
                  <a:pt x="360630" y="47540"/>
                  <a:pt x="356442" y="47540"/>
                </a:cubicBezTo>
                <a:cubicBezTo>
                  <a:pt x="351217" y="47540"/>
                  <a:pt x="346533" y="49871"/>
                  <a:pt x="342387" y="54535"/>
                </a:cubicBezTo>
                <a:lnTo>
                  <a:pt x="327620" y="52377"/>
                </a:lnTo>
                <a:lnTo>
                  <a:pt x="336947" y="2850"/>
                </a:lnTo>
                <a:lnTo>
                  <a:pt x="385069" y="2850"/>
                </a:lnTo>
                <a:lnTo>
                  <a:pt x="385069" y="19949"/>
                </a:lnTo>
                <a:lnTo>
                  <a:pt x="350742" y="19949"/>
                </a:lnTo>
                <a:lnTo>
                  <a:pt x="347893" y="36066"/>
                </a:lnTo>
                <a:cubicBezTo>
                  <a:pt x="351951" y="34043"/>
                  <a:pt x="356097" y="33032"/>
                  <a:pt x="360328" y="33032"/>
                </a:cubicBezTo>
                <a:cubicBezTo>
                  <a:pt x="368403" y="33032"/>
                  <a:pt x="375246" y="35974"/>
                  <a:pt x="380860" y="41858"/>
                </a:cubicBezTo>
                <a:cubicBezTo>
                  <a:pt x="386473" y="47741"/>
                  <a:pt x="389279" y="55377"/>
                  <a:pt x="389279" y="64766"/>
                </a:cubicBezTo>
                <a:cubicBezTo>
                  <a:pt x="389279" y="72598"/>
                  <a:pt x="387013" y="79585"/>
                  <a:pt x="382479" y="85729"/>
                </a:cubicBezTo>
                <a:cubicBezTo>
                  <a:pt x="376304" y="94121"/>
                  <a:pt x="367733" y="98318"/>
                  <a:pt x="356766" y="98318"/>
                </a:cubicBezTo>
                <a:cubicBezTo>
                  <a:pt x="348001" y="98318"/>
                  <a:pt x="340855" y="95959"/>
                  <a:pt x="335328" y="91242"/>
                </a:cubicBezTo>
                <a:cubicBezTo>
                  <a:pt x="329801" y="86523"/>
                  <a:pt x="326498" y="80181"/>
                  <a:pt x="325418" y="72216"/>
                </a:cubicBezTo>
                <a:close/>
                <a:moveTo>
                  <a:pt x="406293" y="46115"/>
                </a:moveTo>
                <a:lnTo>
                  <a:pt x="406293" y="27850"/>
                </a:lnTo>
                <a:lnTo>
                  <a:pt x="424493" y="27850"/>
                </a:lnTo>
                <a:lnTo>
                  <a:pt x="424493" y="46115"/>
                </a:lnTo>
                <a:lnTo>
                  <a:pt x="406293" y="46115"/>
                </a:lnTo>
                <a:moveTo>
                  <a:pt x="406293" y="96634"/>
                </a:moveTo>
                <a:lnTo>
                  <a:pt x="406293" y="78369"/>
                </a:lnTo>
                <a:lnTo>
                  <a:pt x="424493" y="78369"/>
                </a:lnTo>
                <a:lnTo>
                  <a:pt x="424493" y="96634"/>
                </a:lnTo>
                <a:lnTo>
                  <a:pt x="406293" y="96634"/>
                </a:lnTo>
                <a:close/>
                <a:moveTo>
                  <a:pt x="569595" y="96634"/>
                </a:moveTo>
                <a:lnTo>
                  <a:pt x="548739" y="96634"/>
                </a:lnTo>
                <a:lnTo>
                  <a:pt x="540449" y="75001"/>
                </a:lnTo>
                <a:lnTo>
                  <a:pt x="502495" y="75001"/>
                </a:lnTo>
                <a:lnTo>
                  <a:pt x="494658" y="96634"/>
                </a:lnTo>
                <a:lnTo>
                  <a:pt x="474321" y="96634"/>
                </a:lnTo>
                <a:lnTo>
                  <a:pt x="511304" y="1684"/>
                </a:lnTo>
                <a:lnTo>
                  <a:pt x="531576" y="1684"/>
                </a:lnTo>
                <a:lnTo>
                  <a:pt x="569595" y="96634"/>
                </a:lnTo>
                <a:moveTo>
                  <a:pt x="534296" y="58939"/>
                </a:moveTo>
                <a:lnTo>
                  <a:pt x="521213" y="23835"/>
                </a:lnTo>
                <a:lnTo>
                  <a:pt x="508389" y="58939"/>
                </a:lnTo>
                <a:lnTo>
                  <a:pt x="534296" y="58939"/>
                </a:lnTo>
                <a:close/>
                <a:moveTo>
                  <a:pt x="611153" y="27850"/>
                </a:moveTo>
                <a:lnTo>
                  <a:pt x="611153" y="42358"/>
                </a:lnTo>
                <a:lnTo>
                  <a:pt x="598717" y="42358"/>
                </a:lnTo>
                <a:lnTo>
                  <a:pt x="598717" y="70034"/>
                </a:lnTo>
                <a:cubicBezTo>
                  <a:pt x="598717" y="75640"/>
                  <a:pt x="598836" y="78906"/>
                  <a:pt x="599073" y="79833"/>
                </a:cubicBezTo>
                <a:cubicBezTo>
                  <a:pt x="599311" y="80758"/>
                  <a:pt x="599850" y="81523"/>
                  <a:pt x="600692" y="82128"/>
                </a:cubicBezTo>
                <a:cubicBezTo>
                  <a:pt x="601534" y="82731"/>
                  <a:pt x="602560" y="83033"/>
                  <a:pt x="603769" y="83033"/>
                </a:cubicBezTo>
                <a:cubicBezTo>
                  <a:pt x="605453" y="83033"/>
                  <a:pt x="607893" y="82450"/>
                  <a:pt x="611088" y="81284"/>
                </a:cubicBezTo>
                <a:lnTo>
                  <a:pt x="612642" y="95456"/>
                </a:lnTo>
                <a:cubicBezTo>
                  <a:pt x="608411" y="97277"/>
                  <a:pt x="603618" y="98188"/>
                  <a:pt x="598264" y="98188"/>
                </a:cubicBezTo>
                <a:cubicBezTo>
                  <a:pt x="594982" y="98188"/>
                  <a:pt x="592024" y="97638"/>
                  <a:pt x="589390" y="96537"/>
                </a:cubicBezTo>
                <a:cubicBezTo>
                  <a:pt x="586757" y="95436"/>
                  <a:pt x="584824" y="94011"/>
                  <a:pt x="583594" y="92262"/>
                </a:cubicBezTo>
                <a:cubicBezTo>
                  <a:pt x="582363" y="90513"/>
                  <a:pt x="581510" y="88149"/>
                  <a:pt x="581035" y="85170"/>
                </a:cubicBezTo>
                <a:cubicBezTo>
                  <a:pt x="580647" y="83054"/>
                  <a:pt x="580452" y="78779"/>
                  <a:pt x="580452" y="72346"/>
                </a:cubicBezTo>
                <a:lnTo>
                  <a:pt x="580452" y="42358"/>
                </a:lnTo>
                <a:lnTo>
                  <a:pt x="572097" y="42358"/>
                </a:lnTo>
                <a:lnTo>
                  <a:pt x="572097" y="27850"/>
                </a:lnTo>
                <a:lnTo>
                  <a:pt x="580452" y="27850"/>
                </a:lnTo>
                <a:lnTo>
                  <a:pt x="580452" y="14119"/>
                </a:lnTo>
                <a:lnTo>
                  <a:pt x="598717" y="3368"/>
                </a:lnTo>
                <a:lnTo>
                  <a:pt x="598717" y="27850"/>
                </a:lnTo>
                <a:lnTo>
                  <a:pt x="611153" y="27850"/>
                </a:lnTo>
                <a:close/>
                <a:moveTo>
                  <a:pt x="619572" y="61271"/>
                </a:moveTo>
                <a:cubicBezTo>
                  <a:pt x="619572" y="55226"/>
                  <a:pt x="621061" y="49375"/>
                  <a:pt x="624041" y="43718"/>
                </a:cubicBezTo>
                <a:cubicBezTo>
                  <a:pt x="627020" y="38062"/>
                  <a:pt x="631241" y="33744"/>
                  <a:pt x="636703" y="30765"/>
                </a:cubicBezTo>
                <a:cubicBezTo>
                  <a:pt x="642165" y="27785"/>
                  <a:pt x="648264" y="26296"/>
                  <a:pt x="655000" y="26296"/>
                </a:cubicBezTo>
                <a:cubicBezTo>
                  <a:pt x="665406" y="26296"/>
                  <a:pt x="673933" y="29675"/>
                  <a:pt x="680583" y="36432"/>
                </a:cubicBezTo>
                <a:cubicBezTo>
                  <a:pt x="687232" y="43189"/>
                  <a:pt x="690557" y="51728"/>
                  <a:pt x="690557" y="62048"/>
                </a:cubicBezTo>
                <a:cubicBezTo>
                  <a:pt x="690557" y="72454"/>
                  <a:pt x="687200" y="81079"/>
                  <a:pt x="680486" y="87923"/>
                </a:cubicBezTo>
                <a:cubicBezTo>
                  <a:pt x="673772" y="94766"/>
                  <a:pt x="665319" y="98188"/>
                  <a:pt x="655129" y="98188"/>
                </a:cubicBezTo>
                <a:cubicBezTo>
                  <a:pt x="648825" y="98188"/>
                  <a:pt x="642812" y="96763"/>
                  <a:pt x="637091" y="93914"/>
                </a:cubicBezTo>
                <a:cubicBezTo>
                  <a:pt x="631370" y="91064"/>
                  <a:pt x="627020" y="86886"/>
                  <a:pt x="624041" y="81381"/>
                </a:cubicBezTo>
                <a:cubicBezTo>
                  <a:pt x="621061" y="75876"/>
                  <a:pt x="619572" y="69172"/>
                  <a:pt x="619572" y="61271"/>
                </a:cubicBezTo>
                <a:moveTo>
                  <a:pt x="638225" y="62242"/>
                </a:moveTo>
                <a:cubicBezTo>
                  <a:pt x="638225" y="69043"/>
                  <a:pt x="639844" y="74251"/>
                  <a:pt x="643082" y="77867"/>
                </a:cubicBezTo>
                <a:cubicBezTo>
                  <a:pt x="646321" y="81484"/>
                  <a:pt x="650315" y="83292"/>
                  <a:pt x="655064" y="83292"/>
                </a:cubicBezTo>
                <a:cubicBezTo>
                  <a:pt x="659814" y="83292"/>
                  <a:pt x="663797" y="81484"/>
                  <a:pt x="667014" y="77867"/>
                </a:cubicBezTo>
                <a:cubicBezTo>
                  <a:pt x="670231" y="74251"/>
                  <a:pt x="671839" y="69000"/>
                  <a:pt x="671839" y="62113"/>
                </a:cubicBezTo>
                <a:cubicBezTo>
                  <a:pt x="671839" y="55398"/>
                  <a:pt x="670231" y="50233"/>
                  <a:pt x="667014" y="46617"/>
                </a:cubicBezTo>
                <a:cubicBezTo>
                  <a:pt x="663797" y="43001"/>
                  <a:pt x="659814" y="41192"/>
                  <a:pt x="655064" y="41192"/>
                </a:cubicBezTo>
                <a:cubicBezTo>
                  <a:pt x="650315" y="41192"/>
                  <a:pt x="646321" y="43001"/>
                  <a:pt x="643082" y="46617"/>
                </a:cubicBezTo>
                <a:cubicBezTo>
                  <a:pt x="639844" y="50233"/>
                  <a:pt x="638225" y="55441"/>
                  <a:pt x="638225" y="62242"/>
                </a:cubicBezTo>
                <a:close/>
                <a:moveTo>
                  <a:pt x="703468" y="27850"/>
                </a:moveTo>
                <a:lnTo>
                  <a:pt x="720243" y="27850"/>
                </a:lnTo>
                <a:lnTo>
                  <a:pt x="720243" y="37242"/>
                </a:lnTo>
                <a:cubicBezTo>
                  <a:pt x="726244" y="29944"/>
                  <a:pt x="733391" y="26296"/>
                  <a:pt x="741681" y="26296"/>
                </a:cubicBezTo>
                <a:cubicBezTo>
                  <a:pt x="746085" y="26296"/>
                  <a:pt x="749906" y="27207"/>
                  <a:pt x="753145" y="29028"/>
                </a:cubicBezTo>
                <a:cubicBezTo>
                  <a:pt x="756383" y="30850"/>
                  <a:pt x="759039" y="33604"/>
                  <a:pt x="761111" y="37292"/>
                </a:cubicBezTo>
                <a:cubicBezTo>
                  <a:pt x="764134" y="33604"/>
                  <a:pt x="767394" y="30850"/>
                  <a:pt x="770891" y="29028"/>
                </a:cubicBezTo>
                <a:cubicBezTo>
                  <a:pt x="774389" y="27207"/>
                  <a:pt x="778124" y="26296"/>
                  <a:pt x="782096" y="26296"/>
                </a:cubicBezTo>
                <a:cubicBezTo>
                  <a:pt x="787148" y="26296"/>
                  <a:pt x="791423" y="27321"/>
                  <a:pt x="794920" y="29372"/>
                </a:cubicBezTo>
                <a:cubicBezTo>
                  <a:pt x="798418" y="31423"/>
                  <a:pt x="801030" y="34435"/>
                  <a:pt x="802757" y="38407"/>
                </a:cubicBezTo>
                <a:cubicBezTo>
                  <a:pt x="804009" y="41344"/>
                  <a:pt x="804635" y="46093"/>
                  <a:pt x="804635" y="52656"/>
                </a:cubicBezTo>
                <a:lnTo>
                  <a:pt x="804635" y="96634"/>
                </a:lnTo>
                <a:lnTo>
                  <a:pt x="786436" y="96634"/>
                </a:lnTo>
                <a:lnTo>
                  <a:pt x="786436" y="57364"/>
                </a:lnTo>
                <a:cubicBezTo>
                  <a:pt x="786436" y="50550"/>
                  <a:pt x="785809" y="46151"/>
                  <a:pt x="784557" y="44168"/>
                </a:cubicBezTo>
                <a:cubicBezTo>
                  <a:pt x="782873" y="41580"/>
                  <a:pt x="780283" y="40286"/>
                  <a:pt x="776785" y="40286"/>
                </a:cubicBezTo>
                <a:cubicBezTo>
                  <a:pt x="774238" y="40286"/>
                  <a:pt x="771841" y="41062"/>
                  <a:pt x="769596" y="42615"/>
                </a:cubicBezTo>
                <a:cubicBezTo>
                  <a:pt x="767351" y="44167"/>
                  <a:pt x="765731" y="46442"/>
                  <a:pt x="764738" y="49440"/>
                </a:cubicBezTo>
                <a:cubicBezTo>
                  <a:pt x="763745" y="52437"/>
                  <a:pt x="763249" y="57171"/>
                  <a:pt x="763249" y="63641"/>
                </a:cubicBezTo>
                <a:lnTo>
                  <a:pt x="763249" y="96634"/>
                </a:lnTo>
                <a:lnTo>
                  <a:pt x="745049" y="96634"/>
                </a:lnTo>
                <a:lnTo>
                  <a:pt x="745049" y="58981"/>
                </a:lnTo>
                <a:cubicBezTo>
                  <a:pt x="745049" y="52297"/>
                  <a:pt x="744725" y="47984"/>
                  <a:pt x="744077" y="46044"/>
                </a:cubicBezTo>
                <a:cubicBezTo>
                  <a:pt x="743430" y="44102"/>
                  <a:pt x="742426" y="42657"/>
                  <a:pt x="741066" y="41709"/>
                </a:cubicBezTo>
                <a:cubicBezTo>
                  <a:pt x="739705" y="40760"/>
                  <a:pt x="737860" y="40286"/>
                  <a:pt x="735528" y="40286"/>
                </a:cubicBezTo>
                <a:cubicBezTo>
                  <a:pt x="732721" y="40286"/>
                  <a:pt x="730195" y="41041"/>
                  <a:pt x="727950" y="42551"/>
                </a:cubicBezTo>
                <a:cubicBezTo>
                  <a:pt x="725705" y="44059"/>
                  <a:pt x="724096" y="46237"/>
                  <a:pt x="723125" y="49084"/>
                </a:cubicBezTo>
                <a:cubicBezTo>
                  <a:pt x="722153" y="51931"/>
                  <a:pt x="721668" y="56654"/>
                  <a:pt x="721668" y="63252"/>
                </a:cubicBezTo>
                <a:lnTo>
                  <a:pt x="721668" y="96634"/>
                </a:lnTo>
                <a:lnTo>
                  <a:pt x="703468" y="96634"/>
                </a:lnTo>
                <a:lnTo>
                  <a:pt x="703468" y="27850"/>
                </a:lnTo>
                <a:close/>
                <a:moveTo>
                  <a:pt x="822749" y="18524"/>
                </a:moveTo>
                <a:lnTo>
                  <a:pt x="822749" y="1684"/>
                </a:lnTo>
                <a:lnTo>
                  <a:pt x="840948" y="1684"/>
                </a:lnTo>
                <a:lnTo>
                  <a:pt x="840948" y="18524"/>
                </a:lnTo>
                <a:lnTo>
                  <a:pt x="822749" y="18524"/>
                </a:lnTo>
                <a:moveTo>
                  <a:pt x="822749" y="96634"/>
                </a:moveTo>
                <a:lnTo>
                  <a:pt x="822749" y="27850"/>
                </a:lnTo>
                <a:lnTo>
                  <a:pt x="840948" y="27850"/>
                </a:lnTo>
                <a:lnTo>
                  <a:pt x="840948" y="96634"/>
                </a:lnTo>
                <a:lnTo>
                  <a:pt x="822749" y="96634"/>
                </a:lnTo>
                <a:close/>
                <a:moveTo>
                  <a:pt x="919600" y="48187"/>
                </a:moveTo>
                <a:lnTo>
                  <a:pt x="901659" y="51426"/>
                </a:lnTo>
                <a:cubicBezTo>
                  <a:pt x="901055" y="47864"/>
                  <a:pt x="899684" y="45181"/>
                  <a:pt x="897546" y="43378"/>
                </a:cubicBezTo>
                <a:cubicBezTo>
                  <a:pt x="895409" y="41576"/>
                  <a:pt x="892635" y="40674"/>
                  <a:pt x="889224" y="40674"/>
                </a:cubicBezTo>
                <a:cubicBezTo>
                  <a:pt x="884690" y="40674"/>
                  <a:pt x="881074" y="42235"/>
                  <a:pt x="878375" y="45356"/>
                </a:cubicBezTo>
                <a:cubicBezTo>
                  <a:pt x="875676" y="48477"/>
                  <a:pt x="874327" y="53696"/>
                  <a:pt x="874327" y="61013"/>
                </a:cubicBezTo>
                <a:cubicBezTo>
                  <a:pt x="874327" y="69150"/>
                  <a:pt x="875698" y="74897"/>
                  <a:pt x="878440" y="78256"/>
                </a:cubicBezTo>
                <a:cubicBezTo>
                  <a:pt x="881182" y="81613"/>
                  <a:pt x="884863" y="83292"/>
                  <a:pt x="889483" y="83292"/>
                </a:cubicBezTo>
                <a:cubicBezTo>
                  <a:pt x="892937" y="83292"/>
                  <a:pt x="895765" y="82309"/>
                  <a:pt x="897967" y="80345"/>
                </a:cubicBezTo>
                <a:cubicBezTo>
                  <a:pt x="900169" y="78380"/>
                  <a:pt x="901724" y="75001"/>
                  <a:pt x="902631" y="70209"/>
                </a:cubicBezTo>
                <a:lnTo>
                  <a:pt x="920507" y="73317"/>
                </a:lnTo>
                <a:cubicBezTo>
                  <a:pt x="918650" y="81521"/>
                  <a:pt x="915088" y="87717"/>
                  <a:pt x="909820" y="91906"/>
                </a:cubicBezTo>
                <a:cubicBezTo>
                  <a:pt x="904552" y="96094"/>
                  <a:pt x="897492" y="98188"/>
                  <a:pt x="888641" y="98188"/>
                </a:cubicBezTo>
                <a:cubicBezTo>
                  <a:pt x="878580" y="98188"/>
                  <a:pt x="870560" y="95015"/>
                  <a:pt x="864579" y="88667"/>
                </a:cubicBezTo>
                <a:cubicBezTo>
                  <a:pt x="858599" y="82320"/>
                  <a:pt x="855609" y="73533"/>
                  <a:pt x="855609" y="62307"/>
                </a:cubicBezTo>
                <a:cubicBezTo>
                  <a:pt x="855609" y="50951"/>
                  <a:pt x="858610" y="42110"/>
                  <a:pt x="864612" y="35784"/>
                </a:cubicBezTo>
                <a:cubicBezTo>
                  <a:pt x="870614" y="29459"/>
                  <a:pt x="878731" y="26296"/>
                  <a:pt x="888965" y="26296"/>
                </a:cubicBezTo>
                <a:cubicBezTo>
                  <a:pt x="897341" y="26296"/>
                  <a:pt x="904002" y="28099"/>
                  <a:pt x="908945" y="31704"/>
                </a:cubicBezTo>
                <a:cubicBezTo>
                  <a:pt x="913889" y="35309"/>
                  <a:pt x="917441" y="40804"/>
                  <a:pt x="919600" y="48187"/>
                </a:cubicBezTo>
                <a:close/>
                <a:moveTo>
                  <a:pt x="933375" y="18524"/>
                </a:moveTo>
                <a:lnTo>
                  <a:pt x="933375" y="1684"/>
                </a:lnTo>
                <a:lnTo>
                  <a:pt x="951575" y="1684"/>
                </a:lnTo>
                <a:lnTo>
                  <a:pt x="951575" y="18524"/>
                </a:lnTo>
                <a:lnTo>
                  <a:pt x="933375" y="18524"/>
                </a:lnTo>
                <a:moveTo>
                  <a:pt x="933375" y="96634"/>
                </a:moveTo>
                <a:lnTo>
                  <a:pt x="933375" y="27850"/>
                </a:lnTo>
                <a:lnTo>
                  <a:pt x="951575" y="27850"/>
                </a:lnTo>
                <a:lnTo>
                  <a:pt x="951575" y="96634"/>
                </a:lnTo>
                <a:lnTo>
                  <a:pt x="933375" y="96634"/>
                </a:lnTo>
                <a:close/>
                <a:moveTo>
                  <a:pt x="1001793" y="27850"/>
                </a:moveTo>
                <a:lnTo>
                  <a:pt x="1001793" y="42358"/>
                </a:lnTo>
                <a:lnTo>
                  <a:pt x="989357" y="42358"/>
                </a:lnTo>
                <a:lnTo>
                  <a:pt x="989357" y="70034"/>
                </a:lnTo>
                <a:cubicBezTo>
                  <a:pt x="989357" y="75640"/>
                  <a:pt x="989476" y="78906"/>
                  <a:pt x="989714" y="79833"/>
                </a:cubicBezTo>
                <a:cubicBezTo>
                  <a:pt x="989951" y="80758"/>
                  <a:pt x="990491" y="81523"/>
                  <a:pt x="991333" y="82128"/>
                </a:cubicBezTo>
                <a:cubicBezTo>
                  <a:pt x="992175" y="82731"/>
                  <a:pt x="993200" y="83033"/>
                  <a:pt x="994409" y="83033"/>
                </a:cubicBezTo>
                <a:cubicBezTo>
                  <a:pt x="996093" y="83033"/>
                  <a:pt x="998533" y="82450"/>
                  <a:pt x="1001728" y="81284"/>
                </a:cubicBezTo>
                <a:lnTo>
                  <a:pt x="1003282" y="95456"/>
                </a:lnTo>
                <a:cubicBezTo>
                  <a:pt x="999051" y="97277"/>
                  <a:pt x="994258" y="98188"/>
                  <a:pt x="988904" y="98188"/>
                </a:cubicBezTo>
                <a:cubicBezTo>
                  <a:pt x="985622" y="98188"/>
                  <a:pt x="982665" y="97638"/>
                  <a:pt x="980031" y="96537"/>
                </a:cubicBezTo>
                <a:cubicBezTo>
                  <a:pt x="977397" y="95436"/>
                  <a:pt x="975465" y="94011"/>
                  <a:pt x="974234" y="92262"/>
                </a:cubicBezTo>
                <a:cubicBezTo>
                  <a:pt x="973003" y="90513"/>
                  <a:pt x="972151" y="88149"/>
                  <a:pt x="971676" y="85170"/>
                </a:cubicBezTo>
                <a:cubicBezTo>
                  <a:pt x="971287" y="83054"/>
                  <a:pt x="971093" y="78779"/>
                  <a:pt x="971093" y="72346"/>
                </a:cubicBezTo>
                <a:lnTo>
                  <a:pt x="971093" y="42358"/>
                </a:lnTo>
                <a:lnTo>
                  <a:pt x="962738" y="42358"/>
                </a:lnTo>
                <a:lnTo>
                  <a:pt x="962738" y="27850"/>
                </a:lnTo>
                <a:lnTo>
                  <a:pt x="971093" y="27850"/>
                </a:lnTo>
                <a:lnTo>
                  <a:pt x="971093" y="14119"/>
                </a:lnTo>
                <a:lnTo>
                  <a:pt x="989357" y="3368"/>
                </a:lnTo>
                <a:lnTo>
                  <a:pt x="989357" y="27850"/>
                </a:lnTo>
                <a:lnTo>
                  <a:pt x="1001793" y="27850"/>
                </a:lnTo>
                <a:close/>
                <a:moveTo>
                  <a:pt x="1005807" y="27850"/>
                </a:moveTo>
                <a:lnTo>
                  <a:pt x="1025173" y="27850"/>
                </a:lnTo>
                <a:lnTo>
                  <a:pt x="1041624" y="76732"/>
                </a:lnTo>
                <a:lnTo>
                  <a:pt x="1057686" y="27850"/>
                </a:lnTo>
                <a:lnTo>
                  <a:pt x="1076534" y="27850"/>
                </a:lnTo>
                <a:lnTo>
                  <a:pt x="1052246" y="94065"/>
                </a:lnTo>
                <a:lnTo>
                  <a:pt x="1047906" y="106090"/>
                </a:lnTo>
                <a:cubicBezTo>
                  <a:pt x="1046309" y="110106"/>
                  <a:pt x="1044787" y="113171"/>
                  <a:pt x="1043340" y="115287"/>
                </a:cubicBezTo>
                <a:cubicBezTo>
                  <a:pt x="1041894" y="117403"/>
                  <a:pt x="1040231" y="119119"/>
                  <a:pt x="1038353" y="120436"/>
                </a:cubicBezTo>
                <a:cubicBezTo>
                  <a:pt x="1036475" y="121753"/>
                  <a:pt x="1034165" y="122779"/>
                  <a:pt x="1031423" y="123513"/>
                </a:cubicBezTo>
                <a:cubicBezTo>
                  <a:pt x="1028681" y="124247"/>
                  <a:pt x="1025583" y="124614"/>
                  <a:pt x="1022129" y="124614"/>
                </a:cubicBezTo>
                <a:cubicBezTo>
                  <a:pt x="1018631" y="124614"/>
                  <a:pt x="1015199" y="124247"/>
                  <a:pt x="1011831" y="123513"/>
                </a:cubicBezTo>
                <a:lnTo>
                  <a:pt x="1010211" y="109264"/>
                </a:lnTo>
                <a:cubicBezTo>
                  <a:pt x="1013061" y="109825"/>
                  <a:pt x="1015630" y="110106"/>
                  <a:pt x="1017919" y="110106"/>
                </a:cubicBezTo>
                <a:cubicBezTo>
                  <a:pt x="1022150" y="110106"/>
                  <a:pt x="1025281" y="108864"/>
                  <a:pt x="1027310" y="106381"/>
                </a:cubicBezTo>
                <a:cubicBezTo>
                  <a:pt x="1029340" y="103899"/>
                  <a:pt x="1030894" y="100736"/>
                  <a:pt x="1031974" y="96893"/>
                </a:cubicBezTo>
                <a:lnTo>
                  <a:pt x="1005807" y="27850"/>
                </a:lnTo>
                <a:close/>
                <a:moveTo>
                  <a:pt x="1185929" y="61659"/>
                </a:moveTo>
                <a:lnTo>
                  <a:pt x="1204518" y="67488"/>
                </a:lnTo>
                <a:cubicBezTo>
                  <a:pt x="1201668" y="77917"/>
                  <a:pt x="1196929" y="85663"/>
                  <a:pt x="1190301" y="90726"/>
                </a:cubicBezTo>
                <a:cubicBezTo>
                  <a:pt x="1183673" y="95787"/>
                  <a:pt x="1175264" y="98318"/>
                  <a:pt x="1165074" y="98318"/>
                </a:cubicBezTo>
                <a:cubicBezTo>
                  <a:pt x="1152466" y="98318"/>
                  <a:pt x="1142103" y="94005"/>
                  <a:pt x="1133985" y="85380"/>
                </a:cubicBezTo>
                <a:cubicBezTo>
                  <a:pt x="1125868" y="76754"/>
                  <a:pt x="1121809" y="64962"/>
                  <a:pt x="1121809" y="50003"/>
                </a:cubicBezTo>
                <a:cubicBezTo>
                  <a:pt x="1121809" y="34178"/>
                  <a:pt x="1125889" y="21888"/>
                  <a:pt x="1134050" y="13134"/>
                </a:cubicBezTo>
                <a:cubicBezTo>
                  <a:pt x="1142211" y="4378"/>
                  <a:pt x="1152941" y="0"/>
                  <a:pt x="1166240" y="0"/>
                </a:cubicBezTo>
                <a:cubicBezTo>
                  <a:pt x="1177855" y="0"/>
                  <a:pt x="1187289" y="3441"/>
                  <a:pt x="1194543" y="10322"/>
                </a:cubicBezTo>
                <a:cubicBezTo>
                  <a:pt x="1198861" y="14391"/>
                  <a:pt x="1202100" y="20233"/>
                  <a:pt x="1204258" y="27850"/>
                </a:cubicBezTo>
                <a:lnTo>
                  <a:pt x="1185281" y="32384"/>
                </a:lnTo>
                <a:cubicBezTo>
                  <a:pt x="1184159" y="27462"/>
                  <a:pt x="1181816" y="23576"/>
                  <a:pt x="1178254" y="20726"/>
                </a:cubicBezTo>
                <a:cubicBezTo>
                  <a:pt x="1174692" y="17876"/>
                  <a:pt x="1170363" y="16451"/>
                  <a:pt x="1165268" y="16451"/>
                </a:cubicBezTo>
                <a:cubicBezTo>
                  <a:pt x="1158230" y="16451"/>
                  <a:pt x="1152520" y="18977"/>
                  <a:pt x="1148137" y="24029"/>
                </a:cubicBezTo>
                <a:cubicBezTo>
                  <a:pt x="1143754" y="29081"/>
                  <a:pt x="1141563" y="37263"/>
                  <a:pt x="1141563" y="48576"/>
                </a:cubicBezTo>
                <a:cubicBezTo>
                  <a:pt x="1141563" y="60580"/>
                  <a:pt x="1143722" y="69129"/>
                  <a:pt x="1148040" y="74224"/>
                </a:cubicBezTo>
                <a:cubicBezTo>
                  <a:pt x="1152358" y="79319"/>
                  <a:pt x="1157971" y="81867"/>
                  <a:pt x="1164880" y="81867"/>
                </a:cubicBezTo>
                <a:cubicBezTo>
                  <a:pt x="1169975" y="81867"/>
                  <a:pt x="1174357" y="80243"/>
                  <a:pt x="1178027" y="76995"/>
                </a:cubicBezTo>
                <a:cubicBezTo>
                  <a:pt x="1181698" y="73746"/>
                  <a:pt x="1184332" y="68634"/>
                  <a:pt x="1185929" y="61659"/>
                </a:cubicBezTo>
                <a:close/>
                <a:moveTo>
                  <a:pt x="1238951" y="1684"/>
                </a:moveTo>
                <a:lnTo>
                  <a:pt x="1238951" y="36642"/>
                </a:lnTo>
                <a:cubicBezTo>
                  <a:pt x="1244824" y="29745"/>
                  <a:pt x="1251840" y="26296"/>
                  <a:pt x="1260001" y="26296"/>
                </a:cubicBezTo>
                <a:cubicBezTo>
                  <a:pt x="1264189" y="26296"/>
                  <a:pt x="1267967" y="27073"/>
                  <a:pt x="1271335" y="28627"/>
                </a:cubicBezTo>
                <a:cubicBezTo>
                  <a:pt x="1274703" y="30182"/>
                  <a:pt x="1277240" y="32168"/>
                  <a:pt x="1278946" y="34586"/>
                </a:cubicBezTo>
                <a:cubicBezTo>
                  <a:pt x="1280651" y="37004"/>
                  <a:pt x="1281817" y="39681"/>
                  <a:pt x="1282443" y="42617"/>
                </a:cubicBezTo>
                <a:cubicBezTo>
                  <a:pt x="1283069" y="45553"/>
                  <a:pt x="1283382" y="50109"/>
                  <a:pt x="1283382" y="56283"/>
                </a:cubicBezTo>
                <a:lnTo>
                  <a:pt x="1283382" y="96634"/>
                </a:lnTo>
                <a:lnTo>
                  <a:pt x="1265182" y="96634"/>
                </a:lnTo>
                <a:lnTo>
                  <a:pt x="1265182" y="60342"/>
                </a:lnTo>
                <a:cubicBezTo>
                  <a:pt x="1265182" y="53139"/>
                  <a:pt x="1264837" y="48567"/>
                  <a:pt x="1264146" y="46627"/>
                </a:cubicBezTo>
                <a:cubicBezTo>
                  <a:pt x="1263455" y="44685"/>
                  <a:pt x="1262235" y="43143"/>
                  <a:pt x="1260487" y="42000"/>
                </a:cubicBezTo>
                <a:cubicBezTo>
                  <a:pt x="1258738" y="40857"/>
                  <a:pt x="1256547" y="40286"/>
                  <a:pt x="1253913" y="40286"/>
                </a:cubicBezTo>
                <a:cubicBezTo>
                  <a:pt x="1250890" y="40286"/>
                  <a:pt x="1248192" y="41019"/>
                  <a:pt x="1245817" y="42486"/>
                </a:cubicBezTo>
                <a:cubicBezTo>
                  <a:pt x="1243442" y="43953"/>
                  <a:pt x="1241704" y="46163"/>
                  <a:pt x="1240603" y="49116"/>
                </a:cubicBezTo>
                <a:cubicBezTo>
                  <a:pt x="1239502" y="52070"/>
                  <a:pt x="1238951" y="56437"/>
                  <a:pt x="1238951" y="62218"/>
                </a:cubicBezTo>
                <a:lnTo>
                  <a:pt x="1238951" y="96634"/>
                </a:lnTo>
                <a:lnTo>
                  <a:pt x="1220752" y="96634"/>
                </a:lnTo>
                <a:lnTo>
                  <a:pt x="1220752" y="1684"/>
                </a:lnTo>
                <a:lnTo>
                  <a:pt x="1238951" y="1684"/>
                </a:lnTo>
                <a:close/>
                <a:moveTo>
                  <a:pt x="1341695" y="74742"/>
                </a:moveTo>
                <a:lnTo>
                  <a:pt x="1359830" y="77851"/>
                </a:lnTo>
                <a:cubicBezTo>
                  <a:pt x="1357498" y="84479"/>
                  <a:pt x="1353817" y="89526"/>
                  <a:pt x="1348787" y="92991"/>
                </a:cubicBezTo>
                <a:cubicBezTo>
                  <a:pt x="1343756" y="96456"/>
                  <a:pt x="1337463" y="98188"/>
                  <a:pt x="1329907" y="98188"/>
                </a:cubicBezTo>
                <a:cubicBezTo>
                  <a:pt x="1317946" y="98188"/>
                  <a:pt x="1309095" y="94281"/>
                  <a:pt x="1303352" y="86465"/>
                </a:cubicBezTo>
                <a:cubicBezTo>
                  <a:pt x="1298818" y="80204"/>
                  <a:pt x="1296551" y="72303"/>
                  <a:pt x="1296551" y="62760"/>
                </a:cubicBezTo>
                <a:cubicBezTo>
                  <a:pt x="1296551" y="51361"/>
                  <a:pt x="1299531" y="42434"/>
                  <a:pt x="1305489" y="35979"/>
                </a:cubicBezTo>
                <a:cubicBezTo>
                  <a:pt x="1311448" y="29523"/>
                  <a:pt x="1318983" y="26296"/>
                  <a:pt x="1328093" y="26296"/>
                </a:cubicBezTo>
                <a:cubicBezTo>
                  <a:pt x="1338327" y="26296"/>
                  <a:pt x="1346401" y="29675"/>
                  <a:pt x="1352316" y="36432"/>
                </a:cubicBezTo>
                <a:cubicBezTo>
                  <a:pt x="1358232" y="43189"/>
                  <a:pt x="1361060" y="53542"/>
                  <a:pt x="1360801" y="67488"/>
                </a:cubicBezTo>
                <a:lnTo>
                  <a:pt x="1315204" y="67488"/>
                </a:lnTo>
                <a:cubicBezTo>
                  <a:pt x="1315334" y="72886"/>
                  <a:pt x="1316802" y="77085"/>
                  <a:pt x="1319609" y="80086"/>
                </a:cubicBezTo>
                <a:cubicBezTo>
                  <a:pt x="1322415" y="83087"/>
                  <a:pt x="1325913" y="84587"/>
                  <a:pt x="1330101" y="84587"/>
                </a:cubicBezTo>
                <a:cubicBezTo>
                  <a:pt x="1332951" y="84587"/>
                  <a:pt x="1335347" y="83810"/>
                  <a:pt x="1337290" y="82255"/>
                </a:cubicBezTo>
                <a:cubicBezTo>
                  <a:pt x="1339233" y="80701"/>
                  <a:pt x="1340701" y="78197"/>
                  <a:pt x="1341695" y="74742"/>
                </a:cubicBezTo>
                <a:moveTo>
                  <a:pt x="1342731" y="56348"/>
                </a:moveTo>
                <a:cubicBezTo>
                  <a:pt x="1342601" y="51102"/>
                  <a:pt x="1341241" y="47113"/>
                  <a:pt x="1338650" y="44382"/>
                </a:cubicBezTo>
                <a:cubicBezTo>
                  <a:pt x="1336060" y="41651"/>
                  <a:pt x="1332908" y="40286"/>
                  <a:pt x="1329194" y="40286"/>
                </a:cubicBezTo>
                <a:cubicBezTo>
                  <a:pt x="1325222" y="40286"/>
                  <a:pt x="1321940" y="41726"/>
                  <a:pt x="1319350" y="44607"/>
                </a:cubicBezTo>
                <a:cubicBezTo>
                  <a:pt x="1316759" y="47489"/>
                  <a:pt x="1315485" y="51403"/>
                  <a:pt x="1315528" y="56348"/>
                </a:cubicBezTo>
                <a:lnTo>
                  <a:pt x="1342731" y="56348"/>
                </a:lnTo>
                <a:close/>
                <a:moveTo>
                  <a:pt x="1435588" y="48187"/>
                </a:moveTo>
                <a:lnTo>
                  <a:pt x="1417647" y="51426"/>
                </a:lnTo>
                <a:cubicBezTo>
                  <a:pt x="1417043" y="47864"/>
                  <a:pt x="1415672" y="45181"/>
                  <a:pt x="1413534" y="43378"/>
                </a:cubicBezTo>
                <a:cubicBezTo>
                  <a:pt x="1411397" y="41576"/>
                  <a:pt x="1408623" y="40674"/>
                  <a:pt x="1405212" y="40674"/>
                </a:cubicBezTo>
                <a:cubicBezTo>
                  <a:pt x="1400678" y="40674"/>
                  <a:pt x="1397062" y="42235"/>
                  <a:pt x="1394363" y="45356"/>
                </a:cubicBezTo>
                <a:cubicBezTo>
                  <a:pt x="1391665" y="48477"/>
                  <a:pt x="1390315" y="53696"/>
                  <a:pt x="1390315" y="61013"/>
                </a:cubicBezTo>
                <a:cubicBezTo>
                  <a:pt x="1390315" y="69150"/>
                  <a:pt x="1391686" y="74897"/>
                  <a:pt x="1394428" y="78256"/>
                </a:cubicBezTo>
                <a:cubicBezTo>
                  <a:pt x="1397170" y="81613"/>
                  <a:pt x="1400851" y="83292"/>
                  <a:pt x="1405471" y="83292"/>
                </a:cubicBezTo>
                <a:cubicBezTo>
                  <a:pt x="1408925" y="83292"/>
                  <a:pt x="1411753" y="82309"/>
                  <a:pt x="1413955" y="80345"/>
                </a:cubicBezTo>
                <a:cubicBezTo>
                  <a:pt x="1416158" y="78380"/>
                  <a:pt x="1417712" y="75001"/>
                  <a:pt x="1418619" y="70209"/>
                </a:cubicBezTo>
                <a:lnTo>
                  <a:pt x="1436495" y="73317"/>
                </a:lnTo>
                <a:cubicBezTo>
                  <a:pt x="1434638" y="81521"/>
                  <a:pt x="1431076" y="87717"/>
                  <a:pt x="1425808" y="91906"/>
                </a:cubicBezTo>
                <a:cubicBezTo>
                  <a:pt x="1420540" y="96094"/>
                  <a:pt x="1413481" y="98188"/>
                  <a:pt x="1404629" y="98188"/>
                </a:cubicBezTo>
                <a:cubicBezTo>
                  <a:pt x="1394568" y="98188"/>
                  <a:pt x="1386548" y="95015"/>
                  <a:pt x="1380568" y="88667"/>
                </a:cubicBezTo>
                <a:cubicBezTo>
                  <a:pt x="1374587" y="82320"/>
                  <a:pt x="1371597" y="73533"/>
                  <a:pt x="1371597" y="62307"/>
                </a:cubicBezTo>
                <a:cubicBezTo>
                  <a:pt x="1371597" y="50951"/>
                  <a:pt x="1374598" y="42110"/>
                  <a:pt x="1380600" y="35784"/>
                </a:cubicBezTo>
                <a:cubicBezTo>
                  <a:pt x="1386602" y="29459"/>
                  <a:pt x="1394719" y="26296"/>
                  <a:pt x="1404953" y="26296"/>
                </a:cubicBezTo>
                <a:cubicBezTo>
                  <a:pt x="1413329" y="26296"/>
                  <a:pt x="1419990" y="28099"/>
                  <a:pt x="1424934" y="31704"/>
                </a:cubicBezTo>
                <a:cubicBezTo>
                  <a:pt x="1429878" y="35309"/>
                  <a:pt x="1433429" y="40804"/>
                  <a:pt x="1435588" y="48187"/>
                </a:cubicBezTo>
                <a:close/>
                <a:moveTo>
                  <a:pt x="1448716" y="96634"/>
                </a:moveTo>
                <a:lnTo>
                  <a:pt x="1448716" y="1684"/>
                </a:lnTo>
                <a:lnTo>
                  <a:pt x="1466915" y="1684"/>
                </a:lnTo>
                <a:lnTo>
                  <a:pt x="1466915" y="52073"/>
                </a:lnTo>
                <a:lnTo>
                  <a:pt x="1488224" y="27850"/>
                </a:lnTo>
                <a:lnTo>
                  <a:pt x="1510634" y="27850"/>
                </a:lnTo>
                <a:lnTo>
                  <a:pt x="1487123" y="52990"/>
                </a:lnTo>
                <a:lnTo>
                  <a:pt x="1512318" y="96634"/>
                </a:lnTo>
                <a:lnTo>
                  <a:pt x="1492693" y="96634"/>
                </a:lnTo>
                <a:lnTo>
                  <a:pt x="1475400" y="65731"/>
                </a:lnTo>
                <a:lnTo>
                  <a:pt x="1466915" y="74613"/>
                </a:lnTo>
                <a:lnTo>
                  <a:pt x="1466915" y="96634"/>
                </a:lnTo>
                <a:lnTo>
                  <a:pt x="1448716" y="96634"/>
                </a:lnTo>
                <a:close/>
                <a:moveTo>
                  <a:pt x="1644123" y="85170"/>
                </a:moveTo>
                <a:lnTo>
                  <a:pt x="1633112" y="99095"/>
                </a:lnTo>
                <a:cubicBezTo>
                  <a:pt x="1627715" y="96492"/>
                  <a:pt x="1622534" y="92908"/>
                  <a:pt x="1617568" y="88344"/>
                </a:cubicBezTo>
                <a:cubicBezTo>
                  <a:pt x="1613725" y="91798"/>
                  <a:pt x="1609645" y="94345"/>
                  <a:pt x="1605327" y="95986"/>
                </a:cubicBezTo>
                <a:cubicBezTo>
                  <a:pt x="1601009" y="97627"/>
                  <a:pt x="1595871" y="98447"/>
                  <a:pt x="1589912" y="98447"/>
                </a:cubicBezTo>
                <a:cubicBezTo>
                  <a:pt x="1578081" y="98447"/>
                  <a:pt x="1569186" y="95116"/>
                  <a:pt x="1563228" y="88453"/>
                </a:cubicBezTo>
                <a:cubicBezTo>
                  <a:pt x="1558608" y="83304"/>
                  <a:pt x="1556298" y="77376"/>
                  <a:pt x="1556298" y="70670"/>
                </a:cubicBezTo>
                <a:cubicBezTo>
                  <a:pt x="1556298" y="64570"/>
                  <a:pt x="1558111" y="59086"/>
                  <a:pt x="1561738" y="54219"/>
                </a:cubicBezTo>
                <a:cubicBezTo>
                  <a:pt x="1565365" y="49351"/>
                  <a:pt x="1570784" y="45121"/>
                  <a:pt x="1577995" y="41530"/>
                </a:cubicBezTo>
                <a:cubicBezTo>
                  <a:pt x="1574756" y="37681"/>
                  <a:pt x="1572317" y="34015"/>
                  <a:pt x="1570676" y="30532"/>
                </a:cubicBezTo>
                <a:cubicBezTo>
                  <a:pt x="1569035" y="27049"/>
                  <a:pt x="1568215" y="23750"/>
                  <a:pt x="1568215" y="20635"/>
                </a:cubicBezTo>
                <a:cubicBezTo>
                  <a:pt x="1568215" y="14881"/>
                  <a:pt x="1570514" y="10004"/>
                  <a:pt x="1575113" y="6003"/>
                </a:cubicBezTo>
                <a:cubicBezTo>
                  <a:pt x="1579711" y="2001"/>
                  <a:pt x="1586264" y="0"/>
                  <a:pt x="1594770" y="0"/>
                </a:cubicBezTo>
                <a:cubicBezTo>
                  <a:pt x="1602974" y="0"/>
                  <a:pt x="1609386" y="2095"/>
                  <a:pt x="1614006" y="6285"/>
                </a:cubicBezTo>
                <a:cubicBezTo>
                  <a:pt x="1618626" y="10473"/>
                  <a:pt x="1620936" y="15590"/>
                  <a:pt x="1620936" y="21635"/>
                </a:cubicBezTo>
                <a:cubicBezTo>
                  <a:pt x="1620936" y="25479"/>
                  <a:pt x="1619792" y="29129"/>
                  <a:pt x="1617503" y="32584"/>
                </a:cubicBezTo>
                <a:cubicBezTo>
                  <a:pt x="1615215" y="36039"/>
                  <a:pt x="1610595" y="39946"/>
                  <a:pt x="1603643" y="44307"/>
                </a:cubicBezTo>
                <a:lnTo>
                  <a:pt x="1616856" y="61860"/>
                </a:lnTo>
                <a:cubicBezTo>
                  <a:pt x="1618410" y="59111"/>
                  <a:pt x="1619749" y="55524"/>
                  <a:pt x="1620871" y="51100"/>
                </a:cubicBezTo>
                <a:lnTo>
                  <a:pt x="1637322" y="54780"/>
                </a:lnTo>
                <a:cubicBezTo>
                  <a:pt x="1635682" y="60625"/>
                  <a:pt x="1634257" y="64901"/>
                  <a:pt x="1633048" y="67608"/>
                </a:cubicBezTo>
                <a:cubicBezTo>
                  <a:pt x="1631839" y="70313"/>
                  <a:pt x="1630543" y="72575"/>
                  <a:pt x="1629162" y="74394"/>
                </a:cubicBezTo>
                <a:cubicBezTo>
                  <a:pt x="1631191" y="76298"/>
                  <a:pt x="1633814" y="78386"/>
                  <a:pt x="1637031" y="80658"/>
                </a:cubicBezTo>
                <a:cubicBezTo>
                  <a:pt x="1640248" y="82931"/>
                  <a:pt x="1642612" y="84435"/>
                  <a:pt x="1644123" y="85170"/>
                </a:cubicBezTo>
                <a:moveTo>
                  <a:pt x="1594575" y="33412"/>
                </a:moveTo>
                <a:lnTo>
                  <a:pt x="1599498" y="29646"/>
                </a:lnTo>
                <a:cubicBezTo>
                  <a:pt x="1603125" y="26831"/>
                  <a:pt x="1604938" y="24038"/>
                  <a:pt x="1604938" y="21266"/>
                </a:cubicBezTo>
                <a:cubicBezTo>
                  <a:pt x="1604938" y="18929"/>
                  <a:pt x="1604064" y="16938"/>
                  <a:pt x="1602315" y="15293"/>
                </a:cubicBezTo>
                <a:cubicBezTo>
                  <a:pt x="1600566" y="13647"/>
                  <a:pt x="1598202" y="12824"/>
                  <a:pt x="1595223" y="12824"/>
                </a:cubicBezTo>
                <a:cubicBezTo>
                  <a:pt x="1592330" y="12824"/>
                  <a:pt x="1590063" y="13549"/>
                  <a:pt x="1588422" y="15000"/>
                </a:cubicBezTo>
                <a:cubicBezTo>
                  <a:pt x="1586782" y="16450"/>
                  <a:pt x="1585961" y="18128"/>
                  <a:pt x="1585961" y="20034"/>
                </a:cubicBezTo>
                <a:cubicBezTo>
                  <a:pt x="1585961" y="22284"/>
                  <a:pt x="1587343" y="25012"/>
                  <a:pt x="1590106" y="28217"/>
                </a:cubicBezTo>
                <a:lnTo>
                  <a:pt x="1594575" y="33412"/>
                </a:lnTo>
                <a:moveTo>
                  <a:pt x="1587451" y="53223"/>
                </a:moveTo>
                <a:cubicBezTo>
                  <a:pt x="1583263" y="55344"/>
                  <a:pt x="1580132" y="57899"/>
                  <a:pt x="1578060" y="60886"/>
                </a:cubicBezTo>
                <a:cubicBezTo>
                  <a:pt x="1575987" y="63873"/>
                  <a:pt x="1574951" y="66926"/>
                  <a:pt x="1574951" y="70043"/>
                </a:cubicBezTo>
                <a:cubicBezTo>
                  <a:pt x="1574951" y="73983"/>
                  <a:pt x="1576235" y="77197"/>
                  <a:pt x="1578804" y="79687"/>
                </a:cubicBezTo>
                <a:cubicBezTo>
                  <a:pt x="1581374" y="82176"/>
                  <a:pt x="1584817" y="83421"/>
                  <a:pt x="1589135" y="83421"/>
                </a:cubicBezTo>
                <a:cubicBezTo>
                  <a:pt x="1591985" y="83421"/>
                  <a:pt x="1594727" y="82859"/>
                  <a:pt x="1597360" y="81733"/>
                </a:cubicBezTo>
                <a:cubicBezTo>
                  <a:pt x="1599994" y="80606"/>
                  <a:pt x="1602866" y="78744"/>
                  <a:pt x="1605975" y="76147"/>
                </a:cubicBezTo>
                <a:lnTo>
                  <a:pt x="1587451" y="53223"/>
                </a:lnTo>
                <a:close/>
                <a:moveTo>
                  <a:pt x="1714137" y="96634"/>
                </a:moveTo>
                <a:lnTo>
                  <a:pt x="1714137" y="17746"/>
                </a:lnTo>
                <a:lnTo>
                  <a:pt x="1685963" y="17746"/>
                </a:lnTo>
                <a:lnTo>
                  <a:pt x="1685963" y="1684"/>
                </a:lnTo>
                <a:lnTo>
                  <a:pt x="1761418" y="1684"/>
                </a:lnTo>
                <a:lnTo>
                  <a:pt x="1761418" y="17746"/>
                </a:lnTo>
                <a:lnTo>
                  <a:pt x="1733309" y="17746"/>
                </a:lnTo>
                <a:lnTo>
                  <a:pt x="1733309" y="96634"/>
                </a:lnTo>
                <a:lnTo>
                  <a:pt x="1714137" y="96634"/>
                </a:lnTo>
                <a:close/>
                <a:moveTo>
                  <a:pt x="1803546" y="74742"/>
                </a:moveTo>
                <a:lnTo>
                  <a:pt x="1821681" y="77851"/>
                </a:lnTo>
                <a:cubicBezTo>
                  <a:pt x="1819349" y="84479"/>
                  <a:pt x="1815668" y="89526"/>
                  <a:pt x="1810638" y="92991"/>
                </a:cubicBezTo>
                <a:cubicBezTo>
                  <a:pt x="1805608" y="96456"/>
                  <a:pt x="1799314" y="98188"/>
                  <a:pt x="1791758" y="98188"/>
                </a:cubicBezTo>
                <a:cubicBezTo>
                  <a:pt x="1779798" y="98188"/>
                  <a:pt x="1770946" y="94281"/>
                  <a:pt x="1765203" y="86465"/>
                </a:cubicBezTo>
                <a:cubicBezTo>
                  <a:pt x="1760670" y="80204"/>
                  <a:pt x="1758403" y="72303"/>
                  <a:pt x="1758403" y="62760"/>
                </a:cubicBezTo>
                <a:cubicBezTo>
                  <a:pt x="1758403" y="51361"/>
                  <a:pt x="1761382" y="42434"/>
                  <a:pt x="1767341" y="35979"/>
                </a:cubicBezTo>
                <a:cubicBezTo>
                  <a:pt x="1773299" y="29523"/>
                  <a:pt x="1780834" y="26296"/>
                  <a:pt x="1789945" y="26296"/>
                </a:cubicBezTo>
                <a:cubicBezTo>
                  <a:pt x="1800178" y="26296"/>
                  <a:pt x="1808252" y="29675"/>
                  <a:pt x="1814168" y="36432"/>
                </a:cubicBezTo>
                <a:cubicBezTo>
                  <a:pt x="1820083" y="43189"/>
                  <a:pt x="1822912" y="53542"/>
                  <a:pt x="1822653" y="67488"/>
                </a:cubicBezTo>
                <a:lnTo>
                  <a:pt x="1777056" y="67488"/>
                </a:lnTo>
                <a:cubicBezTo>
                  <a:pt x="1777185" y="72886"/>
                  <a:pt x="1778653" y="77085"/>
                  <a:pt x="1781460" y="80086"/>
                </a:cubicBezTo>
                <a:cubicBezTo>
                  <a:pt x="1784267" y="83087"/>
                  <a:pt x="1787764" y="84587"/>
                  <a:pt x="1791952" y="84587"/>
                </a:cubicBezTo>
                <a:cubicBezTo>
                  <a:pt x="1794802" y="84587"/>
                  <a:pt x="1797199" y="83810"/>
                  <a:pt x="1799142" y="82255"/>
                </a:cubicBezTo>
                <a:cubicBezTo>
                  <a:pt x="1801085" y="80701"/>
                  <a:pt x="1802553" y="78197"/>
                  <a:pt x="1803546" y="74742"/>
                </a:cubicBezTo>
                <a:moveTo>
                  <a:pt x="1804582" y="56348"/>
                </a:moveTo>
                <a:cubicBezTo>
                  <a:pt x="1804453" y="51102"/>
                  <a:pt x="1803093" y="47113"/>
                  <a:pt x="1800502" y="44382"/>
                </a:cubicBezTo>
                <a:cubicBezTo>
                  <a:pt x="1797911" y="41651"/>
                  <a:pt x="1794759" y="40286"/>
                  <a:pt x="1791046" y="40286"/>
                </a:cubicBezTo>
                <a:cubicBezTo>
                  <a:pt x="1787073" y="40286"/>
                  <a:pt x="1783792" y="41726"/>
                  <a:pt x="1781201" y="44607"/>
                </a:cubicBezTo>
                <a:cubicBezTo>
                  <a:pt x="1778610" y="47489"/>
                  <a:pt x="1777336" y="51403"/>
                  <a:pt x="1777380" y="56348"/>
                </a:cubicBezTo>
                <a:lnTo>
                  <a:pt x="1804582" y="56348"/>
                </a:lnTo>
                <a:close/>
                <a:moveTo>
                  <a:pt x="1854887" y="96634"/>
                </a:moveTo>
                <a:lnTo>
                  <a:pt x="1836687" y="96634"/>
                </a:lnTo>
                <a:lnTo>
                  <a:pt x="1836687" y="27850"/>
                </a:lnTo>
                <a:lnTo>
                  <a:pt x="1853592" y="27850"/>
                </a:lnTo>
                <a:lnTo>
                  <a:pt x="1853592" y="37630"/>
                </a:lnTo>
                <a:cubicBezTo>
                  <a:pt x="1856485" y="33010"/>
                  <a:pt x="1859086" y="29966"/>
                  <a:pt x="1861396" y="28498"/>
                </a:cubicBezTo>
                <a:cubicBezTo>
                  <a:pt x="1863706" y="27030"/>
                  <a:pt x="1866329" y="26296"/>
                  <a:pt x="1869266" y="26296"/>
                </a:cubicBezTo>
                <a:cubicBezTo>
                  <a:pt x="1873411" y="26296"/>
                  <a:pt x="1877405" y="27440"/>
                  <a:pt x="1881248" y="29729"/>
                </a:cubicBezTo>
                <a:lnTo>
                  <a:pt x="1875613" y="45597"/>
                </a:lnTo>
                <a:cubicBezTo>
                  <a:pt x="1872547" y="43610"/>
                  <a:pt x="1869697" y="42617"/>
                  <a:pt x="1867064" y="42617"/>
                </a:cubicBezTo>
                <a:cubicBezTo>
                  <a:pt x="1864516" y="42617"/>
                  <a:pt x="1862357" y="43319"/>
                  <a:pt x="1860587" y="44722"/>
                </a:cubicBezTo>
                <a:cubicBezTo>
                  <a:pt x="1858816" y="46126"/>
                  <a:pt x="1857424" y="48662"/>
                  <a:pt x="1856409" y="52333"/>
                </a:cubicBezTo>
                <a:cubicBezTo>
                  <a:pt x="1855394" y="56003"/>
                  <a:pt x="1854887" y="63689"/>
                  <a:pt x="1854887" y="75390"/>
                </a:cubicBezTo>
                <a:lnTo>
                  <a:pt x="1854887" y="96634"/>
                </a:lnTo>
                <a:close/>
                <a:moveTo>
                  <a:pt x="1887703" y="27850"/>
                </a:moveTo>
                <a:lnTo>
                  <a:pt x="1904478" y="27850"/>
                </a:lnTo>
                <a:lnTo>
                  <a:pt x="1904478" y="37242"/>
                </a:lnTo>
                <a:cubicBezTo>
                  <a:pt x="1910479" y="29944"/>
                  <a:pt x="1917625" y="26296"/>
                  <a:pt x="1925916" y="26296"/>
                </a:cubicBezTo>
                <a:cubicBezTo>
                  <a:pt x="1930320" y="26296"/>
                  <a:pt x="1934141" y="27207"/>
                  <a:pt x="1937380" y="29028"/>
                </a:cubicBezTo>
                <a:cubicBezTo>
                  <a:pt x="1940618" y="30850"/>
                  <a:pt x="1943274" y="33604"/>
                  <a:pt x="1945346" y="37292"/>
                </a:cubicBezTo>
                <a:cubicBezTo>
                  <a:pt x="1948369" y="33604"/>
                  <a:pt x="1951629" y="30850"/>
                  <a:pt x="1955126" y="29028"/>
                </a:cubicBezTo>
                <a:cubicBezTo>
                  <a:pt x="1958624" y="27207"/>
                  <a:pt x="1962359" y="26296"/>
                  <a:pt x="1966331" y="26296"/>
                </a:cubicBezTo>
                <a:cubicBezTo>
                  <a:pt x="1971383" y="26296"/>
                  <a:pt x="1975658" y="27321"/>
                  <a:pt x="1979155" y="29372"/>
                </a:cubicBezTo>
                <a:cubicBezTo>
                  <a:pt x="1982652" y="31423"/>
                  <a:pt x="1985265" y="34435"/>
                  <a:pt x="1986992" y="38407"/>
                </a:cubicBezTo>
                <a:cubicBezTo>
                  <a:pt x="1988244" y="41344"/>
                  <a:pt x="1988870" y="46093"/>
                  <a:pt x="1988870" y="52656"/>
                </a:cubicBezTo>
                <a:lnTo>
                  <a:pt x="1988870" y="96634"/>
                </a:lnTo>
                <a:lnTo>
                  <a:pt x="1970670" y="96634"/>
                </a:lnTo>
                <a:lnTo>
                  <a:pt x="1970670" y="57364"/>
                </a:lnTo>
                <a:cubicBezTo>
                  <a:pt x="1970670" y="50550"/>
                  <a:pt x="1970044" y="46151"/>
                  <a:pt x="1968792" y="44168"/>
                </a:cubicBezTo>
                <a:cubicBezTo>
                  <a:pt x="1967108" y="41580"/>
                  <a:pt x="1964517" y="40286"/>
                  <a:pt x="1961020" y="40286"/>
                </a:cubicBezTo>
                <a:cubicBezTo>
                  <a:pt x="1958472" y="40286"/>
                  <a:pt x="1956076" y="41062"/>
                  <a:pt x="1953831" y="42615"/>
                </a:cubicBezTo>
                <a:cubicBezTo>
                  <a:pt x="1951585" y="44167"/>
                  <a:pt x="1949966" y="46442"/>
                  <a:pt x="1948973" y="49440"/>
                </a:cubicBezTo>
                <a:cubicBezTo>
                  <a:pt x="1947980" y="52437"/>
                  <a:pt x="1947483" y="57171"/>
                  <a:pt x="1947483" y="63641"/>
                </a:cubicBezTo>
                <a:lnTo>
                  <a:pt x="1947483" y="96634"/>
                </a:lnTo>
                <a:lnTo>
                  <a:pt x="1929284" y="96634"/>
                </a:lnTo>
                <a:lnTo>
                  <a:pt x="1929284" y="58981"/>
                </a:lnTo>
                <a:cubicBezTo>
                  <a:pt x="1929284" y="52297"/>
                  <a:pt x="1928960" y="47984"/>
                  <a:pt x="1928312" y="46044"/>
                </a:cubicBezTo>
                <a:cubicBezTo>
                  <a:pt x="1927664" y="44102"/>
                  <a:pt x="1926661" y="42657"/>
                  <a:pt x="1925300" y="41709"/>
                </a:cubicBezTo>
                <a:cubicBezTo>
                  <a:pt x="1923940" y="40760"/>
                  <a:pt x="1922094" y="40286"/>
                  <a:pt x="1919763" y="40286"/>
                </a:cubicBezTo>
                <a:cubicBezTo>
                  <a:pt x="1916956" y="40286"/>
                  <a:pt x="1914430" y="41041"/>
                  <a:pt x="1912185" y="42551"/>
                </a:cubicBezTo>
                <a:cubicBezTo>
                  <a:pt x="1909940" y="44059"/>
                  <a:pt x="1908331" y="46237"/>
                  <a:pt x="1907360" y="49084"/>
                </a:cubicBezTo>
                <a:cubicBezTo>
                  <a:pt x="1906388" y="51931"/>
                  <a:pt x="1905902" y="56654"/>
                  <a:pt x="1905902" y="63252"/>
                </a:cubicBezTo>
                <a:lnTo>
                  <a:pt x="1905902" y="96634"/>
                </a:lnTo>
                <a:lnTo>
                  <a:pt x="1887703" y="96634"/>
                </a:lnTo>
                <a:lnTo>
                  <a:pt x="1887703" y="27850"/>
                </a:lnTo>
                <a:close/>
                <a:moveTo>
                  <a:pt x="2006984" y="18524"/>
                </a:moveTo>
                <a:lnTo>
                  <a:pt x="2006984" y="1684"/>
                </a:lnTo>
                <a:lnTo>
                  <a:pt x="2025184" y="1684"/>
                </a:lnTo>
                <a:lnTo>
                  <a:pt x="2025184" y="18524"/>
                </a:lnTo>
                <a:lnTo>
                  <a:pt x="2006984" y="18524"/>
                </a:lnTo>
                <a:moveTo>
                  <a:pt x="2006984" y="96634"/>
                </a:moveTo>
                <a:lnTo>
                  <a:pt x="2006984" y="27850"/>
                </a:lnTo>
                <a:lnTo>
                  <a:pt x="2025184" y="27850"/>
                </a:lnTo>
                <a:lnTo>
                  <a:pt x="2025184" y="96634"/>
                </a:lnTo>
                <a:lnTo>
                  <a:pt x="2006984" y="96634"/>
                </a:lnTo>
                <a:close/>
                <a:moveTo>
                  <a:pt x="2106425" y="96634"/>
                </a:moveTo>
                <a:lnTo>
                  <a:pt x="2088225" y="96634"/>
                </a:lnTo>
                <a:lnTo>
                  <a:pt x="2088225" y="61570"/>
                </a:lnTo>
                <a:cubicBezTo>
                  <a:pt x="2088225" y="54151"/>
                  <a:pt x="2087837" y="49353"/>
                  <a:pt x="2087059" y="47175"/>
                </a:cubicBezTo>
                <a:cubicBezTo>
                  <a:pt x="2086282" y="44998"/>
                  <a:pt x="2085019" y="43305"/>
                  <a:pt x="2083271" y="42097"/>
                </a:cubicBezTo>
                <a:cubicBezTo>
                  <a:pt x="2081522" y="40890"/>
                  <a:pt x="2079417" y="40286"/>
                  <a:pt x="2076956" y="40286"/>
                </a:cubicBezTo>
                <a:cubicBezTo>
                  <a:pt x="2073804" y="40286"/>
                  <a:pt x="2070975" y="41149"/>
                  <a:pt x="2068471" y="42874"/>
                </a:cubicBezTo>
                <a:cubicBezTo>
                  <a:pt x="2065967" y="44599"/>
                  <a:pt x="2064250" y="46885"/>
                  <a:pt x="2063322" y="49732"/>
                </a:cubicBezTo>
                <a:cubicBezTo>
                  <a:pt x="2062394" y="52577"/>
                  <a:pt x="2061929" y="57839"/>
                  <a:pt x="2061929" y="65517"/>
                </a:cubicBezTo>
                <a:lnTo>
                  <a:pt x="2061929" y="96634"/>
                </a:lnTo>
                <a:lnTo>
                  <a:pt x="2043730" y="96634"/>
                </a:lnTo>
                <a:lnTo>
                  <a:pt x="2043730" y="27850"/>
                </a:lnTo>
                <a:lnTo>
                  <a:pt x="2060634" y="27850"/>
                </a:lnTo>
                <a:lnTo>
                  <a:pt x="2060634" y="37954"/>
                </a:lnTo>
                <a:cubicBezTo>
                  <a:pt x="2066636" y="30182"/>
                  <a:pt x="2074192" y="26296"/>
                  <a:pt x="2083303" y="26296"/>
                </a:cubicBezTo>
                <a:cubicBezTo>
                  <a:pt x="2087319" y="26296"/>
                  <a:pt x="2090989" y="27019"/>
                  <a:pt x="2094313" y="28466"/>
                </a:cubicBezTo>
                <a:cubicBezTo>
                  <a:pt x="2097638" y="29912"/>
                  <a:pt x="2100153" y="31758"/>
                  <a:pt x="2101859" y="34003"/>
                </a:cubicBezTo>
                <a:cubicBezTo>
                  <a:pt x="2103565" y="36248"/>
                  <a:pt x="2104752" y="38796"/>
                  <a:pt x="2105421" y="41646"/>
                </a:cubicBezTo>
                <a:cubicBezTo>
                  <a:pt x="2106090" y="44496"/>
                  <a:pt x="2106425" y="48576"/>
                  <a:pt x="2106425" y="53887"/>
                </a:cubicBezTo>
                <a:lnTo>
                  <a:pt x="2106425" y="96634"/>
                </a:lnTo>
                <a:close/>
                <a:moveTo>
                  <a:pt x="2138507" y="49094"/>
                </a:moveTo>
                <a:lnTo>
                  <a:pt x="2121991" y="46115"/>
                </a:lnTo>
                <a:cubicBezTo>
                  <a:pt x="2123848" y="39378"/>
                  <a:pt x="2127043" y="34390"/>
                  <a:pt x="2131577" y="31153"/>
                </a:cubicBezTo>
                <a:cubicBezTo>
                  <a:pt x="2136110" y="27915"/>
                  <a:pt x="2142846" y="26296"/>
                  <a:pt x="2151784" y="26296"/>
                </a:cubicBezTo>
                <a:cubicBezTo>
                  <a:pt x="2159902" y="26296"/>
                  <a:pt x="2165947" y="27257"/>
                  <a:pt x="2169919" y="29178"/>
                </a:cubicBezTo>
                <a:cubicBezTo>
                  <a:pt x="2173892" y="31099"/>
                  <a:pt x="2176688" y="33539"/>
                  <a:pt x="2178307" y="36497"/>
                </a:cubicBezTo>
                <a:cubicBezTo>
                  <a:pt x="2179926" y="39455"/>
                  <a:pt x="2180736" y="44884"/>
                  <a:pt x="2180736" y="52786"/>
                </a:cubicBezTo>
                <a:lnTo>
                  <a:pt x="2180541" y="74030"/>
                </a:lnTo>
                <a:cubicBezTo>
                  <a:pt x="2180541" y="80075"/>
                  <a:pt x="2180833" y="84533"/>
                  <a:pt x="2181416" y="87404"/>
                </a:cubicBezTo>
                <a:cubicBezTo>
                  <a:pt x="2181999" y="90276"/>
                  <a:pt x="2183089" y="93352"/>
                  <a:pt x="2184686" y="96634"/>
                </a:cubicBezTo>
                <a:lnTo>
                  <a:pt x="2166681" y="96634"/>
                </a:lnTo>
                <a:cubicBezTo>
                  <a:pt x="2166206" y="95425"/>
                  <a:pt x="2165623" y="93633"/>
                  <a:pt x="2164932" y="91258"/>
                </a:cubicBezTo>
                <a:cubicBezTo>
                  <a:pt x="2164630" y="90179"/>
                  <a:pt x="2164414" y="89466"/>
                  <a:pt x="2164285" y="89121"/>
                </a:cubicBezTo>
                <a:cubicBezTo>
                  <a:pt x="2161176" y="92143"/>
                  <a:pt x="2157851" y="94410"/>
                  <a:pt x="2154310" y="95921"/>
                </a:cubicBezTo>
                <a:cubicBezTo>
                  <a:pt x="2150770" y="97433"/>
                  <a:pt x="2146992" y="98188"/>
                  <a:pt x="2142976" y="98188"/>
                </a:cubicBezTo>
                <a:cubicBezTo>
                  <a:pt x="2135895" y="98188"/>
                  <a:pt x="2130314" y="96275"/>
                  <a:pt x="2126233" y="92448"/>
                </a:cubicBezTo>
                <a:cubicBezTo>
                  <a:pt x="2122153" y="88622"/>
                  <a:pt x="2120113" y="83784"/>
                  <a:pt x="2120113" y="77936"/>
                </a:cubicBezTo>
                <a:cubicBezTo>
                  <a:pt x="2120113" y="74066"/>
                  <a:pt x="2121041" y="70616"/>
                  <a:pt x="2122898" y="67585"/>
                </a:cubicBezTo>
                <a:cubicBezTo>
                  <a:pt x="2124754" y="64553"/>
                  <a:pt x="2127356" y="62231"/>
                  <a:pt x="2130702" y="60619"/>
                </a:cubicBezTo>
                <a:cubicBezTo>
                  <a:pt x="2134049" y="59006"/>
                  <a:pt x="2138874" y="57598"/>
                  <a:pt x="2145178" y="56395"/>
                </a:cubicBezTo>
                <a:cubicBezTo>
                  <a:pt x="2153684" y="54804"/>
                  <a:pt x="2159578" y="53320"/>
                  <a:pt x="2162860" y="51944"/>
                </a:cubicBezTo>
                <a:lnTo>
                  <a:pt x="2162860" y="50110"/>
                </a:lnTo>
                <a:cubicBezTo>
                  <a:pt x="2162860" y="46574"/>
                  <a:pt x="2161996" y="44052"/>
                  <a:pt x="2160269" y="42546"/>
                </a:cubicBezTo>
                <a:cubicBezTo>
                  <a:pt x="2158542" y="41039"/>
                  <a:pt x="2155282" y="40286"/>
                  <a:pt x="2150489" y="40286"/>
                </a:cubicBezTo>
                <a:cubicBezTo>
                  <a:pt x="2147251" y="40286"/>
                  <a:pt x="2144725" y="40937"/>
                  <a:pt x="2142911" y="42241"/>
                </a:cubicBezTo>
                <a:cubicBezTo>
                  <a:pt x="2141098" y="43543"/>
                  <a:pt x="2139630" y="45827"/>
                  <a:pt x="2138507" y="49094"/>
                </a:cubicBezTo>
                <a:moveTo>
                  <a:pt x="2162860" y="63861"/>
                </a:moveTo>
                <a:cubicBezTo>
                  <a:pt x="2160528" y="64629"/>
                  <a:pt x="2156836" y="65547"/>
                  <a:pt x="2151784" y="66614"/>
                </a:cubicBezTo>
                <a:cubicBezTo>
                  <a:pt x="2146732" y="67680"/>
                  <a:pt x="2143429" y="68725"/>
                  <a:pt x="2141875" y="69749"/>
                </a:cubicBezTo>
                <a:cubicBezTo>
                  <a:pt x="2139500" y="71413"/>
                  <a:pt x="2138313" y="73524"/>
                  <a:pt x="2138313" y="76084"/>
                </a:cubicBezTo>
                <a:cubicBezTo>
                  <a:pt x="2138313" y="78602"/>
                  <a:pt x="2139263" y="80779"/>
                  <a:pt x="2141162" y="82614"/>
                </a:cubicBezTo>
                <a:cubicBezTo>
                  <a:pt x="2143062" y="84447"/>
                  <a:pt x="2145480" y="85364"/>
                  <a:pt x="2148416" y="85364"/>
                </a:cubicBezTo>
                <a:cubicBezTo>
                  <a:pt x="2151698" y="85364"/>
                  <a:pt x="2154828" y="84298"/>
                  <a:pt x="2157808" y="82164"/>
                </a:cubicBezTo>
                <a:cubicBezTo>
                  <a:pt x="2160010" y="80544"/>
                  <a:pt x="2161456" y="78560"/>
                  <a:pt x="2162147" y="76212"/>
                </a:cubicBezTo>
                <a:cubicBezTo>
                  <a:pt x="2162622" y="74676"/>
                  <a:pt x="2162860" y="71754"/>
                  <a:pt x="2162860" y="67446"/>
                </a:cubicBezTo>
                <a:lnTo>
                  <a:pt x="2162860" y="63861"/>
                </a:lnTo>
                <a:close/>
                <a:moveTo>
                  <a:pt x="2230199" y="27850"/>
                </a:moveTo>
                <a:lnTo>
                  <a:pt x="2230199" y="42358"/>
                </a:lnTo>
                <a:lnTo>
                  <a:pt x="2217763" y="42358"/>
                </a:lnTo>
                <a:lnTo>
                  <a:pt x="2217763" y="70034"/>
                </a:lnTo>
                <a:cubicBezTo>
                  <a:pt x="2217763" y="75640"/>
                  <a:pt x="2217882" y="78906"/>
                  <a:pt x="2218119" y="79833"/>
                </a:cubicBezTo>
                <a:cubicBezTo>
                  <a:pt x="2218357" y="80758"/>
                  <a:pt x="2218897" y="81523"/>
                  <a:pt x="2219739" y="82128"/>
                </a:cubicBezTo>
                <a:cubicBezTo>
                  <a:pt x="2220581" y="82731"/>
                  <a:pt x="2221606" y="83033"/>
                  <a:pt x="2222815" y="83033"/>
                </a:cubicBezTo>
                <a:cubicBezTo>
                  <a:pt x="2224499" y="83033"/>
                  <a:pt x="2226939" y="82450"/>
                  <a:pt x="2230134" y="81284"/>
                </a:cubicBezTo>
                <a:lnTo>
                  <a:pt x="2231688" y="95456"/>
                </a:lnTo>
                <a:cubicBezTo>
                  <a:pt x="2227457" y="97277"/>
                  <a:pt x="2222664" y="98188"/>
                  <a:pt x="2217310" y="98188"/>
                </a:cubicBezTo>
                <a:cubicBezTo>
                  <a:pt x="2214028" y="98188"/>
                  <a:pt x="2211070" y="97638"/>
                  <a:pt x="2208437" y="96537"/>
                </a:cubicBezTo>
                <a:cubicBezTo>
                  <a:pt x="2205803" y="95436"/>
                  <a:pt x="2203870" y="94011"/>
                  <a:pt x="2202640" y="92262"/>
                </a:cubicBezTo>
                <a:cubicBezTo>
                  <a:pt x="2201409" y="90513"/>
                  <a:pt x="2200556" y="88149"/>
                  <a:pt x="2200081" y="85170"/>
                </a:cubicBezTo>
                <a:cubicBezTo>
                  <a:pt x="2199693" y="83054"/>
                  <a:pt x="2199499" y="78779"/>
                  <a:pt x="2199499" y="72346"/>
                </a:cubicBezTo>
                <a:lnTo>
                  <a:pt x="2199499" y="42358"/>
                </a:lnTo>
                <a:lnTo>
                  <a:pt x="2191143" y="42358"/>
                </a:lnTo>
                <a:lnTo>
                  <a:pt x="2191143" y="27850"/>
                </a:lnTo>
                <a:lnTo>
                  <a:pt x="2199499" y="27850"/>
                </a:lnTo>
                <a:lnTo>
                  <a:pt x="2199499" y="14119"/>
                </a:lnTo>
                <a:lnTo>
                  <a:pt x="2217763" y="3368"/>
                </a:lnTo>
                <a:lnTo>
                  <a:pt x="2217763" y="27850"/>
                </a:lnTo>
                <a:lnTo>
                  <a:pt x="2230199" y="27850"/>
                </a:lnTo>
                <a:close/>
                <a:moveTo>
                  <a:pt x="2242827" y="18524"/>
                </a:moveTo>
                <a:lnTo>
                  <a:pt x="2242827" y="1684"/>
                </a:lnTo>
                <a:lnTo>
                  <a:pt x="2261027" y="1684"/>
                </a:lnTo>
                <a:lnTo>
                  <a:pt x="2261027" y="18524"/>
                </a:lnTo>
                <a:lnTo>
                  <a:pt x="2242827" y="18524"/>
                </a:lnTo>
                <a:moveTo>
                  <a:pt x="2242827" y="96634"/>
                </a:moveTo>
                <a:lnTo>
                  <a:pt x="2242827" y="27850"/>
                </a:lnTo>
                <a:lnTo>
                  <a:pt x="2261027" y="27850"/>
                </a:lnTo>
                <a:lnTo>
                  <a:pt x="2261027" y="96634"/>
                </a:lnTo>
                <a:lnTo>
                  <a:pt x="2242827" y="96634"/>
                </a:lnTo>
                <a:close/>
                <a:moveTo>
                  <a:pt x="2275492" y="61271"/>
                </a:moveTo>
                <a:cubicBezTo>
                  <a:pt x="2275492" y="55226"/>
                  <a:pt x="2276982" y="49375"/>
                  <a:pt x="2279961" y="43718"/>
                </a:cubicBezTo>
                <a:cubicBezTo>
                  <a:pt x="2282941" y="38062"/>
                  <a:pt x="2287161" y="33744"/>
                  <a:pt x="2292623" y="30765"/>
                </a:cubicBezTo>
                <a:cubicBezTo>
                  <a:pt x="2298085" y="27785"/>
                  <a:pt x="2304184" y="26296"/>
                  <a:pt x="2310920" y="26296"/>
                </a:cubicBezTo>
                <a:cubicBezTo>
                  <a:pt x="2321326" y="26296"/>
                  <a:pt x="2329854" y="29675"/>
                  <a:pt x="2336504" y="36432"/>
                </a:cubicBezTo>
                <a:cubicBezTo>
                  <a:pt x="2343153" y="43189"/>
                  <a:pt x="2346478" y="51728"/>
                  <a:pt x="2346478" y="62048"/>
                </a:cubicBezTo>
                <a:cubicBezTo>
                  <a:pt x="2346478" y="72454"/>
                  <a:pt x="2343121" y="81079"/>
                  <a:pt x="2336406" y="87923"/>
                </a:cubicBezTo>
                <a:cubicBezTo>
                  <a:pt x="2329692" y="94766"/>
                  <a:pt x="2321240" y="98188"/>
                  <a:pt x="2311050" y="98188"/>
                </a:cubicBezTo>
                <a:cubicBezTo>
                  <a:pt x="2304746" y="98188"/>
                  <a:pt x="2298733" y="96763"/>
                  <a:pt x="2293012" y="93914"/>
                </a:cubicBezTo>
                <a:cubicBezTo>
                  <a:pt x="2287291" y="91064"/>
                  <a:pt x="2282941" y="86886"/>
                  <a:pt x="2279961" y="81381"/>
                </a:cubicBezTo>
                <a:cubicBezTo>
                  <a:pt x="2276982" y="75876"/>
                  <a:pt x="2275492" y="69172"/>
                  <a:pt x="2275492" y="61271"/>
                </a:cubicBezTo>
                <a:moveTo>
                  <a:pt x="2294145" y="62242"/>
                </a:moveTo>
                <a:cubicBezTo>
                  <a:pt x="2294145" y="69043"/>
                  <a:pt x="2295765" y="74251"/>
                  <a:pt x="2299003" y="77867"/>
                </a:cubicBezTo>
                <a:cubicBezTo>
                  <a:pt x="2302241" y="81484"/>
                  <a:pt x="2306235" y="83292"/>
                  <a:pt x="2310985" y="83292"/>
                </a:cubicBezTo>
                <a:cubicBezTo>
                  <a:pt x="2315735" y="83292"/>
                  <a:pt x="2319718" y="81484"/>
                  <a:pt x="2322935" y="77867"/>
                </a:cubicBezTo>
                <a:cubicBezTo>
                  <a:pt x="2326152" y="74251"/>
                  <a:pt x="2327760" y="69000"/>
                  <a:pt x="2327760" y="62113"/>
                </a:cubicBezTo>
                <a:cubicBezTo>
                  <a:pt x="2327760" y="55398"/>
                  <a:pt x="2326152" y="50233"/>
                  <a:pt x="2322935" y="46617"/>
                </a:cubicBezTo>
                <a:cubicBezTo>
                  <a:pt x="2319718" y="43001"/>
                  <a:pt x="2315735" y="41192"/>
                  <a:pt x="2310985" y="41192"/>
                </a:cubicBezTo>
                <a:cubicBezTo>
                  <a:pt x="2306235" y="41192"/>
                  <a:pt x="2302241" y="43001"/>
                  <a:pt x="2299003" y="46617"/>
                </a:cubicBezTo>
                <a:cubicBezTo>
                  <a:pt x="2295765" y="50233"/>
                  <a:pt x="2294145" y="55441"/>
                  <a:pt x="2294145" y="62242"/>
                </a:cubicBezTo>
                <a:close/>
                <a:moveTo>
                  <a:pt x="2423315" y="96634"/>
                </a:moveTo>
                <a:lnTo>
                  <a:pt x="2405115" y="96634"/>
                </a:lnTo>
                <a:lnTo>
                  <a:pt x="2405115" y="61570"/>
                </a:lnTo>
                <a:cubicBezTo>
                  <a:pt x="2405115" y="54151"/>
                  <a:pt x="2404726" y="49353"/>
                  <a:pt x="2403949" y="47175"/>
                </a:cubicBezTo>
                <a:cubicBezTo>
                  <a:pt x="2403172" y="44998"/>
                  <a:pt x="2401909" y="43305"/>
                  <a:pt x="2400160" y="42097"/>
                </a:cubicBezTo>
                <a:cubicBezTo>
                  <a:pt x="2398411" y="40890"/>
                  <a:pt x="2396306" y="40286"/>
                  <a:pt x="2393845" y="40286"/>
                </a:cubicBezTo>
                <a:cubicBezTo>
                  <a:pt x="2390693" y="40286"/>
                  <a:pt x="2387865" y="41149"/>
                  <a:pt x="2385361" y="42874"/>
                </a:cubicBezTo>
                <a:cubicBezTo>
                  <a:pt x="2382856" y="44599"/>
                  <a:pt x="2381140" y="46885"/>
                  <a:pt x="2380212" y="49732"/>
                </a:cubicBezTo>
                <a:cubicBezTo>
                  <a:pt x="2379283" y="52577"/>
                  <a:pt x="2378819" y="57839"/>
                  <a:pt x="2378819" y="65517"/>
                </a:cubicBezTo>
                <a:lnTo>
                  <a:pt x="2378819" y="96634"/>
                </a:lnTo>
                <a:lnTo>
                  <a:pt x="2360619" y="96634"/>
                </a:lnTo>
                <a:lnTo>
                  <a:pt x="2360619" y="27850"/>
                </a:lnTo>
                <a:lnTo>
                  <a:pt x="2377524" y="27850"/>
                </a:lnTo>
                <a:lnTo>
                  <a:pt x="2377524" y="37954"/>
                </a:lnTo>
                <a:cubicBezTo>
                  <a:pt x="2383526" y="30182"/>
                  <a:pt x="2391082" y="26296"/>
                  <a:pt x="2400193" y="26296"/>
                </a:cubicBezTo>
                <a:cubicBezTo>
                  <a:pt x="2404208" y="26296"/>
                  <a:pt x="2407878" y="27019"/>
                  <a:pt x="2411203" y="28466"/>
                </a:cubicBezTo>
                <a:cubicBezTo>
                  <a:pt x="2414528" y="29912"/>
                  <a:pt x="2417043" y="31758"/>
                  <a:pt x="2418749" y="34003"/>
                </a:cubicBezTo>
                <a:cubicBezTo>
                  <a:pt x="2420454" y="36248"/>
                  <a:pt x="2421642" y="38796"/>
                  <a:pt x="2422311" y="41646"/>
                </a:cubicBezTo>
                <a:cubicBezTo>
                  <a:pt x="2422980" y="44496"/>
                  <a:pt x="2423315" y="48576"/>
                  <a:pt x="2423315" y="53887"/>
                </a:cubicBezTo>
                <a:lnTo>
                  <a:pt x="2423315" y="966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41C03-28A5-4C4D-88D7-6037197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454" y="1223656"/>
            <a:ext cx="5400541" cy="1894926"/>
          </a:xfrm>
          <a:custGeom xmlns:a="http://schemas.openxmlformats.org/drawingml/2006/main">
            <a:pathLst>
              <a:path w="5400541" h="1894926">
                <a:moveTo>
                  <a:pt x="0" y="0"/>
                </a:moveTo>
                <a:lnTo>
                  <a:pt x="5400541" y="0"/>
                </a:lnTo>
                <a:lnTo>
                  <a:pt x="540054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4A7E0-FF99-4A59-B1CB-24F70F50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454" y="1223656"/>
            <a:ext cx="5400541" cy="1894926"/>
          </a:xfrm>
          <a:custGeom xmlns:a="http://schemas.openxmlformats.org/drawingml/2006/main">
            <a:pathLst>
              <a:path w="5400541" h="1894926" fill="none">
                <a:moveTo>
                  <a:pt x="0" y="0"/>
                </a:moveTo>
                <a:lnTo>
                  <a:pt x="5400541" y="0"/>
                </a:lnTo>
                <a:lnTo>
                  <a:pt x="540054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25597-4910-4A8D-863B-AC989917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505" y="1195232"/>
            <a:ext cx="5400541" cy="1894926"/>
          </a:xfrm>
          <a:custGeom xmlns:a="http://schemas.openxmlformats.org/drawingml/2006/main">
            <a:pathLst>
              <a:path w="5400541" h="1894926">
                <a:moveTo>
                  <a:pt x="0" y="0"/>
                </a:moveTo>
                <a:lnTo>
                  <a:pt x="5400541" y="0"/>
                </a:lnTo>
                <a:lnTo>
                  <a:pt x="540054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850D3-7DB9-4694-8FB8-E086ED24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505" y="1195232"/>
            <a:ext cx="5400541" cy="1894926"/>
          </a:xfrm>
          <a:custGeom xmlns:a="http://schemas.openxmlformats.org/drawingml/2006/main">
            <a:pathLst>
              <a:path w="5400541" h="1894926" fill="none">
                <a:moveTo>
                  <a:pt x="0" y="0"/>
                </a:moveTo>
                <a:lnTo>
                  <a:pt x="5400541" y="0"/>
                </a:lnTo>
                <a:lnTo>
                  <a:pt x="5400541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DA16A-9DD8-4F0E-BA0B-2CA72C4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485" y="2081110"/>
            <a:ext cx="4111990" cy="151594"/>
          </a:xfrm>
          <a:custGeom xmlns:a="http://schemas.openxmlformats.org/drawingml/2006/main">
            <a:pathLst>
              <a:path w="4111990" h="151594">
                <a:moveTo>
                  <a:pt x="0" y="0"/>
                </a:moveTo>
                <a:lnTo>
                  <a:pt x="4111990" y="0"/>
                </a:lnTo>
                <a:lnTo>
                  <a:pt x="4111990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theinputangleisequalto0.5timestheproductofthesumofthe">
            <a:extLst xmlns:a="http://schemas.openxmlformats.org/drawingml/2006/main">
              <a:ext uri="{FF2B5EF4-FFF2-40B4-BE49-F238E27FC236}">
                <a16:creationId xmlns:a16="http://schemas.microsoft.com/office/drawing/2014/main" id="{729536F6-1ABC-4656-9A16-3541CD6E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92" y="2107647"/>
            <a:ext cx="4105749" cy="124614"/>
          </a:xfrm>
          <a:custGeom xmlns:a="http://schemas.openxmlformats.org/drawingml/2006/main">
            <a:pathLst>
              <a:path w="4105749" h="124614">
                <a:moveTo>
                  <a:pt x="39055" y="27850"/>
                </a:moveTo>
                <a:lnTo>
                  <a:pt x="39055" y="42358"/>
                </a:lnTo>
                <a:lnTo>
                  <a:pt x="26620" y="42358"/>
                </a:lnTo>
                <a:lnTo>
                  <a:pt x="26620" y="70034"/>
                </a:lnTo>
                <a:cubicBezTo>
                  <a:pt x="26620" y="75640"/>
                  <a:pt x="26738" y="78906"/>
                  <a:pt x="26976" y="79833"/>
                </a:cubicBezTo>
                <a:cubicBezTo>
                  <a:pt x="27213" y="80758"/>
                  <a:pt x="27753" y="81523"/>
                  <a:pt x="28595" y="82128"/>
                </a:cubicBezTo>
                <a:cubicBezTo>
                  <a:pt x="29437" y="82731"/>
                  <a:pt x="30463" y="83033"/>
                  <a:pt x="31672" y="83033"/>
                </a:cubicBezTo>
                <a:cubicBezTo>
                  <a:pt x="33356" y="83033"/>
                  <a:pt x="35795" y="82450"/>
                  <a:pt x="38990" y="81284"/>
                </a:cubicBezTo>
                <a:lnTo>
                  <a:pt x="40545" y="95456"/>
                </a:lnTo>
                <a:cubicBezTo>
                  <a:pt x="36313" y="97277"/>
                  <a:pt x="31520" y="98188"/>
                  <a:pt x="26166" y="98188"/>
                </a:cubicBezTo>
                <a:cubicBezTo>
                  <a:pt x="22885" y="98188"/>
                  <a:pt x="19927" y="97638"/>
                  <a:pt x="17293" y="96537"/>
                </a:cubicBezTo>
                <a:cubicBezTo>
                  <a:pt x="14659" y="95436"/>
                  <a:pt x="12727" y="94011"/>
                  <a:pt x="11496" y="92262"/>
                </a:cubicBezTo>
                <a:cubicBezTo>
                  <a:pt x="10266" y="90513"/>
                  <a:pt x="9413" y="88149"/>
                  <a:pt x="8938" y="85170"/>
                </a:cubicBezTo>
                <a:cubicBezTo>
                  <a:pt x="8549" y="83054"/>
                  <a:pt x="8355" y="78779"/>
                  <a:pt x="8355" y="72346"/>
                </a:cubicBezTo>
                <a:lnTo>
                  <a:pt x="8355" y="42358"/>
                </a:lnTo>
                <a:lnTo>
                  <a:pt x="0" y="42358"/>
                </a:lnTo>
                <a:lnTo>
                  <a:pt x="0" y="27850"/>
                </a:lnTo>
                <a:lnTo>
                  <a:pt x="8355" y="27850"/>
                </a:lnTo>
                <a:lnTo>
                  <a:pt x="8355" y="14119"/>
                </a:lnTo>
                <a:lnTo>
                  <a:pt x="26620" y="3368"/>
                </a:lnTo>
                <a:lnTo>
                  <a:pt x="26620" y="27850"/>
                </a:lnTo>
                <a:lnTo>
                  <a:pt x="39055" y="27850"/>
                </a:lnTo>
                <a:close/>
                <a:moveTo>
                  <a:pt x="69819" y="1684"/>
                </a:moveTo>
                <a:lnTo>
                  <a:pt x="69819" y="36642"/>
                </a:lnTo>
                <a:cubicBezTo>
                  <a:pt x="75691" y="29745"/>
                  <a:pt x="82707" y="26296"/>
                  <a:pt x="90868" y="26296"/>
                </a:cubicBezTo>
                <a:cubicBezTo>
                  <a:pt x="95056" y="26296"/>
                  <a:pt x="98835" y="27073"/>
                  <a:pt x="102203" y="28627"/>
                </a:cubicBezTo>
                <a:cubicBezTo>
                  <a:pt x="105570" y="30182"/>
                  <a:pt x="108107" y="32168"/>
                  <a:pt x="109813" y="34586"/>
                </a:cubicBezTo>
                <a:cubicBezTo>
                  <a:pt x="111518" y="37004"/>
                  <a:pt x="112684" y="39681"/>
                  <a:pt x="113310" y="42617"/>
                </a:cubicBezTo>
                <a:cubicBezTo>
                  <a:pt x="113936" y="45553"/>
                  <a:pt x="114249" y="50109"/>
                  <a:pt x="114249" y="56283"/>
                </a:cubicBezTo>
                <a:lnTo>
                  <a:pt x="114249" y="96634"/>
                </a:lnTo>
                <a:lnTo>
                  <a:pt x="96050" y="96634"/>
                </a:lnTo>
                <a:lnTo>
                  <a:pt x="96050" y="60342"/>
                </a:lnTo>
                <a:cubicBezTo>
                  <a:pt x="96050" y="53139"/>
                  <a:pt x="95704" y="48567"/>
                  <a:pt x="95013" y="46627"/>
                </a:cubicBezTo>
                <a:cubicBezTo>
                  <a:pt x="94322" y="44685"/>
                  <a:pt x="93103" y="43143"/>
                  <a:pt x="91354" y="42000"/>
                </a:cubicBezTo>
                <a:cubicBezTo>
                  <a:pt x="89605" y="40857"/>
                  <a:pt x="87414" y="40286"/>
                  <a:pt x="84780" y="40286"/>
                </a:cubicBezTo>
                <a:cubicBezTo>
                  <a:pt x="81757" y="40286"/>
                  <a:pt x="79059" y="41019"/>
                  <a:pt x="76684" y="42486"/>
                </a:cubicBezTo>
                <a:cubicBezTo>
                  <a:pt x="74309" y="43953"/>
                  <a:pt x="72571" y="46163"/>
                  <a:pt x="71470" y="49116"/>
                </a:cubicBezTo>
                <a:cubicBezTo>
                  <a:pt x="70369" y="52070"/>
                  <a:pt x="69819" y="56437"/>
                  <a:pt x="69819" y="62218"/>
                </a:cubicBezTo>
                <a:lnTo>
                  <a:pt x="69819" y="96634"/>
                </a:lnTo>
                <a:lnTo>
                  <a:pt x="51619" y="96634"/>
                </a:lnTo>
                <a:lnTo>
                  <a:pt x="51619" y="1684"/>
                </a:lnTo>
                <a:lnTo>
                  <a:pt x="69819" y="1684"/>
                </a:lnTo>
                <a:close/>
                <a:moveTo>
                  <a:pt x="172562" y="74742"/>
                </a:moveTo>
                <a:lnTo>
                  <a:pt x="190698" y="77851"/>
                </a:lnTo>
                <a:cubicBezTo>
                  <a:pt x="188366" y="84479"/>
                  <a:pt x="184685" y="89526"/>
                  <a:pt x="179655" y="92991"/>
                </a:cubicBezTo>
                <a:cubicBezTo>
                  <a:pt x="174624" y="96456"/>
                  <a:pt x="168331" y="98188"/>
                  <a:pt x="160775" y="98188"/>
                </a:cubicBezTo>
                <a:cubicBezTo>
                  <a:pt x="148814" y="98188"/>
                  <a:pt x="139963" y="94281"/>
                  <a:pt x="134220" y="86465"/>
                </a:cubicBezTo>
                <a:cubicBezTo>
                  <a:pt x="129686" y="80204"/>
                  <a:pt x="127419" y="72303"/>
                  <a:pt x="127419" y="62760"/>
                </a:cubicBezTo>
                <a:cubicBezTo>
                  <a:pt x="127419" y="51361"/>
                  <a:pt x="130399" y="42434"/>
                  <a:pt x="136357" y="35979"/>
                </a:cubicBezTo>
                <a:cubicBezTo>
                  <a:pt x="142316" y="29523"/>
                  <a:pt x="149851" y="26296"/>
                  <a:pt x="158961" y="26296"/>
                </a:cubicBezTo>
                <a:cubicBezTo>
                  <a:pt x="169195" y="26296"/>
                  <a:pt x="177269" y="29675"/>
                  <a:pt x="183184" y="36432"/>
                </a:cubicBezTo>
                <a:cubicBezTo>
                  <a:pt x="189100" y="43189"/>
                  <a:pt x="191928" y="53542"/>
                  <a:pt x="191669" y="67488"/>
                </a:cubicBezTo>
                <a:lnTo>
                  <a:pt x="146072" y="67488"/>
                </a:lnTo>
                <a:cubicBezTo>
                  <a:pt x="146202" y="72886"/>
                  <a:pt x="147670" y="77085"/>
                  <a:pt x="150477" y="80086"/>
                </a:cubicBezTo>
                <a:cubicBezTo>
                  <a:pt x="153283" y="83087"/>
                  <a:pt x="156781" y="84587"/>
                  <a:pt x="160969" y="84587"/>
                </a:cubicBezTo>
                <a:cubicBezTo>
                  <a:pt x="163819" y="84587"/>
                  <a:pt x="166215" y="83810"/>
                  <a:pt x="168158" y="82255"/>
                </a:cubicBezTo>
                <a:cubicBezTo>
                  <a:pt x="170101" y="80701"/>
                  <a:pt x="171569" y="78197"/>
                  <a:pt x="172562" y="74742"/>
                </a:cubicBezTo>
                <a:moveTo>
                  <a:pt x="173599" y="56348"/>
                </a:moveTo>
                <a:cubicBezTo>
                  <a:pt x="173469" y="51102"/>
                  <a:pt x="172109" y="47113"/>
                  <a:pt x="169518" y="44382"/>
                </a:cubicBezTo>
                <a:cubicBezTo>
                  <a:pt x="166928" y="41651"/>
                  <a:pt x="163776" y="40286"/>
                  <a:pt x="160062" y="40286"/>
                </a:cubicBezTo>
                <a:cubicBezTo>
                  <a:pt x="156090" y="40286"/>
                  <a:pt x="152808" y="41726"/>
                  <a:pt x="150218" y="44607"/>
                </a:cubicBezTo>
                <a:cubicBezTo>
                  <a:pt x="147627" y="47489"/>
                  <a:pt x="146353" y="51403"/>
                  <a:pt x="146396" y="56348"/>
                </a:cubicBezTo>
                <a:lnTo>
                  <a:pt x="173599" y="56348"/>
                </a:lnTo>
                <a:close/>
                <a:moveTo>
                  <a:pt x="243356" y="18524"/>
                </a:moveTo>
                <a:lnTo>
                  <a:pt x="243356" y="1684"/>
                </a:lnTo>
                <a:lnTo>
                  <a:pt x="261556" y="1684"/>
                </a:lnTo>
                <a:lnTo>
                  <a:pt x="261556" y="18524"/>
                </a:lnTo>
                <a:lnTo>
                  <a:pt x="243356" y="18524"/>
                </a:lnTo>
                <a:moveTo>
                  <a:pt x="243356" y="96634"/>
                </a:moveTo>
                <a:lnTo>
                  <a:pt x="243356" y="27850"/>
                </a:lnTo>
                <a:lnTo>
                  <a:pt x="261556" y="27850"/>
                </a:lnTo>
                <a:lnTo>
                  <a:pt x="261556" y="96634"/>
                </a:lnTo>
                <a:lnTo>
                  <a:pt x="243356" y="96634"/>
                </a:lnTo>
                <a:close/>
                <a:moveTo>
                  <a:pt x="342798" y="96634"/>
                </a:moveTo>
                <a:lnTo>
                  <a:pt x="324598" y="96634"/>
                </a:lnTo>
                <a:lnTo>
                  <a:pt x="324598" y="61570"/>
                </a:lnTo>
                <a:cubicBezTo>
                  <a:pt x="324598" y="54151"/>
                  <a:pt x="324209" y="49353"/>
                  <a:pt x="323432" y="47175"/>
                </a:cubicBezTo>
                <a:cubicBezTo>
                  <a:pt x="322655" y="44998"/>
                  <a:pt x="321392" y="43305"/>
                  <a:pt x="319643" y="42097"/>
                </a:cubicBezTo>
                <a:cubicBezTo>
                  <a:pt x="317894" y="40890"/>
                  <a:pt x="315789" y="40286"/>
                  <a:pt x="313328" y="40286"/>
                </a:cubicBezTo>
                <a:cubicBezTo>
                  <a:pt x="310176" y="40286"/>
                  <a:pt x="307348" y="41149"/>
                  <a:pt x="304844" y="42874"/>
                </a:cubicBezTo>
                <a:cubicBezTo>
                  <a:pt x="302339" y="44599"/>
                  <a:pt x="300623" y="46885"/>
                  <a:pt x="299695" y="49732"/>
                </a:cubicBezTo>
                <a:cubicBezTo>
                  <a:pt x="298766" y="52577"/>
                  <a:pt x="298302" y="57839"/>
                  <a:pt x="298302" y="65517"/>
                </a:cubicBezTo>
                <a:lnTo>
                  <a:pt x="298302" y="96634"/>
                </a:lnTo>
                <a:lnTo>
                  <a:pt x="280102" y="96634"/>
                </a:lnTo>
                <a:lnTo>
                  <a:pt x="280102" y="27850"/>
                </a:lnTo>
                <a:lnTo>
                  <a:pt x="297007" y="27850"/>
                </a:lnTo>
                <a:lnTo>
                  <a:pt x="297007" y="37954"/>
                </a:lnTo>
                <a:cubicBezTo>
                  <a:pt x="303008" y="30182"/>
                  <a:pt x="310565" y="26296"/>
                  <a:pt x="319675" y="26296"/>
                </a:cubicBezTo>
                <a:cubicBezTo>
                  <a:pt x="323691" y="26296"/>
                  <a:pt x="327361" y="27019"/>
                  <a:pt x="330686" y="28466"/>
                </a:cubicBezTo>
                <a:cubicBezTo>
                  <a:pt x="334011" y="29912"/>
                  <a:pt x="336526" y="31758"/>
                  <a:pt x="338231" y="34003"/>
                </a:cubicBezTo>
                <a:cubicBezTo>
                  <a:pt x="339937" y="36248"/>
                  <a:pt x="341124" y="38796"/>
                  <a:pt x="341794" y="41646"/>
                </a:cubicBezTo>
                <a:cubicBezTo>
                  <a:pt x="342463" y="44496"/>
                  <a:pt x="342798" y="48576"/>
                  <a:pt x="342798" y="53887"/>
                </a:cubicBezTo>
                <a:lnTo>
                  <a:pt x="342798" y="96634"/>
                </a:lnTo>
                <a:close/>
                <a:moveTo>
                  <a:pt x="360760" y="27850"/>
                </a:moveTo>
                <a:lnTo>
                  <a:pt x="377729" y="27850"/>
                </a:lnTo>
                <a:lnTo>
                  <a:pt x="377729" y="37954"/>
                </a:lnTo>
                <a:cubicBezTo>
                  <a:pt x="379931" y="34500"/>
                  <a:pt x="382910" y="31693"/>
                  <a:pt x="386667" y="29534"/>
                </a:cubicBezTo>
                <a:cubicBezTo>
                  <a:pt x="390423" y="27375"/>
                  <a:pt x="394590" y="26296"/>
                  <a:pt x="399167" y="26296"/>
                </a:cubicBezTo>
                <a:cubicBezTo>
                  <a:pt x="407155" y="26296"/>
                  <a:pt x="413934" y="29426"/>
                  <a:pt x="419504" y="35687"/>
                </a:cubicBezTo>
                <a:cubicBezTo>
                  <a:pt x="425074" y="41948"/>
                  <a:pt x="427859" y="50670"/>
                  <a:pt x="427859" y="61853"/>
                </a:cubicBezTo>
                <a:cubicBezTo>
                  <a:pt x="427859" y="73339"/>
                  <a:pt x="425053" y="82266"/>
                  <a:pt x="419440" y="88635"/>
                </a:cubicBezTo>
                <a:cubicBezTo>
                  <a:pt x="413826" y="95004"/>
                  <a:pt x="407026" y="98188"/>
                  <a:pt x="399038" y="98188"/>
                </a:cubicBezTo>
                <a:cubicBezTo>
                  <a:pt x="395238" y="98188"/>
                  <a:pt x="391794" y="97433"/>
                  <a:pt x="388707" y="95921"/>
                </a:cubicBezTo>
                <a:cubicBezTo>
                  <a:pt x="385620" y="94410"/>
                  <a:pt x="382371" y="91819"/>
                  <a:pt x="378960" y="88149"/>
                </a:cubicBezTo>
                <a:lnTo>
                  <a:pt x="378960" y="122800"/>
                </a:lnTo>
                <a:lnTo>
                  <a:pt x="360760" y="122800"/>
                </a:lnTo>
                <a:lnTo>
                  <a:pt x="360760" y="27850"/>
                </a:lnTo>
                <a:moveTo>
                  <a:pt x="378765" y="61046"/>
                </a:moveTo>
                <a:cubicBezTo>
                  <a:pt x="378765" y="68763"/>
                  <a:pt x="380298" y="74464"/>
                  <a:pt x="383364" y="78151"/>
                </a:cubicBezTo>
                <a:cubicBezTo>
                  <a:pt x="386429" y="81837"/>
                  <a:pt x="390164" y="83680"/>
                  <a:pt x="394569" y="83680"/>
                </a:cubicBezTo>
                <a:cubicBezTo>
                  <a:pt x="398800" y="83680"/>
                  <a:pt x="402319" y="81988"/>
                  <a:pt x="405126" y="78604"/>
                </a:cubicBezTo>
                <a:cubicBezTo>
                  <a:pt x="407932" y="75220"/>
                  <a:pt x="409336" y="69669"/>
                  <a:pt x="409336" y="61951"/>
                </a:cubicBezTo>
                <a:cubicBezTo>
                  <a:pt x="409336" y="54751"/>
                  <a:pt x="407889" y="49404"/>
                  <a:pt x="404996" y="45912"/>
                </a:cubicBezTo>
                <a:cubicBezTo>
                  <a:pt x="402103" y="42420"/>
                  <a:pt x="398519" y="40674"/>
                  <a:pt x="394245" y="40674"/>
                </a:cubicBezTo>
                <a:cubicBezTo>
                  <a:pt x="389797" y="40674"/>
                  <a:pt x="386106" y="42388"/>
                  <a:pt x="383169" y="45815"/>
                </a:cubicBezTo>
                <a:cubicBezTo>
                  <a:pt x="380233" y="49243"/>
                  <a:pt x="378765" y="54319"/>
                  <a:pt x="378765" y="61046"/>
                </a:cubicBezTo>
                <a:close/>
                <a:moveTo>
                  <a:pt x="487597" y="96634"/>
                </a:moveTo>
                <a:lnTo>
                  <a:pt x="487597" y="86336"/>
                </a:lnTo>
                <a:cubicBezTo>
                  <a:pt x="485092" y="90006"/>
                  <a:pt x="481800" y="92899"/>
                  <a:pt x="477719" y="95015"/>
                </a:cubicBezTo>
                <a:cubicBezTo>
                  <a:pt x="473639" y="97130"/>
                  <a:pt x="469332" y="98188"/>
                  <a:pt x="464798" y="98188"/>
                </a:cubicBezTo>
                <a:cubicBezTo>
                  <a:pt x="460178" y="98188"/>
                  <a:pt x="456033" y="97174"/>
                  <a:pt x="452363" y="95144"/>
                </a:cubicBezTo>
                <a:cubicBezTo>
                  <a:pt x="448693" y="93115"/>
                  <a:pt x="446037" y="90265"/>
                  <a:pt x="444396" y="86595"/>
                </a:cubicBezTo>
                <a:cubicBezTo>
                  <a:pt x="442756" y="82925"/>
                  <a:pt x="441935" y="77851"/>
                  <a:pt x="441935" y="71374"/>
                </a:cubicBezTo>
                <a:lnTo>
                  <a:pt x="441935" y="27850"/>
                </a:lnTo>
                <a:lnTo>
                  <a:pt x="460135" y="27850"/>
                </a:lnTo>
                <a:lnTo>
                  <a:pt x="460135" y="59384"/>
                </a:lnTo>
                <a:cubicBezTo>
                  <a:pt x="460135" y="69035"/>
                  <a:pt x="460470" y="74947"/>
                  <a:pt x="461139" y="77122"/>
                </a:cubicBezTo>
                <a:cubicBezTo>
                  <a:pt x="461808" y="79298"/>
                  <a:pt x="463028" y="81021"/>
                  <a:pt x="464798" y="82292"/>
                </a:cubicBezTo>
                <a:cubicBezTo>
                  <a:pt x="466569" y="83563"/>
                  <a:pt x="468814" y="84198"/>
                  <a:pt x="471534" y="84198"/>
                </a:cubicBezTo>
                <a:cubicBezTo>
                  <a:pt x="474643" y="84198"/>
                  <a:pt x="477428" y="83348"/>
                  <a:pt x="479889" y="81646"/>
                </a:cubicBezTo>
                <a:cubicBezTo>
                  <a:pt x="482350" y="79945"/>
                  <a:pt x="484034" y="77834"/>
                  <a:pt x="484941" y="75313"/>
                </a:cubicBezTo>
                <a:cubicBezTo>
                  <a:pt x="485848" y="72792"/>
                  <a:pt x="486301" y="66621"/>
                  <a:pt x="486301" y="56800"/>
                </a:cubicBezTo>
                <a:lnTo>
                  <a:pt x="486301" y="27850"/>
                </a:lnTo>
                <a:lnTo>
                  <a:pt x="504501" y="27850"/>
                </a:lnTo>
                <a:lnTo>
                  <a:pt x="504501" y="96634"/>
                </a:lnTo>
                <a:lnTo>
                  <a:pt x="487597" y="96634"/>
                </a:lnTo>
                <a:close/>
                <a:moveTo>
                  <a:pt x="554912" y="27850"/>
                </a:moveTo>
                <a:lnTo>
                  <a:pt x="554912" y="42358"/>
                </a:lnTo>
                <a:lnTo>
                  <a:pt x="542476" y="42358"/>
                </a:lnTo>
                <a:lnTo>
                  <a:pt x="542476" y="70034"/>
                </a:lnTo>
                <a:cubicBezTo>
                  <a:pt x="542476" y="75640"/>
                  <a:pt x="542595" y="78906"/>
                  <a:pt x="542833" y="79833"/>
                </a:cubicBezTo>
                <a:cubicBezTo>
                  <a:pt x="543070" y="80758"/>
                  <a:pt x="543610" y="81523"/>
                  <a:pt x="544452" y="82128"/>
                </a:cubicBezTo>
                <a:cubicBezTo>
                  <a:pt x="545294" y="82731"/>
                  <a:pt x="546319" y="83033"/>
                  <a:pt x="547528" y="83033"/>
                </a:cubicBezTo>
                <a:cubicBezTo>
                  <a:pt x="549212" y="83033"/>
                  <a:pt x="551652" y="82450"/>
                  <a:pt x="554847" y="81284"/>
                </a:cubicBezTo>
                <a:lnTo>
                  <a:pt x="556402" y="95456"/>
                </a:lnTo>
                <a:cubicBezTo>
                  <a:pt x="552170" y="97277"/>
                  <a:pt x="547377" y="98188"/>
                  <a:pt x="542023" y="98188"/>
                </a:cubicBezTo>
                <a:cubicBezTo>
                  <a:pt x="538741" y="98188"/>
                  <a:pt x="535784" y="97638"/>
                  <a:pt x="533150" y="96537"/>
                </a:cubicBezTo>
                <a:cubicBezTo>
                  <a:pt x="530516" y="95436"/>
                  <a:pt x="528584" y="94011"/>
                  <a:pt x="527353" y="92262"/>
                </a:cubicBezTo>
                <a:cubicBezTo>
                  <a:pt x="526122" y="90513"/>
                  <a:pt x="525270" y="88149"/>
                  <a:pt x="524795" y="85170"/>
                </a:cubicBezTo>
                <a:cubicBezTo>
                  <a:pt x="524406" y="83054"/>
                  <a:pt x="524212" y="78779"/>
                  <a:pt x="524212" y="72346"/>
                </a:cubicBezTo>
                <a:lnTo>
                  <a:pt x="524212" y="42358"/>
                </a:lnTo>
                <a:lnTo>
                  <a:pt x="515857" y="42358"/>
                </a:lnTo>
                <a:lnTo>
                  <a:pt x="515857" y="27850"/>
                </a:lnTo>
                <a:lnTo>
                  <a:pt x="524212" y="27850"/>
                </a:lnTo>
                <a:lnTo>
                  <a:pt x="524212" y="14119"/>
                </a:lnTo>
                <a:lnTo>
                  <a:pt x="542476" y="3368"/>
                </a:lnTo>
                <a:lnTo>
                  <a:pt x="542476" y="27850"/>
                </a:lnTo>
                <a:lnTo>
                  <a:pt x="554912" y="27850"/>
                </a:lnTo>
                <a:close/>
                <a:moveTo>
                  <a:pt x="618017" y="49094"/>
                </a:moveTo>
                <a:lnTo>
                  <a:pt x="601501" y="46115"/>
                </a:lnTo>
                <a:cubicBezTo>
                  <a:pt x="603358" y="39378"/>
                  <a:pt x="606553" y="34390"/>
                  <a:pt x="611087" y="31153"/>
                </a:cubicBezTo>
                <a:cubicBezTo>
                  <a:pt x="615620" y="27915"/>
                  <a:pt x="622356" y="26296"/>
                  <a:pt x="631294" y="26296"/>
                </a:cubicBezTo>
                <a:cubicBezTo>
                  <a:pt x="639412" y="26296"/>
                  <a:pt x="645457" y="27257"/>
                  <a:pt x="649429" y="29178"/>
                </a:cubicBezTo>
                <a:cubicBezTo>
                  <a:pt x="653402" y="31099"/>
                  <a:pt x="656197" y="33539"/>
                  <a:pt x="657817" y="36497"/>
                </a:cubicBezTo>
                <a:cubicBezTo>
                  <a:pt x="659436" y="39455"/>
                  <a:pt x="660245" y="44884"/>
                  <a:pt x="660245" y="52786"/>
                </a:cubicBezTo>
                <a:lnTo>
                  <a:pt x="660051" y="74030"/>
                </a:lnTo>
                <a:cubicBezTo>
                  <a:pt x="660051" y="80075"/>
                  <a:pt x="660343" y="84533"/>
                  <a:pt x="660925" y="87404"/>
                </a:cubicBezTo>
                <a:cubicBezTo>
                  <a:pt x="661508" y="90276"/>
                  <a:pt x="662599" y="93352"/>
                  <a:pt x="664196" y="96634"/>
                </a:cubicBezTo>
                <a:lnTo>
                  <a:pt x="646191" y="96634"/>
                </a:lnTo>
                <a:cubicBezTo>
                  <a:pt x="645716" y="95425"/>
                  <a:pt x="645133" y="93633"/>
                  <a:pt x="644442" y="91258"/>
                </a:cubicBezTo>
                <a:cubicBezTo>
                  <a:pt x="644140" y="90179"/>
                  <a:pt x="643924" y="89466"/>
                  <a:pt x="643794" y="89121"/>
                </a:cubicBezTo>
                <a:cubicBezTo>
                  <a:pt x="640685" y="92143"/>
                  <a:pt x="637361" y="94410"/>
                  <a:pt x="633820" y="95921"/>
                </a:cubicBezTo>
                <a:cubicBezTo>
                  <a:pt x="630279" y="97433"/>
                  <a:pt x="626501" y="98188"/>
                  <a:pt x="622486" y="98188"/>
                </a:cubicBezTo>
                <a:cubicBezTo>
                  <a:pt x="615404" y="98188"/>
                  <a:pt x="609824" y="96275"/>
                  <a:pt x="605743" y="92448"/>
                </a:cubicBezTo>
                <a:cubicBezTo>
                  <a:pt x="601663" y="88622"/>
                  <a:pt x="599623" y="83784"/>
                  <a:pt x="599623" y="77936"/>
                </a:cubicBezTo>
                <a:cubicBezTo>
                  <a:pt x="599623" y="74066"/>
                  <a:pt x="600551" y="70616"/>
                  <a:pt x="602408" y="67585"/>
                </a:cubicBezTo>
                <a:cubicBezTo>
                  <a:pt x="604264" y="64553"/>
                  <a:pt x="606866" y="62231"/>
                  <a:pt x="610212" y="60619"/>
                </a:cubicBezTo>
                <a:cubicBezTo>
                  <a:pt x="613558" y="59006"/>
                  <a:pt x="618384" y="57598"/>
                  <a:pt x="624688" y="56395"/>
                </a:cubicBezTo>
                <a:cubicBezTo>
                  <a:pt x="633194" y="54804"/>
                  <a:pt x="639088" y="53320"/>
                  <a:pt x="642369" y="51944"/>
                </a:cubicBezTo>
                <a:lnTo>
                  <a:pt x="642369" y="50110"/>
                </a:lnTo>
                <a:cubicBezTo>
                  <a:pt x="642369" y="46574"/>
                  <a:pt x="641506" y="44052"/>
                  <a:pt x="639779" y="42546"/>
                </a:cubicBezTo>
                <a:cubicBezTo>
                  <a:pt x="638052" y="41039"/>
                  <a:pt x="634792" y="40286"/>
                  <a:pt x="629999" y="40286"/>
                </a:cubicBezTo>
                <a:cubicBezTo>
                  <a:pt x="626760" y="40286"/>
                  <a:pt x="624234" y="40937"/>
                  <a:pt x="622421" y="42241"/>
                </a:cubicBezTo>
                <a:cubicBezTo>
                  <a:pt x="620607" y="43543"/>
                  <a:pt x="619139" y="45827"/>
                  <a:pt x="618017" y="49094"/>
                </a:cubicBezTo>
                <a:moveTo>
                  <a:pt x="642369" y="63861"/>
                </a:moveTo>
                <a:cubicBezTo>
                  <a:pt x="640038" y="64629"/>
                  <a:pt x="636346" y="65547"/>
                  <a:pt x="631294" y="66614"/>
                </a:cubicBezTo>
                <a:cubicBezTo>
                  <a:pt x="626242" y="67680"/>
                  <a:pt x="622939" y="68725"/>
                  <a:pt x="621385" y="69749"/>
                </a:cubicBezTo>
                <a:cubicBezTo>
                  <a:pt x="619010" y="71413"/>
                  <a:pt x="617822" y="73524"/>
                  <a:pt x="617822" y="76084"/>
                </a:cubicBezTo>
                <a:cubicBezTo>
                  <a:pt x="617822" y="78602"/>
                  <a:pt x="618772" y="80779"/>
                  <a:pt x="620672" y="82614"/>
                </a:cubicBezTo>
                <a:cubicBezTo>
                  <a:pt x="622572" y="84447"/>
                  <a:pt x="624990" y="85364"/>
                  <a:pt x="627926" y="85364"/>
                </a:cubicBezTo>
                <a:cubicBezTo>
                  <a:pt x="631208" y="85364"/>
                  <a:pt x="634338" y="84298"/>
                  <a:pt x="637318" y="82164"/>
                </a:cubicBezTo>
                <a:cubicBezTo>
                  <a:pt x="639520" y="80544"/>
                  <a:pt x="640966" y="78560"/>
                  <a:pt x="641657" y="76212"/>
                </a:cubicBezTo>
                <a:cubicBezTo>
                  <a:pt x="642132" y="74676"/>
                  <a:pt x="642369" y="71754"/>
                  <a:pt x="642369" y="67446"/>
                </a:cubicBezTo>
                <a:lnTo>
                  <a:pt x="642369" y="63861"/>
                </a:lnTo>
                <a:close/>
                <a:moveTo>
                  <a:pt x="740733" y="96634"/>
                </a:moveTo>
                <a:lnTo>
                  <a:pt x="722533" y="96634"/>
                </a:lnTo>
                <a:lnTo>
                  <a:pt x="722533" y="61570"/>
                </a:lnTo>
                <a:cubicBezTo>
                  <a:pt x="722533" y="54151"/>
                  <a:pt x="722144" y="49353"/>
                  <a:pt x="721367" y="47175"/>
                </a:cubicBezTo>
                <a:cubicBezTo>
                  <a:pt x="720590" y="44998"/>
                  <a:pt x="719327" y="43305"/>
                  <a:pt x="717578" y="42097"/>
                </a:cubicBezTo>
                <a:cubicBezTo>
                  <a:pt x="715830" y="40890"/>
                  <a:pt x="713725" y="40286"/>
                  <a:pt x="711263" y="40286"/>
                </a:cubicBezTo>
                <a:cubicBezTo>
                  <a:pt x="708111" y="40286"/>
                  <a:pt x="705283" y="41149"/>
                  <a:pt x="702779" y="42874"/>
                </a:cubicBezTo>
                <a:cubicBezTo>
                  <a:pt x="700274" y="44599"/>
                  <a:pt x="698558" y="46885"/>
                  <a:pt x="697630" y="49732"/>
                </a:cubicBezTo>
                <a:cubicBezTo>
                  <a:pt x="696701" y="52577"/>
                  <a:pt x="696237" y="57839"/>
                  <a:pt x="696237" y="65517"/>
                </a:cubicBezTo>
                <a:lnTo>
                  <a:pt x="696237" y="96634"/>
                </a:lnTo>
                <a:lnTo>
                  <a:pt x="678037" y="96634"/>
                </a:lnTo>
                <a:lnTo>
                  <a:pt x="678037" y="27850"/>
                </a:lnTo>
                <a:lnTo>
                  <a:pt x="694942" y="27850"/>
                </a:lnTo>
                <a:lnTo>
                  <a:pt x="694942" y="37954"/>
                </a:lnTo>
                <a:cubicBezTo>
                  <a:pt x="700944" y="30182"/>
                  <a:pt x="708500" y="26296"/>
                  <a:pt x="717611" y="26296"/>
                </a:cubicBezTo>
                <a:cubicBezTo>
                  <a:pt x="721626" y="26296"/>
                  <a:pt x="725296" y="27019"/>
                  <a:pt x="728621" y="28466"/>
                </a:cubicBezTo>
                <a:cubicBezTo>
                  <a:pt x="731946" y="29912"/>
                  <a:pt x="734461" y="31758"/>
                  <a:pt x="736167" y="34003"/>
                </a:cubicBezTo>
                <a:cubicBezTo>
                  <a:pt x="737872" y="36248"/>
                  <a:pt x="739060" y="38796"/>
                  <a:pt x="739729" y="41646"/>
                </a:cubicBezTo>
                <a:cubicBezTo>
                  <a:pt x="740398" y="44496"/>
                  <a:pt x="740733" y="48576"/>
                  <a:pt x="740733" y="53887"/>
                </a:cubicBezTo>
                <a:lnTo>
                  <a:pt x="740733" y="96634"/>
                </a:lnTo>
                <a:close/>
                <a:moveTo>
                  <a:pt x="757528" y="101038"/>
                </a:moveTo>
                <a:lnTo>
                  <a:pt x="778318" y="103629"/>
                </a:lnTo>
                <a:cubicBezTo>
                  <a:pt x="778664" y="106070"/>
                  <a:pt x="779463" y="107748"/>
                  <a:pt x="780715" y="108662"/>
                </a:cubicBezTo>
                <a:cubicBezTo>
                  <a:pt x="782442" y="109970"/>
                  <a:pt x="785162" y="110624"/>
                  <a:pt x="788876" y="110624"/>
                </a:cubicBezTo>
                <a:cubicBezTo>
                  <a:pt x="793625" y="110624"/>
                  <a:pt x="797188" y="109906"/>
                  <a:pt x="799562" y="108470"/>
                </a:cubicBezTo>
                <a:cubicBezTo>
                  <a:pt x="801160" y="107514"/>
                  <a:pt x="802369" y="105970"/>
                  <a:pt x="803189" y="103839"/>
                </a:cubicBezTo>
                <a:cubicBezTo>
                  <a:pt x="803751" y="102317"/>
                  <a:pt x="804031" y="99513"/>
                  <a:pt x="804031" y="95426"/>
                </a:cubicBezTo>
                <a:lnTo>
                  <a:pt x="804031" y="85314"/>
                </a:lnTo>
                <a:cubicBezTo>
                  <a:pt x="798591" y="92860"/>
                  <a:pt x="791725" y="96634"/>
                  <a:pt x="783435" y="96634"/>
                </a:cubicBezTo>
                <a:cubicBezTo>
                  <a:pt x="774195" y="96634"/>
                  <a:pt x="766876" y="92726"/>
                  <a:pt x="761479" y="84911"/>
                </a:cubicBezTo>
                <a:cubicBezTo>
                  <a:pt x="757247" y="78736"/>
                  <a:pt x="755132" y="71050"/>
                  <a:pt x="755132" y="61853"/>
                </a:cubicBezTo>
                <a:cubicBezTo>
                  <a:pt x="755132" y="50325"/>
                  <a:pt x="757906" y="41516"/>
                  <a:pt x="763454" y="35428"/>
                </a:cubicBezTo>
                <a:cubicBezTo>
                  <a:pt x="769003" y="29340"/>
                  <a:pt x="775900" y="26296"/>
                  <a:pt x="784148" y="26296"/>
                </a:cubicBezTo>
                <a:cubicBezTo>
                  <a:pt x="792654" y="26296"/>
                  <a:pt x="799670" y="30048"/>
                  <a:pt x="805197" y="37553"/>
                </a:cubicBezTo>
                <a:lnTo>
                  <a:pt x="805197" y="27850"/>
                </a:lnTo>
                <a:lnTo>
                  <a:pt x="822231" y="27850"/>
                </a:lnTo>
                <a:lnTo>
                  <a:pt x="822231" y="89615"/>
                </a:lnTo>
                <a:cubicBezTo>
                  <a:pt x="822231" y="97738"/>
                  <a:pt x="821562" y="103808"/>
                  <a:pt x="820223" y="107827"/>
                </a:cubicBezTo>
                <a:cubicBezTo>
                  <a:pt x="818885" y="111845"/>
                  <a:pt x="817007" y="114999"/>
                  <a:pt x="814589" y="117289"/>
                </a:cubicBezTo>
                <a:cubicBezTo>
                  <a:pt x="812171" y="119580"/>
                  <a:pt x="808943" y="121373"/>
                  <a:pt x="804906" y="122669"/>
                </a:cubicBezTo>
                <a:cubicBezTo>
                  <a:pt x="800869" y="123965"/>
                  <a:pt x="795763" y="124614"/>
                  <a:pt x="789588" y="124614"/>
                </a:cubicBezTo>
                <a:cubicBezTo>
                  <a:pt x="777930" y="124614"/>
                  <a:pt x="769661" y="122600"/>
                  <a:pt x="764782" y="118572"/>
                </a:cubicBezTo>
                <a:cubicBezTo>
                  <a:pt x="759903" y="114546"/>
                  <a:pt x="757463" y="109441"/>
                  <a:pt x="757463" y="103258"/>
                </a:cubicBezTo>
                <a:cubicBezTo>
                  <a:pt x="757463" y="102649"/>
                  <a:pt x="757485" y="101908"/>
                  <a:pt x="757528" y="101038"/>
                </a:cubicBezTo>
                <a:moveTo>
                  <a:pt x="773785" y="60817"/>
                </a:moveTo>
                <a:cubicBezTo>
                  <a:pt x="773785" y="68093"/>
                  <a:pt x="775199" y="73420"/>
                  <a:pt x="778027" y="76799"/>
                </a:cubicBezTo>
                <a:cubicBezTo>
                  <a:pt x="780855" y="80177"/>
                  <a:pt x="784342" y="81867"/>
                  <a:pt x="788487" y="81867"/>
                </a:cubicBezTo>
                <a:cubicBezTo>
                  <a:pt x="792934" y="81867"/>
                  <a:pt x="796691" y="80134"/>
                  <a:pt x="799757" y="76669"/>
                </a:cubicBezTo>
                <a:cubicBezTo>
                  <a:pt x="802822" y="73204"/>
                  <a:pt x="804355" y="68071"/>
                  <a:pt x="804355" y="61271"/>
                </a:cubicBezTo>
                <a:cubicBezTo>
                  <a:pt x="804355" y="54168"/>
                  <a:pt x="802887" y="48894"/>
                  <a:pt x="799951" y="45451"/>
                </a:cubicBezTo>
                <a:cubicBezTo>
                  <a:pt x="797015" y="42007"/>
                  <a:pt x="793301" y="40286"/>
                  <a:pt x="788811" y="40286"/>
                </a:cubicBezTo>
                <a:cubicBezTo>
                  <a:pt x="784450" y="40286"/>
                  <a:pt x="780855" y="41975"/>
                  <a:pt x="778027" y="45354"/>
                </a:cubicBezTo>
                <a:cubicBezTo>
                  <a:pt x="775199" y="48733"/>
                  <a:pt x="773785" y="53887"/>
                  <a:pt x="773785" y="60817"/>
                </a:cubicBezTo>
                <a:close/>
                <a:moveTo>
                  <a:pt x="840259" y="96634"/>
                </a:moveTo>
                <a:lnTo>
                  <a:pt x="840259" y="1684"/>
                </a:lnTo>
                <a:lnTo>
                  <a:pt x="858459" y="1684"/>
                </a:lnTo>
                <a:lnTo>
                  <a:pt x="858459" y="96634"/>
                </a:lnTo>
                <a:lnTo>
                  <a:pt x="840259" y="96634"/>
                </a:lnTo>
                <a:close/>
                <a:moveTo>
                  <a:pt x="916966" y="74742"/>
                </a:moveTo>
                <a:lnTo>
                  <a:pt x="935101" y="77851"/>
                </a:lnTo>
                <a:cubicBezTo>
                  <a:pt x="932770" y="84479"/>
                  <a:pt x="929089" y="89526"/>
                  <a:pt x="924058" y="92991"/>
                </a:cubicBezTo>
                <a:cubicBezTo>
                  <a:pt x="919028" y="96456"/>
                  <a:pt x="912735" y="98188"/>
                  <a:pt x="905179" y="98188"/>
                </a:cubicBezTo>
                <a:cubicBezTo>
                  <a:pt x="893218" y="98188"/>
                  <a:pt x="884366" y="94281"/>
                  <a:pt x="878624" y="86465"/>
                </a:cubicBezTo>
                <a:cubicBezTo>
                  <a:pt x="874090" y="80204"/>
                  <a:pt x="871823" y="72303"/>
                  <a:pt x="871823" y="62760"/>
                </a:cubicBezTo>
                <a:cubicBezTo>
                  <a:pt x="871823" y="51361"/>
                  <a:pt x="874802" y="42434"/>
                  <a:pt x="880761" y="35979"/>
                </a:cubicBezTo>
                <a:cubicBezTo>
                  <a:pt x="886720" y="29523"/>
                  <a:pt x="894254" y="26296"/>
                  <a:pt x="903365" y="26296"/>
                </a:cubicBezTo>
                <a:cubicBezTo>
                  <a:pt x="913598" y="26296"/>
                  <a:pt x="921673" y="29675"/>
                  <a:pt x="927588" y="36432"/>
                </a:cubicBezTo>
                <a:cubicBezTo>
                  <a:pt x="933504" y="43189"/>
                  <a:pt x="936332" y="53542"/>
                  <a:pt x="936073" y="67488"/>
                </a:cubicBezTo>
                <a:lnTo>
                  <a:pt x="890476" y="67488"/>
                </a:lnTo>
                <a:cubicBezTo>
                  <a:pt x="890606" y="72886"/>
                  <a:pt x="892074" y="77085"/>
                  <a:pt x="894880" y="80086"/>
                </a:cubicBezTo>
                <a:cubicBezTo>
                  <a:pt x="897687" y="83087"/>
                  <a:pt x="901185" y="84587"/>
                  <a:pt x="905373" y="84587"/>
                </a:cubicBezTo>
                <a:cubicBezTo>
                  <a:pt x="908223" y="84587"/>
                  <a:pt x="910619" y="83810"/>
                  <a:pt x="912562" y="82255"/>
                </a:cubicBezTo>
                <a:cubicBezTo>
                  <a:pt x="914505" y="80701"/>
                  <a:pt x="915973" y="78197"/>
                  <a:pt x="916966" y="74742"/>
                </a:cubicBezTo>
                <a:moveTo>
                  <a:pt x="918003" y="56348"/>
                </a:moveTo>
                <a:cubicBezTo>
                  <a:pt x="917873" y="51102"/>
                  <a:pt x="916513" y="47113"/>
                  <a:pt x="913922" y="44382"/>
                </a:cubicBezTo>
                <a:cubicBezTo>
                  <a:pt x="911332" y="41651"/>
                  <a:pt x="908180" y="40286"/>
                  <a:pt x="904466" y="40286"/>
                </a:cubicBezTo>
                <a:cubicBezTo>
                  <a:pt x="900494" y="40286"/>
                  <a:pt x="897212" y="41726"/>
                  <a:pt x="894621" y="44607"/>
                </a:cubicBezTo>
                <a:cubicBezTo>
                  <a:pt x="892031" y="47489"/>
                  <a:pt x="890757" y="51403"/>
                  <a:pt x="890800" y="56348"/>
                </a:cubicBezTo>
                <a:lnTo>
                  <a:pt x="918003" y="56348"/>
                </a:lnTo>
                <a:close/>
                <a:moveTo>
                  <a:pt x="987760" y="18524"/>
                </a:moveTo>
                <a:lnTo>
                  <a:pt x="987760" y="1684"/>
                </a:lnTo>
                <a:lnTo>
                  <a:pt x="1005960" y="1684"/>
                </a:lnTo>
                <a:lnTo>
                  <a:pt x="1005960" y="18524"/>
                </a:lnTo>
                <a:lnTo>
                  <a:pt x="987760" y="18524"/>
                </a:lnTo>
                <a:moveTo>
                  <a:pt x="987760" y="96634"/>
                </a:moveTo>
                <a:lnTo>
                  <a:pt x="987760" y="27850"/>
                </a:lnTo>
                <a:lnTo>
                  <a:pt x="1005960" y="27850"/>
                </a:lnTo>
                <a:lnTo>
                  <a:pt x="1005960" y="96634"/>
                </a:lnTo>
                <a:lnTo>
                  <a:pt x="987760" y="96634"/>
                </a:lnTo>
                <a:close/>
                <a:moveTo>
                  <a:pt x="1018224" y="77074"/>
                </a:moveTo>
                <a:lnTo>
                  <a:pt x="1036489" y="74224"/>
                </a:lnTo>
                <a:cubicBezTo>
                  <a:pt x="1037266" y="77743"/>
                  <a:pt x="1038842" y="80415"/>
                  <a:pt x="1041217" y="82239"/>
                </a:cubicBezTo>
                <a:cubicBezTo>
                  <a:pt x="1043592" y="84063"/>
                  <a:pt x="1046916" y="84976"/>
                  <a:pt x="1051191" y="84976"/>
                </a:cubicBezTo>
                <a:cubicBezTo>
                  <a:pt x="1055898" y="84976"/>
                  <a:pt x="1059438" y="84113"/>
                  <a:pt x="1061813" y="82389"/>
                </a:cubicBezTo>
                <a:cubicBezTo>
                  <a:pt x="1063411" y="81181"/>
                  <a:pt x="1064209" y="79564"/>
                  <a:pt x="1064209" y="77537"/>
                </a:cubicBezTo>
                <a:cubicBezTo>
                  <a:pt x="1064209" y="76157"/>
                  <a:pt x="1063778" y="75014"/>
                  <a:pt x="1062914" y="74109"/>
                </a:cubicBezTo>
                <a:cubicBezTo>
                  <a:pt x="1062007" y="73247"/>
                  <a:pt x="1059978" y="72449"/>
                  <a:pt x="1056826" y="71716"/>
                </a:cubicBezTo>
                <a:cubicBezTo>
                  <a:pt x="1042145" y="68483"/>
                  <a:pt x="1032840" y="65530"/>
                  <a:pt x="1028911" y="62855"/>
                </a:cubicBezTo>
                <a:cubicBezTo>
                  <a:pt x="1023470" y="59145"/>
                  <a:pt x="1020750" y="53990"/>
                  <a:pt x="1020750" y="47390"/>
                </a:cubicBezTo>
                <a:cubicBezTo>
                  <a:pt x="1020750" y="41437"/>
                  <a:pt x="1023103" y="36433"/>
                  <a:pt x="1027810" y="32378"/>
                </a:cubicBezTo>
                <a:cubicBezTo>
                  <a:pt x="1032516" y="28323"/>
                  <a:pt x="1039814" y="26296"/>
                  <a:pt x="1049701" y="26296"/>
                </a:cubicBezTo>
                <a:cubicBezTo>
                  <a:pt x="1059114" y="26296"/>
                  <a:pt x="1066109" y="27823"/>
                  <a:pt x="1070686" y="30878"/>
                </a:cubicBezTo>
                <a:cubicBezTo>
                  <a:pt x="1075263" y="33933"/>
                  <a:pt x="1078415" y="38451"/>
                  <a:pt x="1080142" y="44431"/>
                </a:cubicBezTo>
                <a:lnTo>
                  <a:pt x="1062979" y="47669"/>
                </a:lnTo>
                <a:cubicBezTo>
                  <a:pt x="1062245" y="44992"/>
                  <a:pt x="1060852" y="42941"/>
                  <a:pt x="1058801" y="41516"/>
                </a:cubicBezTo>
                <a:cubicBezTo>
                  <a:pt x="1056750" y="40091"/>
                  <a:pt x="1053825" y="39379"/>
                  <a:pt x="1050025" y="39379"/>
                </a:cubicBezTo>
                <a:cubicBezTo>
                  <a:pt x="1045232" y="39379"/>
                  <a:pt x="1041800" y="40048"/>
                  <a:pt x="1039727" y="41385"/>
                </a:cubicBezTo>
                <a:cubicBezTo>
                  <a:pt x="1038345" y="42332"/>
                  <a:pt x="1037655" y="43561"/>
                  <a:pt x="1037655" y="45070"/>
                </a:cubicBezTo>
                <a:cubicBezTo>
                  <a:pt x="1037655" y="46363"/>
                  <a:pt x="1038259" y="47462"/>
                  <a:pt x="1039468" y="48368"/>
                </a:cubicBezTo>
                <a:cubicBezTo>
                  <a:pt x="1041109" y="49575"/>
                  <a:pt x="1046776" y="51279"/>
                  <a:pt x="1056470" y="53478"/>
                </a:cubicBezTo>
                <a:cubicBezTo>
                  <a:pt x="1066163" y="55678"/>
                  <a:pt x="1072932" y="58376"/>
                  <a:pt x="1076774" y="61572"/>
                </a:cubicBezTo>
                <a:cubicBezTo>
                  <a:pt x="1080574" y="64813"/>
                  <a:pt x="1082474" y="69328"/>
                  <a:pt x="1082474" y="75117"/>
                </a:cubicBezTo>
                <a:cubicBezTo>
                  <a:pt x="1082474" y="81425"/>
                  <a:pt x="1079840" y="86847"/>
                  <a:pt x="1074572" y="91384"/>
                </a:cubicBezTo>
                <a:cubicBezTo>
                  <a:pt x="1069305" y="95920"/>
                  <a:pt x="1061511" y="98188"/>
                  <a:pt x="1051191" y="98188"/>
                </a:cubicBezTo>
                <a:cubicBezTo>
                  <a:pt x="1041821" y="98188"/>
                  <a:pt x="1034405" y="96294"/>
                  <a:pt x="1028943" y="92507"/>
                </a:cubicBezTo>
                <a:cubicBezTo>
                  <a:pt x="1023481" y="88718"/>
                  <a:pt x="1019908" y="83574"/>
                  <a:pt x="1018224" y="77074"/>
                </a:cubicBezTo>
                <a:close/>
                <a:moveTo>
                  <a:pt x="1175094" y="74742"/>
                </a:moveTo>
                <a:lnTo>
                  <a:pt x="1193229" y="77851"/>
                </a:lnTo>
                <a:cubicBezTo>
                  <a:pt x="1190897" y="84479"/>
                  <a:pt x="1187216" y="89526"/>
                  <a:pt x="1182186" y="92991"/>
                </a:cubicBezTo>
                <a:cubicBezTo>
                  <a:pt x="1177156" y="96456"/>
                  <a:pt x="1170863" y="98188"/>
                  <a:pt x="1163306" y="98188"/>
                </a:cubicBezTo>
                <a:cubicBezTo>
                  <a:pt x="1151346" y="98188"/>
                  <a:pt x="1142494" y="94281"/>
                  <a:pt x="1136751" y="86465"/>
                </a:cubicBezTo>
                <a:cubicBezTo>
                  <a:pt x="1132218" y="80204"/>
                  <a:pt x="1129951" y="72303"/>
                  <a:pt x="1129951" y="62760"/>
                </a:cubicBezTo>
                <a:cubicBezTo>
                  <a:pt x="1129951" y="51361"/>
                  <a:pt x="1132930" y="42434"/>
                  <a:pt x="1138889" y="35979"/>
                </a:cubicBezTo>
                <a:cubicBezTo>
                  <a:pt x="1144847" y="29523"/>
                  <a:pt x="1152382" y="26296"/>
                  <a:pt x="1161493" y="26296"/>
                </a:cubicBezTo>
                <a:cubicBezTo>
                  <a:pt x="1171726" y="26296"/>
                  <a:pt x="1179801" y="29675"/>
                  <a:pt x="1185716" y="36432"/>
                </a:cubicBezTo>
                <a:cubicBezTo>
                  <a:pt x="1191632" y="43189"/>
                  <a:pt x="1194460" y="53542"/>
                  <a:pt x="1194201" y="67488"/>
                </a:cubicBezTo>
                <a:lnTo>
                  <a:pt x="1148604" y="67488"/>
                </a:lnTo>
                <a:cubicBezTo>
                  <a:pt x="1148733" y="72886"/>
                  <a:pt x="1150202" y="77085"/>
                  <a:pt x="1153008" y="80086"/>
                </a:cubicBezTo>
                <a:cubicBezTo>
                  <a:pt x="1155815" y="83087"/>
                  <a:pt x="1159312" y="84587"/>
                  <a:pt x="1163501" y="84587"/>
                </a:cubicBezTo>
                <a:cubicBezTo>
                  <a:pt x="1166350" y="84587"/>
                  <a:pt x="1168747" y="83810"/>
                  <a:pt x="1170690" y="82255"/>
                </a:cubicBezTo>
                <a:cubicBezTo>
                  <a:pt x="1172633" y="80701"/>
                  <a:pt x="1174101" y="78197"/>
                  <a:pt x="1175094" y="74742"/>
                </a:cubicBezTo>
                <a:moveTo>
                  <a:pt x="1176130" y="56348"/>
                </a:moveTo>
                <a:cubicBezTo>
                  <a:pt x="1176001" y="51102"/>
                  <a:pt x="1174641" y="47113"/>
                  <a:pt x="1172050" y="44382"/>
                </a:cubicBezTo>
                <a:cubicBezTo>
                  <a:pt x="1169459" y="41651"/>
                  <a:pt x="1166307" y="40286"/>
                  <a:pt x="1162594" y="40286"/>
                </a:cubicBezTo>
                <a:cubicBezTo>
                  <a:pt x="1158621" y="40286"/>
                  <a:pt x="1155340" y="41726"/>
                  <a:pt x="1152749" y="44607"/>
                </a:cubicBezTo>
                <a:cubicBezTo>
                  <a:pt x="1150158" y="47489"/>
                  <a:pt x="1148885" y="51403"/>
                  <a:pt x="1148928" y="56348"/>
                </a:cubicBezTo>
                <a:lnTo>
                  <a:pt x="1176130" y="56348"/>
                </a:lnTo>
                <a:close/>
                <a:moveTo>
                  <a:pt x="1253961" y="122800"/>
                </a:moveTo>
                <a:lnTo>
                  <a:pt x="1253961" y="88214"/>
                </a:lnTo>
                <a:cubicBezTo>
                  <a:pt x="1251587" y="91280"/>
                  <a:pt x="1248629" y="93708"/>
                  <a:pt x="1245088" y="95500"/>
                </a:cubicBezTo>
                <a:cubicBezTo>
                  <a:pt x="1241548" y="97292"/>
                  <a:pt x="1237726" y="98188"/>
                  <a:pt x="1233624" y="98188"/>
                </a:cubicBezTo>
                <a:cubicBezTo>
                  <a:pt x="1225809" y="98188"/>
                  <a:pt x="1219375" y="95252"/>
                  <a:pt x="1214323" y="89380"/>
                </a:cubicBezTo>
                <a:cubicBezTo>
                  <a:pt x="1208365" y="82514"/>
                  <a:pt x="1205385" y="73209"/>
                  <a:pt x="1205385" y="61465"/>
                </a:cubicBezTo>
                <a:cubicBezTo>
                  <a:pt x="1205385" y="50411"/>
                  <a:pt x="1208181" y="41786"/>
                  <a:pt x="1213773" y="35590"/>
                </a:cubicBezTo>
                <a:cubicBezTo>
                  <a:pt x="1219364" y="29394"/>
                  <a:pt x="1226305" y="26296"/>
                  <a:pt x="1234596" y="26296"/>
                </a:cubicBezTo>
                <a:cubicBezTo>
                  <a:pt x="1239173" y="26296"/>
                  <a:pt x="1243134" y="27267"/>
                  <a:pt x="1246481" y="29210"/>
                </a:cubicBezTo>
                <a:cubicBezTo>
                  <a:pt x="1249827" y="31153"/>
                  <a:pt x="1252796" y="34090"/>
                  <a:pt x="1255386" y="38019"/>
                </a:cubicBezTo>
                <a:lnTo>
                  <a:pt x="1255386" y="27850"/>
                </a:lnTo>
                <a:lnTo>
                  <a:pt x="1272161" y="27850"/>
                </a:lnTo>
                <a:lnTo>
                  <a:pt x="1272161" y="122800"/>
                </a:lnTo>
                <a:lnTo>
                  <a:pt x="1253961" y="122800"/>
                </a:lnTo>
                <a:moveTo>
                  <a:pt x="1254544" y="61400"/>
                </a:moveTo>
                <a:cubicBezTo>
                  <a:pt x="1254544" y="54362"/>
                  <a:pt x="1253109" y="49127"/>
                  <a:pt x="1250237" y="45694"/>
                </a:cubicBezTo>
                <a:cubicBezTo>
                  <a:pt x="1247366" y="42261"/>
                  <a:pt x="1243771" y="40545"/>
                  <a:pt x="1239453" y="40545"/>
                </a:cubicBezTo>
                <a:cubicBezTo>
                  <a:pt x="1235049" y="40545"/>
                  <a:pt x="1231368" y="42293"/>
                  <a:pt x="1228410" y="45791"/>
                </a:cubicBezTo>
                <a:cubicBezTo>
                  <a:pt x="1225453" y="49288"/>
                  <a:pt x="1223974" y="54837"/>
                  <a:pt x="1223974" y="62436"/>
                </a:cubicBezTo>
                <a:cubicBezTo>
                  <a:pt x="1223974" y="69993"/>
                  <a:pt x="1225399" y="75444"/>
                  <a:pt x="1228248" y="78790"/>
                </a:cubicBezTo>
                <a:cubicBezTo>
                  <a:pt x="1231098" y="82137"/>
                  <a:pt x="1234617" y="83810"/>
                  <a:pt x="1238806" y="83810"/>
                </a:cubicBezTo>
                <a:cubicBezTo>
                  <a:pt x="1242994" y="83810"/>
                  <a:pt x="1246664" y="81932"/>
                  <a:pt x="1249816" y="78175"/>
                </a:cubicBezTo>
                <a:cubicBezTo>
                  <a:pt x="1252968" y="74418"/>
                  <a:pt x="1254544" y="68827"/>
                  <a:pt x="1254544" y="61400"/>
                </a:cubicBezTo>
                <a:close/>
                <a:moveTo>
                  <a:pt x="1335331" y="96634"/>
                </a:moveTo>
                <a:lnTo>
                  <a:pt x="1335331" y="86336"/>
                </a:lnTo>
                <a:cubicBezTo>
                  <a:pt x="1332827" y="90006"/>
                  <a:pt x="1329534" y="92899"/>
                  <a:pt x="1325454" y="95015"/>
                </a:cubicBezTo>
                <a:cubicBezTo>
                  <a:pt x="1321374" y="97130"/>
                  <a:pt x="1317066" y="98188"/>
                  <a:pt x="1312533" y="98188"/>
                </a:cubicBezTo>
                <a:cubicBezTo>
                  <a:pt x="1307913" y="98188"/>
                  <a:pt x="1303767" y="97174"/>
                  <a:pt x="1300097" y="95144"/>
                </a:cubicBezTo>
                <a:cubicBezTo>
                  <a:pt x="1296427" y="93115"/>
                  <a:pt x="1293772" y="90265"/>
                  <a:pt x="1292131" y="86595"/>
                </a:cubicBezTo>
                <a:cubicBezTo>
                  <a:pt x="1290490" y="82925"/>
                  <a:pt x="1289670" y="77851"/>
                  <a:pt x="1289670" y="71374"/>
                </a:cubicBezTo>
                <a:lnTo>
                  <a:pt x="1289670" y="27850"/>
                </a:lnTo>
                <a:lnTo>
                  <a:pt x="1307869" y="27850"/>
                </a:lnTo>
                <a:lnTo>
                  <a:pt x="1307869" y="59384"/>
                </a:lnTo>
                <a:cubicBezTo>
                  <a:pt x="1307869" y="69035"/>
                  <a:pt x="1308204" y="74947"/>
                  <a:pt x="1308873" y="77122"/>
                </a:cubicBezTo>
                <a:cubicBezTo>
                  <a:pt x="1309543" y="79298"/>
                  <a:pt x="1310762" y="81021"/>
                  <a:pt x="1312533" y="82292"/>
                </a:cubicBezTo>
                <a:cubicBezTo>
                  <a:pt x="1314303" y="83563"/>
                  <a:pt x="1316548" y="84198"/>
                  <a:pt x="1319269" y="84198"/>
                </a:cubicBezTo>
                <a:cubicBezTo>
                  <a:pt x="1322377" y="84198"/>
                  <a:pt x="1325162" y="83348"/>
                  <a:pt x="1327624" y="81646"/>
                </a:cubicBezTo>
                <a:cubicBezTo>
                  <a:pt x="1330085" y="79945"/>
                  <a:pt x="1331769" y="77834"/>
                  <a:pt x="1332676" y="75313"/>
                </a:cubicBezTo>
                <a:cubicBezTo>
                  <a:pt x="1333582" y="72792"/>
                  <a:pt x="1334036" y="66621"/>
                  <a:pt x="1334036" y="56800"/>
                </a:cubicBezTo>
                <a:lnTo>
                  <a:pt x="1334036" y="27850"/>
                </a:lnTo>
                <a:lnTo>
                  <a:pt x="1352236" y="27850"/>
                </a:lnTo>
                <a:lnTo>
                  <a:pt x="1352236" y="96634"/>
                </a:lnTo>
                <a:lnTo>
                  <a:pt x="1335331" y="96634"/>
                </a:lnTo>
                <a:close/>
                <a:moveTo>
                  <a:pt x="1384706" y="49094"/>
                </a:moveTo>
                <a:lnTo>
                  <a:pt x="1368190" y="46115"/>
                </a:lnTo>
                <a:cubicBezTo>
                  <a:pt x="1370046" y="39378"/>
                  <a:pt x="1373242" y="34390"/>
                  <a:pt x="1377775" y="31153"/>
                </a:cubicBezTo>
                <a:cubicBezTo>
                  <a:pt x="1382309" y="27915"/>
                  <a:pt x="1389045" y="26296"/>
                  <a:pt x="1397983" y="26296"/>
                </a:cubicBezTo>
                <a:cubicBezTo>
                  <a:pt x="1406101" y="26296"/>
                  <a:pt x="1412146" y="27257"/>
                  <a:pt x="1416118" y="29178"/>
                </a:cubicBezTo>
                <a:cubicBezTo>
                  <a:pt x="1420091" y="31099"/>
                  <a:pt x="1422886" y="33539"/>
                  <a:pt x="1424506" y="36497"/>
                </a:cubicBezTo>
                <a:cubicBezTo>
                  <a:pt x="1426125" y="39455"/>
                  <a:pt x="1426934" y="44884"/>
                  <a:pt x="1426934" y="52786"/>
                </a:cubicBezTo>
                <a:lnTo>
                  <a:pt x="1426740" y="74030"/>
                </a:lnTo>
                <a:cubicBezTo>
                  <a:pt x="1426740" y="80075"/>
                  <a:pt x="1427032" y="84533"/>
                  <a:pt x="1427614" y="87404"/>
                </a:cubicBezTo>
                <a:cubicBezTo>
                  <a:pt x="1428197" y="90276"/>
                  <a:pt x="1429288" y="93352"/>
                  <a:pt x="1430885" y="96634"/>
                </a:cubicBezTo>
                <a:lnTo>
                  <a:pt x="1412880" y="96634"/>
                </a:lnTo>
                <a:cubicBezTo>
                  <a:pt x="1412405" y="95425"/>
                  <a:pt x="1411822" y="93633"/>
                  <a:pt x="1411131" y="91258"/>
                </a:cubicBezTo>
                <a:cubicBezTo>
                  <a:pt x="1410829" y="90179"/>
                  <a:pt x="1410613" y="89466"/>
                  <a:pt x="1410483" y="89121"/>
                </a:cubicBezTo>
                <a:cubicBezTo>
                  <a:pt x="1407374" y="92143"/>
                  <a:pt x="1404050" y="94410"/>
                  <a:pt x="1400509" y="95921"/>
                </a:cubicBezTo>
                <a:cubicBezTo>
                  <a:pt x="1396968" y="97433"/>
                  <a:pt x="1393190" y="98188"/>
                  <a:pt x="1389175" y="98188"/>
                </a:cubicBezTo>
                <a:cubicBezTo>
                  <a:pt x="1382093" y="98188"/>
                  <a:pt x="1376513" y="96275"/>
                  <a:pt x="1372432" y="92448"/>
                </a:cubicBezTo>
                <a:cubicBezTo>
                  <a:pt x="1368352" y="88622"/>
                  <a:pt x="1366312" y="83784"/>
                  <a:pt x="1366312" y="77936"/>
                </a:cubicBezTo>
                <a:cubicBezTo>
                  <a:pt x="1366312" y="74066"/>
                  <a:pt x="1367240" y="70616"/>
                  <a:pt x="1369097" y="67585"/>
                </a:cubicBezTo>
                <a:cubicBezTo>
                  <a:pt x="1370953" y="64553"/>
                  <a:pt x="1373555" y="62231"/>
                  <a:pt x="1376901" y="60619"/>
                </a:cubicBezTo>
                <a:cubicBezTo>
                  <a:pt x="1380247" y="59006"/>
                  <a:pt x="1385073" y="57598"/>
                  <a:pt x="1391377" y="56395"/>
                </a:cubicBezTo>
                <a:cubicBezTo>
                  <a:pt x="1399883" y="54804"/>
                  <a:pt x="1405777" y="53320"/>
                  <a:pt x="1409058" y="51944"/>
                </a:cubicBezTo>
                <a:lnTo>
                  <a:pt x="1409058" y="50110"/>
                </a:lnTo>
                <a:cubicBezTo>
                  <a:pt x="1409058" y="46574"/>
                  <a:pt x="1408195" y="44052"/>
                  <a:pt x="1406468" y="42546"/>
                </a:cubicBezTo>
                <a:cubicBezTo>
                  <a:pt x="1404741" y="41039"/>
                  <a:pt x="1401481" y="40286"/>
                  <a:pt x="1396688" y="40286"/>
                </a:cubicBezTo>
                <a:cubicBezTo>
                  <a:pt x="1393449" y="40286"/>
                  <a:pt x="1390923" y="40937"/>
                  <a:pt x="1389110" y="42241"/>
                </a:cubicBezTo>
                <a:cubicBezTo>
                  <a:pt x="1387296" y="43543"/>
                  <a:pt x="1385828" y="45827"/>
                  <a:pt x="1384706" y="49094"/>
                </a:cubicBezTo>
                <a:moveTo>
                  <a:pt x="1409058" y="63861"/>
                </a:moveTo>
                <a:cubicBezTo>
                  <a:pt x="1406727" y="64629"/>
                  <a:pt x="1403035" y="65547"/>
                  <a:pt x="1397983" y="66614"/>
                </a:cubicBezTo>
                <a:cubicBezTo>
                  <a:pt x="1392931" y="67680"/>
                  <a:pt x="1389628" y="68725"/>
                  <a:pt x="1388074" y="69749"/>
                </a:cubicBezTo>
                <a:cubicBezTo>
                  <a:pt x="1385699" y="71413"/>
                  <a:pt x="1384511" y="73524"/>
                  <a:pt x="1384511" y="76084"/>
                </a:cubicBezTo>
                <a:cubicBezTo>
                  <a:pt x="1384511" y="78602"/>
                  <a:pt x="1385461" y="80779"/>
                  <a:pt x="1387361" y="82614"/>
                </a:cubicBezTo>
                <a:cubicBezTo>
                  <a:pt x="1389261" y="84447"/>
                  <a:pt x="1391679" y="85364"/>
                  <a:pt x="1394615" y="85364"/>
                </a:cubicBezTo>
                <a:cubicBezTo>
                  <a:pt x="1397897" y="85364"/>
                  <a:pt x="1401027" y="84298"/>
                  <a:pt x="1404007" y="82164"/>
                </a:cubicBezTo>
                <a:cubicBezTo>
                  <a:pt x="1406209" y="80544"/>
                  <a:pt x="1407655" y="78560"/>
                  <a:pt x="1408346" y="76212"/>
                </a:cubicBezTo>
                <a:cubicBezTo>
                  <a:pt x="1408821" y="74676"/>
                  <a:pt x="1409058" y="71754"/>
                  <a:pt x="1409058" y="67446"/>
                </a:cubicBezTo>
                <a:lnTo>
                  <a:pt x="1409058" y="63861"/>
                </a:lnTo>
                <a:close/>
                <a:moveTo>
                  <a:pt x="1444856" y="96634"/>
                </a:moveTo>
                <a:lnTo>
                  <a:pt x="1444856" y="1684"/>
                </a:lnTo>
                <a:lnTo>
                  <a:pt x="1463055" y="1684"/>
                </a:lnTo>
                <a:lnTo>
                  <a:pt x="1463055" y="96634"/>
                </a:lnTo>
                <a:lnTo>
                  <a:pt x="1444856" y="96634"/>
                </a:lnTo>
                <a:close/>
                <a:moveTo>
                  <a:pt x="1550149" y="27850"/>
                </a:moveTo>
                <a:lnTo>
                  <a:pt x="1550149" y="42358"/>
                </a:lnTo>
                <a:lnTo>
                  <a:pt x="1537713" y="42358"/>
                </a:lnTo>
                <a:lnTo>
                  <a:pt x="1537713" y="70034"/>
                </a:lnTo>
                <a:cubicBezTo>
                  <a:pt x="1537713" y="75640"/>
                  <a:pt x="1537832" y="78906"/>
                  <a:pt x="1538069" y="79833"/>
                </a:cubicBezTo>
                <a:cubicBezTo>
                  <a:pt x="1538307" y="80758"/>
                  <a:pt x="1538847" y="81523"/>
                  <a:pt x="1539689" y="82128"/>
                </a:cubicBezTo>
                <a:cubicBezTo>
                  <a:pt x="1540530" y="82731"/>
                  <a:pt x="1541556" y="83033"/>
                  <a:pt x="1542765" y="83033"/>
                </a:cubicBezTo>
                <a:cubicBezTo>
                  <a:pt x="1544449" y="83033"/>
                  <a:pt x="1546889" y="82450"/>
                  <a:pt x="1550084" y="81284"/>
                </a:cubicBezTo>
                <a:lnTo>
                  <a:pt x="1551638" y="95456"/>
                </a:lnTo>
                <a:cubicBezTo>
                  <a:pt x="1547407" y="97277"/>
                  <a:pt x="1542614" y="98188"/>
                  <a:pt x="1537260" y="98188"/>
                </a:cubicBezTo>
                <a:cubicBezTo>
                  <a:pt x="1533978" y="98188"/>
                  <a:pt x="1531020" y="97638"/>
                  <a:pt x="1528386" y="96537"/>
                </a:cubicBezTo>
                <a:cubicBezTo>
                  <a:pt x="1525753" y="95436"/>
                  <a:pt x="1523820" y="94011"/>
                  <a:pt x="1522590" y="92262"/>
                </a:cubicBezTo>
                <a:cubicBezTo>
                  <a:pt x="1521359" y="90513"/>
                  <a:pt x="1520506" y="88149"/>
                  <a:pt x="1520031" y="85170"/>
                </a:cubicBezTo>
                <a:cubicBezTo>
                  <a:pt x="1519643" y="83054"/>
                  <a:pt x="1519449" y="78779"/>
                  <a:pt x="1519449" y="72346"/>
                </a:cubicBezTo>
                <a:lnTo>
                  <a:pt x="1519449" y="42358"/>
                </a:lnTo>
                <a:lnTo>
                  <a:pt x="1511093" y="42358"/>
                </a:lnTo>
                <a:lnTo>
                  <a:pt x="1511093" y="27850"/>
                </a:lnTo>
                <a:lnTo>
                  <a:pt x="1519449" y="27850"/>
                </a:lnTo>
                <a:lnTo>
                  <a:pt x="1519449" y="14119"/>
                </a:lnTo>
                <a:lnTo>
                  <a:pt x="1537713" y="3368"/>
                </a:lnTo>
                <a:lnTo>
                  <a:pt x="1537713" y="27850"/>
                </a:lnTo>
                <a:lnTo>
                  <a:pt x="1550149" y="27850"/>
                </a:lnTo>
                <a:close/>
                <a:moveTo>
                  <a:pt x="1558567" y="61271"/>
                </a:moveTo>
                <a:cubicBezTo>
                  <a:pt x="1558567" y="55226"/>
                  <a:pt x="1560057" y="49375"/>
                  <a:pt x="1563036" y="43718"/>
                </a:cubicBezTo>
                <a:cubicBezTo>
                  <a:pt x="1566016" y="38062"/>
                  <a:pt x="1570236" y="33744"/>
                  <a:pt x="1575698" y="30765"/>
                </a:cubicBezTo>
                <a:cubicBezTo>
                  <a:pt x="1581161" y="27785"/>
                  <a:pt x="1587259" y="26296"/>
                  <a:pt x="1593995" y="26296"/>
                </a:cubicBezTo>
                <a:cubicBezTo>
                  <a:pt x="1604401" y="26296"/>
                  <a:pt x="1612929" y="29675"/>
                  <a:pt x="1619579" y="36432"/>
                </a:cubicBezTo>
                <a:cubicBezTo>
                  <a:pt x="1626228" y="43189"/>
                  <a:pt x="1629553" y="51728"/>
                  <a:pt x="1629553" y="62048"/>
                </a:cubicBezTo>
                <a:cubicBezTo>
                  <a:pt x="1629553" y="72454"/>
                  <a:pt x="1626196" y="81079"/>
                  <a:pt x="1619482" y="87923"/>
                </a:cubicBezTo>
                <a:cubicBezTo>
                  <a:pt x="1612767" y="94766"/>
                  <a:pt x="1604315" y="98188"/>
                  <a:pt x="1594125" y="98188"/>
                </a:cubicBezTo>
                <a:cubicBezTo>
                  <a:pt x="1587821" y="98188"/>
                  <a:pt x="1581808" y="96763"/>
                  <a:pt x="1576087" y="93914"/>
                </a:cubicBezTo>
                <a:cubicBezTo>
                  <a:pt x="1570366" y="91064"/>
                  <a:pt x="1566016" y="86886"/>
                  <a:pt x="1563036" y="81381"/>
                </a:cubicBezTo>
                <a:cubicBezTo>
                  <a:pt x="1560057" y="75876"/>
                  <a:pt x="1558567" y="69172"/>
                  <a:pt x="1558567" y="61271"/>
                </a:cubicBezTo>
                <a:moveTo>
                  <a:pt x="1577220" y="62242"/>
                </a:moveTo>
                <a:cubicBezTo>
                  <a:pt x="1577220" y="69043"/>
                  <a:pt x="1578840" y="74251"/>
                  <a:pt x="1582078" y="77867"/>
                </a:cubicBezTo>
                <a:cubicBezTo>
                  <a:pt x="1585316" y="81484"/>
                  <a:pt x="1589310" y="83292"/>
                  <a:pt x="1594060" y="83292"/>
                </a:cubicBezTo>
                <a:cubicBezTo>
                  <a:pt x="1598810" y="83292"/>
                  <a:pt x="1602793" y="81484"/>
                  <a:pt x="1606010" y="77867"/>
                </a:cubicBezTo>
                <a:cubicBezTo>
                  <a:pt x="1609227" y="74251"/>
                  <a:pt x="1610835" y="69000"/>
                  <a:pt x="1610835" y="62113"/>
                </a:cubicBezTo>
                <a:cubicBezTo>
                  <a:pt x="1610835" y="55398"/>
                  <a:pt x="1609227" y="50233"/>
                  <a:pt x="1606010" y="46617"/>
                </a:cubicBezTo>
                <a:cubicBezTo>
                  <a:pt x="1602793" y="43001"/>
                  <a:pt x="1598810" y="41192"/>
                  <a:pt x="1594060" y="41192"/>
                </a:cubicBezTo>
                <a:cubicBezTo>
                  <a:pt x="1589310" y="41192"/>
                  <a:pt x="1585316" y="43001"/>
                  <a:pt x="1582078" y="46617"/>
                </a:cubicBezTo>
                <a:cubicBezTo>
                  <a:pt x="1578840" y="50233"/>
                  <a:pt x="1577220" y="55441"/>
                  <a:pt x="1577220" y="62242"/>
                </a:cubicBezTo>
                <a:close/>
                <a:moveTo>
                  <a:pt x="1707577" y="1295"/>
                </a:moveTo>
                <a:cubicBezTo>
                  <a:pt x="1716774" y="1295"/>
                  <a:pt x="1723964" y="4579"/>
                  <a:pt x="1729145" y="11146"/>
                </a:cubicBezTo>
                <a:cubicBezTo>
                  <a:pt x="1735320" y="18924"/>
                  <a:pt x="1738407" y="31821"/>
                  <a:pt x="1738407" y="49839"/>
                </a:cubicBezTo>
                <a:cubicBezTo>
                  <a:pt x="1738407" y="67813"/>
                  <a:pt x="1735298" y="80733"/>
                  <a:pt x="1729080" y="88597"/>
                </a:cubicBezTo>
                <a:cubicBezTo>
                  <a:pt x="1723942" y="95077"/>
                  <a:pt x="1716774" y="98318"/>
                  <a:pt x="1707577" y="98318"/>
                </a:cubicBezTo>
                <a:cubicBezTo>
                  <a:pt x="1698337" y="98318"/>
                  <a:pt x="1690889" y="94764"/>
                  <a:pt x="1685232" y="87657"/>
                </a:cubicBezTo>
                <a:cubicBezTo>
                  <a:pt x="1679576" y="80549"/>
                  <a:pt x="1676748" y="67878"/>
                  <a:pt x="1676748" y="49645"/>
                </a:cubicBezTo>
                <a:cubicBezTo>
                  <a:pt x="1676748" y="31757"/>
                  <a:pt x="1679857" y="18881"/>
                  <a:pt x="1686074" y="11017"/>
                </a:cubicBezTo>
                <a:cubicBezTo>
                  <a:pt x="1691213" y="4536"/>
                  <a:pt x="1698380" y="1295"/>
                  <a:pt x="1707577" y="1295"/>
                </a:cubicBezTo>
                <a:moveTo>
                  <a:pt x="1707577" y="16451"/>
                </a:moveTo>
                <a:cubicBezTo>
                  <a:pt x="1705375" y="16451"/>
                  <a:pt x="1703410" y="17152"/>
                  <a:pt x="1701683" y="18554"/>
                </a:cubicBezTo>
                <a:cubicBezTo>
                  <a:pt x="1699956" y="19956"/>
                  <a:pt x="1698618" y="22468"/>
                  <a:pt x="1697668" y="26091"/>
                </a:cubicBezTo>
                <a:cubicBezTo>
                  <a:pt x="1696416" y="30794"/>
                  <a:pt x="1695789" y="38710"/>
                  <a:pt x="1695789" y="49839"/>
                </a:cubicBezTo>
                <a:cubicBezTo>
                  <a:pt x="1695789" y="60968"/>
                  <a:pt x="1696351" y="68614"/>
                  <a:pt x="1697473" y="72777"/>
                </a:cubicBezTo>
                <a:cubicBezTo>
                  <a:pt x="1698596" y="76940"/>
                  <a:pt x="1700010" y="79711"/>
                  <a:pt x="1701716" y="81092"/>
                </a:cubicBezTo>
                <a:cubicBezTo>
                  <a:pt x="1703421" y="82472"/>
                  <a:pt x="1705375" y="83162"/>
                  <a:pt x="1707577" y="83162"/>
                </a:cubicBezTo>
                <a:cubicBezTo>
                  <a:pt x="1709779" y="83162"/>
                  <a:pt x="1711744" y="82461"/>
                  <a:pt x="1713471" y="81059"/>
                </a:cubicBezTo>
                <a:cubicBezTo>
                  <a:pt x="1715198" y="79657"/>
                  <a:pt x="1716537" y="77145"/>
                  <a:pt x="1717487" y="73522"/>
                </a:cubicBezTo>
                <a:cubicBezTo>
                  <a:pt x="1718739" y="68863"/>
                  <a:pt x="1719365" y="60968"/>
                  <a:pt x="1719365" y="49839"/>
                </a:cubicBezTo>
                <a:cubicBezTo>
                  <a:pt x="1719365" y="38710"/>
                  <a:pt x="1718804" y="31064"/>
                  <a:pt x="1717681" y="26901"/>
                </a:cubicBezTo>
                <a:cubicBezTo>
                  <a:pt x="1716558" y="22738"/>
                  <a:pt x="1715144" y="19956"/>
                  <a:pt x="1713439" y="18554"/>
                </a:cubicBezTo>
                <a:cubicBezTo>
                  <a:pt x="1711733" y="17152"/>
                  <a:pt x="1709779" y="16451"/>
                  <a:pt x="1707577" y="16451"/>
                </a:cubicBezTo>
                <a:close/>
                <a:moveTo>
                  <a:pt x="1754449" y="96634"/>
                </a:moveTo>
                <a:lnTo>
                  <a:pt x="1754449" y="78369"/>
                </a:lnTo>
                <a:lnTo>
                  <a:pt x="1772649" y="78369"/>
                </a:lnTo>
                <a:lnTo>
                  <a:pt x="1772649" y="96634"/>
                </a:lnTo>
                <a:lnTo>
                  <a:pt x="1754449" y="96634"/>
                </a:lnTo>
                <a:close/>
                <a:moveTo>
                  <a:pt x="1787698" y="72216"/>
                </a:moveTo>
                <a:lnTo>
                  <a:pt x="1805833" y="70338"/>
                </a:lnTo>
                <a:cubicBezTo>
                  <a:pt x="1806351" y="74440"/>
                  <a:pt x="1807884" y="77689"/>
                  <a:pt x="1810431" y="80086"/>
                </a:cubicBezTo>
                <a:cubicBezTo>
                  <a:pt x="1812979" y="82482"/>
                  <a:pt x="1815915" y="83680"/>
                  <a:pt x="1819240" y="83680"/>
                </a:cubicBezTo>
                <a:cubicBezTo>
                  <a:pt x="1823040" y="83680"/>
                  <a:pt x="1826256" y="82134"/>
                  <a:pt x="1828890" y="79041"/>
                </a:cubicBezTo>
                <a:cubicBezTo>
                  <a:pt x="1831524" y="75949"/>
                  <a:pt x="1832841" y="71288"/>
                  <a:pt x="1832841" y="65059"/>
                </a:cubicBezTo>
                <a:cubicBezTo>
                  <a:pt x="1832841" y="59220"/>
                  <a:pt x="1831535" y="54840"/>
                  <a:pt x="1828923" y="51920"/>
                </a:cubicBezTo>
                <a:cubicBezTo>
                  <a:pt x="1826310" y="49000"/>
                  <a:pt x="1822910" y="47540"/>
                  <a:pt x="1818722" y="47540"/>
                </a:cubicBezTo>
                <a:cubicBezTo>
                  <a:pt x="1813497" y="47540"/>
                  <a:pt x="1808812" y="49871"/>
                  <a:pt x="1804667" y="54535"/>
                </a:cubicBezTo>
                <a:lnTo>
                  <a:pt x="1789900" y="52377"/>
                </a:lnTo>
                <a:lnTo>
                  <a:pt x="1799227" y="2850"/>
                </a:lnTo>
                <a:lnTo>
                  <a:pt x="1847349" y="2850"/>
                </a:lnTo>
                <a:lnTo>
                  <a:pt x="1847349" y="19949"/>
                </a:lnTo>
                <a:lnTo>
                  <a:pt x="1813022" y="19949"/>
                </a:lnTo>
                <a:lnTo>
                  <a:pt x="1810172" y="36066"/>
                </a:lnTo>
                <a:cubicBezTo>
                  <a:pt x="1814231" y="34043"/>
                  <a:pt x="1818376" y="33032"/>
                  <a:pt x="1822608" y="33032"/>
                </a:cubicBezTo>
                <a:cubicBezTo>
                  <a:pt x="1830682" y="33032"/>
                  <a:pt x="1837526" y="35974"/>
                  <a:pt x="1843139" y="41858"/>
                </a:cubicBezTo>
                <a:cubicBezTo>
                  <a:pt x="1848753" y="47741"/>
                  <a:pt x="1851559" y="55377"/>
                  <a:pt x="1851559" y="64766"/>
                </a:cubicBezTo>
                <a:cubicBezTo>
                  <a:pt x="1851559" y="72598"/>
                  <a:pt x="1849292" y="79585"/>
                  <a:pt x="1844758" y="85729"/>
                </a:cubicBezTo>
                <a:cubicBezTo>
                  <a:pt x="1838584" y="94121"/>
                  <a:pt x="1830013" y="98318"/>
                  <a:pt x="1819046" y="98318"/>
                </a:cubicBezTo>
                <a:cubicBezTo>
                  <a:pt x="1810280" y="98318"/>
                  <a:pt x="1803134" y="95959"/>
                  <a:pt x="1797607" y="91242"/>
                </a:cubicBezTo>
                <a:cubicBezTo>
                  <a:pt x="1792081" y="86523"/>
                  <a:pt x="1788777" y="80181"/>
                  <a:pt x="1787698" y="72216"/>
                </a:cubicBezTo>
                <a:close/>
                <a:moveTo>
                  <a:pt x="1933493" y="27850"/>
                </a:moveTo>
                <a:lnTo>
                  <a:pt x="1933493" y="42358"/>
                </a:lnTo>
                <a:lnTo>
                  <a:pt x="1921058" y="42358"/>
                </a:lnTo>
                <a:lnTo>
                  <a:pt x="1921058" y="70034"/>
                </a:lnTo>
                <a:cubicBezTo>
                  <a:pt x="1921058" y="75640"/>
                  <a:pt x="1921176" y="78906"/>
                  <a:pt x="1921414" y="79833"/>
                </a:cubicBezTo>
                <a:cubicBezTo>
                  <a:pt x="1921651" y="80758"/>
                  <a:pt x="1922191" y="81523"/>
                  <a:pt x="1923033" y="82128"/>
                </a:cubicBezTo>
                <a:cubicBezTo>
                  <a:pt x="1923875" y="82731"/>
                  <a:pt x="1924900" y="83033"/>
                  <a:pt x="1926109" y="83033"/>
                </a:cubicBezTo>
                <a:cubicBezTo>
                  <a:pt x="1927793" y="83033"/>
                  <a:pt x="1930233" y="82450"/>
                  <a:pt x="1933428" y="81284"/>
                </a:cubicBezTo>
                <a:lnTo>
                  <a:pt x="1934983" y="95456"/>
                </a:lnTo>
                <a:cubicBezTo>
                  <a:pt x="1930751" y="97277"/>
                  <a:pt x="1925958" y="98188"/>
                  <a:pt x="1920604" y="98188"/>
                </a:cubicBezTo>
                <a:cubicBezTo>
                  <a:pt x="1917323" y="98188"/>
                  <a:pt x="1914365" y="97638"/>
                  <a:pt x="1911731" y="96537"/>
                </a:cubicBezTo>
                <a:cubicBezTo>
                  <a:pt x="1909097" y="95436"/>
                  <a:pt x="1907165" y="94011"/>
                  <a:pt x="1905934" y="92262"/>
                </a:cubicBezTo>
                <a:cubicBezTo>
                  <a:pt x="1904704" y="90513"/>
                  <a:pt x="1903851" y="88149"/>
                  <a:pt x="1903376" y="85170"/>
                </a:cubicBezTo>
                <a:cubicBezTo>
                  <a:pt x="1902987" y="83054"/>
                  <a:pt x="1902793" y="78779"/>
                  <a:pt x="1902793" y="72346"/>
                </a:cubicBezTo>
                <a:lnTo>
                  <a:pt x="1902793" y="42358"/>
                </a:lnTo>
                <a:lnTo>
                  <a:pt x="1894438" y="42358"/>
                </a:lnTo>
                <a:lnTo>
                  <a:pt x="1894438" y="27850"/>
                </a:lnTo>
                <a:lnTo>
                  <a:pt x="1902793" y="27850"/>
                </a:lnTo>
                <a:lnTo>
                  <a:pt x="1902793" y="14119"/>
                </a:lnTo>
                <a:lnTo>
                  <a:pt x="1921058" y="3368"/>
                </a:lnTo>
                <a:lnTo>
                  <a:pt x="1921058" y="27850"/>
                </a:lnTo>
                <a:lnTo>
                  <a:pt x="1933493" y="27850"/>
                </a:lnTo>
                <a:close/>
                <a:moveTo>
                  <a:pt x="1946121" y="18524"/>
                </a:moveTo>
                <a:lnTo>
                  <a:pt x="1946121" y="1684"/>
                </a:lnTo>
                <a:lnTo>
                  <a:pt x="1964321" y="1684"/>
                </a:lnTo>
                <a:lnTo>
                  <a:pt x="1964321" y="18524"/>
                </a:lnTo>
                <a:lnTo>
                  <a:pt x="1946121" y="18524"/>
                </a:lnTo>
                <a:moveTo>
                  <a:pt x="1946121" y="96634"/>
                </a:moveTo>
                <a:lnTo>
                  <a:pt x="1946121" y="27850"/>
                </a:lnTo>
                <a:lnTo>
                  <a:pt x="1964321" y="27850"/>
                </a:lnTo>
                <a:lnTo>
                  <a:pt x="1964321" y="96634"/>
                </a:lnTo>
                <a:lnTo>
                  <a:pt x="1946121" y="96634"/>
                </a:lnTo>
                <a:close/>
                <a:moveTo>
                  <a:pt x="1981637" y="27850"/>
                </a:moveTo>
                <a:lnTo>
                  <a:pt x="1998412" y="27850"/>
                </a:lnTo>
                <a:lnTo>
                  <a:pt x="1998412" y="37242"/>
                </a:lnTo>
                <a:cubicBezTo>
                  <a:pt x="2004414" y="29944"/>
                  <a:pt x="2011560" y="26296"/>
                  <a:pt x="2019850" y="26296"/>
                </a:cubicBezTo>
                <a:cubicBezTo>
                  <a:pt x="2024255" y="26296"/>
                  <a:pt x="2028076" y="27207"/>
                  <a:pt x="2031314" y="29028"/>
                </a:cubicBezTo>
                <a:cubicBezTo>
                  <a:pt x="2034553" y="30850"/>
                  <a:pt x="2037208" y="33604"/>
                  <a:pt x="2039281" y="37292"/>
                </a:cubicBezTo>
                <a:cubicBezTo>
                  <a:pt x="2042303" y="33604"/>
                  <a:pt x="2045563" y="30850"/>
                  <a:pt x="2049061" y="29028"/>
                </a:cubicBezTo>
                <a:cubicBezTo>
                  <a:pt x="2052558" y="27207"/>
                  <a:pt x="2056293" y="26296"/>
                  <a:pt x="2060266" y="26296"/>
                </a:cubicBezTo>
                <a:cubicBezTo>
                  <a:pt x="2065318" y="26296"/>
                  <a:pt x="2069592" y="27321"/>
                  <a:pt x="2073090" y="29372"/>
                </a:cubicBezTo>
                <a:cubicBezTo>
                  <a:pt x="2076587" y="31423"/>
                  <a:pt x="2079199" y="34435"/>
                  <a:pt x="2080927" y="38407"/>
                </a:cubicBezTo>
                <a:cubicBezTo>
                  <a:pt x="2082179" y="41344"/>
                  <a:pt x="2082805" y="46093"/>
                  <a:pt x="2082805" y="52656"/>
                </a:cubicBezTo>
                <a:lnTo>
                  <a:pt x="2082805" y="96634"/>
                </a:lnTo>
                <a:lnTo>
                  <a:pt x="2064605" y="96634"/>
                </a:lnTo>
                <a:lnTo>
                  <a:pt x="2064605" y="57364"/>
                </a:lnTo>
                <a:cubicBezTo>
                  <a:pt x="2064605" y="50550"/>
                  <a:pt x="2063979" y="46151"/>
                  <a:pt x="2062727" y="44168"/>
                </a:cubicBezTo>
                <a:cubicBezTo>
                  <a:pt x="2061043" y="41580"/>
                  <a:pt x="2058452" y="40286"/>
                  <a:pt x="2054955" y="40286"/>
                </a:cubicBezTo>
                <a:cubicBezTo>
                  <a:pt x="2052407" y="40286"/>
                  <a:pt x="2050011" y="41062"/>
                  <a:pt x="2047765" y="42615"/>
                </a:cubicBezTo>
                <a:cubicBezTo>
                  <a:pt x="2045520" y="44167"/>
                  <a:pt x="2043901" y="46442"/>
                  <a:pt x="2042908" y="49440"/>
                </a:cubicBezTo>
                <a:cubicBezTo>
                  <a:pt x="2041915" y="52437"/>
                  <a:pt x="2041418" y="57171"/>
                  <a:pt x="2041418" y="63641"/>
                </a:cubicBezTo>
                <a:lnTo>
                  <a:pt x="2041418" y="96634"/>
                </a:lnTo>
                <a:lnTo>
                  <a:pt x="2023218" y="96634"/>
                </a:lnTo>
                <a:lnTo>
                  <a:pt x="2023218" y="58981"/>
                </a:lnTo>
                <a:cubicBezTo>
                  <a:pt x="2023218" y="52297"/>
                  <a:pt x="2022895" y="47984"/>
                  <a:pt x="2022247" y="46044"/>
                </a:cubicBezTo>
                <a:cubicBezTo>
                  <a:pt x="2021599" y="44102"/>
                  <a:pt x="2020595" y="42657"/>
                  <a:pt x="2019235" y="41709"/>
                </a:cubicBezTo>
                <a:cubicBezTo>
                  <a:pt x="2017875" y="40760"/>
                  <a:pt x="2016029" y="40286"/>
                  <a:pt x="2013697" y="40286"/>
                </a:cubicBezTo>
                <a:cubicBezTo>
                  <a:pt x="2010891" y="40286"/>
                  <a:pt x="2008365" y="41041"/>
                  <a:pt x="2006120" y="42551"/>
                </a:cubicBezTo>
                <a:cubicBezTo>
                  <a:pt x="2003874" y="44059"/>
                  <a:pt x="2002266" y="46237"/>
                  <a:pt x="2001294" y="49084"/>
                </a:cubicBezTo>
                <a:cubicBezTo>
                  <a:pt x="2000323" y="51931"/>
                  <a:pt x="1999837" y="56654"/>
                  <a:pt x="1999837" y="63252"/>
                </a:cubicBezTo>
                <a:lnTo>
                  <a:pt x="1999837" y="96634"/>
                </a:lnTo>
                <a:lnTo>
                  <a:pt x="1981637" y="96634"/>
                </a:lnTo>
                <a:lnTo>
                  <a:pt x="1981637" y="27850"/>
                </a:lnTo>
                <a:close/>
                <a:moveTo>
                  <a:pt x="2140750" y="74742"/>
                </a:moveTo>
                <a:lnTo>
                  <a:pt x="2158886" y="77851"/>
                </a:lnTo>
                <a:cubicBezTo>
                  <a:pt x="2156554" y="84479"/>
                  <a:pt x="2152873" y="89526"/>
                  <a:pt x="2147843" y="92991"/>
                </a:cubicBezTo>
                <a:cubicBezTo>
                  <a:pt x="2142812" y="96456"/>
                  <a:pt x="2136519" y="98188"/>
                  <a:pt x="2128963" y="98188"/>
                </a:cubicBezTo>
                <a:cubicBezTo>
                  <a:pt x="2117002" y="98188"/>
                  <a:pt x="2108151" y="94281"/>
                  <a:pt x="2102408" y="86465"/>
                </a:cubicBezTo>
                <a:cubicBezTo>
                  <a:pt x="2097874" y="80204"/>
                  <a:pt x="2095607" y="72303"/>
                  <a:pt x="2095607" y="62760"/>
                </a:cubicBezTo>
                <a:cubicBezTo>
                  <a:pt x="2095607" y="51361"/>
                  <a:pt x="2098587" y="42434"/>
                  <a:pt x="2104545" y="35979"/>
                </a:cubicBezTo>
                <a:cubicBezTo>
                  <a:pt x="2110504" y="29523"/>
                  <a:pt x="2118039" y="26296"/>
                  <a:pt x="2127149" y="26296"/>
                </a:cubicBezTo>
                <a:cubicBezTo>
                  <a:pt x="2137383" y="26296"/>
                  <a:pt x="2145457" y="29675"/>
                  <a:pt x="2151372" y="36432"/>
                </a:cubicBezTo>
                <a:cubicBezTo>
                  <a:pt x="2157288" y="43189"/>
                  <a:pt x="2160116" y="53542"/>
                  <a:pt x="2159857" y="67488"/>
                </a:cubicBezTo>
                <a:lnTo>
                  <a:pt x="2114260" y="67488"/>
                </a:lnTo>
                <a:cubicBezTo>
                  <a:pt x="2114390" y="72886"/>
                  <a:pt x="2115858" y="77085"/>
                  <a:pt x="2118665" y="80086"/>
                </a:cubicBezTo>
                <a:cubicBezTo>
                  <a:pt x="2121471" y="83087"/>
                  <a:pt x="2124969" y="84587"/>
                  <a:pt x="2129157" y="84587"/>
                </a:cubicBezTo>
                <a:cubicBezTo>
                  <a:pt x="2132007" y="84587"/>
                  <a:pt x="2134403" y="83810"/>
                  <a:pt x="2136346" y="82255"/>
                </a:cubicBezTo>
                <a:cubicBezTo>
                  <a:pt x="2138289" y="80701"/>
                  <a:pt x="2139757" y="78197"/>
                  <a:pt x="2140750" y="74742"/>
                </a:cubicBezTo>
                <a:moveTo>
                  <a:pt x="2141787" y="56348"/>
                </a:moveTo>
                <a:cubicBezTo>
                  <a:pt x="2141657" y="51102"/>
                  <a:pt x="2140297" y="47113"/>
                  <a:pt x="2137706" y="44382"/>
                </a:cubicBezTo>
                <a:cubicBezTo>
                  <a:pt x="2135116" y="41651"/>
                  <a:pt x="2131964" y="40286"/>
                  <a:pt x="2128250" y="40286"/>
                </a:cubicBezTo>
                <a:cubicBezTo>
                  <a:pt x="2124278" y="40286"/>
                  <a:pt x="2120996" y="41726"/>
                  <a:pt x="2118406" y="44607"/>
                </a:cubicBezTo>
                <a:cubicBezTo>
                  <a:pt x="2115815" y="47489"/>
                  <a:pt x="2114541" y="51403"/>
                  <a:pt x="2114584" y="56348"/>
                </a:cubicBezTo>
                <a:lnTo>
                  <a:pt x="2141787" y="56348"/>
                </a:lnTo>
                <a:close/>
                <a:moveTo>
                  <a:pt x="2168256" y="77074"/>
                </a:moveTo>
                <a:lnTo>
                  <a:pt x="2186521" y="74224"/>
                </a:lnTo>
                <a:cubicBezTo>
                  <a:pt x="2187298" y="77743"/>
                  <a:pt x="2188874" y="80415"/>
                  <a:pt x="2191249" y="82239"/>
                </a:cubicBezTo>
                <a:cubicBezTo>
                  <a:pt x="2193624" y="84063"/>
                  <a:pt x="2196948" y="84976"/>
                  <a:pt x="2201223" y="84976"/>
                </a:cubicBezTo>
                <a:cubicBezTo>
                  <a:pt x="2205930" y="84976"/>
                  <a:pt x="2209470" y="84113"/>
                  <a:pt x="2211845" y="82389"/>
                </a:cubicBezTo>
                <a:cubicBezTo>
                  <a:pt x="2213443" y="81181"/>
                  <a:pt x="2214241" y="79564"/>
                  <a:pt x="2214241" y="77537"/>
                </a:cubicBezTo>
                <a:cubicBezTo>
                  <a:pt x="2214241" y="76157"/>
                  <a:pt x="2213810" y="75014"/>
                  <a:pt x="2212946" y="74109"/>
                </a:cubicBezTo>
                <a:cubicBezTo>
                  <a:pt x="2212039" y="73247"/>
                  <a:pt x="2210010" y="72449"/>
                  <a:pt x="2206858" y="71716"/>
                </a:cubicBezTo>
                <a:cubicBezTo>
                  <a:pt x="2192177" y="68483"/>
                  <a:pt x="2182872" y="65530"/>
                  <a:pt x="2178943" y="62855"/>
                </a:cubicBezTo>
                <a:cubicBezTo>
                  <a:pt x="2173502" y="59145"/>
                  <a:pt x="2170782" y="53990"/>
                  <a:pt x="2170782" y="47390"/>
                </a:cubicBezTo>
                <a:cubicBezTo>
                  <a:pt x="2170782" y="41437"/>
                  <a:pt x="2173135" y="36433"/>
                  <a:pt x="2177842" y="32378"/>
                </a:cubicBezTo>
                <a:cubicBezTo>
                  <a:pt x="2182548" y="28323"/>
                  <a:pt x="2189846" y="26296"/>
                  <a:pt x="2199733" y="26296"/>
                </a:cubicBezTo>
                <a:cubicBezTo>
                  <a:pt x="2209146" y="26296"/>
                  <a:pt x="2216141" y="27823"/>
                  <a:pt x="2220718" y="30878"/>
                </a:cubicBezTo>
                <a:cubicBezTo>
                  <a:pt x="2225295" y="33933"/>
                  <a:pt x="2228447" y="38451"/>
                  <a:pt x="2230174" y="44431"/>
                </a:cubicBezTo>
                <a:lnTo>
                  <a:pt x="2213011" y="47669"/>
                </a:lnTo>
                <a:cubicBezTo>
                  <a:pt x="2212277" y="44992"/>
                  <a:pt x="2210884" y="42941"/>
                  <a:pt x="2208833" y="41516"/>
                </a:cubicBezTo>
                <a:cubicBezTo>
                  <a:pt x="2206782" y="40091"/>
                  <a:pt x="2203857" y="39379"/>
                  <a:pt x="2200057" y="39379"/>
                </a:cubicBezTo>
                <a:cubicBezTo>
                  <a:pt x="2195264" y="39379"/>
                  <a:pt x="2191832" y="40048"/>
                  <a:pt x="2189759" y="41385"/>
                </a:cubicBezTo>
                <a:cubicBezTo>
                  <a:pt x="2188377" y="42332"/>
                  <a:pt x="2187687" y="43561"/>
                  <a:pt x="2187687" y="45070"/>
                </a:cubicBezTo>
                <a:cubicBezTo>
                  <a:pt x="2187687" y="46363"/>
                  <a:pt x="2188291" y="47462"/>
                  <a:pt x="2189500" y="48368"/>
                </a:cubicBezTo>
                <a:cubicBezTo>
                  <a:pt x="2191141" y="49575"/>
                  <a:pt x="2196808" y="51279"/>
                  <a:pt x="2206502" y="53478"/>
                </a:cubicBezTo>
                <a:cubicBezTo>
                  <a:pt x="2216195" y="55678"/>
                  <a:pt x="2222964" y="58376"/>
                  <a:pt x="2226806" y="61572"/>
                </a:cubicBezTo>
                <a:cubicBezTo>
                  <a:pt x="2230606" y="64813"/>
                  <a:pt x="2232506" y="69328"/>
                  <a:pt x="2232506" y="75117"/>
                </a:cubicBezTo>
                <a:cubicBezTo>
                  <a:pt x="2232506" y="81425"/>
                  <a:pt x="2229872" y="86847"/>
                  <a:pt x="2224604" y="91384"/>
                </a:cubicBezTo>
                <a:cubicBezTo>
                  <a:pt x="2219337" y="95920"/>
                  <a:pt x="2211543" y="98188"/>
                  <a:pt x="2201223" y="98188"/>
                </a:cubicBezTo>
                <a:cubicBezTo>
                  <a:pt x="2191853" y="98188"/>
                  <a:pt x="2184437" y="96294"/>
                  <a:pt x="2178975" y="92507"/>
                </a:cubicBezTo>
                <a:cubicBezTo>
                  <a:pt x="2173513" y="88718"/>
                  <a:pt x="2169940" y="83574"/>
                  <a:pt x="2168256" y="77074"/>
                </a:cubicBezTo>
                <a:close/>
                <a:moveTo>
                  <a:pt x="2316836" y="27850"/>
                </a:moveTo>
                <a:lnTo>
                  <a:pt x="2316836" y="42358"/>
                </a:lnTo>
                <a:lnTo>
                  <a:pt x="2304401" y="42358"/>
                </a:lnTo>
                <a:lnTo>
                  <a:pt x="2304401" y="70034"/>
                </a:lnTo>
                <a:cubicBezTo>
                  <a:pt x="2304401" y="75640"/>
                  <a:pt x="2304519" y="78906"/>
                  <a:pt x="2304757" y="79833"/>
                </a:cubicBezTo>
                <a:cubicBezTo>
                  <a:pt x="2304994" y="80758"/>
                  <a:pt x="2305534" y="81523"/>
                  <a:pt x="2306376" y="82128"/>
                </a:cubicBezTo>
                <a:cubicBezTo>
                  <a:pt x="2307218" y="82731"/>
                  <a:pt x="2308244" y="83033"/>
                  <a:pt x="2309453" y="83033"/>
                </a:cubicBezTo>
                <a:cubicBezTo>
                  <a:pt x="2311136" y="83033"/>
                  <a:pt x="2313576" y="82450"/>
                  <a:pt x="2316771" y="81284"/>
                </a:cubicBezTo>
                <a:lnTo>
                  <a:pt x="2318326" y="95456"/>
                </a:lnTo>
                <a:cubicBezTo>
                  <a:pt x="2314094" y="97277"/>
                  <a:pt x="2309301" y="98188"/>
                  <a:pt x="2303947" y="98188"/>
                </a:cubicBezTo>
                <a:cubicBezTo>
                  <a:pt x="2300666" y="98188"/>
                  <a:pt x="2297708" y="97638"/>
                  <a:pt x="2295074" y="96537"/>
                </a:cubicBezTo>
                <a:cubicBezTo>
                  <a:pt x="2292440" y="95436"/>
                  <a:pt x="2290508" y="94011"/>
                  <a:pt x="2289277" y="92262"/>
                </a:cubicBezTo>
                <a:cubicBezTo>
                  <a:pt x="2288047" y="90513"/>
                  <a:pt x="2287194" y="88149"/>
                  <a:pt x="2286719" y="85170"/>
                </a:cubicBezTo>
                <a:cubicBezTo>
                  <a:pt x="2286330" y="83054"/>
                  <a:pt x="2286136" y="78779"/>
                  <a:pt x="2286136" y="72346"/>
                </a:cubicBezTo>
                <a:lnTo>
                  <a:pt x="2286136" y="42358"/>
                </a:lnTo>
                <a:lnTo>
                  <a:pt x="2277781" y="42358"/>
                </a:lnTo>
                <a:lnTo>
                  <a:pt x="2277781" y="27850"/>
                </a:lnTo>
                <a:lnTo>
                  <a:pt x="2286136" y="27850"/>
                </a:lnTo>
                <a:lnTo>
                  <a:pt x="2286136" y="14119"/>
                </a:lnTo>
                <a:lnTo>
                  <a:pt x="2304401" y="3368"/>
                </a:lnTo>
                <a:lnTo>
                  <a:pt x="2304401" y="27850"/>
                </a:lnTo>
                <a:lnTo>
                  <a:pt x="2316836" y="27850"/>
                </a:lnTo>
                <a:close/>
                <a:moveTo>
                  <a:pt x="2347600" y="1684"/>
                </a:moveTo>
                <a:lnTo>
                  <a:pt x="2347600" y="36642"/>
                </a:lnTo>
                <a:cubicBezTo>
                  <a:pt x="2353472" y="29745"/>
                  <a:pt x="2360489" y="26296"/>
                  <a:pt x="2368650" y="26296"/>
                </a:cubicBezTo>
                <a:cubicBezTo>
                  <a:pt x="2372838" y="26296"/>
                  <a:pt x="2376616" y="27073"/>
                  <a:pt x="2379984" y="28627"/>
                </a:cubicBezTo>
                <a:cubicBezTo>
                  <a:pt x="2383352" y="30182"/>
                  <a:pt x="2385889" y="32168"/>
                  <a:pt x="2387594" y="34586"/>
                </a:cubicBezTo>
                <a:cubicBezTo>
                  <a:pt x="2389300" y="37004"/>
                  <a:pt x="2390466" y="39681"/>
                  <a:pt x="2391092" y="42617"/>
                </a:cubicBezTo>
                <a:cubicBezTo>
                  <a:pt x="2391718" y="45553"/>
                  <a:pt x="2392031" y="50109"/>
                  <a:pt x="2392031" y="56283"/>
                </a:cubicBezTo>
                <a:lnTo>
                  <a:pt x="2392031" y="96634"/>
                </a:lnTo>
                <a:lnTo>
                  <a:pt x="2373831" y="96634"/>
                </a:lnTo>
                <a:lnTo>
                  <a:pt x="2373831" y="60342"/>
                </a:lnTo>
                <a:cubicBezTo>
                  <a:pt x="2373831" y="53139"/>
                  <a:pt x="2373486" y="48567"/>
                  <a:pt x="2372795" y="46627"/>
                </a:cubicBezTo>
                <a:cubicBezTo>
                  <a:pt x="2372104" y="44685"/>
                  <a:pt x="2370884" y="43143"/>
                  <a:pt x="2369135" y="42000"/>
                </a:cubicBezTo>
                <a:cubicBezTo>
                  <a:pt x="2367387" y="40857"/>
                  <a:pt x="2365195" y="40286"/>
                  <a:pt x="2362561" y="40286"/>
                </a:cubicBezTo>
                <a:cubicBezTo>
                  <a:pt x="2359539" y="40286"/>
                  <a:pt x="2356840" y="41019"/>
                  <a:pt x="2354465" y="42486"/>
                </a:cubicBezTo>
                <a:cubicBezTo>
                  <a:pt x="2352091" y="43953"/>
                  <a:pt x="2350353" y="46163"/>
                  <a:pt x="2349252" y="49116"/>
                </a:cubicBezTo>
                <a:cubicBezTo>
                  <a:pt x="2348151" y="52070"/>
                  <a:pt x="2347600" y="56437"/>
                  <a:pt x="2347600" y="62218"/>
                </a:cubicBezTo>
                <a:lnTo>
                  <a:pt x="2347600" y="96634"/>
                </a:lnTo>
                <a:lnTo>
                  <a:pt x="2329400" y="96634"/>
                </a:lnTo>
                <a:lnTo>
                  <a:pt x="2329400" y="1684"/>
                </a:lnTo>
                <a:lnTo>
                  <a:pt x="2347600" y="1684"/>
                </a:lnTo>
                <a:close/>
                <a:moveTo>
                  <a:pt x="2450344" y="74742"/>
                </a:moveTo>
                <a:lnTo>
                  <a:pt x="2468479" y="77851"/>
                </a:lnTo>
                <a:cubicBezTo>
                  <a:pt x="2466147" y="84479"/>
                  <a:pt x="2462466" y="89526"/>
                  <a:pt x="2457436" y="92991"/>
                </a:cubicBezTo>
                <a:cubicBezTo>
                  <a:pt x="2452406" y="96456"/>
                  <a:pt x="2446112" y="98188"/>
                  <a:pt x="2438556" y="98188"/>
                </a:cubicBezTo>
                <a:cubicBezTo>
                  <a:pt x="2426595" y="98188"/>
                  <a:pt x="2417744" y="94281"/>
                  <a:pt x="2412001" y="86465"/>
                </a:cubicBezTo>
                <a:cubicBezTo>
                  <a:pt x="2407467" y="80204"/>
                  <a:pt x="2405200" y="72303"/>
                  <a:pt x="2405200" y="62760"/>
                </a:cubicBezTo>
                <a:cubicBezTo>
                  <a:pt x="2405200" y="51361"/>
                  <a:pt x="2408180" y="42434"/>
                  <a:pt x="2414138" y="35979"/>
                </a:cubicBezTo>
                <a:cubicBezTo>
                  <a:pt x="2420097" y="29523"/>
                  <a:pt x="2427632" y="26296"/>
                  <a:pt x="2436742" y="26296"/>
                </a:cubicBezTo>
                <a:cubicBezTo>
                  <a:pt x="2446976" y="26296"/>
                  <a:pt x="2455050" y="29675"/>
                  <a:pt x="2460966" y="36432"/>
                </a:cubicBezTo>
                <a:cubicBezTo>
                  <a:pt x="2466881" y="43189"/>
                  <a:pt x="2469709" y="53542"/>
                  <a:pt x="2469450" y="67488"/>
                </a:cubicBezTo>
                <a:lnTo>
                  <a:pt x="2423854" y="67488"/>
                </a:lnTo>
                <a:cubicBezTo>
                  <a:pt x="2423983" y="72886"/>
                  <a:pt x="2425451" y="77085"/>
                  <a:pt x="2428258" y="80086"/>
                </a:cubicBezTo>
                <a:cubicBezTo>
                  <a:pt x="2431064" y="83087"/>
                  <a:pt x="2434562" y="84587"/>
                  <a:pt x="2438750" y="84587"/>
                </a:cubicBezTo>
                <a:cubicBezTo>
                  <a:pt x="2441600" y="84587"/>
                  <a:pt x="2443996" y="83810"/>
                  <a:pt x="2445940" y="82255"/>
                </a:cubicBezTo>
                <a:cubicBezTo>
                  <a:pt x="2447883" y="80701"/>
                  <a:pt x="2449351" y="78197"/>
                  <a:pt x="2450344" y="74742"/>
                </a:cubicBezTo>
                <a:moveTo>
                  <a:pt x="2451380" y="56348"/>
                </a:moveTo>
                <a:cubicBezTo>
                  <a:pt x="2451250" y="51102"/>
                  <a:pt x="2449890" y="47113"/>
                  <a:pt x="2447300" y="44382"/>
                </a:cubicBezTo>
                <a:cubicBezTo>
                  <a:pt x="2444709" y="41651"/>
                  <a:pt x="2441557" y="40286"/>
                  <a:pt x="2437844" y="40286"/>
                </a:cubicBezTo>
                <a:cubicBezTo>
                  <a:pt x="2433871" y="40286"/>
                  <a:pt x="2430590" y="41726"/>
                  <a:pt x="2427999" y="44607"/>
                </a:cubicBezTo>
                <a:cubicBezTo>
                  <a:pt x="2425408" y="47489"/>
                  <a:pt x="2424134" y="51403"/>
                  <a:pt x="2424177" y="56348"/>
                </a:cubicBezTo>
                <a:lnTo>
                  <a:pt x="2451380" y="56348"/>
                </a:lnTo>
                <a:close/>
                <a:moveTo>
                  <a:pt x="2520619" y="27850"/>
                </a:moveTo>
                <a:lnTo>
                  <a:pt x="2537589" y="27850"/>
                </a:lnTo>
                <a:lnTo>
                  <a:pt x="2537589" y="37954"/>
                </a:lnTo>
                <a:cubicBezTo>
                  <a:pt x="2539791" y="34500"/>
                  <a:pt x="2542770" y="31693"/>
                  <a:pt x="2546527" y="29534"/>
                </a:cubicBezTo>
                <a:cubicBezTo>
                  <a:pt x="2550283" y="27375"/>
                  <a:pt x="2554450" y="26296"/>
                  <a:pt x="2559027" y="26296"/>
                </a:cubicBezTo>
                <a:cubicBezTo>
                  <a:pt x="2567015" y="26296"/>
                  <a:pt x="2573794" y="29426"/>
                  <a:pt x="2579364" y="35687"/>
                </a:cubicBezTo>
                <a:cubicBezTo>
                  <a:pt x="2584934" y="41948"/>
                  <a:pt x="2587719" y="50670"/>
                  <a:pt x="2587719" y="61853"/>
                </a:cubicBezTo>
                <a:cubicBezTo>
                  <a:pt x="2587719" y="73339"/>
                  <a:pt x="2584912" y="82266"/>
                  <a:pt x="2579299" y="88635"/>
                </a:cubicBezTo>
                <a:cubicBezTo>
                  <a:pt x="2573686" y="95004"/>
                  <a:pt x="2566885" y="98188"/>
                  <a:pt x="2558897" y="98188"/>
                </a:cubicBezTo>
                <a:cubicBezTo>
                  <a:pt x="2555098" y="98188"/>
                  <a:pt x="2551654" y="97433"/>
                  <a:pt x="2548567" y="95921"/>
                </a:cubicBezTo>
                <a:cubicBezTo>
                  <a:pt x="2545480" y="94410"/>
                  <a:pt x="2542230" y="91819"/>
                  <a:pt x="2538819" y="88149"/>
                </a:cubicBezTo>
                <a:lnTo>
                  <a:pt x="2538819" y="122800"/>
                </a:lnTo>
                <a:lnTo>
                  <a:pt x="2520619" y="122800"/>
                </a:lnTo>
                <a:lnTo>
                  <a:pt x="2520619" y="27850"/>
                </a:lnTo>
                <a:moveTo>
                  <a:pt x="2538625" y="61046"/>
                </a:moveTo>
                <a:cubicBezTo>
                  <a:pt x="2538625" y="68763"/>
                  <a:pt x="2540158" y="74464"/>
                  <a:pt x="2543223" y="78151"/>
                </a:cubicBezTo>
                <a:cubicBezTo>
                  <a:pt x="2546289" y="81837"/>
                  <a:pt x="2550024" y="83680"/>
                  <a:pt x="2554428" y="83680"/>
                </a:cubicBezTo>
                <a:cubicBezTo>
                  <a:pt x="2558660" y="83680"/>
                  <a:pt x="2562179" y="81988"/>
                  <a:pt x="2564985" y="78604"/>
                </a:cubicBezTo>
                <a:cubicBezTo>
                  <a:pt x="2567792" y="75220"/>
                  <a:pt x="2569195" y="69669"/>
                  <a:pt x="2569195" y="61951"/>
                </a:cubicBezTo>
                <a:cubicBezTo>
                  <a:pt x="2569195" y="54751"/>
                  <a:pt x="2567749" y="49404"/>
                  <a:pt x="2564856" y="45912"/>
                </a:cubicBezTo>
                <a:cubicBezTo>
                  <a:pt x="2561963" y="42420"/>
                  <a:pt x="2558379" y="40674"/>
                  <a:pt x="2554104" y="40674"/>
                </a:cubicBezTo>
                <a:cubicBezTo>
                  <a:pt x="2549657" y="40674"/>
                  <a:pt x="2545965" y="42388"/>
                  <a:pt x="2543029" y="45815"/>
                </a:cubicBezTo>
                <a:cubicBezTo>
                  <a:pt x="2540093" y="49243"/>
                  <a:pt x="2538625" y="54319"/>
                  <a:pt x="2538625" y="61046"/>
                </a:cubicBezTo>
                <a:close/>
                <a:moveTo>
                  <a:pt x="2619607" y="96634"/>
                </a:moveTo>
                <a:lnTo>
                  <a:pt x="2601407" y="96634"/>
                </a:lnTo>
                <a:lnTo>
                  <a:pt x="2601407" y="27850"/>
                </a:lnTo>
                <a:lnTo>
                  <a:pt x="2618311" y="27850"/>
                </a:lnTo>
                <a:lnTo>
                  <a:pt x="2618311" y="37630"/>
                </a:lnTo>
                <a:cubicBezTo>
                  <a:pt x="2621204" y="33010"/>
                  <a:pt x="2623806" y="29966"/>
                  <a:pt x="2626116" y="28498"/>
                </a:cubicBezTo>
                <a:cubicBezTo>
                  <a:pt x="2628426" y="27030"/>
                  <a:pt x="2631049" y="26296"/>
                  <a:pt x="2633985" y="26296"/>
                </a:cubicBezTo>
                <a:cubicBezTo>
                  <a:pt x="2638130" y="26296"/>
                  <a:pt x="2642124" y="27440"/>
                  <a:pt x="2645967" y="29729"/>
                </a:cubicBezTo>
                <a:lnTo>
                  <a:pt x="2640332" y="45597"/>
                </a:lnTo>
                <a:cubicBezTo>
                  <a:pt x="2637267" y="43610"/>
                  <a:pt x="2634417" y="42617"/>
                  <a:pt x="2631783" y="42617"/>
                </a:cubicBezTo>
                <a:cubicBezTo>
                  <a:pt x="2629235" y="42617"/>
                  <a:pt x="2627076" y="43319"/>
                  <a:pt x="2625306" y="44722"/>
                </a:cubicBezTo>
                <a:cubicBezTo>
                  <a:pt x="2623536" y="46126"/>
                  <a:pt x="2622143" y="48662"/>
                  <a:pt x="2621129" y="52333"/>
                </a:cubicBezTo>
                <a:cubicBezTo>
                  <a:pt x="2620114" y="56003"/>
                  <a:pt x="2619607" y="63689"/>
                  <a:pt x="2619607" y="75390"/>
                </a:cubicBezTo>
                <a:lnTo>
                  <a:pt x="2619607" y="96634"/>
                </a:lnTo>
                <a:close/>
                <a:moveTo>
                  <a:pt x="2649573" y="61271"/>
                </a:moveTo>
                <a:cubicBezTo>
                  <a:pt x="2649573" y="55226"/>
                  <a:pt x="2651062" y="49375"/>
                  <a:pt x="2654042" y="43718"/>
                </a:cubicBezTo>
                <a:cubicBezTo>
                  <a:pt x="2657021" y="38062"/>
                  <a:pt x="2661242" y="33744"/>
                  <a:pt x="2666704" y="30765"/>
                </a:cubicBezTo>
                <a:cubicBezTo>
                  <a:pt x="2672166" y="27785"/>
                  <a:pt x="2678265" y="26296"/>
                  <a:pt x="2685001" y="26296"/>
                </a:cubicBezTo>
                <a:cubicBezTo>
                  <a:pt x="2695407" y="26296"/>
                  <a:pt x="2703935" y="29675"/>
                  <a:pt x="2710584" y="36432"/>
                </a:cubicBezTo>
                <a:cubicBezTo>
                  <a:pt x="2717234" y="43189"/>
                  <a:pt x="2720558" y="51728"/>
                  <a:pt x="2720558" y="62048"/>
                </a:cubicBezTo>
                <a:cubicBezTo>
                  <a:pt x="2720558" y="72454"/>
                  <a:pt x="2717201" y="81079"/>
                  <a:pt x="2710487" y="87923"/>
                </a:cubicBezTo>
                <a:cubicBezTo>
                  <a:pt x="2703773" y="94766"/>
                  <a:pt x="2695321" y="98188"/>
                  <a:pt x="2685130" y="98188"/>
                </a:cubicBezTo>
                <a:cubicBezTo>
                  <a:pt x="2678826" y="98188"/>
                  <a:pt x="2672814" y="96763"/>
                  <a:pt x="2667093" y="93914"/>
                </a:cubicBezTo>
                <a:cubicBezTo>
                  <a:pt x="2661371" y="91064"/>
                  <a:pt x="2657021" y="86886"/>
                  <a:pt x="2654042" y="81381"/>
                </a:cubicBezTo>
                <a:cubicBezTo>
                  <a:pt x="2651062" y="75876"/>
                  <a:pt x="2649573" y="69172"/>
                  <a:pt x="2649573" y="61271"/>
                </a:cubicBezTo>
                <a:moveTo>
                  <a:pt x="2668226" y="62242"/>
                </a:moveTo>
                <a:cubicBezTo>
                  <a:pt x="2668226" y="69043"/>
                  <a:pt x="2669845" y="74251"/>
                  <a:pt x="2673084" y="77867"/>
                </a:cubicBezTo>
                <a:cubicBezTo>
                  <a:pt x="2676322" y="81484"/>
                  <a:pt x="2680316" y="83292"/>
                  <a:pt x="2685066" y="83292"/>
                </a:cubicBezTo>
                <a:cubicBezTo>
                  <a:pt x="2689815" y="83292"/>
                  <a:pt x="2693799" y="81484"/>
                  <a:pt x="2697015" y="77867"/>
                </a:cubicBezTo>
                <a:cubicBezTo>
                  <a:pt x="2700232" y="74251"/>
                  <a:pt x="2701841" y="69000"/>
                  <a:pt x="2701841" y="62113"/>
                </a:cubicBezTo>
                <a:cubicBezTo>
                  <a:pt x="2701841" y="55398"/>
                  <a:pt x="2700232" y="50233"/>
                  <a:pt x="2697015" y="46617"/>
                </a:cubicBezTo>
                <a:cubicBezTo>
                  <a:pt x="2693799" y="43001"/>
                  <a:pt x="2689815" y="41192"/>
                  <a:pt x="2685066" y="41192"/>
                </a:cubicBezTo>
                <a:cubicBezTo>
                  <a:pt x="2680316" y="41192"/>
                  <a:pt x="2676322" y="43001"/>
                  <a:pt x="2673084" y="46617"/>
                </a:cubicBezTo>
                <a:cubicBezTo>
                  <a:pt x="2669845" y="50233"/>
                  <a:pt x="2668226" y="55441"/>
                  <a:pt x="2668226" y="62242"/>
                </a:cubicBezTo>
                <a:close/>
                <a:moveTo>
                  <a:pt x="2797912" y="96634"/>
                </a:moveTo>
                <a:lnTo>
                  <a:pt x="2781008" y="96634"/>
                </a:lnTo>
                <a:lnTo>
                  <a:pt x="2781008" y="86530"/>
                </a:lnTo>
                <a:cubicBezTo>
                  <a:pt x="2778201" y="90459"/>
                  <a:pt x="2774887" y="93385"/>
                  <a:pt x="2771066" y="95306"/>
                </a:cubicBezTo>
                <a:cubicBezTo>
                  <a:pt x="2767245" y="97228"/>
                  <a:pt x="2763391" y="98188"/>
                  <a:pt x="2759505" y="98188"/>
                </a:cubicBezTo>
                <a:cubicBezTo>
                  <a:pt x="2751603" y="98188"/>
                  <a:pt x="2744835" y="95004"/>
                  <a:pt x="2739200" y="88635"/>
                </a:cubicBezTo>
                <a:cubicBezTo>
                  <a:pt x="2733565" y="82266"/>
                  <a:pt x="2730748" y="73382"/>
                  <a:pt x="2730748" y="61983"/>
                </a:cubicBezTo>
                <a:cubicBezTo>
                  <a:pt x="2730748" y="50325"/>
                  <a:pt x="2733490" y="41462"/>
                  <a:pt x="2738973" y="35396"/>
                </a:cubicBezTo>
                <a:cubicBezTo>
                  <a:pt x="2744457" y="29329"/>
                  <a:pt x="2751387" y="26296"/>
                  <a:pt x="2759764" y="26296"/>
                </a:cubicBezTo>
                <a:cubicBezTo>
                  <a:pt x="2767450" y="26296"/>
                  <a:pt x="2774099" y="29491"/>
                  <a:pt x="2779712" y="35881"/>
                </a:cubicBezTo>
                <a:lnTo>
                  <a:pt x="2779712" y="1684"/>
                </a:lnTo>
                <a:lnTo>
                  <a:pt x="2797912" y="1684"/>
                </a:lnTo>
                <a:lnTo>
                  <a:pt x="2797912" y="96634"/>
                </a:lnTo>
                <a:moveTo>
                  <a:pt x="2749336" y="60787"/>
                </a:moveTo>
                <a:cubicBezTo>
                  <a:pt x="2749336" y="68116"/>
                  <a:pt x="2750351" y="73419"/>
                  <a:pt x="2752380" y="76695"/>
                </a:cubicBezTo>
                <a:cubicBezTo>
                  <a:pt x="2755317" y="81438"/>
                  <a:pt x="2759418" y="83810"/>
                  <a:pt x="2764686" y="83810"/>
                </a:cubicBezTo>
                <a:cubicBezTo>
                  <a:pt x="2768875" y="83810"/>
                  <a:pt x="2772437" y="82031"/>
                  <a:pt x="2775373" y="78475"/>
                </a:cubicBezTo>
                <a:cubicBezTo>
                  <a:pt x="2778309" y="74918"/>
                  <a:pt x="2779777" y="69604"/>
                  <a:pt x="2779777" y="62533"/>
                </a:cubicBezTo>
                <a:cubicBezTo>
                  <a:pt x="2779777" y="54643"/>
                  <a:pt x="2778352" y="48962"/>
                  <a:pt x="2775503" y="45491"/>
                </a:cubicBezTo>
                <a:cubicBezTo>
                  <a:pt x="2772653" y="42021"/>
                  <a:pt x="2769004" y="40286"/>
                  <a:pt x="2764557" y="40286"/>
                </a:cubicBezTo>
                <a:cubicBezTo>
                  <a:pt x="2760239" y="40286"/>
                  <a:pt x="2756623" y="41999"/>
                  <a:pt x="2753708" y="45427"/>
                </a:cubicBezTo>
                <a:cubicBezTo>
                  <a:pt x="2750794" y="48854"/>
                  <a:pt x="2749336" y="53974"/>
                  <a:pt x="2749336" y="60787"/>
                </a:cubicBezTo>
                <a:close/>
                <a:moveTo>
                  <a:pt x="2861147" y="96634"/>
                </a:moveTo>
                <a:lnTo>
                  <a:pt x="2861147" y="86336"/>
                </a:lnTo>
                <a:cubicBezTo>
                  <a:pt x="2858643" y="90006"/>
                  <a:pt x="2855351" y="92899"/>
                  <a:pt x="2851270" y="95015"/>
                </a:cubicBezTo>
                <a:cubicBezTo>
                  <a:pt x="2847190" y="97130"/>
                  <a:pt x="2842883" y="98188"/>
                  <a:pt x="2838349" y="98188"/>
                </a:cubicBezTo>
                <a:cubicBezTo>
                  <a:pt x="2833729" y="98188"/>
                  <a:pt x="2829584" y="97174"/>
                  <a:pt x="2825914" y="95144"/>
                </a:cubicBezTo>
                <a:cubicBezTo>
                  <a:pt x="2822244" y="93115"/>
                  <a:pt x="2819588" y="90265"/>
                  <a:pt x="2817947" y="86595"/>
                </a:cubicBezTo>
                <a:cubicBezTo>
                  <a:pt x="2816306" y="82925"/>
                  <a:pt x="2815486" y="77851"/>
                  <a:pt x="2815486" y="71374"/>
                </a:cubicBezTo>
                <a:lnTo>
                  <a:pt x="2815486" y="27850"/>
                </a:lnTo>
                <a:lnTo>
                  <a:pt x="2833686" y="27850"/>
                </a:lnTo>
                <a:lnTo>
                  <a:pt x="2833686" y="59384"/>
                </a:lnTo>
                <a:cubicBezTo>
                  <a:pt x="2833686" y="69035"/>
                  <a:pt x="2834020" y="74947"/>
                  <a:pt x="2834690" y="77122"/>
                </a:cubicBezTo>
                <a:cubicBezTo>
                  <a:pt x="2835359" y="79298"/>
                  <a:pt x="2836579" y="81021"/>
                  <a:pt x="2838349" y="82292"/>
                </a:cubicBezTo>
                <a:cubicBezTo>
                  <a:pt x="2840119" y="83563"/>
                  <a:pt x="2842365" y="84198"/>
                  <a:pt x="2845085" y="84198"/>
                </a:cubicBezTo>
                <a:cubicBezTo>
                  <a:pt x="2848194" y="84198"/>
                  <a:pt x="2850979" y="83348"/>
                  <a:pt x="2853440" y="81646"/>
                </a:cubicBezTo>
                <a:cubicBezTo>
                  <a:pt x="2855901" y="79945"/>
                  <a:pt x="2857585" y="77834"/>
                  <a:pt x="2858492" y="75313"/>
                </a:cubicBezTo>
                <a:cubicBezTo>
                  <a:pt x="2859399" y="72792"/>
                  <a:pt x="2859852" y="66621"/>
                  <a:pt x="2859852" y="56800"/>
                </a:cubicBezTo>
                <a:lnTo>
                  <a:pt x="2859852" y="27850"/>
                </a:lnTo>
                <a:lnTo>
                  <a:pt x="2878052" y="27850"/>
                </a:lnTo>
                <a:lnTo>
                  <a:pt x="2878052" y="96634"/>
                </a:lnTo>
                <a:lnTo>
                  <a:pt x="2861147" y="96634"/>
                </a:lnTo>
                <a:close/>
                <a:moveTo>
                  <a:pt x="2956896" y="48187"/>
                </a:moveTo>
                <a:lnTo>
                  <a:pt x="2938955" y="51426"/>
                </a:lnTo>
                <a:cubicBezTo>
                  <a:pt x="2938350" y="47864"/>
                  <a:pt x="2936980" y="45181"/>
                  <a:pt x="2934842" y="43378"/>
                </a:cubicBezTo>
                <a:cubicBezTo>
                  <a:pt x="2932705" y="41576"/>
                  <a:pt x="2929931" y="40674"/>
                  <a:pt x="2926519" y="40674"/>
                </a:cubicBezTo>
                <a:cubicBezTo>
                  <a:pt x="2921986" y="40674"/>
                  <a:pt x="2918370" y="42235"/>
                  <a:pt x="2915671" y="45356"/>
                </a:cubicBezTo>
                <a:cubicBezTo>
                  <a:pt x="2912972" y="48477"/>
                  <a:pt x="2911623" y="53696"/>
                  <a:pt x="2911623" y="61013"/>
                </a:cubicBezTo>
                <a:cubicBezTo>
                  <a:pt x="2911623" y="69150"/>
                  <a:pt x="2912994" y="74897"/>
                  <a:pt x="2915736" y="78256"/>
                </a:cubicBezTo>
                <a:cubicBezTo>
                  <a:pt x="2918477" y="81613"/>
                  <a:pt x="2922158" y="83292"/>
                  <a:pt x="2926779" y="83292"/>
                </a:cubicBezTo>
                <a:cubicBezTo>
                  <a:pt x="2930233" y="83292"/>
                  <a:pt x="2933061" y="82309"/>
                  <a:pt x="2935263" y="80345"/>
                </a:cubicBezTo>
                <a:cubicBezTo>
                  <a:pt x="2937465" y="78380"/>
                  <a:pt x="2939020" y="75001"/>
                  <a:pt x="2939926" y="70209"/>
                </a:cubicBezTo>
                <a:lnTo>
                  <a:pt x="2957802" y="73317"/>
                </a:lnTo>
                <a:cubicBezTo>
                  <a:pt x="2955946" y="81521"/>
                  <a:pt x="2952384" y="87717"/>
                  <a:pt x="2947116" y="91906"/>
                </a:cubicBezTo>
                <a:cubicBezTo>
                  <a:pt x="2941848" y="96094"/>
                  <a:pt x="2934788" y="98188"/>
                  <a:pt x="2925937" y="98188"/>
                </a:cubicBezTo>
                <a:cubicBezTo>
                  <a:pt x="2915876" y="98188"/>
                  <a:pt x="2907856" y="95015"/>
                  <a:pt x="2901875" y="88667"/>
                </a:cubicBezTo>
                <a:cubicBezTo>
                  <a:pt x="2895895" y="82320"/>
                  <a:pt x="2892905" y="73533"/>
                  <a:pt x="2892905" y="62307"/>
                </a:cubicBezTo>
                <a:cubicBezTo>
                  <a:pt x="2892905" y="50951"/>
                  <a:pt x="2895906" y="42110"/>
                  <a:pt x="2901908" y="35784"/>
                </a:cubicBezTo>
                <a:cubicBezTo>
                  <a:pt x="2907909" y="29459"/>
                  <a:pt x="2916027" y="26296"/>
                  <a:pt x="2926260" y="26296"/>
                </a:cubicBezTo>
                <a:cubicBezTo>
                  <a:pt x="2934637" y="26296"/>
                  <a:pt x="2941297" y="28099"/>
                  <a:pt x="2946241" y="31704"/>
                </a:cubicBezTo>
                <a:cubicBezTo>
                  <a:pt x="2951185" y="35309"/>
                  <a:pt x="2954737" y="40804"/>
                  <a:pt x="2956896" y="48187"/>
                </a:cubicBezTo>
                <a:close/>
                <a:moveTo>
                  <a:pt x="3002214" y="27850"/>
                </a:moveTo>
                <a:lnTo>
                  <a:pt x="3002214" y="42358"/>
                </a:lnTo>
                <a:lnTo>
                  <a:pt x="2989779" y="42358"/>
                </a:lnTo>
                <a:lnTo>
                  <a:pt x="2989779" y="70034"/>
                </a:lnTo>
                <a:cubicBezTo>
                  <a:pt x="2989779" y="75640"/>
                  <a:pt x="2989898" y="78906"/>
                  <a:pt x="2990135" y="79833"/>
                </a:cubicBezTo>
                <a:cubicBezTo>
                  <a:pt x="2990373" y="80758"/>
                  <a:pt x="2990912" y="81523"/>
                  <a:pt x="2991754" y="82128"/>
                </a:cubicBezTo>
                <a:cubicBezTo>
                  <a:pt x="2992596" y="82731"/>
                  <a:pt x="2993622" y="83033"/>
                  <a:pt x="2994831" y="83033"/>
                </a:cubicBezTo>
                <a:cubicBezTo>
                  <a:pt x="2996515" y="83033"/>
                  <a:pt x="2998954" y="82450"/>
                  <a:pt x="3002150" y="81284"/>
                </a:cubicBezTo>
                <a:lnTo>
                  <a:pt x="3003704" y="95456"/>
                </a:lnTo>
                <a:cubicBezTo>
                  <a:pt x="2999472" y="97277"/>
                  <a:pt x="2994680" y="98188"/>
                  <a:pt x="2989325" y="98188"/>
                </a:cubicBezTo>
                <a:cubicBezTo>
                  <a:pt x="2986044" y="98188"/>
                  <a:pt x="2983086" y="97638"/>
                  <a:pt x="2980452" y="96537"/>
                </a:cubicBezTo>
                <a:cubicBezTo>
                  <a:pt x="2977818" y="95436"/>
                  <a:pt x="2975886" y="94011"/>
                  <a:pt x="2974656" y="92262"/>
                </a:cubicBezTo>
                <a:cubicBezTo>
                  <a:pt x="2973425" y="90513"/>
                  <a:pt x="2972572" y="88149"/>
                  <a:pt x="2972097" y="85170"/>
                </a:cubicBezTo>
                <a:cubicBezTo>
                  <a:pt x="2971709" y="83054"/>
                  <a:pt x="2971514" y="78779"/>
                  <a:pt x="2971514" y="72346"/>
                </a:cubicBezTo>
                <a:lnTo>
                  <a:pt x="2971514" y="42358"/>
                </a:lnTo>
                <a:lnTo>
                  <a:pt x="2963159" y="42358"/>
                </a:lnTo>
                <a:lnTo>
                  <a:pt x="2963159" y="27850"/>
                </a:lnTo>
                <a:lnTo>
                  <a:pt x="2971514" y="27850"/>
                </a:lnTo>
                <a:lnTo>
                  <a:pt x="2971514" y="14119"/>
                </a:lnTo>
                <a:lnTo>
                  <a:pt x="2989779" y="3368"/>
                </a:lnTo>
                <a:lnTo>
                  <a:pt x="2989779" y="27850"/>
                </a:lnTo>
                <a:lnTo>
                  <a:pt x="3002214" y="27850"/>
                </a:lnTo>
                <a:close/>
                <a:moveTo>
                  <a:pt x="3047507" y="61271"/>
                </a:moveTo>
                <a:cubicBezTo>
                  <a:pt x="3047507" y="55226"/>
                  <a:pt x="3048997" y="49375"/>
                  <a:pt x="3051976" y="43718"/>
                </a:cubicBezTo>
                <a:cubicBezTo>
                  <a:pt x="3054955" y="38062"/>
                  <a:pt x="3059176" y="33744"/>
                  <a:pt x="3064638" y="30765"/>
                </a:cubicBezTo>
                <a:cubicBezTo>
                  <a:pt x="3070100" y="27785"/>
                  <a:pt x="3076199" y="26296"/>
                  <a:pt x="3082935" y="26296"/>
                </a:cubicBezTo>
                <a:cubicBezTo>
                  <a:pt x="3093341" y="26296"/>
                  <a:pt x="3101869" y="29675"/>
                  <a:pt x="3108519" y="36432"/>
                </a:cubicBezTo>
                <a:cubicBezTo>
                  <a:pt x="3115168" y="43189"/>
                  <a:pt x="3118493" y="51728"/>
                  <a:pt x="3118493" y="62048"/>
                </a:cubicBezTo>
                <a:cubicBezTo>
                  <a:pt x="3118493" y="72454"/>
                  <a:pt x="3115136" y="81079"/>
                  <a:pt x="3108421" y="87923"/>
                </a:cubicBezTo>
                <a:cubicBezTo>
                  <a:pt x="3101707" y="94766"/>
                  <a:pt x="3093255" y="98188"/>
                  <a:pt x="3083065" y="98188"/>
                </a:cubicBezTo>
                <a:cubicBezTo>
                  <a:pt x="3076761" y="98188"/>
                  <a:pt x="3070748" y="96763"/>
                  <a:pt x="3065027" y="93914"/>
                </a:cubicBezTo>
                <a:cubicBezTo>
                  <a:pt x="3059306" y="91064"/>
                  <a:pt x="3054955" y="86886"/>
                  <a:pt x="3051976" y="81381"/>
                </a:cubicBezTo>
                <a:cubicBezTo>
                  <a:pt x="3048997" y="75876"/>
                  <a:pt x="3047507" y="69172"/>
                  <a:pt x="3047507" y="61271"/>
                </a:cubicBezTo>
                <a:moveTo>
                  <a:pt x="3066160" y="62242"/>
                </a:moveTo>
                <a:cubicBezTo>
                  <a:pt x="3066160" y="69043"/>
                  <a:pt x="3067779" y="74251"/>
                  <a:pt x="3071018" y="77867"/>
                </a:cubicBezTo>
                <a:cubicBezTo>
                  <a:pt x="3074256" y="81484"/>
                  <a:pt x="3078250" y="83292"/>
                  <a:pt x="3083000" y="83292"/>
                </a:cubicBezTo>
                <a:cubicBezTo>
                  <a:pt x="3087750" y="83292"/>
                  <a:pt x="3091733" y="81484"/>
                  <a:pt x="3094950" y="77867"/>
                </a:cubicBezTo>
                <a:cubicBezTo>
                  <a:pt x="3098166" y="74251"/>
                  <a:pt x="3099775" y="69000"/>
                  <a:pt x="3099775" y="62113"/>
                </a:cubicBezTo>
                <a:cubicBezTo>
                  <a:pt x="3099775" y="55398"/>
                  <a:pt x="3098166" y="50233"/>
                  <a:pt x="3094950" y="46617"/>
                </a:cubicBezTo>
                <a:cubicBezTo>
                  <a:pt x="3091733" y="43001"/>
                  <a:pt x="3087750" y="41192"/>
                  <a:pt x="3083000" y="41192"/>
                </a:cubicBezTo>
                <a:cubicBezTo>
                  <a:pt x="3078250" y="41192"/>
                  <a:pt x="3074256" y="43001"/>
                  <a:pt x="3071018" y="46617"/>
                </a:cubicBezTo>
                <a:cubicBezTo>
                  <a:pt x="3067779" y="50233"/>
                  <a:pt x="3066160" y="55441"/>
                  <a:pt x="3066160" y="62242"/>
                </a:cubicBezTo>
                <a:close/>
                <a:moveTo>
                  <a:pt x="3124796" y="27850"/>
                </a:moveTo>
                <a:lnTo>
                  <a:pt x="3134900" y="27850"/>
                </a:lnTo>
                <a:lnTo>
                  <a:pt x="3134900" y="22657"/>
                </a:lnTo>
                <a:cubicBezTo>
                  <a:pt x="3134900" y="16857"/>
                  <a:pt x="3135515" y="12529"/>
                  <a:pt x="3136746" y="9673"/>
                </a:cubicBezTo>
                <a:cubicBezTo>
                  <a:pt x="3137976" y="6816"/>
                  <a:pt x="3140243" y="4490"/>
                  <a:pt x="3143546" y="2694"/>
                </a:cubicBezTo>
                <a:cubicBezTo>
                  <a:pt x="3146850" y="898"/>
                  <a:pt x="3151027" y="0"/>
                  <a:pt x="3156079" y="0"/>
                </a:cubicBezTo>
                <a:cubicBezTo>
                  <a:pt x="3161260" y="0"/>
                  <a:pt x="3166334" y="777"/>
                  <a:pt x="3171300" y="2332"/>
                </a:cubicBezTo>
                <a:lnTo>
                  <a:pt x="3168838" y="15026"/>
                </a:lnTo>
                <a:cubicBezTo>
                  <a:pt x="3165945" y="14335"/>
                  <a:pt x="3163160" y="13990"/>
                  <a:pt x="3160483" y="13990"/>
                </a:cubicBezTo>
                <a:cubicBezTo>
                  <a:pt x="3157849" y="13990"/>
                  <a:pt x="3155960" y="14609"/>
                  <a:pt x="3154816" y="15846"/>
                </a:cubicBezTo>
                <a:cubicBezTo>
                  <a:pt x="3153672" y="17082"/>
                  <a:pt x="3153100" y="19457"/>
                  <a:pt x="3153100" y="22970"/>
                </a:cubicBezTo>
                <a:lnTo>
                  <a:pt x="3153100" y="27850"/>
                </a:lnTo>
                <a:lnTo>
                  <a:pt x="3166701" y="27850"/>
                </a:lnTo>
                <a:lnTo>
                  <a:pt x="3166701" y="42229"/>
                </a:lnTo>
                <a:lnTo>
                  <a:pt x="3153100" y="42229"/>
                </a:lnTo>
                <a:lnTo>
                  <a:pt x="3153100" y="96634"/>
                </a:lnTo>
                <a:lnTo>
                  <a:pt x="3134900" y="96634"/>
                </a:lnTo>
                <a:lnTo>
                  <a:pt x="3134900" y="42229"/>
                </a:lnTo>
                <a:lnTo>
                  <a:pt x="3124796" y="42229"/>
                </a:lnTo>
                <a:lnTo>
                  <a:pt x="3124796" y="27850"/>
                </a:lnTo>
                <a:close/>
                <a:moveTo>
                  <a:pt x="3245350" y="27850"/>
                </a:moveTo>
                <a:lnTo>
                  <a:pt x="3245350" y="42358"/>
                </a:lnTo>
                <a:lnTo>
                  <a:pt x="3232915" y="42358"/>
                </a:lnTo>
                <a:lnTo>
                  <a:pt x="3232915" y="70034"/>
                </a:lnTo>
                <a:cubicBezTo>
                  <a:pt x="3232915" y="75640"/>
                  <a:pt x="3233034" y="78906"/>
                  <a:pt x="3233271" y="79833"/>
                </a:cubicBezTo>
                <a:cubicBezTo>
                  <a:pt x="3233509" y="80758"/>
                  <a:pt x="3234048" y="81523"/>
                  <a:pt x="3234890" y="82128"/>
                </a:cubicBezTo>
                <a:cubicBezTo>
                  <a:pt x="3235732" y="82731"/>
                  <a:pt x="3236758" y="83033"/>
                  <a:pt x="3237967" y="83033"/>
                </a:cubicBezTo>
                <a:cubicBezTo>
                  <a:pt x="3239651" y="83033"/>
                  <a:pt x="3242090" y="82450"/>
                  <a:pt x="3245286" y="81284"/>
                </a:cubicBezTo>
                <a:lnTo>
                  <a:pt x="3246840" y="95456"/>
                </a:lnTo>
                <a:cubicBezTo>
                  <a:pt x="3242609" y="97277"/>
                  <a:pt x="3237816" y="98188"/>
                  <a:pt x="3232462" y="98188"/>
                </a:cubicBezTo>
                <a:cubicBezTo>
                  <a:pt x="3229180" y="98188"/>
                  <a:pt x="3226222" y="97638"/>
                  <a:pt x="3223588" y="96537"/>
                </a:cubicBezTo>
                <a:cubicBezTo>
                  <a:pt x="3220954" y="95436"/>
                  <a:pt x="3219022" y="94011"/>
                  <a:pt x="3217792" y="92262"/>
                </a:cubicBezTo>
                <a:cubicBezTo>
                  <a:pt x="3216561" y="90513"/>
                  <a:pt x="3215708" y="88149"/>
                  <a:pt x="3215233" y="85170"/>
                </a:cubicBezTo>
                <a:cubicBezTo>
                  <a:pt x="3214845" y="83054"/>
                  <a:pt x="3214650" y="78779"/>
                  <a:pt x="3214650" y="72346"/>
                </a:cubicBezTo>
                <a:lnTo>
                  <a:pt x="3214650" y="42358"/>
                </a:lnTo>
                <a:lnTo>
                  <a:pt x="3206295" y="42358"/>
                </a:lnTo>
                <a:lnTo>
                  <a:pt x="3206295" y="27850"/>
                </a:lnTo>
                <a:lnTo>
                  <a:pt x="3214650" y="27850"/>
                </a:lnTo>
                <a:lnTo>
                  <a:pt x="3214650" y="14119"/>
                </a:lnTo>
                <a:lnTo>
                  <a:pt x="3232915" y="3368"/>
                </a:lnTo>
                <a:lnTo>
                  <a:pt x="3232915" y="27850"/>
                </a:lnTo>
                <a:lnTo>
                  <a:pt x="3245350" y="27850"/>
                </a:lnTo>
                <a:close/>
                <a:moveTo>
                  <a:pt x="3276114" y="1684"/>
                </a:moveTo>
                <a:lnTo>
                  <a:pt x="3276114" y="36642"/>
                </a:lnTo>
                <a:cubicBezTo>
                  <a:pt x="3281986" y="29745"/>
                  <a:pt x="3289002" y="26296"/>
                  <a:pt x="3297163" y="26296"/>
                </a:cubicBezTo>
                <a:cubicBezTo>
                  <a:pt x="3301351" y="26296"/>
                  <a:pt x="3305130" y="27073"/>
                  <a:pt x="3308498" y="28627"/>
                </a:cubicBezTo>
                <a:cubicBezTo>
                  <a:pt x="3311865" y="30182"/>
                  <a:pt x="3314402" y="32168"/>
                  <a:pt x="3316108" y="34586"/>
                </a:cubicBezTo>
                <a:cubicBezTo>
                  <a:pt x="3317813" y="37004"/>
                  <a:pt x="3318979" y="39681"/>
                  <a:pt x="3319605" y="42617"/>
                </a:cubicBezTo>
                <a:cubicBezTo>
                  <a:pt x="3320231" y="45553"/>
                  <a:pt x="3320544" y="50109"/>
                  <a:pt x="3320544" y="56283"/>
                </a:cubicBezTo>
                <a:lnTo>
                  <a:pt x="3320544" y="96634"/>
                </a:lnTo>
                <a:lnTo>
                  <a:pt x="3302345" y="96634"/>
                </a:lnTo>
                <a:lnTo>
                  <a:pt x="3302345" y="60342"/>
                </a:lnTo>
                <a:cubicBezTo>
                  <a:pt x="3302345" y="53139"/>
                  <a:pt x="3301999" y="48567"/>
                  <a:pt x="3301308" y="46627"/>
                </a:cubicBezTo>
                <a:cubicBezTo>
                  <a:pt x="3300617" y="44685"/>
                  <a:pt x="3299398" y="43143"/>
                  <a:pt x="3297649" y="42000"/>
                </a:cubicBezTo>
                <a:cubicBezTo>
                  <a:pt x="3295900" y="40857"/>
                  <a:pt x="3293709" y="40286"/>
                  <a:pt x="3291075" y="40286"/>
                </a:cubicBezTo>
                <a:cubicBezTo>
                  <a:pt x="3288052" y="40286"/>
                  <a:pt x="3285354" y="41019"/>
                  <a:pt x="3282979" y="42486"/>
                </a:cubicBezTo>
                <a:cubicBezTo>
                  <a:pt x="3280604" y="43953"/>
                  <a:pt x="3278866" y="46163"/>
                  <a:pt x="3277765" y="49116"/>
                </a:cubicBezTo>
                <a:cubicBezTo>
                  <a:pt x="3276664" y="52070"/>
                  <a:pt x="3276114" y="56437"/>
                  <a:pt x="3276114" y="62218"/>
                </a:cubicBezTo>
                <a:lnTo>
                  <a:pt x="3276114" y="96634"/>
                </a:lnTo>
                <a:lnTo>
                  <a:pt x="3257914" y="96634"/>
                </a:lnTo>
                <a:lnTo>
                  <a:pt x="3257914" y="1684"/>
                </a:lnTo>
                <a:lnTo>
                  <a:pt x="3276114" y="1684"/>
                </a:lnTo>
                <a:close/>
                <a:moveTo>
                  <a:pt x="3378857" y="74742"/>
                </a:moveTo>
                <a:lnTo>
                  <a:pt x="3396992" y="77851"/>
                </a:lnTo>
                <a:cubicBezTo>
                  <a:pt x="3394660" y="84479"/>
                  <a:pt x="3390979" y="89526"/>
                  <a:pt x="3385949" y="92991"/>
                </a:cubicBezTo>
                <a:cubicBezTo>
                  <a:pt x="3380919" y="96456"/>
                  <a:pt x="3374625" y="98188"/>
                  <a:pt x="3367069" y="98188"/>
                </a:cubicBezTo>
                <a:cubicBezTo>
                  <a:pt x="3355109" y="98188"/>
                  <a:pt x="3346257" y="94281"/>
                  <a:pt x="3340514" y="86465"/>
                </a:cubicBezTo>
                <a:cubicBezTo>
                  <a:pt x="3335981" y="80204"/>
                  <a:pt x="3333714" y="72303"/>
                  <a:pt x="3333714" y="62760"/>
                </a:cubicBezTo>
                <a:cubicBezTo>
                  <a:pt x="3333714" y="51361"/>
                  <a:pt x="3336693" y="42434"/>
                  <a:pt x="3342652" y="35979"/>
                </a:cubicBezTo>
                <a:cubicBezTo>
                  <a:pt x="3348610" y="29523"/>
                  <a:pt x="3356145" y="26296"/>
                  <a:pt x="3365256" y="26296"/>
                </a:cubicBezTo>
                <a:cubicBezTo>
                  <a:pt x="3375489" y="26296"/>
                  <a:pt x="3383563" y="29675"/>
                  <a:pt x="3389479" y="36432"/>
                </a:cubicBezTo>
                <a:cubicBezTo>
                  <a:pt x="3395394" y="43189"/>
                  <a:pt x="3398223" y="53542"/>
                  <a:pt x="3397963" y="67488"/>
                </a:cubicBezTo>
                <a:lnTo>
                  <a:pt x="3352367" y="67488"/>
                </a:lnTo>
                <a:cubicBezTo>
                  <a:pt x="3352496" y="72886"/>
                  <a:pt x="3353964" y="77085"/>
                  <a:pt x="3356771" y="80086"/>
                </a:cubicBezTo>
                <a:cubicBezTo>
                  <a:pt x="3359578" y="83087"/>
                  <a:pt x="3363075" y="84587"/>
                  <a:pt x="3367263" y="84587"/>
                </a:cubicBezTo>
                <a:cubicBezTo>
                  <a:pt x="3370113" y="84587"/>
                  <a:pt x="3372510" y="83810"/>
                  <a:pt x="3374453" y="82255"/>
                </a:cubicBezTo>
                <a:cubicBezTo>
                  <a:pt x="3376396" y="80701"/>
                  <a:pt x="3377864" y="78197"/>
                  <a:pt x="3378857" y="74742"/>
                </a:cubicBezTo>
                <a:moveTo>
                  <a:pt x="3379893" y="56348"/>
                </a:moveTo>
                <a:cubicBezTo>
                  <a:pt x="3379764" y="51102"/>
                  <a:pt x="3378404" y="47113"/>
                  <a:pt x="3375813" y="44382"/>
                </a:cubicBezTo>
                <a:cubicBezTo>
                  <a:pt x="3373222" y="41651"/>
                  <a:pt x="3370070" y="40286"/>
                  <a:pt x="3366357" y="40286"/>
                </a:cubicBezTo>
                <a:cubicBezTo>
                  <a:pt x="3362384" y="40286"/>
                  <a:pt x="3359103" y="41726"/>
                  <a:pt x="3356512" y="44607"/>
                </a:cubicBezTo>
                <a:cubicBezTo>
                  <a:pt x="3353921" y="47489"/>
                  <a:pt x="3352647" y="51403"/>
                  <a:pt x="3352691" y="56348"/>
                </a:cubicBezTo>
                <a:lnTo>
                  <a:pt x="3379893" y="56348"/>
                </a:lnTo>
                <a:close/>
                <a:moveTo>
                  <a:pt x="3443239" y="77074"/>
                </a:moveTo>
                <a:lnTo>
                  <a:pt x="3461503" y="74224"/>
                </a:lnTo>
                <a:cubicBezTo>
                  <a:pt x="3462280" y="77743"/>
                  <a:pt x="3463857" y="80415"/>
                  <a:pt x="3466231" y="82239"/>
                </a:cubicBezTo>
                <a:cubicBezTo>
                  <a:pt x="3468606" y="84063"/>
                  <a:pt x="3471931" y="84976"/>
                  <a:pt x="3476206" y="84976"/>
                </a:cubicBezTo>
                <a:cubicBezTo>
                  <a:pt x="3480912" y="84976"/>
                  <a:pt x="3484453" y="84113"/>
                  <a:pt x="3486828" y="82389"/>
                </a:cubicBezTo>
                <a:cubicBezTo>
                  <a:pt x="3488425" y="81181"/>
                  <a:pt x="3489224" y="79564"/>
                  <a:pt x="3489224" y="77537"/>
                </a:cubicBezTo>
                <a:cubicBezTo>
                  <a:pt x="3489224" y="76157"/>
                  <a:pt x="3488792" y="75014"/>
                  <a:pt x="3487929" y="74109"/>
                </a:cubicBezTo>
                <a:cubicBezTo>
                  <a:pt x="3487022" y="73247"/>
                  <a:pt x="3484992" y="72449"/>
                  <a:pt x="3481840" y="71716"/>
                </a:cubicBezTo>
                <a:cubicBezTo>
                  <a:pt x="3467160" y="68483"/>
                  <a:pt x="3457855" y="65530"/>
                  <a:pt x="3453925" y="62855"/>
                </a:cubicBezTo>
                <a:cubicBezTo>
                  <a:pt x="3448485" y="59145"/>
                  <a:pt x="3445765" y="53990"/>
                  <a:pt x="3445765" y="47390"/>
                </a:cubicBezTo>
                <a:cubicBezTo>
                  <a:pt x="3445765" y="41437"/>
                  <a:pt x="3448118" y="36433"/>
                  <a:pt x="3452824" y="32378"/>
                </a:cubicBezTo>
                <a:cubicBezTo>
                  <a:pt x="3457531" y="28323"/>
                  <a:pt x="3464828" y="26296"/>
                  <a:pt x="3474716" y="26296"/>
                </a:cubicBezTo>
                <a:cubicBezTo>
                  <a:pt x="3484129" y="26296"/>
                  <a:pt x="3491124" y="27823"/>
                  <a:pt x="3495701" y="30878"/>
                </a:cubicBezTo>
                <a:cubicBezTo>
                  <a:pt x="3500278" y="33933"/>
                  <a:pt x="3503430" y="38451"/>
                  <a:pt x="3505157" y="44431"/>
                </a:cubicBezTo>
                <a:lnTo>
                  <a:pt x="3487993" y="47669"/>
                </a:lnTo>
                <a:cubicBezTo>
                  <a:pt x="3487259" y="44992"/>
                  <a:pt x="3485867" y="42941"/>
                  <a:pt x="3483816" y="41516"/>
                </a:cubicBezTo>
                <a:cubicBezTo>
                  <a:pt x="3481765" y="40091"/>
                  <a:pt x="3478840" y="39379"/>
                  <a:pt x="3475040" y="39379"/>
                </a:cubicBezTo>
                <a:cubicBezTo>
                  <a:pt x="3470247" y="39379"/>
                  <a:pt x="3466814" y="40048"/>
                  <a:pt x="3464742" y="41385"/>
                </a:cubicBezTo>
                <a:cubicBezTo>
                  <a:pt x="3463360" y="42332"/>
                  <a:pt x="3462669" y="43561"/>
                  <a:pt x="3462669" y="45070"/>
                </a:cubicBezTo>
                <a:cubicBezTo>
                  <a:pt x="3462669" y="46363"/>
                  <a:pt x="3463274" y="47462"/>
                  <a:pt x="3464483" y="48368"/>
                </a:cubicBezTo>
                <a:cubicBezTo>
                  <a:pt x="3466123" y="49575"/>
                  <a:pt x="3471791" y="51279"/>
                  <a:pt x="3481484" y="53478"/>
                </a:cubicBezTo>
                <a:cubicBezTo>
                  <a:pt x="3491178" y="55678"/>
                  <a:pt x="3497946" y="58376"/>
                  <a:pt x="3501789" y="61572"/>
                </a:cubicBezTo>
                <a:cubicBezTo>
                  <a:pt x="3505589" y="64813"/>
                  <a:pt x="3507489" y="69328"/>
                  <a:pt x="3507489" y="75117"/>
                </a:cubicBezTo>
                <a:cubicBezTo>
                  <a:pt x="3507489" y="81425"/>
                  <a:pt x="3504855" y="86847"/>
                  <a:pt x="3499587" y="91384"/>
                </a:cubicBezTo>
                <a:cubicBezTo>
                  <a:pt x="3494319" y="95920"/>
                  <a:pt x="3486525" y="98188"/>
                  <a:pt x="3476206" y="98188"/>
                </a:cubicBezTo>
                <a:cubicBezTo>
                  <a:pt x="3466836" y="98188"/>
                  <a:pt x="3459420" y="96294"/>
                  <a:pt x="3453958" y="92507"/>
                </a:cubicBezTo>
                <a:cubicBezTo>
                  <a:pt x="3448496" y="88718"/>
                  <a:pt x="3444923" y="83574"/>
                  <a:pt x="3443239" y="77074"/>
                </a:cubicBezTo>
                <a:close/>
                <a:moveTo>
                  <a:pt x="3568674" y="96634"/>
                </a:moveTo>
                <a:lnTo>
                  <a:pt x="3568674" y="86336"/>
                </a:lnTo>
                <a:cubicBezTo>
                  <a:pt x="3566170" y="90006"/>
                  <a:pt x="3562878" y="92899"/>
                  <a:pt x="3558797" y="95015"/>
                </a:cubicBezTo>
                <a:cubicBezTo>
                  <a:pt x="3554717" y="97130"/>
                  <a:pt x="3550410" y="98188"/>
                  <a:pt x="3545876" y="98188"/>
                </a:cubicBezTo>
                <a:cubicBezTo>
                  <a:pt x="3541256" y="98188"/>
                  <a:pt x="3537111" y="97174"/>
                  <a:pt x="3533441" y="95144"/>
                </a:cubicBezTo>
                <a:cubicBezTo>
                  <a:pt x="3529771" y="93115"/>
                  <a:pt x="3527115" y="90265"/>
                  <a:pt x="3525474" y="86595"/>
                </a:cubicBezTo>
                <a:cubicBezTo>
                  <a:pt x="3523833" y="82925"/>
                  <a:pt x="3523013" y="77851"/>
                  <a:pt x="3523013" y="71374"/>
                </a:cubicBezTo>
                <a:lnTo>
                  <a:pt x="3523013" y="27850"/>
                </a:lnTo>
                <a:lnTo>
                  <a:pt x="3541213" y="27850"/>
                </a:lnTo>
                <a:lnTo>
                  <a:pt x="3541213" y="59384"/>
                </a:lnTo>
                <a:cubicBezTo>
                  <a:pt x="3541213" y="69035"/>
                  <a:pt x="3541547" y="74947"/>
                  <a:pt x="3542217" y="77122"/>
                </a:cubicBezTo>
                <a:cubicBezTo>
                  <a:pt x="3542886" y="79298"/>
                  <a:pt x="3544106" y="81021"/>
                  <a:pt x="3545876" y="82292"/>
                </a:cubicBezTo>
                <a:cubicBezTo>
                  <a:pt x="3547646" y="83563"/>
                  <a:pt x="3549892" y="84198"/>
                  <a:pt x="3552612" y="84198"/>
                </a:cubicBezTo>
                <a:cubicBezTo>
                  <a:pt x="3555721" y="84198"/>
                  <a:pt x="3558506" y="83348"/>
                  <a:pt x="3560967" y="81646"/>
                </a:cubicBezTo>
                <a:cubicBezTo>
                  <a:pt x="3563428" y="79945"/>
                  <a:pt x="3565112" y="77834"/>
                  <a:pt x="3566019" y="75313"/>
                </a:cubicBezTo>
                <a:cubicBezTo>
                  <a:pt x="3566926" y="72792"/>
                  <a:pt x="3567379" y="66621"/>
                  <a:pt x="3567379" y="56800"/>
                </a:cubicBezTo>
                <a:lnTo>
                  <a:pt x="3567379" y="27850"/>
                </a:lnTo>
                <a:lnTo>
                  <a:pt x="3585579" y="27850"/>
                </a:lnTo>
                <a:lnTo>
                  <a:pt x="3585579" y="96634"/>
                </a:lnTo>
                <a:lnTo>
                  <a:pt x="3568674" y="96634"/>
                </a:lnTo>
                <a:close/>
                <a:moveTo>
                  <a:pt x="3603087" y="27850"/>
                </a:moveTo>
                <a:lnTo>
                  <a:pt x="3619862" y="27850"/>
                </a:lnTo>
                <a:lnTo>
                  <a:pt x="3619862" y="37242"/>
                </a:lnTo>
                <a:cubicBezTo>
                  <a:pt x="3625864" y="29944"/>
                  <a:pt x="3633010" y="26296"/>
                  <a:pt x="3641300" y="26296"/>
                </a:cubicBezTo>
                <a:cubicBezTo>
                  <a:pt x="3645704" y="26296"/>
                  <a:pt x="3649526" y="27207"/>
                  <a:pt x="3652764" y="29028"/>
                </a:cubicBezTo>
                <a:cubicBezTo>
                  <a:pt x="3656003" y="30850"/>
                  <a:pt x="3658658" y="33604"/>
                  <a:pt x="3660731" y="37292"/>
                </a:cubicBezTo>
                <a:cubicBezTo>
                  <a:pt x="3663753" y="33604"/>
                  <a:pt x="3667013" y="30850"/>
                  <a:pt x="3670511" y="29028"/>
                </a:cubicBezTo>
                <a:cubicBezTo>
                  <a:pt x="3674008" y="27207"/>
                  <a:pt x="3677743" y="26296"/>
                  <a:pt x="3681715" y="26296"/>
                </a:cubicBezTo>
                <a:cubicBezTo>
                  <a:pt x="3686767" y="26296"/>
                  <a:pt x="3691042" y="27321"/>
                  <a:pt x="3694540" y="29372"/>
                </a:cubicBezTo>
                <a:cubicBezTo>
                  <a:pt x="3698037" y="31423"/>
                  <a:pt x="3700649" y="34435"/>
                  <a:pt x="3702376" y="38407"/>
                </a:cubicBezTo>
                <a:cubicBezTo>
                  <a:pt x="3703629" y="41344"/>
                  <a:pt x="3704255" y="46093"/>
                  <a:pt x="3704255" y="52656"/>
                </a:cubicBezTo>
                <a:lnTo>
                  <a:pt x="3704255" y="96634"/>
                </a:lnTo>
                <a:lnTo>
                  <a:pt x="3686055" y="96634"/>
                </a:lnTo>
                <a:lnTo>
                  <a:pt x="3686055" y="57364"/>
                </a:lnTo>
                <a:cubicBezTo>
                  <a:pt x="3686055" y="50550"/>
                  <a:pt x="3685429" y="46151"/>
                  <a:pt x="3684177" y="44168"/>
                </a:cubicBezTo>
                <a:cubicBezTo>
                  <a:pt x="3682493" y="41580"/>
                  <a:pt x="3679902" y="40286"/>
                  <a:pt x="3676404" y="40286"/>
                </a:cubicBezTo>
                <a:cubicBezTo>
                  <a:pt x="3673857" y="40286"/>
                  <a:pt x="3671461" y="41062"/>
                  <a:pt x="3669215" y="42615"/>
                </a:cubicBezTo>
                <a:cubicBezTo>
                  <a:pt x="3666970" y="44167"/>
                  <a:pt x="3665351" y="46442"/>
                  <a:pt x="3664358" y="49440"/>
                </a:cubicBezTo>
                <a:cubicBezTo>
                  <a:pt x="3663365" y="52437"/>
                  <a:pt x="3662868" y="57171"/>
                  <a:pt x="3662868" y="63641"/>
                </a:cubicBezTo>
                <a:lnTo>
                  <a:pt x="3662868" y="96634"/>
                </a:lnTo>
                <a:lnTo>
                  <a:pt x="3644668" y="96634"/>
                </a:lnTo>
                <a:lnTo>
                  <a:pt x="3644668" y="58981"/>
                </a:lnTo>
                <a:cubicBezTo>
                  <a:pt x="3644668" y="52297"/>
                  <a:pt x="3644344" y="47984"/>
                  <a:pt x="3643697" y="46044"/>
                </a:cubicBezTo>
                <a:cubicBezTo>
                  <a:pt x="3643049" y="44102"/>
                  <a:pt x="3642045" y="42657"/>
                  <a:pt x="3640685" y="41709"/>
                </a:cubicBezTo>
                <a:cubicBezTo>
                  <a:pt x="3639325" y="40760"/>
                  <a:pt x="3637479" y="40286"/>
                  <a:pt x="3635147" y="40286"/>
                </a:cubicBezTo>
                <a:cubicBezTo>
                  <a:pt x="3632341" y="40286"/>
                  <a:pt x="3629815" y="41041"/>
                  <a:pt x="3627569" y="42551"/>
                </a:cubicBezTo>
                <a:cubicBezTo>
                  <a:pt x="3625324" y="44059"/>
                  <a:pt x="3623716" y="46237"/>
                  <a:pt x="3622744" y="49084"/>
                </a:cubicBezTo>
                <a:cubicBezTo>
                  <a:pt x="3621773" y="51931"/>
                  <a:pt x="3621287" y="56654"/>
                  <a:pt x="3621287" y="63252"/>
                </a:cubicBezTo>
                <a:lnTo>
                  <a:pt x="3621287" y="96634"/>
                </a:lnTo>
                <a:lnTo>
                  <a:pt x="3603087" y="96634"/>
                </a:lnTo>
                <a:lnTo>
                  <a:pt x="3603087" y="27850"/>
                </a:lnTo>
                <a:close/>
                <a:moveTo>
                  <a:pt x="3755034" y="61271"/>
                </a:moveTo>
                <a:cubicBezTo>
                  <a:pt x="3755034" y="55226"/>
                  <a:pt x="3756524" y="49375"/>
                  <a:pt x="3759503" y="43718"/>
                </a:cubicBezTo>
                <a:cubicBezTo>
                  <a:pt x="3762482" y="38062"/>
                  <a:pt x="3766703" y="33744"/>
                  <a:pt x="3772165" y="30765"/>
                </a:cubicBezTo>
                <a:cubicBezTo>
                  <a:pt x="3777627" y="27785"/>
                  <a:pt x="3783726" y="26296"/>
                  <a:pt x="3790462" y="26296"/>
                </a:cubicBezTo>
                <a:cubicBezTo>
                  <a:pt x="3800868" y="26296"/>
                  <a:pt x="3809396" y="29675"/>
                  <a:pt x="3816046" y="36432"/>
                </a:cubicBezTo>
                <a:cubicBezTo>
                  <a:pt x="3822695" y="43189"/>
                  <a:pt x="3826020" y="51728"/>
                  <a:pt x="3826020" y="62048"/>
                </a:cubicBezTo>
                <a:cubicBezTo>
                  <a:pt x="3826020" y="72454"/>
                  <a:pt x="3822663" y="81079"/>
                  <a:pt x="3815948" y="87923"/>
                </a:cubicBezTo>
                <a:cubicBezTo>
                  <a:pt x="3809234" y="94766"/>
                  <a:pt x="3800782" y="98188"/>
                  <a:pt x="3790592" y="98188"/>
                </a:cubicBezTo>
                <a:cubicBezTo>
                  <a:pt x="3784288" y="98188"/>
                  <a:pt x="3778275" y="96763"/>
                  <a:pt x="3772554" y="93914"/>
                </a:cubicBezTo>
                <a:cubicBezTo>
                  <a:pt x="3766833" y="91064"/>
                  <a:pt x="3762482" y="86886"/>
                  <a:pt x="3759503" y="81381"/>
                </a:cubicBezTo>
                <a:cubicBezTo>
                  <a:pt x="3756524" y="75876"/>
                  <a:pt x="3755034" y="69172"/>
                  <a:pt x="3755034" y="61271"/>
                </a:cubicBezTo>
                <a:moveTo>
                  <a:pt x="3773687" y="62242"/>
                </a:moveTo>
                <a:cubicBezTo>
                  <a:pt x="3773687" y="69043"/>
                  <a:pt x="3775306" y="74251"/>
                  <a:pt x="3778545" y="77867"/>
                </a:cubicBezTo>
                <a:cubicBezTo>
                  <a:pt x="3781783" y="81484"/>
                  <a:pt x="3785777" y="83292"/>
                  <a:pt x="3790527" y="83292"/>
                </a:cubicBezTo>
                <a:cubicBezTo>
                  <a:pt x="3795277" y="83292"/>
                  <a:pt x="3799260" y="81484"/>
                  <a:pt x="3802477" y="77867"/>
                </a:cubicBezTo>
                <a:cubicBezTo>
                  <a:pt x="3805693" y="74251"/>
                  <a:pt x="3807302" y="69000"/>
                  <a:pt x="3807302" y="62113"/>
                </a:cubicBezTo>
                <a:cubicBezTo>
                  <a:pt x="3807302" y="55398"/>
                  <a:pt x="3805693" y="50233"/>
                  <a:pt x="3802477" y="46617"/>
                </a:cubicBezTo>
                <a:cubicBezTo>
                  <a:pt x="3799260" y="43001"/>
                  <a:pt x="3795277" y="41192"/>
                  <a:pt x="3790527" y="41192"/>
                </a:cubicBezTo>
                <a:cubicBezTo>
                  <a:pt x="3785777" y="41192"/>
                  <a:pt x="3781783" y="43001"/>
                  <a:pt x="3778545" y="46617"/>
                </a:cubicBezTo>
                <a:cubicBezTo>
                  <a:pt x="3775306" y="50233"/>
                  <a:pt x="3773687" y="55441"/>
                  <a:pt x="3773687" y="62242"/>
                </a:cubicBezTo>
                <a:close/>
                <a:moveTo>
                  <a:pt x="3832323" y="27850"/>
                </a:moveTo>
                <a:lnTo>
                  <a:pt x="3842427" y="27850"/>
                </a:lnTo>
                <a:lnTo>
                  <a:pt x="3842427" y="22657"/>
                </a:lnTo>
                <a:cubicBezTo>
                  <a:pt x="3842427" y="16857"/>
                  <a:pt x="3843042" y="12529"/>
                  <a:pt x="3844273" y="9673"/>
                </a:cubicBezTo>
                <a:cubicBezTo>
                  <a:pt x="3845503" y="6816"/>
                  <a:pt x="3847770" y="4490"/>
                  <a:pt x="3851073" y="2694"/>
                </a:cubicBezTo>
                <a:cubicBezTo>
                  <a:pt x="3854377" y="898"/>
                  <a:pt x="3858554" y="0"/>
                  <a:pt x="3863606" y="0"/>
                </a:cubicBezTo>
                <a:cubicBezTo>
                  <a:pt x="3868787" y="0"/>
                  <a:pt x="3873861" y="777"/>
                  <a:pt x="3878827" y="2332"/>
                </a:cubicBezTo>
                <a:lnTo>
                  <a:pt x="3876365" y="15026"/>
                </a:lnTo>
                <a:cubicBezTo>
                  <a:pt x="3873472" y="14335"/>
                  <a:pt x="3870687" y="13990"/>
                  <a:pt x="3868010" y="13990"/>
                </a:cubicBezTo>
                <a:cubicBezTo>
                  <a:pt x="3865376" y="13990"/>
                  <a:pt x="3863487" y="14609"/>
                  <a:pt x="3862343" y="15846"/>
                </a:cubicBezTo>
                <a:cubicBezTo>
                  <a:pt x="3861199" y="17082"/>
                  <a:pt x="3860627" y="19457"/>
                  <a:pt x="3860627" y="22970"/>
                </a:cubicBezTo>
                <a:lnTo>
                  <a:pt x="3860627" y="27850"/>
                </a:lnTo>
                <a:lnTo>
                  <a:pt x="3874228" y="27850"/>
                </a:lnTo>
                <a:lnTo>
                  <a:pt x="3874228" y="42229"/>
                </a:lnTo>
                <a:lnTo>
                  <a:pt x="3860627" y="42229"/>
                </a:lnTo>
                <a:lnTo>
                  <a:pt x="3860627" y="96634"/>
                </a:lnTo>
                <a:lnTo>
                  <a:pt x="3842427" y="96634"/>
                </a:lnTo>
                <a:lnTo>
                  <a:pt x="3842427" y="42229"/>
                </a:lnTo>
                <a:lnTo>
                  <a:pt x="3832323" y="42229"/>
                </a:lnTo>
                <a:lnTo>
                  <a:pt x="3832323" y="27850"/>
                </a:lnTo>
                <a:close/>
                <a:moveTo>
                  <a:pt x="3952877" y="27850"/>
                </a:moveTo>
                <a:lnTo>
                  <a:pt x="3952877" y="42358"/>
                </a:lnTo>
                <a:lnTo>
                  <a:pt x="3940442" y="42358"/>
                </a:lnTo>
                <a:lnTo>
                  <a:pt x="3940442" y="70034"/>
                </a:lnTo>
                <a:cubicBezTo>
                  <a:pt x="3940442" y="75640"/>
                  <a:pt x="3940560" y="78906"/>
                  <a:pt x="3940798" y="79833"/>
                </a:cubicBezTo>
                <a:cubicBezTo>
                  <a:pt x="3941035" y="80758"/>
                  <a:pt x="3941575" y="81523"/>
                  <a:pt x="3942417" y="82128"/>
                </a:cubicBezTo>
                <a:cubicBezTo>
                  <a:pt x="3943259" y="82731"/>
                  <a:pt x="3944285" y="83033"/>
                  <a:pt x="3945494" y="83033"/>
                </a:cubicBezTo>
                <a:cubicBezTo>
                  <a:pt x="3947178" y="83033"/>
                  <a:pt x="3949617" y="82450"/>
                  <a:pt x="3952812" y="81284"/>
                </a:cubicBezTo>
                <a:lnTo>
                  <a:pt x="3954367" y="95456"/>
                </a:lnTo>
                <a:cubicBezTo>
                  <a:pt x="3950135" y="97277"/>
                  <a:pt x="3945342" y="98188"/>
                  <a:pt x="3939988" y="98188"/>
                </a:cubicBezTo>
                <a:cubicBezTo>
                  <a:pt x="3936707" y="98188"/>
                  <a:pt x="3933749" y="97638"/>
                  <a:pt x="3931115" y="96537"/>
                </a:cubicBezTo>
                <a:cubicBezTo>
                  <a:pt x="3928481" y="95436"/>
                  <a:pt x="3926549" y="94011"/>
                  <a:pt x="3925318" y="92262"/>
                </a:cubicBezTo>
                <a:cubicBezTo>
                  <a:pt x="3924088" y="90513"/>
                  <a:pt x="3923235" y="88149"/>
                  <a:pt x="3922760" y="85170"/>
                </a:cubicBezTo>
                <a:cubicBezTo>
                  <a:pt x="3922371" y="83054"/>
                  <a:pt x="3922177" y="78779"/>
                  <a:pt x="3922177" y="72346"/>
                </a:cubicBezTo>
                <a:lnTo>
                  <a:pt x="3922177" y="42358"/>
                </a:lnTo>
                <a:lnTo>
                  <a:pt x="3913822" y="42358"/>
                </a:lnTo>
                <a:lnTo>
                  <a:pt x="3913822" y="27850"/>
                </a:lnTo>
                <a:lnTo>
                  <a:pt x="3922177" y="27850"/>
                </a:lnTo>
                <a:lnTo>
                  <a:pt x="3922177" y="14119"/>
                </a:lnTo>
                <a:lnTo>
                  <a:pt x="3940442" y="3368"/>
                </a:lnTo>
                <a:lnTo>
                  <a:pt x="3940442" y="27850"/>
                </a:lnTo>
                <a:lnTo>
                  <a:pt x="3952877" y="27850"/>
                </a:lnTo>
                <a:close/>
                <a:moveTo>
                  <a:pt x="3983641" y="1684"/>
                </a:moveTo>
                <a:lnTo>
                  <a:pt x="3983641" y="36642"/>
                </a:lnTo>
                <a:cubicBezTo>
                  <a:pt x="3989513" y="29745"/>
                  <a:pt x="3996530" y="26296"/>
                  <a:pt x="4004690" y="26296"/>
                </a:cubicBezTo>
                <a:cubicBezTo>
                  <a:pt x="4008879" y="26296"/>
                  <a:pt x="4012657" y="27073"/>
                  <a:pt x="4016025" y="28627"/>
                </a:cubicBezTo>
                <a:cubicBezTo>
                  <a:pt x="4019393" y="30182"/>
                  <a:pt x="4021929" y="32168"/>
                  <a:pt x="4023635" y="34586"/>
                </a:cubicBezTo>
                <a:cubicBezTo>
                  <a:pt x="4025341" y="37004"/>
                  <a:pt x="4026506" y="39681"/>
                  <a:pt x="4027133" y="42617"/>
                </a:cubicBezTo>
                <a:cubicBezTo>
                  <a:pt x="4027759" y="45553"/>
                  <a:pt x="4028072" y="50109"/>
                  <a:pt x="4028072" y="56283"/>
                </a:cubicBezTo>
                <a:lnTo>
                  <a:pt x="4028072" y="96634"/>
                </a:lnTo>
                <a:lnTo>
                  <a:pt x="4009872" y="96634"/>
                </a:lnTo>
                <a:lnTo>
                  <a:pt x="4009872" y="60342"/>
                </a:lnTo>
                <a:cubicBezTo>
                  <a:pt x="4009872" y="53139"/>
                  <a:pt x="4009526" y="48567"/>
                  <a:pt x="4008836" y="46627"/>
                </a:cubicBezTo>
                <a:cubicBezTo>
                  <a:pt x="4008145" y="44685"/>
                  <a:pt x="4006925" y="43143"/>
                  <a:pt x="4005176" y="42000"/>
                </a:cubicBezTo>
                <a:cubicBezTo>
                  <a:pt x="4003427" y="40857"/>
                  <a:pt x="4001236" y="40286"/>
                  <a:pt x="3998602" y="40286"/>
                </a:cubicBezTo>
                <a:cubicBezTo>
                  <a:pt x="3995580" y="40286"/>
                  <a:pt x="3992881" y="41019"/>
                  <a:pt x="3990506" y="42486"/>
                </a:cubicBezTo>
                <a:cubicBezTo>
                  <a:pt x="3988131" y="43953"/>
                  <a:pt x="3986393" y="46163"/>
                  <a:pt x="3985292" y="49116"/>
                </a:cubicBezTo>
                <a:cubicBezTo>
                  <a:pt x="3984191" y="52070"/>
                  <a:pt x="3983641" y="56437"/>
                  <a:pt x="3983641" y="62218"/>
                </a:cubicBezTo>
                <a:lnTo>
                  <a:pt x="3983641" y="96634"/>
                </a:lnTo>
                <a:lnTo>
                  <a:pt x="3965441" y="96634"/>
                </a:lnTo>
                <a:lnTo>
                  <a:pt x="3965441" y="1684"/>
                </a:lnTo>
                <a:lnTo>
                  <a:pt x="3983641" y="1684"/>
                </a:lnTo>
                <a:close/>
                <a:moveTo>
                  <a:pt x="4086384" y="74742"/>
                </a:moveTo>
                <a:lnTo>
                  <a:pt x="4104519" y="77851"/>
                </a:lnTo>
                <a:cubicBezTo>
                  <a:pt x="4102187" y="84479"/>
                  <a:pt x="4098506" y="89526"/>
                  <a:pt x="4093476" y="92991"/>
                </a:cubicBezTo>
                <a:cubicBezTo>
                  <a:pt x="4088445" y="96456"/>
                  <a:pt x="4082152" y="98188"/>
                  <a:pt x="4074596" y="98188"/>
                </a:cubicBezTo>
                <a:cubicBezTo>
                  <a:pt x="4062635" y="98188"/>
                  <a:pt x="4053784" y="94281"/>
                  <a:pt x="4048041" y="86465"/>
                </a:cubicBezTo>
                <a:cubicBezTo>
                  <a:pt x="4043507" y="80204"/>
                  <a:pt x="4041240" y="72303"/>
                  <a:pt x="4041240" y="62760"/>
                </a:cubicBezTo>
                <a:cubicBezTo>
                  <a:pt x="4041240" y="51361"/>
                  <a:pt x="4044220" y="42434"/>
                  <a:pt x="4050178" y="35979"/>
                </a:cubicBezTo>
                <a:cubicBezTo>
                  <a:pt x="4056137" y="29523"/>
                  <a:pt x="4063672" y="26296"/>
                  <a:pt x="4072782" y="26296"/>
                </a:cubicBezTo>
                <a:cubicBezTo>
                  <a:pt x="4083016" y="26296"/>
                  <a:pt x="4091090" y="29675"/>
                  <a:pt x="4097006" y="36432"/>
                </a:cubicBezTo>
                <a:cubicBezTo>
                  <a:pt x="4102921" y="43189"/>
                  <a:pt x="4105749" y="53542"/>
                  <a:pt x="4105490" y="67488"/>
                </a:cubicBezTo>
                <a:lnTo>
                  <a:pt x="4059894" y="67488"/>
                </a:lnTo>
                <a:cubicBezTo>
                  <a:pt x="4060023" y="72886"/>
                  <a:pt x="4061491" y="77085"/>
                  <a:pt x="4064298" y="80086"/>
                </a:cubicBezTo>
                <a:cubicBezTo>
                  <a:pt x="4067104" y="83087"/>
                  <a:pt x="4070602" y="84587"/>
                  <a:pt x="4074790" y="84587"/>
                </a:cubicBezTo>
                <a:cubicBezTo>
                  <a:pt x="4077640" y="84587"/>
                  <a:pt x="4080036" y="83810"/>
                  <a:pt x="4081979" y="82255"/>
                </a:cubicBezTo>
                <a:cubicBezTo>
                  <a:pt x="4083922" y="80701"/>
                  <a:pt x="4085391" y="78197"/>
                  <a:pt x="4086384" y="74742"/>
                </a:cubicBezTo>
                <a:moveTo>
                  <a:pt x="4087420" y="56348"/>
                </a:moveTo>
                <a:cubicBezTo>
                  <a:pt x="4087290" y="51102"/>
                  <a:pt x="4085930" y="47113"/>
                  <a:pt x="4083340" y="44382"/>
                </a:cubicBezTo>
                <a:cubicBezTo>
                  <a:pt x="4080749" y="41651"/>
                  <a:pt x="4077597" y="40286"/>
                  <a:pt x="4073883" y="40286"/>
                </a:cubicBezTo>
                <a:cubicBezTo>
                  <a:pt x="4069911" y="40286"/>
                  <a:pt x="4066629" y="41726"/>
                  <a:pt x="4064039" y="44607"/>
                </a:cubicBezTo>
                <a:cubicBezTo>
                  <a:pt x="4061448" y="47489"/>
                  <a:pt x="4060174" y="51403"/>
                  <a:pt x="4060217" y="56348"/>
                </a:cubicBezTo>
                <a:lnTo>
                  <a:pt x="4087420" y="563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133FE-0423-4199-950A-EFD3BE4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485" y="2242179"/>
            <a:ext cx="4434128" cy="151594"/>
          </a:xfrm>
          <a:custGeom xmlns:a="http://schemas.openxmlformats.org/drawingml/2006/main">
            <a:pathLst>
              <a:path w="4434128" h="151594">
                <a:moveTo>
                  <a:pt x="0" y="0"/>
                </a:moveTo>
                <a:lnTo>
                  <a:pt x="4434128" y="0"/>
                </a:lnTo>
                <a:lnTo>
                  <a:pt x="4434128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anglesininertialnavigationmodule1andinertialnavigationmodule2">
            <a:extLst xmlns:a="http://schemas.openxmlformats.org/drawingml/2006/main">
              <a:ext uri="{FF2B5EF4-FFF2-40B4-BE49-F238E27FC236}">
                <a16:creationId xmlns:a16="http://schemas.microsoft.com/office/drawing/2014/main" id="{4579B092-C868-4303-9061-39282E2F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213" y="2270011"/>
            <a:ext cx="4418830" cy="123318"/>
          </a:xfrm>
          <a:custGeom xmlns:a="http://schemas.openxmlformats.org/drawingml/2006/main">
            <a:pathLst>
              <a:path w="4418830" h="123318">
                <a:moveTo>
                  <a:pt x="18394" y="47799"/>
                </a:moveTo>
                <a:lnTo>
                  <a:pt x="1878" y="44819"/>
                </a:lnTo>
                <a:cubicBezTo>
                  <a:pt x="3735" y="38082"/>
                  <a:pt x="6930" y="33095"/>
                  <a:pt x="11464" y="29858"/>
                </a:cubicBezTo>
                <a:cubicBezTo>
                  <a:pt x="15998" y="26620"/>
                  <a:pt x="22734" y="25000"/>
                  <a:pt x="31672" y="25000"/>
                </a:cubicBezTo>
                <a:cubicBezTo>
                  <a:pt x="39789" y="25000"/>
                  <a:pt x="45834" y="25961"/>
                  <a:pt x="49807" y="27883"/>
                </a:cubicBezTo>
                <a:cubicBezTo>
                  <a:pt x="53779" y="29804"/>
                  <a:pt x="56575" y="32244"/>
                  <a:pt x="58194" y="35201"/>
                </a:cubicBezTo>
                <a:cubicBezTo>
                  <a:pt x="59813" y="38159"/>
                  <a:pt x="60623" y="43589"/>
                  <a:pt x="60623" y="51491"/>
                </a:cubicBezTo>
                <a:lnTo>
                  <a:pt x="60429" y="72734"/>
                </a:lnTo>
                <a:cubicBezTo>
                  <a:pt x="60429" y="78779"/>
                  <a:pt x="60720" y="83238"/>
                  <a:pt x="61303" y="86109"/>
                </a:cubicBezTo>
                <a:cubicBezTo>
                  <a:pt x="61886" y="88980"/>
                  <a:pt x="62976" y="92057"/>
                  <a:pt x="64574" y="95338"/>
                </a:cubicBezTo>
                <a:lnTo>
                  <a:pt x="46568" y="95338"/>
                </a:lnTo>
                <a:cubicBezTo>
                  <a:pt x="46093" y="94129"/>
                  <a:pt x="45510" y="92338"/>
                  <a:pt x="44819" y="89963"/>
                </a:cubicBezTo>
                <a:cubicBezTo>
                  <a:pt x="44517" y="88883"/>
                  <a:pt x="44301" y="88171"/>
                  <a:pt x="44172" y="87825"/>
                </a:cubicBezTo>
                <a:cubicBezTo>
                  <a:pt x="41063" y="90848"/>
                  <a:pt x="37738" y="93115"/>
                  <a:pt x="34198" y="94626"/>
                </a:cubicBezTo>
                <a:cubicBezTo>
                  <a:pt x="30657" y="96137"/>
                  <a:pt x="26879" y="96893"/>
                  <a:pt x="22863" y="96893"/>
                </a:cubicBezTo>
                <a:cubicBezTo>
                  <a:pt x="15782" y="96893"/>
                  <a:pt x="10201" y="94980"/>
                  <a:pt x="6121" y="91153"/>
                </a:cubicBezTo>
                <a:cubicBezTo>
                  <a:pt x="2040" y="87326"/>
                  <a:pt x="0" y="82489"/>
                  <a:pt x="0" y="76641"/>
                </a:cubicBezTo>
                <a:cubicBezTo>
                  <a:pt x="0" y="72771"/>
                  <a:pt x="928" y="69321"/>
                  <a:pt x="2785" y="66290"/>
                </a:cubicBezTo>
                <a:cubicBezTo>
                  <a:pt x="4642" y="63258"/>
                  <a:pt x="7243" y="60936"/>
                  <a:pt x="10590" y="59323"/>
                </a:cubicBezTo>
                <a:cubicBezTo>
                  <a:pt x="13936" y="57711"/>
                  <a:pt x="18761" y="56303"/>
                  <a:pt x="25065" y="55099"/>
                </a:cubicBezTo>
                <a:cubicBezTo>
                  <a:pt x="33571" y="53508"/>
                  <a:pt x="39465" y="52025"/>
                  <a:pt x="42747" y="50649"/>
                </a:cubicBezTo>
                <a:lnTo>
                  <a:pt x="42747" y="48815"/>
                </a:lnTo>
                <a:cubicBezTo>
                  <a:pt x="42747" y="45278"/>
                  <a:pt x="41883" y="42757"/>
                  <a:pt x="40156" y="41251"/>
                </a:cubicBezTo>
                <a:cubicBezTo>
                  <a:pt x="38429" y="39744"/>
                  <a:pt x="35169" y="38990"/>
                  <a:pt x="30376" y="38990"/>
                </a:cubicBezTo>
                <a:cubicBezTo>
                  <a:pt x="27138" y="38990"/>
                  <a:pt x="24612" y="39642"/>
                  <a:pt x="22798" y="40946"/>
                </a:cubicBezTo>
                <a:cubicBezTo>
                  <a:pt x="20985" y="42248"/>
                  <a:pt x="19517" y="44532"/>
                  <a:pt x="18394" y="47799"/>
                </a:cubicBezTo>
                <a:moveTo>
                  <a:pt x="42747" y="62566"/>
                </a:moveTo>
                <a:cubicBezTo>
                  <a:pt x="40415" y="63334"/>
                  <a:pt x="36723" y="64251"/>
                  <a:pt x="31672" y="65319"/>
                </a:cubicBezTo>
                <a:cubicBezTo>
                  <a:pt x="26620" y="66385"/>
                  <a:pt x="23316" y="67430"/>
                  <a:pt x="21762" y="68454"/>
                </a:cubicBezTo>
                <a:cubicBezTo>
                  <a:pt x="19387" y="70117"/>
                  <a:pt x="18200" y="72229"/>
                  <a:pt x="18200" y="74789"/>
                </a:cubicBezTo>
                <a:cubicBezTo>
                  <a:pt x="18200" y="77307"/>
                  <a:pt x="19150" y="79483"/>
                  <a:pt x="21050" y="81318"/>
                </a:cubicBezTo>
                <a:cubicBezTo>
                  <a:pt x="22949" y="83152"/>
                  <a:pt x="25367" y="84069"/>
                  <a:pt x="28304" y="84069"/>
                </a:cubicBezTo>
                <a:cubicBezTo>
                  <a:pt x="31585" y="84069"/>
                  <a:pt x="34716" y="83002"/>
                  <a:pt x="37695" y="80869"/>
                </a:cubicBezTo>
                <a:cubicBezTo>
                  <a:pt x="39897" y="79248"/>
                  <a:pt x="41344" y="77264"/>
                  <a:pt x="42034" y="74916"/>
                </a:cubicBezTo>
                <a:cubicBezTo>
                  <a:pt x="42509" y="73381"/>
                  <a:pt x="42747" y="70459"/>
                  <a:pt x="42747" y="66150"/>
                </a:cubicBezTo>
                <a:lnTo>
                  <a:pt x="42747" y="62566"/>
                </a:lnTo>
                <a:close/>
                <a:moveTo>
                  <a:pt x="141109" y="95338"/>
                </a:moveTo>
                <a:lnTo>
                  <a:pt x="122910" y="95338"/>
                </a:lnTo>
                <a:lnTo>
                  <a:pt x="122910" y="60275"/>
                </a:lnTo>
                <a:cubicBezTo>
                  <a:pt x="122910" y="52856"/>
                  <a:pt x="122521" y="48058"/>
                  <a:pt x="121744" y="45880"/>
                </a:cubicBezTo>
                <a:cubicBezTo>
                  <a:pt x="120967" y="43702"/>
                  <a:pt x="119704" y="42009"/>
                  <a:pt x="117955" y="40802"/>
                </a:cubicBezTo>
                <a:cubicBezTo>
                  <a:pt x="116206" y="39594"/>
                  <a:pt x="114101" y="38990"/>
                  <a:pt x="111640" y="38990"/>
                </a:cubicBezTo>
                <a:cubicBezTo>
                  <a:pt x="108488" y="38990"/>
                  <a:pt x="105660" y="39853"/>
                  <a:pt x="103155" y="41579"/>
                </a:cubicBezTo>
                <a:cubicBezTo>
                  <a:pt x="100651" y="43303"/>
                  <a:pt x="98935" y="45589"/>
                  <a:pt x="98006" y="48436"/>
                </a:cubicBezTo>
                <a:cubicBezTo>
                  <a:pt x="97078" y="51282"/>
                  <a:pt x="96614" y="56544"/>
                  <a:pt x="96614" y="64222"/>
                </a:cubicBezTo>
                <a:lnTo>
                  <a:pt x="96614" y="95338"/>
                </a:lnTo>
                <a:lnTo>
                  <a:pt x="78414" y="95338"/>
                </a:lnTo>
                <a:lnTo>
                  <a:pt x="78414" y="26555"/>
                </a:lnTo>
                <a:lnTo>
                  <a:pt x="95318" y="26555"/>
                </a:lnTo>
                <a:lnTo>
                  <a:pt x="95318" y="36659"/>
                </a:lnTo>
                <a:cubicBezTo>
                  <a:pt x="101320" y="28887"/>
                  <a:pt x="108876" y="25000"/>
                  <a:pt x="117987" y="25000"/>
                </a:cubicBezTo>
                <a:cubicBezTo>
                  <a:pt x="122003" y="25000"/>
                  <a:pt x="125673" y="25724"/>
                  <a:pt x="128998" y="27170"/>
                </a:cubicBezTo>
                <a:cubicBezTo>
                  <a:pt x="132323" y="28617"/>
                  <a:pt x="134838" y="30463"/>
                  <a:pt x="136543" y="32708"/>
                </a:cubicBezTo>
                <a:cubicBezTo>
                  <a:pt x="138249" y="34953"/>
                  <a:pt x="139436" y="37501"/>
                  <a:pt x="140105" y="40350"/>
                </a:cubicBezTo>
                <a:cubicBezTo>
                  <a:pt x="140775" y="43200"/>
                  <a:pt x="141109" y="47281"/>
                  <a:pt x="141109" y="52592"/>
                </a:cubicBezTo>
                <a:lnTo>
                  <a:pt x="141109" y="95338"/>
                </a:lnTo>
                <a:close/>
                <a:moveTo>
                  <a:pt x="157906" y="99743"/>
                </a:moveTo>
                <a:lnTo>
                  <a:pt x="178696" y="102333"/>
                </a:lnTo>
                <a:cubicBezTo>
                  <a:pt x="179042" y="104774"/>
                  <a:pt x="179840" y="106452"/>
                  <a:pt x="181093" y="107367"/>
                </a:cubicBezTo>
                <a:cubicBezTo>
                  <a:pt x="182820" y="108675"/>
                  <a:pt x="185540" y="109328"/>
                  <a:pt x="189253" y="109328"/>
                </a:cubicBezTo>
                <a:cubicBezTo>
                  <a:pt x="194003" y="109328"/>
                  <a:pt x="197565" y="108611"/>
                  <a:pt x="199940" y="107175"/>
                </a:cubicBezTo>
                <a:cubicBezTo>
                  <a:pt x="201538" y="106218"/>
                  <a:pt x="202747" y="104675"/>
                  <a:pt x="203567" y="102544"/>
                </a:cubicBezTo>
                <a:cubicBezTo>
                  <a:pt x="204128" y="101022"/>
                  <a:pt x="204409" y="98217"/>
                  <a:pt x="204409" y="94130"/>
                </a:cubicBezTo>
                <a:lnTo>
                  <a:pt x="204409" y="84018"/>
                </a:lnTo>
                <a:cubicBezTo>
                  <a:pt x="198969" y="91565"/>
                  <a:pt x="192103" y="95338"/>
                  <a:pt x="183813" y="95338"/>
                </a:cubicBezTo>
                <a:cubicBezTo>
                  <a:pt x="174573" y="95338"/>
                  <a:pt x="167254" y="91431"/>
                  <a:pt x="161856" y="83615"/>
                </a:cubicBezTo>
                <a:cubicBezTo>
                  <a:pt x="157625" y="77441"/>
                  <a:pt x="155509" y="69755"/>
                  <a:pt x="155509" y="60558"/>
                </a:cubicBezTo>
                <a:cubicBezTo>
                  <a:pt x="155509" y="49029"/>
                  <a:pt x="158283" y="40221"/>
                  <a:pt x="163832" y="34133"/>
                </a:cubicBezTo>
                <a:cubicBezTo>
                  <a:pt x="169380" y="28045"/>
                  <a:pt x="176278" y="25000"/>
                  <a:pt x="184525" y="25000"/>
                </a:cubicBezTo>
                <a:cubicBezTo>
                  <a:pt x="193031" y="25000"/>
                  <a:pt x="200048" y="28753"/>
                  <a:pt x="205575" y="36258"/>
                </a:cubicBezTo>
                <a:lnTo>
                  <a:pt x="205575" y="26555"/>
                </a:lnTo>
                <a:lnTo>
                  <a:pt x="222609" y="26555"/>
                </a:lnTo>
                <a:lnTo>
                  <a:pt x="222609" y="88319"/>
                </a:lnTo>
                <a:cubicBezTo>
                  <a:pt x="222609" y="96442"/>
                  <a:pt x="221940" y="102513"/>
                  <a:pt x="220601" y="106531"/>
                </a:cubicBezTo>
                <a:cubicBezTo>
                  <a:pt x="219263" y="110550"/>
                  <a:pt x="217384" y="113704"/>
                  <a:pt x="214966" y="115993"/>
                </a:cubicBezTo>
                <a:cubicBezTo>
                  <a:pt x="212548" y="118285"/>
                  <a:pt x="209321" y="120078"/>
                  <a:pt x="205283" y="121373"/>
                </a:cubicBezTo>
                <a:cubicBezTo>
                  <a:pt x="201246" y="122670"/>
                  <a:pt x="196140" y="123318"/>
                  <a:pt x="189966" y="123318"/>
                </a:cubicBezTo>
                <a:cubicBezTo>
                  <a:pt x="178308" y="123318"/>
                  <a:pt x="170039" y="121304"/>
                  <a:pt x="165160" y="117277"/>
                </a:cubicBezTo>
                <a:cubicBezTo>
                  <a:pt x="160280" y="113250"/>
                  <a:pt x="157841" y="108146"/>
                  <a:pt x="157841" y="101963"/>
                </a:cubicBezTo>
                <a:cubicBezTo>
                  <a:pt x="157841" y="101353"/>
                  <a:pt x="157862" y="100613"/>
                  <a:pt x="157906" y="99743"/>
                </a:cubicBezTo>
                <a:moveTo>
                  <a:pt x="174162" y="59522"/>
                </a:moveTo>
                <a:cubicBezTo>
                  <a:pt x="174162" y="66797"/>
                  <a:pt x="175577" y="72125"/>
                  <a:pt x="178405" y="75503"/>
                </a:cubicBezTo>
                <a:cubicBezTo>
                  <a:pt x="181233" y="78882"/>
                  <a:pt x="184720" y="80571"/>
                  <a:pt x="188865" y="80571"/>
                </a:cubicBezTo>
                <a:cubicBezTo>
                  <a:pt x="193312" y="80571"/>
                  <a:pt x="197069" y="78839"/>
                  <a:pt x="200134" y="75374"/>
                </a:cubicBezTo>
                <a:cubicBezTo>
                  <a:pt x="203200" y="71909"/>
                  <a:pt x="204733" y="66776"/>
                  <a:pt x="204733" y="59975"/>
                </a:cubicBezTo>
                <a:cubicBezTo>
                  <a:pt x="204733" y="52872"/>
                  <a:pt x="203265" y="47599"/>
                  <a:pt x="200329" y="44156"/>
                </a:cubicBezTo>
                <a:cubicBezTo>
                  <a:pt x="197393" y="40712"/>
                  <a:pt x="193679" y="38990"/>
                  <a:pt x="189189" y="38990"/>
                </a:cubicBezTo>
                <a:cubicBezTo>
                  <a:pt x="184828" y="38990"/>
                  <a:pt x="181233" y="40680"/>
                  <a:pt x="178405" y="44058"/>
                </a:cubicBezTo>
                <a:cubicBezTo>
                  <a:pt x="175577" y="47437"/>
                  <a:pt x="174162" y="52592"/>
                  <a:pt x="174162" y="59522"/>
                </a:cubicBezTo>
                <a:close/>
                <a:moveTo>
                  <a:pt x="240635" y="95338"/>
                </a:moveTo>
                <a:lnTo>
                  <a:pt x="240635" y="389"/>
                </a:lnTo>
                <a:lnTo>
                  <a:pt x="258835" y="389"/>
                </a:lnTo>
                <a:lnTo>
                  <a:pt x="258835" y="95338"/>
                </a:lnTo>
                <a:lnTo>
                  <a:pt x="240635" y="95338"/>
                </a:lnTo>
                <a:close/>
                <a:moveTo>
                  <a:pt x="317344" y="73447"/>
                </a:moveTo>
                <a:lnTo>
                  <a:pt x="335479" y="76556"/>
                </a:lnTo>
                <a:cubicBezTo>
                  <a:pt x="333147" y="83184"/>
                  <a:pt x="329466" y="88230"/>
                  <a:pt x="324436" y="91695"/>
                </a:cubicBezTo>
                <a:cubicBezTo>
                  <a:pt x="319406" y="95160"/>
                  <a:pt x="313112" y="96893"/>
                  <a:pt x="305556" y="96893"/>
                </a:cubicBezTo>
                <a:cubicBezTo>
                  <a:pt x="293596" y="96893"/>
                  <a:pt x="284744" y="92985"/>
                  <a:pt x="279001" y="85170"/>
                </a:cubicBezTo>
                <a:cubicBezTo>
                  <a:pt x="274467" y="78909"/>
                  <a:pt x="272201" y="71007"/>
                  <a:pt x="272201" y="61465"/>
                </a:cubicBezTo>
                <a:cubicBezTo>
                  <a:pt x="272201" y="50066"/>
                  <a:pt x="275180" y="41138"/>
                  <a:pt x="281138" y="34683"/>
                </a:cubicBezTo>
                <a:cubicBezTo>
                  <a:pt x="287097" y="28228"/>
                  <a:pt x="294632" y="25000"/>
                  <a:pt x="303743" y="25000"/>
                </a:cubicBezTo>
                <a:cubicBezTo>
                  <a:pt x="313976" y="25000"/>
                  <a:pt x="322050" y="28379"/>
                  <a:pt x="327966" y="35137"/>
                </a:cubicBezTo>
                <a:cubicBezTo>
                  <a:pt x="333881" y="41894"/>
                  <a:pt x="336709" y="52246"/>
                  <a:pt x="336450" y="66193"/>
                </a:cubicBezTo>
                <a:lnTo>
                  <a:pt x="290854" y="66193"/>
                </a:lnTo>
                <a:cubicBezTo>
                  <a:pt x="290983" y="71590"/>
                  <a:pt x="292451" y="75789"/>
                  <a:pt x="295258" y="78790"/>
                </a:cubicBezTo>
                <a:cubicBezTo>
                  <a:pt x="298065" y="81791"/>
                  <a:pt x="301562" y="83292"/>
                  <a:pt x="305750" y="83292"/>
                </a:cubicBezTo>
                <a:cubicBezTo>
                  <a:pt x="308600" y="83292"/>
                  <a:pt x="310997" y="82514"/>
                  <a:pt x="312940" y="80960"/>
                </a:cubicBezTo>
                <a:cubicBezTo>
                  <a:pt x="314883" y="79406"/>
                  <a:pt x="316351" y="76901"/>
                  <a:pt x="317344" y="73447"/>
                </a:cubicBezTo>
                <a:moveTo>
                  <a:pt x="318380" y="55053"/>
                </a:moveTo>
                <a:cubicBezTo>
                  <a:pt x="318251" y="49807"/>
                  <a:pt x="316890" y="45818"/>
                  <a:pt x="314300" y="43087"/>
                </a:cubicBezTo>
                <a:cubicBezTo>
                  <a:pt x="311709" y="40356"/>
                  <a:pt x="308557" y="38990"/>
                  <a:pt x="304844" y="38990"/>
                </a:cubicBezTo>
                <a:cubicBezTo>
                  <a:pt x="300871" y="38990"/>
                  <a:pt x="297590" y="40431"/>
                  <a:pt x="294999" y="43312"/>
                </a:cubicBezTo>
                <a:cubicBezTo>
                  <a:pt x="292408" y="46194"/>
                  <a:pt x="291134" y="50107"/>
                  <a:pt x="291178" y="55053"/>
                </a:cubicBezTo>
                <a:lnTo>
                  <a:pt x="318380" y="55053"/>
                </a:lnTo>
                <a:close/>
                <a:moveTo>
                  <a:pt x="344850" y="75779"/>
                </a:moveTo>
                <a:lnTo>
                  <a:pt x="363114" y="72929"/>
                </a:lnTo>
                <a:cubicBezTo>
                  <a:pt x="363891" y="76448"/>
                  <a:pt x="365467" y="79120"/>
                  <a:pt x="367842" y="80944"/>
                </a:cubicBezTo>
                <a:cubicBezTo>
                  <a:pt x="370217" y="82768"/>
                  <a:pt x="373542" y="83680"/>
                  <a:pt x="377816" y="83680"/>
                </a:cubicBezTo>
                <a:cubicBezTo>
                  <a:pt x="382523" y="83680"/>
                  <a:pt x="386064" y="82818"/>
                  <a:pt x="388438" y="81094"/>
                </a:cubicBezTo>
                <a:cubicBezTo>
                  <a:pt x="390036" y="79886"/>
                  <a:pt x="390835" y="78269"/>
                  <a:pt x="390835" y="76242"/>
                </a:cubicBezTo>
                <a:cubicBezTo>
                  <a:pt x="390835" y="74862"/>
                  <a:pt x="390403" y="73719"/>
                  <a:pt x="389539" y="72813"/>
                </a:cubicBezTo>
                <a:cubicBezTo>
                  <a:pt x="388633" y="71951"/>
                  <a:pt x="386603" y="71154"/>
                  <a:pt x="383451" y="70421"/>
                </a:cubicBezTo>
                <a:cubicBezTo>
                  <a:pt x="368771" y="67188"/>
                  <a:pt x="359466" y="64234"/>
                  <a:pt x="355536" y="61560"/>
                </a:cubicBezTo>
                <a:cubicBezTo>
                  <a:pt x="350096" y="57849"/>
                  <a:pt x="347375" y="52694"/>
                  <a:pt x="347375" y="46095"/>
                </a:cubicBezTo>
                <a:cubicBezTo>
                  <a:pt x="347375" y="40141"/>
                  <a:pt x="349729" y="35137"/>
                  <a:pt x="354435" y="31083"/>
                </a:cubicBezTo>
                <a:cubicBezTo>
                  <a:pt x="359142" y="27028"/>
                  <a:pt x="366439" y="25000"/>
                  <a:pt x="376327" y="25000"/>
                </a:cubicBezTo>
                <a:cubicBezTo>
                  <a:pt x="385740" y="25000"/>
                  <a:pt x="392735" y="26528"/>
                  <a:pt x="397312" y="29583"/>
                </a:cubicBezTo>
                <a:cubicBezTo>
                  <a:pt x="401889" y="32638"/>
                  <a:pt x="405041" y="37155"/>
                  <a:pt x="406768" y="43135"/>
                </a:cubicBezTo>
                <a:lnTo>
                  <a:pt x="389604" y="46374"/>
                </a:lnTo>
                <a:cubicBezTo>
                  <a:pt x="388870" y="43697"/>
                  <a:pt x="387478" y="41646"/>
                  <a:pt x="385427" y="40221"/>
                </a:cubicBezTo>
                <a:cubicBezTo>
                  <a:pt x="383376" y="38796"/>
                  <a:pt x="380450" y="38084"/>
                  <a:pt x="376651" y="38084"/>
                </a:cubicBezTo>
                <a:cubicBezTo>
                  <a:pt x="371858" y="38084"/>
                  <a:pt x="368425" y="38752"/>
                  <a:pt x="366353" y="40089"/>
                </a:cubicBezTo>
                <a:cubicBezTo>
                  <a:pt x="364971" y="41037"/>
                  <a:pt x="364280" y="42265"/>
                  <a:pt x="364280" y="43775"/>
                </a:cubicBezTo>
                <a:cubicBezTo>
                  <a:pt x="364280" y="45068"/>
                  <a:pt x="364884" y="46167"/>
                  <a:pt x="366093" y="47072"/>
                </a:cubicBezTo>
                <a:cubicBezTo>
                  <a:pt x="367734" y="48280"/>
                  <a:pt x="373401" y="49983"/>
                  <a:pt x="383095" y="52183"/>
                </a:cubicBezTo>
                <a:cubicBezTo>
                  <a:pt x="392789" y="54382"/>
                  <a:pt x="399557" y="57080"/>
                  <a:pt x="403400" y="60277"/>
                </a:cubicBezTo>
                <a:cubicBezTo>
                  <a:pt x="407200" y="63518"/>
                  <a:pt x="409099" y="68033"/>
                  <a:pt x="409099" y="73821"/>
                </a:cubicBezTo>
                <a:cubicBezTo>
                  <a:pt x="409099" y="80129"/>
                  <a:pt x="406465" y="85552"/>
                  <a:pt x="401198" y="90088"/>
                </a:cubicBezTo>
                <a:cubicBezTo>
                  <a:pt x="395930" y="94625"/>
                  <a:pt x="388136" y="96893"/>
                  <a:pt x="377816" y="96893"/>
                </a:cubicBezTo>
                <a:cubicBezTo>
                  <a:pt x="368447" y="96893"/>
                  <a:pt x="361031" y="94999"/>
                  <a:pt x="355569" y="91212"/>
                </a:cubicBezTo>
                <a:cubicBezTo>
                  <a:pt x="350107" y="87423"/>
                  <a:pt x="346534" y="82278"/>
                  <a:pt x="344850" y="75779"/>
                </a:cubicBezTo>
                <a:close/>
                <a:moveTo>
                  <a:pt x="461888" y="17228"/>
                </a:moveTo>
                <a:lnTo>
                  <a:pt x="461888" y="389"/>
                </a:lnTo>
                <a:lnTo>
                  <a:pt x="480087" y="389"/>
                </a:lnTo>
                <a:lnTo>
                  <a:pt x="480087" y="17228"/>
                </a:lnTo>
                <a:lnTo>
                  <a:pt x="461888" y="17228"/>
                </a:lnTo>
                <a:moveTo>
                  <a:pt x="461888" y="95338"/>
                </a:moveTo>
                <a:lnTo>
                  <a:pt x="461888" y="26555"/>
                </a:lnTo>
                <a:lnTo>
                  <a:pt x="480087" y="26555"/>
                </a:lnTo>
                <a:lnTo>
                  <a:pt x="480087" y="95338"/>
                </a:lnTo>
                <a:lnTo>
                  <a:pt x="461888" y="95338"/>
                </a:lnTo>
                <a:close/>
                <a:moveTo>
                  <a:pt x="561329" y="95338"/>
                </a:moveTo>
                <a:lnTo>
                  <a:pt x="543129" y="95338"/>
                </a:lnTo>
                <a:lnTo>
                  <a:pt x="543129" y="60275"/>
                </a:lnTo>
                <a:cubicBezTo>
                  <a:pt x="543129" y="52856"/>
                  <a:pt x="542741" y="48058"/>
                  <a:pt x="541963" y="45880"/>
                </a:cubicBezTo>
                <a:cubicBezTo>
                  <a:pt x="541186" y="43702"/>
                  <a:pt x="539923" y="42009"/>
                  <a:pt x="538174" y="40802"/>
                </a:cubicBezTo>
                <a:cubicBezTo>
                  <a:pt x="536426" y="39594"/>
                  <a:pt x="534321" y="38990"/>
                  <a:pt x="531860" y="38990"/>
                </a:cubicBezTo>
                <a:cubicBezTo>
                  <a:pt x="528708" y="38990"/>
                  <a:pt x="525879" y="39853"/>
                  <a:pt x="523375" y="41579"/>
                </a:cubicBezTo>
                <a:cubicBezTo>
                  <a:pt x="520871" y="43303"/>
                  <a:pt x="519154" y="45589"/>
                  <a:pt x="518226" y="48436"/>
                </a:cubicBezTo>
                <a:cubicBezTo>
                  <a:pt x="517298" y="51282"/>
                  <a:pt x="516833" y="56544"/>
                  <a:pt x="516833" y="64222"/>
                </a:cubicBezTo>
                <a:lnTo>
                  <a:pt x="516833" y="95338"/>
                </a:lnTo>
                <a:lnTo>
                  <a:pt x="498634" y="95338"/>
                </a:lnTo>
                <a:lnTo>
                  <a:pt x="498634" y="26555"/>
                </a:lnTo>
                <a:lnTo>
                  <a:pt x="515538" y="26555"/>
                </a:lnTo>
                <a:lnTo>
                  <a:pt x="515538" y="36659"/>
                </a:lnTo>
                <a:cubicBezTo>
                  <a:pt x="521540" y="28887"/>
                  <a:pt x="529096" y="25000"/>
                  <a:pt x="538207" y="25000"/>
                </a:cubicBezTo>
                <a:cubicBezTo>
                  <a:pt x="542222" y="25000"/>
                  <a:pt x="545893" y="25724"/>
                  <a:pt x="549217" y="27170"/>
                </a:cubicBezTo>
                <a:cubicBezTo>
                  <a:pt x="552542" y="28617"/>
                  <a:pt x="555057" y="30463"/>
                  <a:pt x="556763" y="32708"/>
                </a:cubicBezTo>
                <a:cubicBezTo>
                  <a:pt x="558468" y="34953"/>
                  <a:pt x="559656" y="37501"/>
                  <a:pt x="560325" y="40350"/>
                </a:cubicBezTo>
                <a:cubicBezTo>
                  <a:pt x="560994" y="43200"/>
                  <a:pt x="561329" y="47281"/>
                  <a:pt x="561329" y="52592"/>
                </a:cubicBezTo>
                <a:lnTo>
                  <a:pt x="561329" y="95338"/>
                </a:lnTo>
                <a:close/>
                <a:moveTo>
                  <a:pt x="616685" y="17228"/>
                </a:moveTo>
                <a:lnTo>
                  <a:pt x="616685" y="389"/>
                </a:lnTo>
                <a:lnTo>
                  <a:pt x="634885" y="389"/>
                </a:lnTo>
                <a:lnTo>
                  <a:pt x="634885" y="17228"/>
                </a:lnTo>
                <a:lnTo>
                  <a:pt x="616685" y="17228"/>
                </a:lnTo>
                <a:moveTo>
                  <a:pt x="616685" y="95338"/>
                </a:moveTo>
                <a:lnTo>
                  <a:pt x="616685" y="26555"/>
                </a:lnTo>
                <a:lnTo>
                  <a:pt x="634885" y="26555"/>
                </a:lnTo>
                <a:lnTo>
                  <a:pt x="634885" y="95338"/>
                </a:lnTo>
                <a:lnTo>
                  <a:pt x="616685" y="95338"/>
                </a:lnTo>
                <a:close/>
                <a:moveTo>
                  <a:pt x="716126" y="95338"/>
                </a:moveTo>
                <a:lnTo>
                  <a:pt x="697926" y="95338"/>
                </a:lnTo>
                <a:lnTo>
                  <a:pt x="697926" y="60275"/>
                </a:lnTo>
                <a:cubicBezTo>
                  <a:pt x="697926" y="52856"/>
                  <a:pt x="697538" y="48058"/>
                  <a:pt x="696760" y="45880"/>
                </a:cubicBezTo>
                <a:cubicBezTo>
                  <a:pt x="695983" y="43702"/>
                  <a:pt x="694720" y="42009"/>
                  <a:pt x="692972" y="40802"/>
                </a:cubicBezTo>
                <a:cubicBezTo>
                  <a:pt x="691223" y="39594"/>
                  <a:pt x="689118" y="38990"/>
                  <a:pt x="686657" y="38990"/>
                </a:cubicBezTo>
                <a:cubicBezTo>
                  <a:pt x="683505" y="38990"/>
                  <a:pt x="680676" y="39853"/>
                  <a:pt x="678172" y="41579"/>
                </a:cubicBezTo>
                <a:cubicBezTo>
                  <a:pt x="675668" y="43303"/>
                  <a:pt x="673951" y="45589"/>
                  <a:pt x="673023" y="48436"/>
                </a:cubicBezTo>
                <a:cubicBezTo>
                  <a:pt x="672095" y="51282"/>
                  <a:pt x="671630" y="56544"/>
                  <a:pt x="671630" y="64222"/>
                </a:cubicBezTo>
                <a:lnTo>
                  <a:pt x="671630" y="95338"/>
                </a:lnTo>
                <a:lnTo>
                  <a:pt x="653431" y="95338"/>
                </a:lnTo>
                <a:lnTo>
                  <a:pt x="653431" y="26555"/>
                </a:lnTo>
                <a:lnTo>
                  <a:pt x="670335" y="26555"/>
                </a:lnTo>
                <a:lnTo>
                  <a:pt x="670335" y="36659"/>
                </a:lnTo>
                <a:cubicBezTo>
                  <a:pt x="676337" y="28887"/>
                  <a:pt x="683893" y="25000"/>
                  <a:pt x="693004" y="25000"/>
                </a:cubicBezTo>
                <a:cubicBezTo>
                  <a:pt x="697020" y="25000"/>
                  <a:pt x="700690" y="25724"/>
                  <a:pt x="704014" y="27170"/>
                </a:cubicBezTo>
                <a:cubicBezTo>
                  <a:pt x="707339" y="28617"/>
                  <a:pt x="709854" y="30463"/>
                  <a:pt x="711560" y="32708"/>
                </a:cubicBezTo>
                <a:cubicBezTo>
                  <a:pt x="713266" y="34953"/>
                  <a:pt x="714453" y="37501"/>
                  <a:pt x="715122" y="40350"/>
                </a:cubicBezTo>
                <a:cubicBezTo>
                  <a:pt x="715791" y="43200"/>
                  <a:pt x="716126" y="47281"/>
                  <a:pt x="716126" y="52592"/>
                </a:cubicBezTo>
                <a:lnTo>
                  <a:pt x="716126" y="95338"/>
                </a:lnTo>
                <a:close/>
                <a:moveTo>
                  <a:pt x="774438" y="73447"/>
                </a:moveTo>
                <a:lnTo>
                  <a:pt x="792573" y="76556"/>
                </a:lnTo>
                <a:cubicBezTo>
                  <a:pt x="790242" y="83184"/>
                  <a:pt x="786561" y="88230"/>
                  <a:pt x="781530" y="91695"/>
                </a:cubicBezTo>
                <a:cubicBezTo>
                  <a:pt x="776500" y="95160"/>
                  <a:pt x="770207" y="96893"/>
                  <a:pt x="762651" y="96893"/>
                </a:cubicBezTo>
                <a:cubicBezTo>
                  <a:pt x="750690" y="96893"/>
                  <a:pt x="741838" y="92985"/>
                  <a:pt x="736096" y="85170"/>
                </a:cubicBezTo>
                <a:cubicBezTo>
                  <a:pt x="731562" y="78909"/>
                  <a:pt x="729295" y="71007"/>
                  <a:pt x="729295" y="61465"/>
                </a:cubicBezTo>
                <a:cubicBezTo>
                  <a:pt x="729295" y="50066"/>
                  <a:pt x="732274" y="41138"/>
                  <a:pt x="738233" y="34683"/>
                </a:cubicBezTo>
                <a:cubicBezTo>
                  <a:pt x="744192" y="28228"/>
                  <a:pt x="751726" y="25000"/>
                  <a:pt x="760837" y="25000"/>
                </a:cubicBezTo>
                <a:cubicBezTo>
                  <a:pt x="771070" y="25000"/>
                  <a:pt x="779145" y="28379"/>
                  <a:pt x="785060" y="35137"/>
                </a:cubicBezTo>
                <a:cubicBezTo>
                  <a:pt x="790976" y="41894"/>
                  <a:pt x="793804" y="52246"/>
                  <a:pt x="793545" y="66193"/>
                </a:cubicBezTo>
                <a:lnTo>
                  <a:pt x="747948" y="66193"/>
                </a:lnTo>
                <a:cubicBezTo>
                  <a:pt x="748078" y="71590"/>
                  <a:pt x="749546" y="75789"/>
                  <a:pt x="752352" y="78790"/>
                </a:cubicBezTo>
                <a:cubicBezTo>
                  <a:pt x="755159" y="81791"/>
                  <a:pt x="758657" y="83292"/>
                  <a:pt x="762845" y="83292"/>
                </a:cubicBezTo>
                <a:cubicBezTo>
                  <a:pt x="765695" y="83292"/>
                  <a:pt x="768091" y="82514"/>
                  <a:pt x="770034" y="80960"/>
                </a:cubicBezTo>
                <a:cubicBezTo>
                  <a:pt x="771977" y="79406"/>
                  <a:pt x="773445" y="76901"/>
                  <a:pt x="774438" y="73447"/>
                </a:cubicBezTo>
                <a:moveTo>
                  <a:pt x="775475" y="55053"/>
                </a:moveTo>
                <a:cubicBezTo>
                  <a:pt x="775345" y="49807"/>
                  <a:pt x="773985" y="45818"/>
                  <a:pt x="771394" y="43087"/>
                </a:cubicBezTo>
                <a:cubicBezTo>
                  <a:pt x="768804" y="40356"/>
                  <a:pt x="765652" y="38990"/>
                  <a:pt x="761938" y="38990"/>
                </a:cubicBezTo>
                <a:cubicBezTo>
                  <a:pt x="757966" y="38990"/>
                  <a:pt x="754684" y="40431"/>
                  <a:pt x="752093" y="43312"/>
                </a:cubicBezTo>
                <a:cubicBezTo>
                  <a:pt x="749503" y="46194"/>
                  <a:pt x="748229" y="50107"/>
                  <a:pt x="748272" y="55053"/>
                </a:cubicBezTo>
                <a:lnTo>
                  <a:pt x="775475" y="55053"/>
                </a:lnTo>
                <a:close/>
                <a:moveTo>
                  <a:pt x="825779" y="95338"/>
                </a:moveTo>
                <a:lnTo>
                  <a:pt x="807579" y="95338"/>
                </a:lnTo>
                <a:lnTo>
                  <a:pt x="807579" y="26555"/>
                </a:lnTo>
                <a:lnTo>
                  <a:pt x="824484" y="26555"/>
                </a:lnTo>
                <a:lnTo>
                  <a:pt x="824484" y="36335"/>
                </a:lnTo>
                <a:cubicBezTo>
                  <a:pt x="827377" y="31715"/>
                  <a:pt x="829978" y="28671"/>
                  <a:pt x="832288" y="27203"/>
                </a:cubicBezTo>
                <a:cubicBezTo>
                  <a:pt x="834599" y="25734"/>
                  <a:pt x="837222" y="25000"/>
                  <a:pt x="840158" y="25000"/>
                </a:cubicBezTo>
                <a:cubicBezTo>
                  <a:pt x="844303" y="25000"/>
                  <a:pt x="848297" y="26145"/>
                  <a:pt x="852140" y="28433"/>
                </a:cubicBezTo>
                <a:lnTo>
                  <a:pt x="846505" y="44301"/>
                </a:lnTo>
                <a:cubicBezTo>
                  <a:pt x="843439" y="42315"/>
                  <a:pt x="840590" y="41322"/>
                  <a:pt x="837956" y="41322"/>
                </a:cubicBezTo>
                <a:cubicBezTo>
                  <a:pt x="835408" y="41322"/>
                  <a:pt x="833249" y="42024"/>
                  <a:pt x="831479" y="43427"/>
                </a:cubicBezTo>
                <a:cubicBezTo>
                  <a:pt x="829709" y="44830"/>
                  <a:pt x="828316" y="47367"/>
                  <a:pt x="827301" y="51037"/>
                </a:cubicBezTo>
                <a:cubicBezTo>
                  <a:pt x="826287" y="54707"/>
                  <a:pt x="825779" y="62393"/>
                  <a:pt x="825779" y="74095"/>
                </a:cubicBezTo>
                <a:lnTo>
                  <a:pt x="825779" y="95338"/>
                </a:lnTo>
                <a:close/>
                <a:moveTo>
                  <a:pt x="891497" y="26555"/>
                </a:moveTo>
                <a:lnTo>
                  <a:pt x="891497" y="41063"/>
                </a:lnTo>
                <a:lnTo>
                  <a:pt x="879062" y="41063"/>
                </a:lnTo>
                <a:lnTo>
                  <a:pt x="879062" y="68739"/>
                </a:lnTo>
                <a:cubicBezTo>
                  <a:pt x="879062" y="74344"/>
                  <a:pt x="879181" y="77610"/>
                  <a:pt x="879418" y="78537"/>
                </a:cubicBezTo>
                <a:cubicBezTo>
                  <a:pt x="879656" y="79463"/>
                  <a:pt x="880195" y="80228"/>
                  <a:pt x="881037" y="80832"/>
                </a:cubicBezTo>
                <a:cubicBezTo>
                  <a:pt x="881879" y="81436"/>
                  <a:pt x="882905" y="81737"/>
                  <a:pt x="884114" y="81737"/>
                </a:cubicBezTo>
                <a:cubicBezTo>
                  <a:pt x="885798" y="81737"/>
                  <a:pt x="888237" y="81154"/>
                  <a:pt x="891433" y="79988"/>
                </a:cubicBezTo>
                <a:lnTo>
                  <a:pt x="892987" y="94161"/>
                </a:lnTo>
                <a:cubicBezTo>
                  <a:pt x="888756" y="95982"/>
                  <a:pt x="883963" y="96893"/>
                  <a:pt x="878609" y="96893"/>
                </a:cubicBezTo>
                <a:cubicBezTo>
                  <a:pt x="875327" y="96893"/>
                  <a:pt x="872369" y="96342"/>
                  <a:pt x="869735" y="95241"/>
                </a:cubicBezTo>
                <a:cubicBezTo>
                  <a:pt x="867101" y="94140"/>
                  <a:pt x="865169" y="92715"/>
                  <a:pt x="863939" y="90967"/>
                </a:cubicBezTo>
                <a:cubicBezTo>
                  <a:pt x="862708" y="89218"/>
                  <a:pt x="861855" y="86854"/>
                  <a:pt x="861380" y="83875"/>
                </a:cubicBezTo>
                <a:cubicBezTo>
                  <a:pt x="860992" y="81759"/>
                  <a:pt x="860797" y="77484"/>
                  <a:pt x="860797" y="71050"/>
                </a:cubicBezTo>
                <a:lnTo>
                  <a:pt x="860797" y="41063"/>
                </a:lnTo>
                <a:lnTo>
                  <a:pt x="852442" y="41063"/>
                </a:lnTo>
                <a:lnTo>
                  <a:pt x="852442" y="26555"/>
                </a:lnTo>
                <a:lnTo>
                  <a:pt x="860797" y="26555"/>
                </a:lnTo>
                <a:lnTo>
                  <a:pt x="860797" y="12824"/>
                </a:lnTo>
                <a:lnTo>
                  <a:pt x="879062" y="2073"/>
                </a:lnTo>
                <a:lnTo>
                  <a:pt x="879062" y="26555"/>
                </a:lnTo>
                <a:lnTo>
                  <a:pt x="891497" y="26555"/>
                </a:lnTo>
                <a:close/>
                <a:moveTo>
                  <a:pt x="904127" y="17228"/>
                </a:moveTo>
                <a:lnTo>
                  <a:pt x="904127" y="389"/>
                </a:lnTo>
                <a:lnTo>
                  <a:pt x="922327" y="389"/>
                </a:lnTo>
                <a:lnTo>
                  <a:pt x="922327" y="17228"/>
                </a:lnTo>
                <a:lnTo>
                  <a:pt x="904127" y="17228"/>
                </a:lnTo>
                <a:moveTo>
                  <a:pt x="904127" y="95338"/>
                </a:moveTo>
                <a:lnTo>
                  <a:pt x="904127" y="26555"/>
                </a:lnTo>
                <a:lnTo>
                  <a:pt x="922327" y="26555"/>
                </a:lnTo>
                <a:lnTo>
                  <a:pt x="922327" y="95338"/>
                </a:lnTo>
                <a:lnTo>
                  <a:pt x="904127" y="95338"/>
                </a:lnTo>
                <a:close/>
                <a:moveTo>
                  <a:pt x="954603" y="47799"/>
                </a:moveTo>
                <a:lnTo>
                  <a:pt x="938087" y="44819"/>
                </a:lnTo>
                <a:cubicBezTo>
                  <a:pt x="939944" y="38082"/>
                  <a:pt x="943139" y="33095"/>
                  <a:pt x="947673" y="29858"/>
                </a:cubicBezTo>
                <a:cubicBezTo>
                  <a:pt x="952207" y="26620"/>
                  <a:pt x="958943" y="25000"/>
                  <a:pt x="967881" y="25000"/>
                </a:cubicBezTo>
                <a:cubicBezTo>
                  <a:pt x="975998" y="25000"/>
                  <a:pt x="982043" y="25961"/>
                  <a:pt x="986016" y="27883"/>
                </a:cubicBezTo>
                <a:cubicBezTo>
                  <a:pt x="989988" y="29804"/>
                  <a:pt x="992784" y="32244"/>
                  <a:pt x="994403" y="35201"/>
                </a:cubicBezTo>
                <a:cubicBezTo>
                  <a:pt x="996022" y="38159"/>
                  <a:pt x="996832" y="43589"/>
                  <a:pt x="996832" y="51491"/>
                </a:cubicBezTo>
                <a:lnTo>
                  <a:pt x="996638" y="72734"/>
                </a:lnTo>
                <a:cubicBezTo>
                  <a:pt x="996638" y="78779"/>
                  <a:pt x="996929" y="83238"/>
                  <a:pt x="997512" y="86109"/>
                </a:cubicBezTo>
                <a:cubicBezTo>
                  <a:pt x="998095" y="88980"/>
                  <a:pt x="999185" y="92057"/>
                  <a:pt x="1000783" y="95338"/>
                </a:cubicBezTo>
                <a:lnTo>
                  <a:pt x="982777" y="95338"/>
                </a:lnTo>
                <a:cubicBezTo>
                  <a:pt x="982302" y="94129"/>
                  <a:pt x="981719" y="92338"/>
                  <a:pt x="981028" y="89963"/>
                </a:cubicBezTo>
                <a:cubicBezTo>
                  <a:pt x="980726" y="88883"/>
                  <a:pt x="980510" y="88171"/>
                  <a:pt x="980381" y="87825"/>
                </a:cubicBezTo>
                <a:cubicBezTo>
                  <a:pt x="977272" y="90848"/>
                  <a:pt x="973947" y="93115"/>
                  <a:pt x="970407" y="94626"/>
                </a:cubicBezTo>
                <a:cubicBezTo>
                  <a:pt x="966866" y="96137"/>
                  <a:pt x="963088" y="96893"/>
                  <a:pt x="959072" y="96893"/>
                </a:cubicBezTo>
                <a:cubicBezTo>
                  <a:pt x="951991" y="96893"/>
                  <a:pt x="946410" y="94980"/>
                  <a:pt x="942330" y="91153"/>
                </a:cubicBezTo>
                <a:cubicBezTo>
                  <a:pt x="938249" y="87326"/>
                  <a:pt x="936209" y="82489"/>
                  <a:pt x="936209" y="76641"/>
                </a:cubicBezTo>
                <a:cubicBezTo>
                  <a:pt x="936209" y="72771"/>
                  <a:pt x="937137" y="69321"/>
                  <a:pt x="938994" y="66290"/>
                </a:cubicBezTo>
                <a:cubicBezTo>
                  <a:pt x="940851" y="63258"/>
                  <a:pt x="943452" y="60936"/>
                  <a:pt x="946799" y="59323"/>
                </a:cubicBezTo>
                <a:cubicBezTo>
                  <a:pt x="950145" y="57711"/>
                  <a:pt x="954970" y="56303"/>
                  <a:pt x="961274" y="55099"/>
                </a:cubicBezTo>
                <a:cubicBezTo>
                  <a:pt x="969780" y="53508"/>
                  <a:pt x="975674" y="52025"/>
                  <a:pt x="978956" y="50649"/>
                </a:cubicBezTo>
                <a:lnTo>
                  <a:pt x="978956" y="48815"/>
                </a:lnTo>
                <a:cubicBezTo>
                  <a:pt x="978956" y="45278"/>
                  <a:pt x="978092" y="42757"/>
                  <a:pt x="976365" y="41251"/>
                </a:cubicBezTo>
                <a:cubicBezTo>
                  <a:pt x="974638" y="39744"/>
                  <a:pt x="971378" y="38990"/>
                  <a:pt x="966585" y="38990"/>
                </a:cubicBezTo>
                <a:cubicBezTo>
                  <a:pt x="963347" y="38990"/>
                  <a:pt x="960821" y="39642"/>
                  <a:pt x="959007" y="40946"/>
                </a:cubicBezTo>
                <a:cubicBezTo>
                  <a:pt x="957194" y="42248"/>
                  <a:pt x="955726" y="44532"/>
                  <a:pt x="954603" y="47799"/>
                </a:cubicBezTo>
                <a:moveTo>
                  <a:pt x="978956" y="62566"/>
                </a:moveTo>
                <a:cubicBezTo>
                  <a:pt x="976624" y="63334"/>
                  <a:pt x="972932" y="64251"/>
                  <a:pt x="967881" y="65319"/>
                </a:cubicBezTo>
                <a:cubicBezTo>
                  <a:pt x="962829" y="66385"/>
                  <a:pt x="959525" y="67430"/>
                  <a:pt x="957971" y="68454"/>
                </a:cubicBezTo>
                <a:cubicBezTo>
                  <a:pt x="955596" y="70117"/>
                  <a:pt x="954409" y="72229"/>
                  <a:pt x="954409" y="74789"/>
                </a:cubicBezTo>
                <a:cubicBezTo>
                  <a:pt x="954409" y="77307"/>
                  <a:pt x="955359" y="79483"/>
                  <a:pt x="957259" y="81318"/>
                </a:cubicBezTo>
                <a:cubicBezTo>
                  <a:pt x="959158" y="83152"/>
                  <a:pt x="961576" y="84069"/>
                  <a:pt x="964513" y="84069"/>
                </a:cubicBezTo>
                <a:cubicBezTo>
                  <a:pt x="967794" y="84069"/>
                  <a:pt x="970925" y="83002"/>
                  <a:pt x="973904" y="80869"/>
                </a:cubicBezTo>
                <a:cubicBezTo>
                  <a:pt x="976106" y="79248"/>
                  <a:pt x="977553" y="77264"/>
                  <a:pt x="978243" y="74916"/>
                </a:cubicBezTo>
                <a:cubicBezTo>
                  <a:pt x="978718" y="73381"/>
                  <a:pt x="978956" y="70459"/>
                  <a:pt x="978956" y="66150"/>
                </a:cubicBezTo>
                <a:lnTo>
                  <a:pt x="978956" y="62566"/>
                </a:lnTo>
                <a:close/>
                <a:moveTo>
                  <a:pt x="1014752" y="95338"/>
                </a:moveTo>
                <a:lnTo>
                  <a:pt x="1014752" y="389"/>
                </a:lnTo>
                <a:lnTo>
                  <a:pt x="1032952" y="389"/>
                </a:lnTo>
                <a:lnTo>
                  <a:pt x="1032952" y="95338"/>
                </a:lnTo>
                <a:lnTo>
                  <a:pt x="1014752" y="95338"/>
                </a:lnTo>
                <a:close/>
                <a:moveTo>
                  <a:pt x="1151070" y="95338"/>
                </a:moveTo>
                <a:lnTo>
                  <a:pt x="1132870" y="95338"/>
                </a:lnTo>
                <a:lnTo>
                  <a:pt x="1132870" y="60275"/>
                </a:lnTo>
                <a:cubicBezTo>
                  <a:pt x="1132870" y="52856"/>
                  <a:pt x="1132481" y="48058"/>
                  <a:pt x="1131704" y="45880"/>
                </a:cubicBezTo>
                <a:cubicBezTo>
                  <a:pt x="1130927" y="43702"/>
                  <a:pt x="1129664" y="42009"/>
                  <a:pt x="1127915" y="40802"/>
                </a:cubicBezTo>
                <a:cubicBezTo>
                  <a:pt x="1126167" y="39594"/>
                  <a:pt x="1124062" y="38990"/>
                  <a:pt x="1121600" y="38990"/>
                </a:cubicBezTo>
                <a:cubicBezTo>
                  <a:pt x="1118448" y="38990"/>
                  <a:pt x="1115620" y="39853"/>
                  <a:pt x="1113116" y="41579"/>
                </a:cubicBezTo>
                <a:cubicBezTo>
                  <a:pt x="1110611" y="43303"/>
                  <a:pt x="1108895" y="45589"/>
                  <a:pt x="1107967" y="48436"/>
                </a:cubicBezTo>
                <a:cubicBezTo>
                  <a:pt x="1107038" y="51282"/>
                  <a:pt x="1106574" y="56544"/>
                  <a:pt x="1106574" y="64222"/>
                </a:cubicBezTo>
                <a:lnTo>
                  <a:pt x="1106574" y="95338"/>
                </a:lnTo>
                <a:lnTo>
                  <a:pt x="1088374" y="95338"/>
                </a:lnTo>
                <a:lnTo>
                  <a:pt x="1088374" y="26555"/>
                </a:lnTo>
                <a:lnTo>
                  <a:pt x="1105279" y="26555"/>
                </a:lnTo>
                <a:lnTo>
                  <a:pt x="1105279" y="36659"/>
                </a:lnTo>
                <a:cubicBezTo>
                  <a:pt x="1111281" y="28887"/>
                  <a:pt x="1118837" y="25000"/>
                  <a:pt x="1127948" y="25000"/>
                </a:cubicBezTo>
                <a:cubicBezTo>
                  <a:pt x="1131963" y="25000"/>
                  <a:pt x="1135634" y="25724"/>
                  <a:pt x="1138958" y="27170"/>
                </a:cubicBezTo>
                <a:cubicBezTo>
                  <a:pt x="1142283" y="28617"/>
                  <a:pt x="1144798" y="30463"/>
                  <a:pt x="1146504" y="32708"/>
                </a:cubicBezTo>
                <a:cubicBezTo>
                  <a:pt x="1148209" y="34953"/>
                  <a:pt x="1149397" y="37501"/>
                  <a:pt x="1150066" y="40350"/>
                </a:cubicBezTo>
                <a:cubicBezTo>
                  <a:pt x="1150735" y="43200"/>
                  <a:pt x="1151070" y="47281"/>
                  <a:pt x="1151070" y="52592"/>
                </a:cubicBezTo>
                <a:lnTo>
                  <a:pt x="1151070" y="95338"/>
                </a:lnTo>
                <a:close/>
                <a:moveTo>
                  <a:pt x="1183150" y="47799"/>
                </a:moveTo>
                <a:lnTo>
                  <a:pt x="1166634" y="44819"/>
                </a:lnTo>
                <a:cubicBezTo>
                  <a:pt x="1168491" y="38082"/>
                  <a:pt x="1171686" y="33095"/>
                  <a:pt x="1176220" y="29858"/>
                </a:cubicBezTo>
                <a:cubicBezTo>
                  <a:pt x="1180754" y="26620"/>
                  <a:pt x="1187490" y="25000"/>
                  <a:pt x="1196428" y="25000"/>
                </a:cubicBezTo>
                <a:cubicBezTo>
                  <a:pt x="1204545" y="25000"/>
                  <a:pt x="1210590" y="25961"/>
                  <a:pt x="1214563" y="27883"/>
                </a:cubicBezTo>
                <a:cubicBezTo>
                  <a:pt x="1218535" y="29804"/>
                  <a:pt x="1221331" y="32244"/>
                  <a:pt x="1222950" y="35201"/>
                </a:cubicBezTo>
                <a:cubicBezTo>
                  <a:pt x="1224569" y="38159"/>
                  <a:pt x="1225379" y="43589"/>
                  <a:pt x="1225379" y="51491"/>
                </a:cubicBezTo>
                <a:lnTo>
                  <a:pt x="1225185" y="72734"/>
                </a:lnTo>
                <a:cubicBezTo>
                  <a:pt x="1225185" y="78779"/>
                  <a:pt x="1225476" y="83238"/>
                  <a:pt x="1226059" y="86109"/>
                </a:cubicBezTo>
                <a:cubicBezTo>
                  <a:pt x="1226642" y="88980"/>
                  <a:pt x="1227732" y="92057"/>
                  <a:pt x="1229330" y="95338"/>
                </a:cubicBezTo>
                <a:lnTo>
                  <a:pt x="1211324" y="95338"/>
                </a:lnTo>
                <a:cubicBezTo>
                  <a:pt x="1210849" y="94129"/>
                  <a:pt x="1210266" y="92338"/>
                  <a:pt x="1209576" y="89963"/>
                </a:cubicBezTo>
                <a:cubicBezTo>
                  <a:pt x="1209273" y="88883"/>
                  <a:pt x="1209057" y="88171"/>
                  <a:pt x="1208928" y="87825"/>
                </a:cubicBezTo>
                <a:cubicBezTo>
                  <a:pt x="1205819" y="90848"/>
                  <a:pt x="1202494" y="93115"/>
                  <a:pt x="1198954" y="94626"/>
                </a:cubicBezTo>
                <a:cubicBezTo>
                  <a:pt x="1195413" y="96137"/>
                  <a:pt x="1191635" y="96893"/>
                  <a:pt x="1187619" y="96893"/>
                </a:cubicBezTo>
                <a:cubicBezTo>
                  <a:pt x="1180538" y="96893"/>
                  <a:pt x="1174957" y="94980"/>
                  <a:pt x="1170877" y="91153"/>
                </a:cubicBezTo>
                <a:cubicBezTo>
                  <a:pt x="1166796" y="87326"/>
                  <a:pt x="1164756" y="82489"/>
                  <a:pt x="1164756" y="76641"/>
                </a:cubicBezTo>
                <a:cubicBezTo>
                  <a:pt x="1164756" y="72771"/>
                  <a:pt x="1165684" y="69321"/>
                  <a:pt x="1167541" y="66290"/>
                </a:cubicBezTo>
                <a:cubicBezTo>
                  <a:pt x="1169398" y="63258"/>
                  <a:pt x="1171999" y="60936"/>
                  <a:pt x="1175346" y="59323"/>
                </a:cubicBezTo>
                <a:cubicBezTo>
                  <a:pt x="1178692" y="57711"/>
                  <a:pt x="1183517" y="56303"/>
                  <a:pt x="1189821" y="55099"/>
                </a:cubicBezTo>
                <a:cubicBezTo>
                  <a:pt x="1198328" y="53508"/>
                  <a:pt x="1204221" y="52025"/>
                  <a:pt x="1207503" y="50649"/>
                </a:cubicBezTo>
                <a:lnTo>
                  <a:pt x="1207503" y="48815"/>
                </a:lnTo>
                <a:cubicBezTo>
                  <a:pt x="1207503" y="45278"/>
                  <a:pt x="1206639" y="42757"/>
                  <a:pt x="1204912" y="41251"/>
                </a:cubicBezTo>
                <a:cubicBezTo>
                  <a:pt x="1203185" y="39744"/>
                  <a:pt x="1199925" y="38990"/>
                  <a:pt x="1195132" y="38990"/>
                </a:cubicBezTo>
                <a:cubicBezTo>
                  <a:pt x="1191894" y="38990"/>
                  <a:pt x="1189368" y="39642"/>
                  <a:pt x="1187554" y="40946"/>
                </a:cubicBezTo>
                <a:cubicBezTo>
                  <a:pt x="1185741" y="42248"/>
                  <a:pt x="1184273" y="44532"/>
                  <a:pt x="1183150" y="47799"/>
                </a:cubicBezTo>
                <a:moveTo>
                  <a:pt x="1207503" y="62566"/>
                </a:moveTo>
                <a:cubicBezTo>
                  <a:pt x="1205171" y="63334"/>
                  <a:pt x="1201480" y="64251"/>
                  <a:pt x="1196428" y="65319"/>
                </a:cubicBezTo>
                <a:cubicBezTo>
                  <a:pt x="1191376" y="66385"/>
                  <a:pt x="1188073" y="67430"/>
                  <a:pt x="1186518" y="68454"/>
                </a:cubicBezTo>
                <a:cubicBezTo>
                  <a:pt x="1184143" y="70117"/>
                  <a:pt x="1182956" y="72229"/>
                  <a:pt x="1182956" y="74789"/>
                </a:cubicBezTo>
                <a:cubicBezTo>
                  <a:pt x="1182956" y="77307"/>
                  <a:pt x="1183906" y="79483"/>
                  <a:pt x="1185806" y="81318"/>
                </a:cubicBezTo>
                <a:cubicBezTo>
                  <a:pt x="1187706" y="83152"/>
                  <a:pt x="1190124" y="84069"/>
                  <a:pt x="1193060" y="84069"/>
                </a:cubicBezTo>
                <a:cubicBezTo>
                  <a:pt x="1196341" y="84069"/>
                  <a:pt x="1199472" y="83002"/>
                  <a:pt x="1202451" y="80869"/>
                </a:cubicBezTo>
                <a:cubicBezTo>
                  <a:pt x="1204653" y="79248"/>
                  <a:pt x="1206100" y="77264"/>
                  <a:pt x="1206791" y="74916"/>
                </a:cubicBezTo>
                <a:cubicBezTo>
                  <a:pt x="1207266" y="73381"/>
                  <a:pt x="1207503" y="70459"/>
                  <a:pt x="1207503" y="66150"/>
                </a:cubicBezTo>
                <a:lnTo>
                  <a:pt x="1207503" y="62566"/>
                </a:lnTo>
                <a:close/>
                <a:moveTo>
                  <a:pt x="1262213" y="95338"/>
                </a:moveTo>
                <a:lnTo>
                  <a:pt x="1234492" y="26555"/>
                </a:lnTo>
                <a:lnTo>
                  <a:pt x="1253599" y="26555"/>
                </a:lnTo>
                <a:lnTo>
                  <a:pt x="1266552" y="61659"/>
                </a:lnTo>
                <a:lnTo>
                  <a:pt x="1270309" y="73382"/>
                </a:lnTo>
                <a:cubicBezTo>
                  <a:pt x="1271302" y="70403"/>
                  <a:pt x="1271928" y="68438"/>
                  <a:pt x="1272187" y="67488"/>
                </a:cubicBezTo>
                <a:cubicBezTo>
                  <a:pt x="1272792" y="65545"/>
                  <a:pt x="1273439" y="63602"/>
                  <a:pt x="1274130" y="61659"/>
                </a:cubicBezTo>
                <a:lnTo>
                  <a:pt x="1287213" y="26555"/>
                </a:lnTo>
                <a:lnTo>
                  <a:pt x="1305931" y="26555"/>
                </a:lnTo>
                <a:lnTo>
                  <a:pt x="1278599" y="95338"/>
                </a:lnTo>
                <a:lnTo>
                  <a:pt x="1262213" y="95338"/>
                </a:lnTo>
                <a:close/>
                <a:moveTo>
                  <a:pt x="1317050" y="17228"/>
                </a:moveTo>
                <a:lnTo>
                  <a:pt x="1317050" y="389"/>
                </a:lnTo>
                <a:lnTo>
                  <a:pt x="1335250" y="389"/>
                </a:lnTo>
                <a:lnTo>
                  <a:pt x="1335250" y="17228"/>
                </a:lnTo>
                <a:lnTo>
                  <a:pt x="1317050" y="17228"/>
                </a:lnTo>
                <a:moveTo>
                  <a:pt x="1317050" y="95338"/>
                </a:moveTo>
                <a:lnTo>
                  <a:pt x="1317050" y="26555"/>
                </a:lnTo>
                <a:lnTo>
                  <a:pt x="1335250" y="26555"/>
                </a:lnTo>
                <a:lnTo>
                  <a:pt x="1335250" y="95338"/>
                </a:lnTo>
                <a:lnTo>
                  <a:pt x="1317050" y="95338"/>
                </a:lnTo>
                <a:close/>
                <a:moveTo>
                  <a:pt x="1352242" y="99743"/>
                </a:moveTo>
                <a:lnTo>
                  <a:pt x="1373032" y="102333"/>
                </a:lnTo>
                <a:cubicBezTo>
                  <a:pt x="1373378" y="104774"/>
                  <a:pt x="1374177" y="106452"/>
                  <a:pt x="1375429" y="107367"/>
                </a:cubicBezTo>
                <a:cubicBezTo>
                  <a:pt x="1377156" y="108675"/>
                  <a:pt x="1379876" y="109328"/>
                  <a:pt x="1383589" y="109328"/>
                </a:cubicBezTo>
                <a:cubicBezTo>
                  <a:pt x="1388339" y="109328"/>
                  <a:pt x="1391901" y="108611"/>
                  <a:pt x="1394276" y="107175"/>
                </a:cubicBezTo>
                <a:cubicBezTo>
                  <a:pt x="1395874" y="106218"/>
                  <a:pt x="1397083" y="104675"/>
                  <a:pt x="1397903" y="102544"/>
                </a:cubicBezTo>
                <a:cubicBezTo>
                  <a:pt x="1398465" y="101022"/>
                  <a:pt x="1398745" y="98217"/>
                  <a:pt x="1398745" y="94130"/>
                </a:cubicBezTo>
                <a:lnTo>
                  <a:pt x="1398745" y="84018"/>
                </a:lnTo>
                <a:cubicBezTo>
                  <a:pt x="1393305" y="91565"/>
                  <a:pt x="1386439" y="95338"/>
                  <a:pt x="1378149" y="95338"/>
                </a:cubicBezTo>
                <a:cubicBezTo>
                  <a:pt x="1368909" y="95338"/>
                  <a:pt x="1361590" y="91431"/>
                  <a:pt x="1356193" y="83615"/>
                </a:cubicBezTo>
                <a:cubicBezTo>
                  <a:pt x="1351961" y="77441"/>
                  <a:pt x="1349845" y="69755"/>
                  <a:pt x="1349845" y="60558"/>
                </a:cubicBezTo>
                <a:cubicBezTo>
                  <a:pt x="1349845" y="49029"/>
                  <a:pt x="1352620" y="40221"/>
                  <a:pt x="1358168" y="34133"/>
                </a:cubicBezTo>
                <a:cubicBezTo>
                  <a:pt x="1363717" y="28045"/>
                  <a:pt x="1370614" y="25000"/>
                  <a:pt x="1378861" y="25000"/>
                </a:cubicBezTo>
                <a:cubicBezTo>
                  <a:pt x="1387368" y="25000"/>
                  <a:pt x="1394384" y="28753"/>
                  <a:pt x="1399911" y="36258"/>
                </a:cubicBezTo>
                <a:lnTo>
                  <a:pt x="1399911" y="26555"/>
                </a:lnTo>
                <a:lnTo>
                  <a:pt x="1416945" y="26555"/>
                </a:lnTo>
                <a:lnTo>
                  <a:pt x="1416945" y="88319"/>
                </a:lnTo>
                <a:cubicBezTo>
                  <a:pt x="1416945" y="96442"/>
                  <a:pt x="1416276" y="102513"/>
                  <a:pt x="1414937" y="106531"/>
                </a:cubicBezTo>
                <a:cubicBezTo>
                  <a:pt x="1413599" y="110550"/>
                  <a:pt x="1411720" y="113704"/>
                  <a:pt x="1409302" y="115993"/>
                </a:cubicBezTo>
                <a:cubicBezTo>
                  <a:pt x="1406884" y="118285"/>
                  <a:pt x="1403657" y="120078"/>
                  <a:pt x="1399620" y="121373"/>
                </a:cubicBezTo>
                <a:cubicBezTo>
                  <a:pt x="1395582" y="122670"/>
                  <a:pt x="1390476" y="123318"/>
                  <a:pt x="1384302" y="123318"/>
                </a:cubicBezTo>
                <a:cubicBezTo>
                  <a:pt x="1372644" y="123318"/>
                  <a:pt x="1364375" y="121304"/>
                  <a:pt x="1359496" y="117277"/>
                </a:cubicBezTo>
                <a:cubicBezTo>
                  <a:pt x="1354617" y="113250"/>
                  <a:pt x="1352177" y="108146"/>
                  <a:pt x="1352177" y="101963"/>
                </a:cubicBezTo>
                <a:cubicBezTo>
                  <a:pt x="1352177" y="101353"/>
                  <a:pt x="1352199" y="100613"/>
                  <a:pt x="1352242" y="99743"/>
                </a:cubicBezTo>
                <a:moveTo>
                  <a:pt x="1368499" y="59522"/>
                </a:moveTo>
                <a:cubicBezTo>
                  <a:pt x="1368499" y="66797"/>
                  <a:pt x="1369913" y="72125"/>
                  <a:pt x="1372741" y="75503"/>
                </a:cubicBezTo>
                <a:cubicBezTo>
                  <a:pt x="1375569" y="78882"/>
                  <a:pt x="1379056" y="80571"/>
                  <a:pt x="1383201" y="80571"/>
                </a:cubicBezTo>
                <a:cubicBezTo>
                  <a:pt x="1387648" y="80571"/>
                  <a:pt x="1391405" y="78839"/>
                  <a:pt x="1394471" y="75374"/>
                </a:cubicBezTo>
                <a:cubicBezTo>
                  <a:pt x="1397536" y="71909"/>
                  <a:pt x="1399069" y="66776"/>
                  <a:pt x="1399069" y="59975"/>
                </a:cubicBezTo>
                <a:cubicBezTo>
                  <a:pt x="1399069" y="52872"/>
                  <a:pt x="1397601" y="47599"/>
                  <a:pt x="1394665" y="44156"/>
                </a:cubicBezTo>
                <a:cubicBezTo>
                  <a:pt x="1391729" y="40712"/>
                  <a:pt x="1388015" y="38990"/>
                  <a:pt x="1383525" y="38990"/>
                </a:cubicBezTo>
                <a:cubicBezTo>
                  <a:pt x="1379164" y="38990"/>
                  <a:pt x="1375569" y="40680"/>
                  <a:pt x="1372741" y="44058"/>
                </a:cubicBezTo>
                <a:cubicBezTo>
                  <a:pt x="1369913" y="47437"/>
                  <a:pt x="1368499" y="52592"/>
                  <a:pt x="1368499" y="59522"/>
                </a:cubicBezTo>
                <a:close/>
                <a:moveTo>
                  <a:pt x="1448574" y="47799"/>
                </a:moveTo>
                <a:lnTo>
                  <a:pt x="1432058" y="44819"/>
                </a:lnTo>
                <a:cubicBezTo>
                  <a:pt x="1433915" y="38082"/>
                  <a:pt x="1437110" y="33095"/>
                  <a:pt x="1441644" y="29858"/>
                </a:cubicBezTo>
                <a:cubicBezTo>
                  <a:pt x="1446177" y="26620"/>
                  <a:pt x="1452913" y="25000"/>
                  <a:pt x="1461851" y="25000"/>
                </a:cubicBezTo>
                <a:cubicBezTo>
                  <a:pt x="1469969" y="25000"/>
                  <a:pt x="1476014" y="25961"/>
                  <a:pt x="1479986" y="27883"/>
                </a:cubicBezTo>
                <a:cubicBezTo>
                  <a:pt x="1483959" y="29804"/>
                  <a:pt x="1486754" y="32244"/>
                  <a:pt x="1488374" y="35201"/>
                </a:cubicBezTo>
                <a:cubicBezTo>
                  <a:pt x="1489993" y="38159"/>
                  <a:pt x="1490802" y="43589"/>
                  <a:pt x="1490802" y="51491"/>
                </a:cubicBezTo>
                <a:lnTo>
                  <a:pt x="1490608" y="72734"/>
                </a:lnTo>
                <a:cubicBezTo>
                  <a:pt x="1490608" y="78779"/>
                  <a:pt x="1490900" y="83238"/>
                  <a:pt x="1491483" y="86109"/>
                </a:cubicBezTo>
                <a:cubicBezTo>
                  <a:pt x="1492065" y="88980"/>
                  <a:pt x="1493156" y="92057"/>
                  <a:pt x="1494753" y="95338"/>
                </a:cubicBezTo>
                <a:lnTo>
                  <a:pt x="1476748" y="95338"/>
                </a:lnTo>
                <a:cubicBezTo>
                  <a:pt x="1476273" y="94129"/>
                  <a:pt x="1475690" y="92338"/>
                  <a:pt x="1474999" y="89963"/>
                </a:cubicBezTo>
                <a:cubicBezTo>
                  <a:pt x="1474697" y="88883"/>
                  <a:pt x="1474481" y="88171"/>
                  <a:pt x="1474351" y="87825"/>
                </a:cubicBezTo>
                <a:cubicBezTo>
                  <a:pt x="1471243" y="90848"/>
                  <a:pt x="1467918" y="93115"/>
                  <a:pt x="1464377" y="94626"/>
                </a:cubicBezTo>
                <a:cubicBezTo>
                  <a:pt x="1460836" y="96137"/>
                  <a:pt x="1457058" y="96893"/>
                  <a:pt x="1453043" y="96893"/>
                </a:cubicBezTo>
                <a:cubicBezTo>
                  <a:pt x="1445961" y="96893"/>
                  <a:pt x="1440381" y="94980"/>
                  <a:pt x="1436300" y="91153"/>
                </a:cubicBezTo>
                <a:cubicBezTo>
                  <a:pt x="1432220" y="87326"/>
                  <a:pt x="1430180" y="82489"/>
                  <a:pt x="1430180" y="76641"/>
                </a:cubicBezTo>
                <a:cubicBezTo>
                  <a:pt x="1430180" y="72771"/>
                  <a:pt x="1431108" y="69321"/>
                  <a:pt x="1432965" y="66290"/>
                </a:cubicBezTo>
                <a:cubicBezTo>
                  <a:pt x="1434821" y="63258"/>
                  <a:pt x="1437423" y="60936"/>
                  <a:pt x="1440769" y="59323"/>
                </a:cubicBezTo>
                <a:cubicBezTo>
                  <a:pt x="1444116" y="57711"/>
                  <a:pt x="1448941" y="56303"/>
                  <a:pt x="1455245" y="55099"/>
                </a:cubicBezTo>
                <a:cubicBezTo>
                  <a:pt x="1463751" y="53508"/>
                  <a:pt x="1469645" y="52025"/>
                  <a:pt x="1472926" y="50649"/>
                </a:cubicBezTo>
                <a:lnTo>
                  <a:pt x="1472926" y="48815"/>
                </a:lnTo>
                <a:cubicBezTo>
                  <a:pt x="1472926" y="45278"/>
                  <a:pt x="1472063" y="42757"/>
                  <a:pt x="1470336" y="41251"/>
                </a:cubicBezTo>
                <a:cubicBezTo>
                  <a:pt x="1468609" y="39744"/>
                  <a:pt x="1465349" y="38990"/>
                  <a:pt x="1460556" y="38990"/>
                </a:cubicBezTo>
                <a:cubicBezTo>
                  <a:pt x="1457317" y="38990"/>
                  <a:pt x="1454791" y="39642"/>
                  <a:pt x="1452978" y="40946"/>
                </a:cubicBezTo>
                <a:cubicBezTo>
                  <a:pt x="1451164" y="42248"/>
                  <a:pt x="1449696" y="44532"/>
                  <a:pt x="1448574" y="47799"/>
                </a:cubicBezTo>
                <a:moveTo>
                  <a:pt x="1472926" y="62566"/>
                </a:moveTo>
                <a:cubicBezTo>
                  <a:pt x="1470595" y="63334"/>
                  <a:pt x="1466903" y="64251"/>
                  <a:pt x="1461851" y="65319"/>
                </a:cubicBezTo>
                <a:cubicBezTo>
                  <a:pt x="1456799" y="66385"/>
                  <a:pt x="1453496" y="67430"/>
                  <a:pt x="1451942" y="68454"/>
                </a:cubicBezTo>
                <a:cubicBezTo>
                  <a:pt x="1449567" y="70117"/>
                  <a:pt x="1448379" y="72229"/>
                  <a:pt x="1448379" y="74789"/>
                </a:cubicBezTo>
                <a:cubicBezTo>
                  <a:pt x="1448379" y="77307"/>
                  <a:pt x="1449329" y="79483"/>
                  <a:pt x="1451229" y="81318"/>
                </a:cubicBezTo>
                <a:cubicBezTo>
                  <a:pt x="1453129" y="83152"/>
                  <a:pt x="1455547" y="84069"/>
                  <a:pt x="1458483" y="84069"/>
                </a:cubicBezTo>
                <a:cubicBezTo>
                  <a:pt x="1461765" y="84069"/>
                  <a:pt x="1464895" y="83002"/>
                  <a:pt x="1467875" y="80869"/>
                </a:cubicBezTo>
                <a:cubicBezTo>
                  <a:pt x="1470077" y="79248"/>
                  <a:pt x="1471523" y="77264"/>
                  <a:pt x="1472214" y="74916"/>
                </a:cubicBezTo>
                <a:cubicBezTo>
                  <a:pt x="1472689" y="73381"/>
                  <a:pt x="1472926" y="70459"/>
                  <a:pt x="1472926" y="66150"/>
                </a:cubicBezTo>
                <a:lnTo>
                  <a:pt x="1472926" y="62566"/>
                </a:lnTo>
                <a:close/>
                <a:moveTo>
                  <a:pt x="1540265" y="26555"/>
                </a:moveTo>
                <a:lnTo>
                  <a:pt x="1540265" y="41063"/>
                </a:lnTo>
                <a:lnTo>
                  <a:pt x="1527829" y="41063"/>
                </a:lnTo>
                <a:lnTo>
                  <a:pt x="1527829" y="68739"/>
                </a:lnTo>
                <a:cubicBezTo>
                  <a:pt x="1527829" y="74344"/>
                  <a:pt x="1527948" y="77610"/>
                  <a:pt x="1528186" y="78537"/>
                </a:cubicBezTo>
                <a:cubicBezTo>
                  <a:pt x="1528423" y="79463"/>
                  <a:pt x="1528963" y="80228"/>
                  <a:pt x="1529805" y="80832"/>
                </a:cubicBezTo>
                <a:cubicBezTo>
                  <a:pt x="1530647" y="81436"/>
                  <a:pt x="1531672" y="81737"/>
                  <a:pt x="1532881" y="81737"/>
                </a:cubicBezTo>
                <a:cubicBezTo>
                  <a:pt x="1534565" y="81737"/>
                  <a:pt x="1537005" y="81154"/>
                  <a:pt x="1540200" y="79988"/>
                </a:cubicBezTo>
                <a:lnTo>
                  <a:pt x="1541754" y="94161"/>
                </a:lnTo>
                <a:cubicBezTo>
                  <a:pt x="1537523" y="95982"/>
                  <a:pt x="1532730" y="96893"/>
                  <a:pt x="1527376" y="96893"/>
                </a:cubicBezTo>
                <a:cubicBezTo>
                  <a:pt x="1524094" y="96893"/>
                  <a:pt x="1521137" y="96342"/>
                  <a:pt x="1518503" y="95241"/>
                </a:cubicBezTo>
                <a:cubicBezTo>
                  <a:pt x="1515869" y="94140"/>
                  <a:pt x="1513937" y="92715"/>
                  <a:pt x="1512706" y="90967"/>
                </a:cubicBezTo>
                <a:cubicBezTo>
                  <a:pt x="1511475" y="89218"/>
                  <a:pt x="1510623" y="86854"/>
                  <a:pt x="1510148" y="83875"/>
                </a:cubicBezTo>
                <a:cubicBezTo>
                  <a:pt x="1509759" y="81759"/>
                  <a:pt x="1509565" y="77484"/>
                  <a:pt x="1509565" y="71050"/>
                </a:cubicBezTo>
                <a:lnTo>
                  <a:pt x="1509565" y="41063"/>
                </a:lnTo>
                <a:lnTo>
                  <a:pt x="1501210" y="41063"/>
                </a:lnTo>
                <a:lnTo>
                  <a:pt x="1501210" y="26555"/>
                </a:lnTo>
                <a:lnTo>
                  <a:pt x="1509565" y="26555"/>
                </a:lnTo>
                <a:lnTo>
                  <a:pt x="1509565" y="12824"/>
                </a:lnTo>
                <a:lnTo>
                  <a:pt x="1527829" y="2073"/>
                </a:lnTo>
                <a:lnTo>
                  <a:pt x="1527829" y="26555"/>
                </a:lnTo>
                <a:lnTo>
                  <a:pt x="1540265" y="26555"/>
                </a:lnTo>
                <a:close/>
                <a:moveTo>
                  <a:pt x="1552894" y="17228"/>
                </a:moveTo>
                <a:lnTo>
                  <a:pt x="1552894" y="389"/>
                </a:lnTo>
                <a:lnTo>
                  <a:pt x="1571094" y="389"/>
                </a:lnTo>
                <a:lnTo>
                  <a:pt x="1571094" y="17228"/>
                </a:lnTo>
                <a:lnTo>
                  <a:pt x="1552894" y="17228"/>
                </a:lnTo>
                <a:moveTo>
                  <a:pt x="1552894" y="95338"/>
                </a:moveTo>
                <a:lnTo>
                  <a:pt x="1552894" y="26555"/>
                </a:lnTo>
                <a:lnTo>
                  <a:pt x="1571094" y="26555"/>
                </a:lnTo>
                <a:lnTo>
                  <a:pt x="1571094" y="95338"/>
                </a:lnTo>
                <a:lnTo>
                  <a:pt x="1552894" y="95338"/>
                </a:lnTo>
                <a:close/>
                <a:moveTo>
                  <a:pt x="1585559" y="59975"/>
                </a:moveTo>
                <a:cubicBezTo>
                  <a:pt x="1585559" y="53930"/>
                  <a:pt x="1587049" y="48079"/>
                  <a:pt x="1590028" y="42423"/>
                </a:cubicBezTo>
                <a:cubicBezTo>
                  <a:pt x="1593007" y="36767"/>
                  <a:pt x="1597228" y="32449"/>
                  <a:pt x="1602690" y="29469"/>
                </a:cubicBezTo>
                <a:cubicBezTo>
                  <a:pt x="1608152" y="26490"/>
                  <a:pt x="1614251" y="25000"/>
                  <a:pt x="1620987" y="25000"/>
                </a:cubicBezTo>
                <a:cubicBezTo>
                  <a:pt x="1631393" y="25000"/>
                  <a:pt x="1639921" y="28379"/>
                  <a:pt x="1646570" y="35137"/>
                </a:cubicBezTo>
                <a:cubicBezTo>
                  <a:pt x="1653220" y="41894"/>
                  <a:pt x="1656545" y="50433"/>
                  <a:pt x="1656545" y="60752"/>
                </a:cubicBezTo>
                <a:cubicBezTo>
                  <a:pt x="1656545" y="71158"/>
                  <a:pt x="1653188" y="79783"/>
                  <a:pt x="1646473" y="86627"/>
                </a:cubicBezTo>
                <a:cubicBezTo>
                  <a:pt x="1639759" y="93471"/>
                  <a:pt x="1631307" y="96893"/>
                  <a:pt x="1621117" y="96893"/>
                </a:cubicBezTo>
                <a:cubicBezTo>
                  <a:pt x="1614813" y="96893"/>
                  <a:pt x="1608800" y="95468"/>
                  <a:pt x="1603079" y="92618"/>
                </a:cubicBezTo>
                <a:cubicBezTo>
                  <a:pt x="1597358" y="89768"/>
                  <a:pt x="1593007" y="85591"/>
                  <a:pt x="1590028" y="80086"/>
                </a:cubicBezTo>
                <a:cubicBezTo>
                  <a:pt x="1587049" y="74580"/>
                  <a:pt x="1585559" y="67877"/>
                  <a:pt x="1585559" y="59975"/>
                </a:cubicBezTo>
                <a:moveTo>
                  <a:pt x="1604212" y="60947"/>
                </a:moveTo>
                <a:cubicBezTo>
                  <a:pt x="1604212" y="67747"/>
                  <a:pt x="1605831" y="72956"/>
                  <a:pt x="1609070" y="76572"/>
                </a:cubicBezTo>
                <a:cubicBezTo>
                  <a:pt x="1612308" y="80188"/>
                  <a:pt x="1616302" y="81996"/>
                  <a:pt x="1621052" y="81996"/>
                </a:cubicBezTo>
                <a:cubicBezTo>
                  <a:pt x="1625802" y="81996"/>
                  <a:pt x="1629785" y="80188"/>
                  <a:pt x="1633002" y="76572"/>
                </a:cubicBezTo>
                <a:cubicBezTo>
                  <a:pt x="1636218" y="72956"/>
                  <a:pt x="1637827" y="67704"/>
                  <a:pt x="1637827" y="60817"/>
                </a:cubicBezTo>
                <a:cubicBezTo>
                  <a:pt x="1637827" y="54103"/>
                  <a:pt x="1636218" y="48938"/>
                  <a:pt x="1633002" y="45321"/>
                </a:cubicBezTo>
                <a:cubicBezTo>
                  <a:pt x="1629785" y="41705"/>
                  <a:pt x="1625802" y="39897"/>
                  <a:pt x="1621052" y="39897"/>
                </a:cubicBezTo>
                <a:cubicBezTo>
                  <a:pt x="1616302" y="39897"/>
                  <a:pt x="1612308" y="41705"/>
                  <a:pt x="1609070" y="45321"/>
                </a:cubicBezTo>
                <a:cubicBezTo>
                  <a:pt x="1605831" y="48938"/>
                  <a:pt x="1604212" y="54146"/>
                  <a:pt x="1604212" y="60947"/>
                </a:cubicBezTo>
                <a:close/>
                <a:moveTo>
                  <a:pt x="1733382" y="95338"/>
                </a:moveTo>
                <a:lnTo>
                  <a:pt x="1715182" y="95338"/>
                </a:lnTo>
                <a:lnTo>
                  <a:pt x="1715182" y="60275"/>
                </a:lnTo>
                <a:cubicBezTo>
                  <a:pt x="1715182" y="52856"/>
                  <a:pt x="1714793" y="48058"/>
                  <a:pt x="1714016" y="45880"/>
                </a:cubicBezTo>
                <a:cubicBezTo>
                  <a:pt x="1713239" y="43702"/>
                  <a:pt x="1711976" y="42009"/>
                  <a:pt x="1710227" y="40802"/>
                </a:cubicBezTo>
                <a:cubicBezTo>
                  <a:pt x="1708478" y="39594"/>
                  <a:pt x="1706373" y="38990"/>
                  <a:pt x="1703912" y="38990"/>
                </a:cubicBezTo>
                <a:cubicBezTo>
                  <a:pt x="1700760" y="38990"/>
                  <a:pt x="1697932" y="39853"/>
                  <a:pt x="1695427" y="41579"/>
                </a:cubicBezTo>
                <a:cubicBezTo>
                  <a:pt x="1692923" y="43303"/>
                  <a:pt x="1691207" y="45589"/>
                  <a:pt x="1690278" y="48436"/>
                </a:cubicBezTo>
                <a:cubicBezTo>
                  <a:pt x="1689350" y="51282"/>
                  <a:pt x="1688886" y="56544"/>
                  <a:pt x="1688886" y="64222"/>
                </a:cubicBezTo>
                <a:lnTo>
                  <a:pt x="1688886" y="95338"/>
                </a:lnTo>
                <a:lnTo>
                  <a:pt x="1670686" y="95338"/>
                </a:lnTo>
                <a:lnTo>
                  <a:pt x="1670686" y="26555"/>
                </a:lnTo>
                <a:lnTo>
                  <a:pt x="1687591" y="26555"/>
                </a:lnTo>
                <a:lnTo>
                  <a:pt x="1687591" y="36659"/>
                </a:lnTo>
                <a:cubicBezTo>
                  <a:pt x="1693592" y="28887"/>
                  <a:pt x="1701149" y="25000"/>
                  <a:pt x="1710259" y="25000"/>
                </a:cubicBezTo>
                <a:cubicBezTo>
                  <a:pt x="1714275" y="25000"/>
                  <a:pt x="1717945" y="25724"/>
                  <a:pt x="1721270" y="27170"/>
                </a:cubicBezTo>
                <a:cubicBezTo>
                  <a:pt x="1724595" y="28617"/>
                  <a:pt x="1727110" y="30463"/>
                  <a:pt x="1728815" y="32708"/>
                </a:cubicBezTo>
                <a:cubicBezTo>
                  <a:pt x="1730521" y="34953"/>
                  <a:pt x="1731708" y="37501"/>
                  <a:pt x="1732378" y="40350"/>
                </a:cubicBezTo>
                <a:cubicBezTo>
                  <a:pt x="1733047" y="43200"/>
                  <a:pt x="1733382" y="47281"/>
                  <a:pt x="1733382" y="52592"/>
                </a:cubicBezTo>
                <a:lnTo>
                  <a:pt x="1733382" y="95338"/>
                </a:lnTo>
                <a:close/>
                <a:moveTo>
                  <a:pt x="1787377" y="26555"/>
                </a:moveTo>
                <a:lnTo>
                  <a:pt x="1804152" y="26555"/>
                </a:lnTo>
                <a:lnTo>
                  <a:pt x="1804152" y="35946"/>
                </a:lnTo>
                <a:cubicBezTo>
                  <a:pt x="1810154" y="28649"/>
                  <a:pt x="1817300" y="25000"/>
                  <a:pt x="1825590" y="25000"/>
                </a:cubicBezTo>
                <a:cubicBezTo>
                  <a:pt x="1829994" y="25000"/>
                  <a:pt x="1833815" y="25911"/>
                  <a:pt x="1837054" y="27733"/>
                </a:cubicBezTo>
                <a:cubicBezTo>
                  <a:pt x="1840292" y="29554"/>
                  <a:pt x="1842948" y="32309"/>
                  <a:pt x="1845020" y="35997"/>
                </a:cubicBezTo>
                <a:cubicBezTo>
                  <a:pt x="1848043" y="32309"/>
                  <a:pt x="1851303" y="29554"/>
                  <a:pt x="1854800" y="27733"/>
                </a:cubicBezTo>
                <a:cubicBezTo>
                  <a:pt x="1858298" y="25911"/>
                  <a:pt x="1862033" y="25000"/>
                  <a:pt x="1866005" y="25000"/>
                </a:cubicBezTo>
                <a:cubicBezTo>
                  <a:pt x="1871057" y="25000"/>
                  <a:pt x="1875332" y="26026"/>
                  <a:pt x="1878829" y="28077"/>
                </a:cubicBezTo>
                <a:cubicBezTo>
                  <a:pt x="1882327" y="30128"/>
                  <a:pt x="1884939" y="33140"/>
                  <a:pt x="1886666" y="37112"/>
                </a:cubicBezTo>
                <a:cubicBezTo>
                  <a:pt x="1887918" y="40048"/>
                  <a:pt x="1888544" y="44798"/>
                  <a:pt x="1888544" y="51361"/>
                </a:cubicBezTo>
                <a:lnTo>
                  <a:pt x="1888544" y="95338"/>
                </a:lnTo>
                <a:lnTo>
                  <a:pt x="1870345" y="95338"/>
                </a:lnTo>
                <a:lnTo>
                  <a:pt x="1870345" y="56069"/>
                </a:lnTo>
                <a:cubicBezTo>
                  <a:pt x="1870345" y="49255"/>
                  <a:pt x="1869719" y="44856"/>
                  <a:pt x="1868466" y="42872"/>
                </a:cubicBezTo>
                <a:cubicBezTo>
                  <a:pt x="1866782" y="40284"/>
                  <a:pt x="1864192" y="38990"/>
                  <a:pt x="1860694" y="38990"/>
                </a:cubicBezTo>
                <a:cubicBezTo>
                  <a:pt x="1858147" y="38990"/>
                  <a:pt x="1855750" y="39767"/>
                  <a:pt x="1853505" y="41320"/>
                </a:cubicBezTo>
                <a:cubicBezTo>
                  <a:pt x="1851260" y="42872"/>
                  <a:pt x="1849640" y="45147"/>
                  <a:pt x="1848647" y="48145"/>
                </a:cubicBezTo>
                <a:cubicBezTo>
                  <a:pt x="1847654" y="51142"/>
                  <a:pt x="1847158" y="55875"/>
                  <a:pt x="1847158" y="62345"/>
                </a:cubicBezTo>
                <a:lnTo>
                  <a:pt x="1847158" y="95338"/>
                </a:lnTo>
                <a:lnTo>
                  <a:pt x="1828958" y="95338"/>
                </a:lnTo>
                <a:lnTo>
                  <a:pt x="1828958" y="57686"/>
                </a:lnTo>
                <a:cubicBezTo>
                  <a:pt x="1828958" y="51001"/>
                  <a:pt x="1828634" y="46689"/>
                  <a:pt x="1827986" y="44749"/>
                </a:cubicBezTo>
                <a:cubicBezTo>
                  <a:pt x="1827339" y="42807"/>
                  <a:pt x="1826335" y="41362"/>
                  <a:pt x="1824975" y="40413"/>
                </a:cubicBezTo>
                <a:cubicBezTo>
                  <a:pt x="1823615" y="39465"/>
                  <a:pt x="1821769" y="38990"/>
                  <a:pt x="1819437" y="38990"/>
                </a:cubicBezTo>
                <a:cubicBezTo>
                  <a:pt x="1816630" y="38990"/>
                  <a:pt x="1814104" y="39745"/>
                  <a:pt x="1811859" y="41255"/>
                </a:cubicBezTo>
                <a:cubicBezTo>
                  <a:pt x="1809614" y="42764"/>
                  <a:pt x="1808005" y="44942"/>
                  <a:pt x="1807034" y="47789"/>
                </a:cubicBezTo>
                <a:cubicBezTo>
                  <a:pt x="1806062" y="50636"/>
                  <a:pt x="1805577" y="55358"/>
                  <a:pt x="1805577" y="61957"/>
                </a:cubicBezTo>
                <a:lnTo>
                  <a:pt x="1805577" y="95338"/>
                </a:lnTo>
                <a:lnTo>
                  <a:pt x="1787377" y="95338"/>
                </a:lnTo>
                <a:lnTo>
                  <a:pt x="1787377" y="26555"/>
                </a:lnTo>
                <a:close/>
                <a:moveTo>
                  <a:pt x="1902448" y="59975"/>
                </a:moveTo>
                <a:cubicBezTo>
                  <a:pt x="1902448" y="53930"/>
                  <a:pt x="1903937" y="48079"/>
                  <a:pt x="1906917" y="42423"/>
                </a:cubicBezTo>
                <a:cubicBezTo>
                  <a:pt x="1909896" y="36767"/>
                  <a:pt x="1914117" y="32449"/>
                  <a:pt x="1919579" y="29469"/>
                </a:cubicBezTo>
                <a:cubicBezTo>
                  <a:pt x="1925041" y="26490"/>
                  <a:pt x="1931140" y="25000"/>
                  <a:pt x="1937876" y="25000"/>
                </a:cubicBezTo>
                <a:cubicBezTo>
                  <a:pt x="1948282" y="25000"/>
                  <a:pt x="1956810" y="28379"/>
                  <a:pt x="1963459" y="35137"/>
                </a:cubicBezTo>
                <a:cubicBezTo>
                  <a:pt x="1970109" y="41894"/>
                  <a:pt x="1973433" y="50433"/>
                  <a:pt x="1973433" y="60752"/>
                </a:cubicBezTo>
                <a:cubicBezTo>
                  <a:pt x="1973433" y="71158"/>
                  <a:pt x="1970076" y="79783"/>
                  <a:pt x="1963362" y="86627"/>
                </a:cubicBezTo>
                <a:cubicBezTo>
                  <a:pt x="1956648" y="93471"/>
                  <a:pt x="1948196" y="96893"/>
                  <a:pt x="1938005" y="96893"/>
                </a:cubicBezTo>
                <a:cubicBezTo>
                  <a:pt x="1931701" y="96893"/>
                  <a:pt x="1925689" y="95468"/>
                  <a:pt x="1919968" y="92618"/>
                </a:cubicBezTo>
                <a:cubicBezTo>
                  <a:pt x="1914246" y="89768"/>
                  <a:pt x="1909896" y="85591"/>
                  <a:pt x="1906917" y="80086"/>
                </a:cubicBezTo>
                <a:cubicBezTo>
                  <a:pt x="1903937" y="74580"/>
                  <a:pt x="1902448" y="67877"/>
                  <a:pt x="1902448" y="59975"/>
                </a:cubicBezTo>
                <a:moveTo>
                  <a:pt x="1921101" y="60947"/>
                </a:moveTo>
                <a:cubicBezTo>
                  <a:pt x="1921101" y="67747"/>
                  <a:pt x="1922720" y="72956"/>
                  <a:pt x="1925959" y="76572"/>
                </a:cubicBezTo>
                <a:cubicBezTo>
                  <a:pt x="1929197" y="80188"/>
                  <a:pt x="1933191" y="81996"/>
                  <a:pt x="1937941" y="81996"/>
                </a:cubicBezTo>
                <a:cubicBezTo>
                  <a:pt x="1942690" y="81996"/>
                  <a:pt x="1946674" y="80188"/>
                  <a:pt x="1949890" y="76572"/>
                </a:cubicBezTo>
                <a:cubicBezTo>
                  <a:pt x="1953107" y="72956"/>
                  <a:pt x="1954716" y="67704"/>
                  <a:pt x="1954716" y="60817"/>
                </a:cubicBezTo>
                <a:cubicBezTo>
                  <a:pt x="1954716" y="54103"/>
                  <a:pt x="1953107" y="48938"/>
                  <a:pt x="1949890" y="45321"/>
                </a:cubicBezTo>
                <a:cubicBezTo>
                  <a:pt x="1946674" y="41705"/>
                  <a:pt x="1942690" y="39897"/>
                  <a:pt x="1937941" y="39897"/>
                </a:cubicBezTo>
                <a:cubicBezTo>
                  <a:pt x="1933191" y="39897"/>
                  <a:pt x="1929197" y="41705"/>
                  <a:pt x="1925959" y="45321"/>
                </a:cubicBezTo>
                <a:cubicBezTo>
                  <a:pt x="1922720" y="48938"/>
                  <a:pt x="1921101" y="54146"/>
                  <a:pt x="1921101" y="60947"/>
                </a:cubicBezTo>
                <a:close/>
                <a:moveTo>
                  <a:pt x="2050788" y="95338"/>
                </a:moveTo>
                <a:lnTo>
                  <a:pt x="2033884" y="95338"/>
                </a:lnTo>
                <a:lnTo>
                  <a:pt x="2033884" y="85235"/>
                </a:lnTo>
                <a:cubicBezTo>
                  <a:pt x="2031077" y="89164"/>
                  <a:pt x="2027763" y="92089"/>
                  <a:pt x="2023942" y="94011"/>
                </a:cubicBezTo>
                <a:cubicBezTo>
                  <a:pt x="2020121" y="95932"/>
                  <a:pt x="2016267" y="96893"/>
                  <a:pt x="2012381" y="96893"/>
                </a:cubicBezTo>
                <a:cubicBezTo>
                  <a:pt x="2004479" y="96893"/>
                  <a:pt x="1997711" y="93708"/>
                  <a:pt x="1992076" y="87340"/>
                </a:cubicBezTo>
                <a:cubicBezTo>
                  <a:pt x="1986441" y="80971"/>
                  <a:pt x="1983624" y="72087"/>
                  <a:pt x="1983624" y="60688"/>
                </a:cubicBezTo>
                <a:cubicBezTo>
                  <a:pt x="1983624" y="49029"/>
                  <a:pt x="1986366" y="40167"/>
                  <a:pt x="1991850" y="34100"/>
                </a:cubicBezTo>
                <a:cubicBezTo>
                  <a:pt x="1997333" y="28034"/>
                  <a:pt x="2004263" y="25000"/>
                  <a:pt x="2012640" y="25000"/>
                </a:cubicBezTo>
                <a:cubicBezTo>
                  <a:pt x="2020326" y="25000"/>
                  <a:pt x="2026975" y="28196"/>
                  <a:pt x="2032589" y="34586"/>
                </a:cubicBezTo>
                <a:lnTo>
                  <a:pt x="2032589" y="389"/>
                </a:lnTo>
                <a:lnTo>
                  <a:pt x="2050788" y="389"/>
                </a:lnTo>
                <a:lnTo>
                  <a:pt x="2050788" y="95338"/>
                </a:lnTo>
                <a:moveTo>
                  <a:pt x="2002212" y="59491"/>
                </a:moveTo>
                <a:cubicBezTo>
                  <a:pt x="2002212" y="66821"/>
                  <a:pt x="2003227" y="72124"/>
                  <a:pt x="2005257" y="75400"/>
                </a:cubicBezTo>
                <a:cubicBezTo>
                  <a:pt x="2008193" y="80143"/>
                  <a:pt x="2012295" y="82514"/>
                  <a:pt x="2017562" y="82514"/>
                </a:cubicBezTo>
                <a:cubicBezTo>
                  <a:pt x="2021751" y="82514"/>
                  <a:pt x="2025313" y="80736"/>
                  <a:pt x="2028249" y="77179"/>
                </a:cubicBezTo>
                <a:cubicBezTo>
                  <a:pt x="2031185" y="73622"/>
                  <a:pt x="2032653" y="68309"/>
                  <a:pt x="2032653" y="61238"/>
                </a:cubicBezTo>
                <a:cubicBezTo>
                  <a:pt x="2032653" y="53347"/>
                  <a:pt x="2031228" y="47667"/>
                  <a:pt x="2028379" y="44196"/>
                </a:cubicBezTo>
                <a:cubicBezTo>
                  <a:pt x="2025529" y="40726"/>
                  <a:pt x="2021880" y="38990"/>
                  <a:pt x="2017433" y="38990"/>
                </a:cubicBezTo>
                <a:cubicBezTo>
                  <a:pt x="2013115" y="38990"/>
                  <a:pt x="2009499" y="40704"/>
                  <a:pt x="2006584" y="44131"/>
                </a:cubicBezTo>
                <a:cubicBezTo>
                  <a:pt x="2003670" y="47559"/>
                  <a:pt x="2002212" y="52679"/>
                  <a:pt x="2002212" y="59491"/>
                </a:cubicBezTo>
                <a:close/>
                <a:moveTo>
                  <a:pt x="2114024" y="95338"/>
                </a:moveTo>
                <a:lnTo>
                  <a:pt x="2114024" y="85040"/>
                </a:lnTo>
                <a:cubicBezTo>
                  <a:pt x="2111519" y="88711"/>
                  <a:pt x="2108227" y="91604"/>
                  <a:pt x="2104147" y="93719"/>
                </a:cubicBezTo>
                <a:cubicBezTo>
                  <a:pt x="2100066" y="95835"/>
                  <a:pt x="2095759" y="96893"/>
                  <a:pt x="2091225" y="96893"/>
                </a:cubicBezTo>
                <a:cubicBezTo>
                  <a:pt x="2086605" y="96893"/>
                  <a:pt x="2082460" y="95878"/>
                  <a:pt x="2078790" y="93849"/>
                </a:cubicBezTo>
                <a:cubicBezTo>
                  <a:pt x="2075120" y="91819"/>
                  <a:pt x="2072464" y="88970"/>
                  <a:pt x="2070823" y="85299"/>
                </a:cubicBezTo>
                <a:cubicBezTo>
                  <a:pt x="2069183" y="81629"/>
                  <a:pt x="2068362" y="76556"/>
                  <a:pt x="2068362" y="70079"/>
                </a:cubicBezTo>
                <a:lnTo>
                  <a:pt x="2068362" y="26555"/>
                </a:lnTo>
                <a:lnTo>
                  <a:pt x="2086562" y="26555"/>
                </a:lnTo>
                <a:lnTo>
                  <a:pt x="2086562" y="58089"/>
                </a:lnTo>
                <a:cubicBezTo>
                  <a:pt x="2086562" y="67739"/>
                  <a:pt x="2086897" y="73652"/>
                  <a:pt x="2087566" y="75827"/>
                </a:cubicBezTo>
                <a:cubicBezTo>
                  <a:pt x="2088235" y="78002"/>
                  <a:pt x="2089455" y="79725"/>
                  <a:pt x="2091225" y="80996"/>
                </a:cubicBezTo>
                <a:cubicBezTo>
                  <a:pt x="2092996" y="82268"/>
                  <a:pt x="2095241" y="82903"/>
                  <a:pt x="2097961" y="82903"/>
                </a:cubicBezTo>
                <a:cubicBezTo>
                  <a:pt x="2101070" y="82903"/>
                  <a:pt x="2103855" y="82052"/>
                  <a:pt x="2106316" y="80351"/>
                </a:cubicBezTo>
                <a:cubicBezTo>
                  <a:pt x="2108777" y="78649"/>
                  <a:pt x="2110461" y="76538"/>
                  <a:pt x="2111368" y="74018"/>
                </a:cubicBezTo>
                <a:cubicBezTo>
                  <a:pt x="2112275" y="71497"/>
                  <a:pt x="2112728" y="65326"/>
                  <a:pt x="2112728" y="55504"/>
                </a:cubicBezTo>
                <a:lnTo>
                  <a:pt x="2112728" y="26555"/>
                </a:lnTo>
                <a:lnTo>
                  <a:pt x="2130928" y="26555"/>
                </a:lnTo>
                <a:lnTo>
                  <a:pt x="2130928" y="95338"/>
                </a:lnTo>
                <a:lnTo>
                  <a:pt x="2114024" y="95338"/>
                </a:lnTo>
                <a:close/>
                <a:moveTo>
                  <a:pt x="2149796" y="95338"/>
                </a:moveTo>
                <a:lnTo>
                  <a:pt x="2149796" y="389"/>
                </a:lnTo>
                <a:lnTo>
                  <a:pt x="2167996" y="389"/>
                </a:lnTo>
                <a:lnTo>
                  <a:pt x="2167996" y="95338"/>
                </a:lnTo>
                <a:lnTo>
                  <a:pt x="2149796" y="95338"/>
                </a:lnTo>
                <a:close/>
                <a:moveTo>
                  <a:pt x="2226505" y="73447"/>
                </a:moveTo>
                <a:lnTo>
                  <a:pt x="2244640" y="76556"/>
                </a:lnTo>
                <a:cubicBezTo>
                  <a:pt x="2242308" y="83184"/>
                  <a:pt x="2238627" y="88230"/>
                  <a:pt x="2233597" y="91695"/>
                </a:cubicBezTo>
                <a:cubicBezTo>
                  <a:pt x="2228566" y="95160"/>
                  <a:pt x="2222273" y="96893"/>
                  <a:pt x="2214717" y="96893"/>
                </a:cubicBezTo>
                <a:cubicBezTo>
                  <a:pt x="2202756" y="96893"/>
                  <a:pt x="2193905" y="92985"/>
                  <a:pt x="2188162" y="85170"/>
                </a:cubicBezTo>
                <a:cubicBezTo>
                  <a:pt x="2183628" y="78909"/>
                  <a:pt x="2181361" y="71007"/>
                  <a:pt x="2181361" y="61465"/>
                </a:cubicBezTo>
                <a:cubicBezTo>
                  <a:pt x="2181361" y="50066"/>
                  <a:pt x="2184341" y="41138"/>
                  <a:pt x="2190299" y="34683"/>
                </a:cubicBezTo>
                <a:cubicBezTo>
                  <a:pt x="2196258" y="28228"/>
                  <a:pt x="2203793" y="25000"/>
                  <a:pt x="2212903" y="25000"/>
                </a:cubicBezTo>
                <a:cubicBezTo>
                  <a:pt x="2223137" y="25000"/>
                  <a:pt x="2231211" y="28379"/>
                  <a:pt x="2237127" y="35137"/>
                </a:cubicBezTo>
                <a:cubicBezTo>
                  <a:pt x="2243042" y="41894"/>
                  <a:pt x="2245870" y="52246"/>
                  <a:pt x="2245611" y="66193"/>
                </a:cubicBezTo>
                <a:lnTo>
                  <a:pt x="2200015" y="66193"/>
                </a:lnTo>
                <a:cubicBezTo>
                  <a:pt x="2200144" y="71590"/>
                  <a:pt x="2201612" y="75789"/>
                  <a:pt x="2204419" y="78790"/>
                </a:cubicBezTo>
                <a:cubicBezTo>
                  <a:pt x="2207225" y="81791"/>
                  <a:pt x="2210723" y="83292"/>
                  <a:pt x="2214911" y="83292"/>
                </a:cubicBezTo>
                <a:cubicBezTo>
                  <a:pt x="2217761" y="83292"/>
                  <a:pt x="2220157" y="82514"/>
                  <a:pt x="2222100" y="80960"/>
                </a:cubicBezTo>
                <a:cubicBezTo>
                  <a:pt x="2224044" y="79406"/>
                  <a:pt x="2225512" y="76901"/>
                  <a:pt x="2226505" y="73447"/>
                </a:cubicBezTo>
                <a:moveTo>
                  <a:pt x="2227541" y="55053"/>
                </a:moveTo>
                <a:cubicBezTo>
                  <a:pt x="2227411" y="49807"/>
                  <a:pt x="2226051" y="45818"/>
                  <a:pt x="2223461" y="43087"/>
                </a:cubicBezTo>
                <a:cubicBezTo>
                  <a:pt x="2220870" y="40356"/>
                  <a:pt x="2217718" y="38990"/>
                  <a:pt x="2214004" y="38990"/>
                </a:cubicBezTo>
                <a:cubicBezTo>
                  <a:pt x="2210032" y="38990"/>
                  <a:pt x="2206750" y="40431"/>
                  <a:pt x="2204160" y="43312"/>
                </a:cubicBezTo>
                <a:cubicBezTo>
                  <a:pt x="2201569" y="46194"/>
                  <a:pt x="2200295" y="50107"/>
                  <a:pt x="2200338" y="55053"/>
                </a:cubicBezTo>
                <a:lnTo>
                  <a:pt x="2227541" y="55053"/>
                </a:lnTo>
                <a:close/>
                <a:moveTo>
                  <a:pt x="2339981" y="95338"/>
                </a:moveTo>
                <a:lnTo>
                  <a:pt x="2321781" y="95338"/>
                </a:lnTo>
                <a:lnTo>
                  <a:pt x="2321781" y="26824"/>
                </a:lnTo>
                <a:cubicBezTo>
                  <a:pt x="2315131" y="33066"/>
                  <a:pt x="2307294" y="37683"/>
                  <a:pt x="2298270" y="40674"/>
                </a:cubicBezTo>
                <a:lnTo>
                  <a:pt x="2298270" y="24094"/>
                </a:lnTo>
                <a:cubicBezTo>
                  <a:pt x="2303020" y="22535"/>
                  <a:pt x="2308180" y="19581"/>
                  <a:pt x="2313750" y="15231"/>
                </a:cubicBezTo>
                <a:cubicBezTo>
                  <a:pt x="2319320" y="10879"/>
                  <a:pt x="2323141" y="5802"/>
                  <a:pt x="2325214" y="0"/>
                </a:cubicBezTo>
                <a:lnTo>
                  <a:pt x="2339981" y="0"/>
                </a:lnTo>
                <a:lnTo>
                  <a:pt x="2339981" y="95338"/>
                </a:lnTo>
                <a:close/>
                <a:moveTo>
                  <a:pt x="2421526" y="47799"/>
                </a:moveTo>
                <a:lnTo>
                  <a:pt x="2405010" y="44819"/>
                </a:lnTo>
                <a:cubicBezTo>
                  <a:pt x="2406867" y="38082"/>
                  <a:pt x="2410062" y="33095"/>
                  <a:pt x="2414596" y="29858"/>
                </a:cubicBezTo>
                <a:cubicBezTo>
                  <a:pt x="2419129" y="26620"/>
                  <a:pt x="2425865" y="25000"/>
                  <a:pt x="2434803" y="25000"/>
                </a:cubicBezTo>
                <a:cubicBezTo>
                  <a:pt x="2442921" y="25000"/>
                  <a:pt x="2448966" y="25961"/>
                  <a:pt x="2452938" y="27883"/>
                </a:cubicBezTo>
                <a:cubicBezTo>
                  <a:pt x="2456911" y="29804"/>
                  <a:pt x="2459707" y="32244"/>
                  <a:pt x="2461326" y="35201"/>
                </a:cubicBezTo>
                <a:cubicBezTo>
                  <a:pt x="2462945" y="38159"/>
                  <a:pt x="2463755" y="43589"/>
                  <a:pt x="2463755" y="51491"/>
                </a:cubicBezTo>
                <a:lnTo>
                  <a:pt x="2463560" y="72734"/>
                </a:lnTo>
                <a:cubicBezTo>
                  <a:pt x="2463560" y="78779"/>
                  <a:pt x="2463852" y="83238"/>
                  <a:pt x="2464435" y="86109"/>
                </a:cubicBezTo>
                <a:cubicBezTo>
                  <a:pt x="2465018" y="88980"/>
                  <a:pt x="2466108" y="92057"/>
                  <a:pt x="2467705" y="95338"/>
                </a:cubicBezTo>
                <a:lnTo>
                  <a:pt x="2449700" y="95338"/>
                </a:lnTo>
                <a:cubicBezTo>
                  <a:pt x="2449225" y="94129"/>
                  <a:pt x="2448642" y="92338"/>
                  <a:pt x="2447951" y="89963"/>
                </a:cubicBezTo>
                <a:cubicBezTo>
                  <a:pt x="2447649" y="88883"/>
                  <a:pt x="2447433" y="88171"/>
                  <a:pt x="2447304" y="87825"/>
                </a:cubicBezTo>
                <a:cubicBezTo>
                  <a:pt x="2444195" y="90848"/>
                  <a:pt x="2440870" y="93115"/>
                  <a:pt x="2437329" y="94626"/>
                </a:cubicBezTo>
                <a:cubicBezTo>
                  <a:pt x="2433789" y="96137"/>
                  <a:pt x="2430011" y="96893"/>
                  <a:pt x="2425995" y="96893"/>
                </a:cubicBezTo>
                <a:cubicBezTo>
                  <a:pt x="2418914" y="96893"/>
                  <a:pt x="2413333" y="94980"/>
                  <a:pt x="2409252" y="91153"/>
                </a:cubicBezTo>
                <a:cubicBezTo>
                  <a:pt x="2405172" y="87326"/>
                  <a:pt x="2403132" y="82489"/>
                  <a:pt x="2403132" y="76641"/>
                </a:cubicBezTo>
                <a:cubicBezTo>
                  <a:pt x="2403132" y="72771"/>
                  <a:pt x="2404060" y="69321"/>
                  <a:pt x="2405917" y="66290"/>
                </a:cubicBezTo>
                <a:cubicBezTo>
                  <a:pt x="2407773" y="63258"/>
                  <a:pt x="2410375" y="60936"/>
                  <a:pt x="2413721" y="59323"/>
                </a:cubicBezTo>
                <a:cubicBezTo>
                  <a:pt x="2417068" y="57711"/>
                  <a:pt x="2421893" y="56303"/>
                  <a:pt x="2428197" y="55099"/>
                </a:cubicBezTo>
                <a:cubicBezTo>
                  <a:pt x="2436703" y="53508"/>
                  <a:pt x="2442597" y="52025"/>
                  <a:pt x="2445879" y="50649"/>
                </a:cubicBezTo>
                <a:lnTo>
                  <a:pt x="2445879" y="48815"/>
                </a:lnTo>
                <a:cubicBezTo>
                  <a:pt x="2445879" y="45278"/>
                  <a:pt x="2445015" y="42757"/>
                  <a:pt x="2443288" y="41251"/>
                </a:cubicBezTo>
                <a:cubicBezTo>
                  <a:pt x="2441561" y="39744"/>
                  <a:pt x="2438301" y="38990"/>
                  <a:pt x="2433508" y="38990"/>
                </a:cubicBezTo>
                <a:cubicBezTo>
                  <a:pt x="2430270" y="38990"/>
                  <a:pt x="2427744" y="39642"/>
                  <a:pt x="2425930" y="40946"/>
                </a:cubicBezTo>
                <a:cubicBezTo>
                  <a:pt x="2424117" y="42248"/>
                  <a:pt x="2422649" y="44532"/>
                  <a:pt x="2421526" y="47799"/>
                </a:cubicBezTo>
                <a:moveTo>
                  <a:pt x="2445879" y="62566"/>
                </a:moveTo>
                <a:cubicBezTo>
                  <a:pt x="2443547" y="63334"/>
                  <a:pt x="2439855" y="64251"/>
                  <a:pt x="2434803" y="65319"/>
                </a:cubicBezTo>
                <a:cubicBezTo>
                  <a:pt x="2429751" y="66385"/>
                  <a:pt x="2426448" y="67430"/>
                  <a:pt x="2424894" y="68454"/>
                </a:cubicBezTo>
                <a:cubicBezTo>
                  <a:pt x="2422519" y="70117"/>
                  <a:pt x="2421332" y="72229"/>
                  <a:pt x="2421332" y="74789"/>
                </a:cubicBezTo>
                <a:cubicBezTo>
                  <a:pt x="2421332" y="77307"/>
                  <a:pt x="2422282" y="79483"/>
                  <a:pt x="2424181" y="81318"/>
                </a:cubicBezTo>
                <a:cubicBezTo>
                  <a:pt x="2426081" y="83152"/>
                  <a:pt x="2428499" y="84069"/>
                  <a:pt x="2431435" y="84069"/>
                </a:cubicBezTo>
                <a:cubicBezTo>
                  <a:pt x="2434717" y="84069"/>
                  <a:pt x="2437847" y="83002"/>
                  <a:pt x="2440827" y="80869"/>
                </a:cubicBezTo>
                <a:cubicBezTo>
                  <a:pt x="2443029" y="79248"/>
                  <a:pt x="2444475" y="77264"/>
                  <a:pt x="2445166" y="74916"/>
                </a:cubicBezTo>
                <a:cubicBezTo>
                  <a:pt x="2445641" y="73381"/>
                  <a:pt x="2445879" y="70459"/>
                  <a:pt x="2445879" y="66150"/>
                </a:cubicBezTo>
                <a:lnTo>
                  <a:pt x="2445879" y="62566"/>
                </a:lnTo>
                <a:close/>
                <a:moveTo>
                  <a:pt x="2544241" y="95338"/>
                </a:moveTo>
                <a:lnTo>
                  <a:pt x="2526041" y="95338"/>
                </a:lnTo>
                <a:lnTo>
                  <a:pt x="2526041" y="60275"/>
                </a:lnTo>
                <a:cubicBezTo>
                  <a:pt x="2526041" y="52856"/>
                  <a:pt x="2525652" y="48058"/>
                  <a:pt x="2524875" y="45880"/>
                </a:cubicBezTo>
                <a:cubicBezTo>
                  <a:pt x="2524098" y="43702"/>
                  <a:pt x="2522835" y="42009"/>
                  <a:pt x="2521086" y="40802"/>
                </a:cubicBezTo>
                <a:cubicBezTo>
                  <a:pt x="2519337" y="39594"/>
                  <a:pt x="2517232" y="38990"/>
                  <a:pt x="2514771" y="38990"/>
                </a:cubicBezTo>
                <a:cubicBezTo>
                  <a:pt x="2511619" y="38990"/>
                  <a:pt x="2508791" y="39853"/>
                  <a:pt x="2506287" y="41579"/>
                </a:cubicBezTo>
                <a:cubicBezTo>
                  <a:pt x="2503782" y="43303"/>
                  <a:pt x="2502066" y="45589"/>
                  <a:pt x="2501137" y="48436"/>
                </a:cubicBezTo>
                <a:cubicBezTo>
                  <a:pt x="2500209" y="51282"/>
                  <a:pt x="2499745" y="56544"/>
                  <a:pt x="2499745" y="64222"/>
                </a:cubicBezTo>
                <a:lnTo>
                  <a:pt x="2499745" y="95338"/>
                </a:lnTo>
                <a:lnTo>
                  <a:pt x="2481545" y="95338"/>
                </a:lnTo>
                <a:lnTo>
                  <a:pt x="2481545" y="26555"/>
                </a:lnTo>
                <a:lnTo>
                  <a:pt x="2498450" y="26555"/>
                </a:lnTo>
                <a:lnTo>
                  <a:pt x="2498450" y="36659"/>
                </a:lnTo>
                <a:cubicBezTo>
                  <a:pt x="2504451" y="28887"/>
                  <a:pt x="2512008" y="25000"/>
                  <a:pt x="2521118" y="25000"/>
                </a:cubicBezTo>
                <a:cubicBezTo>
                  <a:pt x="2525134" y="25000"/>
                  <a:pt x="2528804" y="25724"/>
                  <a:pt x="2532129" y="27170"/>
                </a:cubicBezTo>
                <a:cubicBezTo>
                  <a:pt x="2535454" y="28617"/>
                  <a:pt x="2537969" y="30463"/>
                  <a:pt x="2539674" y="32708"/>
                </a:cubicBezTo>
                <a:cubicBezTo>
                  <a:pt x="2541380" y="34953"/>
                  <a:pt x="2542567" y="37501"/>
                  <a:pt x="2543237" y="40350"/>
                </a:cubicBezTo>
                <a:cubicBezTo>
                  <a:pt x="2543906" y="43200"/>
                  <a:pt x="2544241" y="47281"/>
                  <a:pt x="2544241" y="52592"/>
                </a:cubicBezTo>
                <a:lnTo>
                  <a:pt x="2544241" y="95338"/>
                </a:lnTo>
                <a:close/>
                <a:moveTo>
                  <a:pt x="2625805" y="95338"/>
                </a:moveTo>
                <a:lnTo>
                  <a:pt x="2608901" y="95338"/>
                </a:lnTo>
                <a:lnTo>
                  <a:pt x="2608901" y="85235"/>
                </a:lnTo>
                <a:cubicBezTo>
                  <a:pt x="2606094" y="89164"/>
                  <a:pt x="2602780" y="92089"/>
                  <a:pt x="2598959" y="94011"/>
                </a:cubicBezTo>
                <a:cubicBezTo>
                  <a:pt x="2595137" y="95932"/>
                  <a:pt x="2591284" y="96893"/>
                  <a:pt x="2587398" y="96893"/>
                </a:cubicBezTo>
                <a:cubicBezTo>
                  <a:pt x="2579496" y="96893"/>
                  <a:pt x="2572728" y="93708"/>
                  <a:pt x="2567093" y="87340"/>
                </a:cubicBezTo>
                <a:cubicBezTo>
                  <a:pt x="2561458" y="80971"/>
                  <a:pt x="2558641" y="72087"/>
                  <a:pt x="2558641" y="60688"/>
                </a:cubicBezTo>
                <a:cubicBezTo>
                  <a:pt x="2558641" y="49029"/>
                  <a:pt x="2561383" y="40167"/>
                  <a:pt x="2566866" y="34100"/>
                </a:cubicBezTo>
                <a:cubicBezTo>
                  <a:pt x="2572350" y="28034"/>
                  <a:pt x="2579280" y="25000"/>
                  <a:pt x="2587657" y="25000"/>
                </a:cubicBezTo>
                <a:cubicBezTo>
                  <a:pt x="2595343" y="25000"/>
                  <a:pt x="2601992" y="28196"/>
                  <a:pt x="2607605" y="34586"/>
                </a:cubicBezTo>
                <a:lnTo>
                  <a:pt x="2607605" y="389"/>
                </a:lnTo>
                <a:lnTo>
                  <a:pt x="2625805" y="389"/>
                </a:lnTo>
                <a:lnTo>
                  <a:pt x="2625805" y="95338"/>
                </a:lnTo>
                <a:moveTo>
                  <a:pt x="2577229" y="59491"/>
                </a:moveTo>
                <a:cubicBezTo>
                  <a:pt x="2577229" y="66821"/>
                  <a:pt x="2578244" y="72124"/>
                  <a:pt x="2580273" y="75400"/>
                </a:cubicBezTo>
                <a:cubicBezTo>
                  <a:pt x="2583209" y="80143"/>
                  <a:pt x="2587311" y="82514"/>
                  <a:pt x="2592579" y="82514"/>
                </a:cubicBezTo>
                <a:cubicBezTo>
                  <a:pt x="2596767" y="82514"/>
                  <a:pt x="2600330" y="80736"/>
                  <a:pt x="2603266" y="77179"/>
                </a:cubicBezTo>
                <a:cubicBezTo>
                  <a:pt x="2606202" y="73622"/>
                  <a:pt x="2607670" y="68309"/>
                  <a:pt x="2607670" y="61238"/>
                </a:cubicBezTo>
                <a:cubicBezTo>
                  <a:pt x="2607670" y="53347"/>
                  <a:pt x="2606245" y="47667"/>
                  <a:pt x="2603395" y="44196"/>
                </a:cubicBezTo>
                <a:cubicBezTo>
                  <a:pt x="2600546" y="40726"/>
                  <a:pt x="2596897" y="38990"/>
                  <a:pt x="2592450" y="38990"/>
                </a:cubicBezTo>
                <a:cubicBezTo>
                  <a:pt x="2588132" y="38990"/>
                  <a:pt x="2584516" y="40704"/>
                  <a:pt x="2581601" y="44131"/>
                </a:cubicBezTo>
                <a:cubicBezTo>
                  <a:pt x="2578686" y="47559"/>
                  <a:pt x="2577229" y="52679"/>
                  <a:pt x="2577229" y="59491"/>
                </a:cubicBezTo>
                <a:close/>
                <a:moveTo>
                  <a:pt x="2680643" y="17228"/>
                </a:moveTo>
                <a:lnTo>
                  <a:pt x="2680643" y="389"/>
                </a:lnTo>
                <a:lnTo>
                  <a:pt x="2698843" y="389"/>
                </a:lnTo>
                <a:lnTo>
                  <a:pt x="2698843" y="17228"/>
                </a:lnTo>
                <a:lnTo>
                  <a:pt x="2680643" y="17228"/>
                </a:lnTo>
                <a:moveTo>
                  <a:pt x="2680643" y="95338"/>
                </a:moveTo>
                <a:lnTo>
                  <a:pt x="2680643" y="26555"/>
                </a:lnTo>
                <a:lnTo>
                  <a:pt x="2698843" y="26555"/>
                </a:lnTo>
                <a:lnTo>
                  <a:pt x="2698843" y="95338"/>
                </a:lnTo>
                <a:lnTo>
                  <a:pt x="2680643" y="95338"/>
                </a:lnTo>
                <a:close/>
                <a:moveTo>
                  <a:pt x="2780084" y="95338"/>
                </a:moveTo>
                <a:lnTo>
                  <a:pt x="2761884" y="95338"/>
                </a:lnTo>
                <a:lnTo>
                  <a:pt x="2761884" y="60275"/>
                </a:lnTo>
                <a:cubicBezTo>
                  <a:pt x="2761884" y="52856"/>
                  <a:pt x="2761495" y="48058"/>
                  <a:pt x="2760718" y="45880"/>
                </a:cubicBezTo>
                <a:cubicBezTo>
                  <a:pt x="2759941" y="43702"/>
                  <a:pt x="2758678" y="42009"/>
                  <a:pt x="2756929" y="40802"/>
                </a:cubicBezTo>
                <a:cubicBezTo>
                  <a:pt x="2755180" y="39594"/>
                  <a:pt x="2753076" y="38990"/>
                  <a:pt x="2750614" y="38990"/>
                </a:cubicBezTo>
                <a:cubicBezTo>
                  <a:pt x="2747462" y="38990"/>
                  <a:pt x="2744634" y="39853"/>
                  <a:pt x="2742130" y="41579"/>
                </a:cubicBezTo>
                <a:cubicBezTo>
                  <a:pt x="2739625" y="43303"/>
                  <a:pt x="2737909" y="45589"/>
                  <a:pt x="2736981" y="48436"/>
                </a:cubicBezTo>
                <a:cubicBezTo>
                  <a:pt x="2736052" y="51282"/>
                  <a:pt x="2735588" y="56544"/>
                  <a:pt x="2735588" y="64222"/>
                </a:cubicBezTo>
                <a:lnTo>
                  <a:pt x="2735588" y="95338"/>
                </a:lnTo>
                <a:lnTo>
                  <a:pt x="2717388" y="95338"/>
                </a:lnTo>
                <a:lnTo>
                  <a:pt x="2717388" y="26555"/>
                </a:lnTo>
                <a:lnTo>
                  <a:pt x="2734293" y="26555"/>
                </a:lnTo>
                <a:lnTo>
                  <a:pt x="2734293" y="36659"/>
                </a:lnTo>
                <a:cubicBezTo>
                  <a:pt x="2740295" y="28887"/>
                  <a:pt x="2747851" y="25000"/>
                  <a:pt x="2756962" y="25000"/>
                </a:cubicBezTo>
                <a:cubicBezTo>
                  <a:pt x="2760977" y="25000"/>
                  <a:pt x="2764647" y="25724"/>
                  <a:pt x="2767972" y="27170"/>
                </a:cubicBezTo>
                <a:cubicBezTo>
                  <a:pt x="2771297" y="28617"/>
                  <a:pt x="2773812" y="30463"/>
                  <a:pt x="2775518" y="32708"/>
                </a:cubicBezTo>
                <a:cubicBezTo>
                  <a:pt x="2777223" y="34953"/>
                  <a:pt x="2778411" y="37501"/>
                  <a:pt x="2779080" y="40350"/>
                </a:cubicBezTo>
                <a:cubicBezTo>
                  <a:pt x="2779749" y="43200"/>
                  <a:pt x="2780084" y="47281"/>
                  <a:pt x="2780084" y="52592"/>
                </a:cubicBezTo>
                <a:lnTo>
                  <a:pt x="2780084" y="95338"/>
                </a:lnTo>
                <a:close/>
                <a:moveTo>
                  <a:pt x="2838396" y="73447"/>
                </a:moveTo>
                <a:lnTo>
                  <a:pt x="2856531" y="76556"/>
                </a:lnTo>
                <a:cubicBezTo>
                  <a:pt x="2854200" y="83184"/>
                  <a:pt x="2850519" y="88230"/>
                  <a:pt x="2845488" y="91695"/>
                </a:cubicBezTo>
                <a:cubicBezTo>
                  <a:pt x="2840458" y="95160"/>
                  <a:pt x="2834165" y="96893"/>
                  <a:pt x="2826609" y="96893"/>
                </a:cubicBezTo>
                <a:cubicBezTo>
                  <a:pt x="2814648" y="96893"/>
                  <a:pt x="2805796" y="92985"/>
                  <a:pt x="2800054" y="85170"/>
                </a:cubicBezTo>
                <a:cubicBezTo>
                  <a:pt x="2795520" y="78909"/>
                  <a:pt x="2793253" y="71007"/>
                  <a:pt x="2793253" y="61465"/>
                </a:cubicBezTo>
                <a:cubicBezTo>
                  <a:pt x="2793253" y="50066"/>
                  <a:pt x="2796232" y="41138"/>
                  <a:pt x="2802191" y="34683"/>
                </a:cubicBezTo>
                <a:cubicBezTo>
                  <a:pt x="2808150" y="28228"/>
                  <a:pt x="2815684" y="25000"/>
                  <a:pt x="2824795" y="25000"/>
                </a:cubicBezTo>
                <a:cubicBezTo>
                  <a:pt x="2835028" y="25000"/>
                  <a:pt x="2843103" y="28379"/>
                  <a:pt x="2849018" y="35137"/>
                </a:cubicBezTo>
                <a:cubicBezTo>
                  <a:pt x="2854934" y="41894"/>
                  <a:pt x="2857762" y="52246"/>
                  <a:pt x="2857503" y="66193"/>
                </a:cubicBezTo>
                <a:lnTo>
                  <a:pt x="2811906" y="66193"/>
                </a:lnTo>
                <a:cubicBezTo>
                  <a:pt x="2812036" y="71590"/>
                  <a:pt x="2813504" y="75789"/>
                  <a:pt x="2816310" y="78790"/>
                </a:cubicBezTo>
                <a:cubicBezTo>
                  <a:pt x="2819117" y="81791"/>
                  <a:pt x="2822615" y="83292"/>
                  <a:pt x="2826803" y="83292"/>
                </a:cubicBezTo>
                <a:cubicBezTo>
                  <a:pt x="2829653" y="83292"/>
                  <a:pt x="2832049" y="82514"/>
                  <a:pt x="2833992" y="80960"/>
                </a:cubicBezTo>
                <a:cubicBezTo>
                  <a:pt x="2835935" y="79406"/>
                  <a:pt x="2837403" y="76901"/>
                  <a:pt x="2838396" y="73447"/>
                </a:cubicBezTo>
                <a:moveTo>
                  <a:pt x="2839433" y="55053"/>
                </a:moveTo>
                <a:cubicBezTo>
                  <a:pt x="2839303" y="49807"/>
                  <a:pt x="2837943" y="45818"/>
                  <a:pt x="2835352" y="43087"/>
                </a:cubicBezTo>
                <a:cubicBezTo>
                  <a:pt x="2832762" y="40356"/>
                  <a:pt x="2829609" y="38990"/>
                  <a:pt x="2825896" y="38990"/>
                </a:cubicBezTo>
                <a:cubicBezTo>
                  <a:pt x="2821924" y="38990"/>
                  <a:pt x="2818642" y="40431"/>
                  <a:pt x="2816051" y="43312"/>
                </a:cubicBezTo>
                <a:cubicBezTo>
                  <a:pt x="2813461" y="46194"/>
                  <a:pt x="2812187" y="50107"/>
                  <a:pt x="2812230" y="55053"/>
                </a:cubicBezTo>
                <a:lnTo>
                  <a:pt x="2839433" y="55053"/>
                </a:lnTo>
                <a:close/>
                <a:moveTo>
                  <a:pt x="2889737" y="95338"/>
                </a:moveTo>
                <a:lnTo>
                  <a:pt x="2871537" y="95338"/>
                </a:lnTo>
                <a:lnTo>
                  <a:pt x="2871537" y="26555"/>
                </a:lnTo>
                <a:lnTo>
                  <a:pt x="2888442" y="26555"/>
                </a:lnTo>
                <a:lnTo>
                  <a:pt x="2888442" y="36335"/>
                </a:lnTo>
                <a:cubicBezTo>
                  <a:pt x="2891335" y="31715"/>
                  <a:pt x="2893936" y="28671"/>
                  <a:pt x="2896246" y="27203"/>
                </a:cubicBezTo>
                <a:cubicBezTo>
                  <a:pt x="2898556" y="25734"/>
                  <a:pt x="2901180" y="25000"/>
                  <a:pt x="2904116" y="25000"/>
                </a:cubicBezTo>
                <a:cubicBezTo>
                  <a:pt x="2908261" y="25000"/>
                  <a:pt x="2912255" y="26145"/>
                  <a:pt x="2916098" y="28433"/>
                </a:cubicBezTo>
                <a:lnTo>
                  <a:pt x="2910463" y="44301"/>
                </a:lnTo>
                <a:cubicBezTo>
                  <a:pt x="2907397" y="42315"/>
                  <a:pt x="2904548" y="41322"/>
                  <a:pt x="2901914" y="41322"/>
                </a:cubicBezTo>
                <a:cubicBezTo>
                  <a:pt x="2899366" y="41322"/>
                  <a:pt x="2897207" y="42024"/>
                  <a:pt x="2895437" y="43427"/>
                </a:cubicBezTo>
                <a:cubicBezTo>
                  <a:pt x="2893667" y="44830"/>
                  <a:pt x="2892274" y="47367"/>
                  <a:pt x="2891259" y="51037"/>
                </a:cubicBezTo>
                <a:cubicBezTo>
                  <a:pt x="2890245" y="54707"/>
                  <a:pt x="2889737" y="62393"/>
                  <a:pt x="2889737" y="74095"/>
                </a:cubicBezTo>
                <a:lnTo>
                  <a:pt x="2889737" y="95338"/>
                </a:lnTo>
                <a:close/>
                <a:moveTo>
                  <a:pt x="2955455" y="26555"/>
                </a:moveTo>
                <a:lnTo>
                  <a:pt x="2955455" y="41063"/>
                </a:lnTo>
                <a:lnTo>
                  <a:pt x="2943020" y="41063"/>
                </a:lnTo>
                <a:lnTo>
                  <a:pt x="2943020" y="68739"/>
                </a:lnTo>
                <a:cubicBezTo>
                  <a:pt x="2943020" y="74344"/>
                  <a:pt x="2943138" y="77610"/>
                  <a:pt x="2943376" y="78537"/>
                </a:cubicBezTo>
                <a:cubicBezTo>
                  <a:pt x="2943613" y="79463"/>
                  <a:pt x="2944153" y="80228"/>
                  <a:pt x="2944995" y="80832"/>
                </a:cubicBezTo>
                <a:cubicBezTo>
                  <a:pt x="2945837" y="81436"/>
                  <a:pt x="2946863" y="81737"/>
                  <a:pt x="2948072" y="81737"/>
                </a:cubicBezTo>
                <a:cubicBezTo>
                  <a:pt x="2949756" y="81737"/>
                  <a:pt x="2952195" y="81154"/>
                  <a:pt x="2955390" y="79988"/>
                </a:cubicBezTo>
                <a:lnTo>
                  <a:pt x="2956945" y="94161"/>
                </a:lnTo>
                <a:cubicBezTo>
                  <a:pt x="2952713" y="95982"/>
                  <a:pt x="2947920" y="96893"/>
                  <a:pt x="2942566" y="96893"/>
                </a:cubicBezTo>
                <a:cubicBezTo>
                  <a:pt x="2939285" y="96893"/>
                  <a:pt x="2936327" y="96342"/>
                  <a:pt x="2933693" y="95241"/>
                </a:cubicBezTo>
                <a:cubicBezTo>
                  <a:pt x="2931059" y="94140"/>
                  <a:pt x="2929127" y="92715"/>
                  <a:pt x="2927896" y="90967"/>
                </a:cubicBezTo>
                <a:cubicBezTo>
                  <a:pt x="2926666" y="89218"/>
                  <a:pt x="2925813" y="86854"/>
                  <a:pt x="2925338" y="83875"/>
                </a:cubicBezTo>
                <a:cubicBezTo>
                  <a:pt x="2924949" y="81759"/>
                  <a:pt x="2924755" y="77484"/>
                  <a:pt x="2924755" y="71050"/>
                </a:cubicBezTo>
                <a:lnTo>
                  <a:pt x="2924755" y="41063"/>
                </a:lnTo>
                <a:lnTo>
                  <a:pt x="2916400" y="41063"/>
                </a:lnTo>
                <a:lnTo>
                  <a:pt x="2916400" y="26555"/>
                </a:lnTo>
                <a:lnTo>
                  <a:pt x="2924755" y="26555"/>
                </a:lnTo>
                <a:lnTo>
                  <a:pt x="2924755" y="12824"/>
                </a:lnTo>
                <a:lnTo>
                  <a:pt x="2943020" y="2073"/>
                </a:lnTo>
                <a:lnTo>
                  <a:pt x="2943020" y="26555"/>
                </a:lnTo>
                <a:lnTo>
                  <a:pt x="2955455" y="26555"/>
                </a:lnTo>
                <a:close/>
                <a:moveTo>
                  <a:pt x="2968085" y="17228"/>
                </a:moveTo>
                <a:lnTo>
                  <a:pt x="2968085" y="389"/>
                </a:lnTo>
                <a:lnTo>
                  <a:pt x="2986284" y="389"/>
                </a:lnTo>
                <a:lnTo>
                  <a:pt x="2986284" y="17228"/>
                </a:lnTo>
                <a:lnTo>
                  <a:pt x="2968085" y="17228"/>
                </a:lnTo>
                <a:moveTo>
                  <a:pt x="2968085" y="95338"/>
                </a:moveTo>
                <a:lnTo>
                  <a:pt x="2968085" y="26555"/>
                </a:lnTo>
                <a:lnTo>
                  <a:pt x="2986284" y="26555"/>
                </a:lnTo>
                <a:lnTo>
                  <a:pt x="2986284" y="95338"/>
                </a:lnTo>
                <a:lnTo>
                  <a:pt x="2968085" y="95338"/>
                </a:lnTo>
                <a:close/>
                <a:moveTo>
                  <a:pt x="3018561" y="47799"/>
                </a:moveTo>
                <a:lnTo>
                  <a:pt x="3002045" y="44819"/>
                </a:lnTo>
                <a:cubicBezTo>
                  <a:pt x="3003902" y="38082"/>
                  <a:pt x="3007097" y="33095"/>
                  <a:pt x="3011631" y="29858"/>
                </a:cubicBezTo>
                <a:cubicBezTo>
                  <a:pt x="3016164" y="26620"/>
                  <a:pt x="3022900" y="25000"/>
                  <a:pt x="3031838" y="25000"/>
                </a:cubicBezTo>
                <a:cubicBezTo>
                  <a:pt x="3039956" y="25000"/>
                  <a:pt x="3046001" y="25961"/>
                  <a:pt x="3049973" y="27883"/>
                </a:cubicBezTo>
                <a:cubicBezTo>
                  <a:pt x="3053946" y="29804"/>
                  <a:pt x="3056742" y="32244"/>
                  <a:pt x="3058361" y="35201"/>
                </a:cubicBezTo>
                <a:cubicBezTo>
                  <a:pt x="3059980" y="38159"/>
                  <a:pt x="3060790" y="43589"/>
                  <a:pt x="3060790" y="51491"/>
                </a:cubicBezTo>
                <a:lnTo>
                  <a:pt x="3060595" y="72734"/>
                </a:lnTo>
                <a:cubicBezTo>
                  <a:pt x="3060595" y="78779"/>
                  <a:pt x="3060887" y="83238"/>
                  <a:pt x="3061470" y="86109"/>
                </a:cubicBezTo>
                <a:cubicBezTo>
                  <a:pt x="3062053" y="88980"/>
                  <a:pt x="3063143" y="92057"/>
                  <a:pt x="3064740" y="95338"/>
                </a:cubicBezTo>
                <a:lnTo>
                  <a:pt x="3046735" y="95338"/>
                </a:lnTo>
                <a:cubicBezTo>
                  <a:pt x="3046260" y="94129"/>
                  <a:pt x="3045677" y="92338"/>
                  <a:pt x="3044986" y="89963"/>
                </a:cubicBezTo>
                <a:cubicBezTo>
                  <a:pt x="3044684" y="88883"/>
                  <a:pt x="3044468" y="88171"/>
                  <a:pt x="3044338" y="87825"/>
                </a:cubicBezTo>
                <a:cubicBezTo>
                  <a:pt x="3041230" y="90848"/>
                  <a:pt x="3037905" y="93115"/>
                  <a:pt x="3034364" y="94626"/>
                </a:cubicBezTo>
                <a:cubicBezTo>
                  <a:pt x="3030824" y="96137"/>
                  <a:pt x="3027045" y="96893"/>
                  <a:pt x="3023030" y="96893"/>
                </a:cubicBezTo>
                <a:cubicBezTo>
                  <a:pt x="3015948" y="96893"/>
                  <a:pt x="3010368" y="94980"/>
                  <a:pt x="3006287" y="91153"/>
                </a:cubicBezTo>
                <a:cubicBezTo>
                  <a:pt x="3002207" y="87326"/>
                  <a:pt x="3000167" y="82489"/>
                  <a:pt x="3000167" y="76641"/>
                </a:cubicBezTo>
                <a:cubicBezTo>
                  <a:pt x="3000167" y="72771"/>
                  <a:pt x="3001095" y="69321"/>
                  <a:pt x="3002952" y="66290"/>
                </a:cubicBezTo>
                <a:cubicBezTo>
                  <a:pt x="3004808" y="63258"/>
                  <a:pt x="3007410" y="60936"/>
                  <a:pt x="3010756" y="59323"/>
                </a:cubicBezTo>
                <a:cubicBezTo>
                  <a:pt x="3014103" y="57711"/>
                  <a:pt x="3018928" y="56303"/>
                  <a:pt x="3025232" y="55099"/>
                </a:cubicBezTo>
                <a:cubicBezTo>
                  <a:pt x="3033738" y="53508"/>
                  <a:pt x="3039632" y="52025"/>
                  <a:pt x="3042914" y="50649"/>
                </a:cubicBezTo>
                <a:lnTo>
                  <a:pt x="3042914" y="48815"/>
                </a:lnTo>
                <a:cubicBezTo>
                  <a:pt x="3042914" y="45278"/>
                  <a:pt x="3042050" y="42757"/>
                  <a:pt x="3040323" y="41251"/>
                </a:cubicBezTo>
                <a:cubicBezTo>
                  <a:pt x="3038596" y="39744"/>
                  <a:pt x="3035336" y="38990"/>
                  <a:pt x="3030543" y="38990"/>
                </a:cubicBezTo>
                <a:cubicBezTo>
                  <a:pt x="3027304" y="38990"/>
                  <a:pt x="3024779" y="39642"/>
                  <a:pt x="3022965" y="40946"/>
                </a:cubicBezTo>
                <a:cubicBezTo>
                  <a:pt x="3021152" y="42248"/>
                  <a:pt x="3019683" y="44532"/>
                  <a:pt x="3018561" y="47799"/>
                </a:cubicBezTo>
                <a:moveTo>
                  <a:pt x="3042914" y="62566"/>
                </a:moveTo>
                <a:cubicBezTo>
                  <a:pt x="3040582" y="63334"/>
                  <a:pt x="3036890" y="64251"/>
                  <a:pt x="3031838" y="65319"/>
                </a:cubicBezTo>
                <a:cubicBezTo>
                  <a:pt x="3026786" y="66385"/>
                  <a:pt x="3023483" y="67430"/>
                  <a:pt x="3021929" y="68454"/>
                </a:cubicBezTo>
                <a:cubicBezTo>
                  <a:pt x="3019554" y="70117"/>
                  <a:pt x="3018366" y="72229"/>
                  <a:pt x="3018366" y="74789"/>
                </a:cubicBezTo>
                <a:cubicBezTo>
                  <a:pt x="3018366" y="77307"/>
                  <a:pt x="3019316" y="79483"/>
                  <a:pt x="3021216" y="81318"/>
                </a:cubicBezTo>
                <a:cubicBezTo>
                  <a:pt x="3023116" y="83152"/>
                  <a:pt x="3025534" y="84069"/>
                  <a:pt x="3028470" y="84069"/>
                </a:cubicBezTo>
                <a:cubicBezTo>
                  <a:pt x="3031752" y="84069"/>
                  <a:pt x="3034882" y="83002"/>
                  <a:pt x="3037862" y="80869"/>
                </a:cubicBezTo>
                <a:cubicBezTo>
                  <a:pt x="3040064" y="79248"/>
                  <a:pt x="3041510" y="77264"/>
                  <a:pt x="3042201" y="74916"/>
                </a:cubicBezTo>
                <a:cubicBezTo>
                  <a:pt x="3042676" y="73381"/>
                  <a:pt x="3042914" y="70459"/>
                  <a:pt x="3042914" y="66150"/>
                </a:cubicBezTo>
                <a:lnTo>
                  <a:pt x="3042914" y="62566"/>
                </a:lnTo>
                <a:close/>
                <a:moveTo>
                  <a:pt x="3078710" y="95338"/>
                </a:moveTo>
                <a:lnTo>
                  <a:pt x="3078710" y="389"/>
                </a:lnTo>
                <a:lnTo>
                  <a:pt x="3096910" y="389"/>
                </a:lnTo>
                <a:lnTo>
                  <a:pt x="3096910" y="95338"/>
                </a:lnTo>
                <a:lnTo>
                  <a:pt x="3078710" y="95338"/>
                </a:lnTo>
                <a:close/>
                <a:moveTo>
                  <a:pt x="3215027" y="95338"/>
                </a:moveTo>
                <a:lnTo>
                  <a:pt x="3196827" y="95338"/>
                </a:lnTo>
                <a:lnTo>
                  <a:pt x="3196827" y="60275"/>
                </a:lnTo>
                <a:cubicBezTo>
                  <a:pt x="3196827" y="52856"/>
                  <a:pt x="3196438" y="48058"/>
                  <a:pt x="3195661" y="45880"/>
                </a:cubicBezTo>
                <a:cubicBezTo>
                  <a:pt x="3194884" y="43702"/>
                  <a:pt x="3193621" y="42009"/>
                  <a:pt x="3191872" y="40802"/>
                </a:cubicBezTo>
                <a:cubicBezTo>
                  <a:pt x="3190123" y="39594"/>
                  <a:pt x="3188018" y="38990"/>
                  <a:pt x="3185557" y="38990"/>
                </a:cubicBezTo>
                <a:cubicBezTo>
                  <a:pt x="3182405" y="38990"/>
                  <a:pt x="3179577" y="39853"/>
                  <a:pt x="3177073" y="41579"/>
                </a:cubicBezTo>
                <a:cubicBezTo>
                  <a:pt x="3174568" y="43303"/>
                  <a:pt x="3172852" y="45589"/>
                  <a:pt x="3171924" y="48436"/>
                </a:cubicBezTo>
                <a:cubicBezTo>
                  <a:pt x="3170995" y="51282"/>
                  <a:pt x="3170531" y="56544"/>
                  <a:pt x="3170531" y="64222"/>
                </a:cubicBezTo>
                <a:lnTo>
                  <a:pt x="3170531" y="95338"/>
                </a:lnTo>
                <a:lnTo>
                  <a:pt x="3152331" y="95338"/>
                </a:lnTo>
                <a:lnTo>
                  <a:pt x="3152331" y="26555"/>
                </a:lnTo>
                <a:lnTo>
                  <a:pt x="3169236" y="26555"/>
                </a:lnTo>
                <a:lnTo>
                  <a:pt x="3169236" y="36659"/>
                </a:lnTo>
                <a:cubicBezTo>
                  <a:pt x="3175238" y="28887"/>
                  <a:pt x="3182794" y="25000"/>
                  <a:pt x="3191905" y="25000"/>
                </a:cubicBezTo>
                <a:cubicBezTo>
                  <a:pt x="3195920" y="25000"/>
                  <a:pt x="3199590" y="25724"/>
                  <a:pt x="3202915" y="27170"/>
                </a:cubicBezTo>
                <a:cubicBezTo>
                  <a:pt x="3206240" y="28617"/>
                  <a:pt x="3208755" y="30463"/>
                  <a:pt x="3210461" y="32708"/>
                </a:cubicBezTo>
                <a:cubicBezTo>
                  <a:pt x="3212166" y="34953"/>
                  <a:pt x="3213354" y="37501"/>
                  <a:pt x="3214023" y="40350"/>
                </a:cubicBezTo>
                <a:cubicBezTo>
                  <a:pt x="3214692" y="43200"/>
                  <a:pt x="3215027" y="47281"/>
                  <a:pt x="3215027" y="52592"/>
                </a:cubicBezTo>
                <a:lnTo>
                  <a:pt x="3215027" y="95338"/>
                </a:lnTo>
                <a:close/>
                <a:moveTo>
                  <a:pt x="3247108" y="47799"/>
                </a:moveTo>
                <a:lnTo>
                  <a:pt x="3230592" y="44819"/>
                </a:lnTo>
                <a:cubicBezTo>
                  <a:pt x="3232448" y="38082"/>
                  <a:pt x="3235644" y="33095"/>
                  <a:pt x="3240177" y="29858"/>
                </a:cubicBezTo>
                <a:cubicBezTo>
                  <a:pt x="3244711" y="26620"/>
                  <a:pt x="3251447" y="25000"/>
                  <a:pt x="3260385" y="25000"/>
                </a:cubicBezTo>
                <a:cubicBezTo>
                  <a:pt x="3268503" y="25000"/>
                  <a:pt x="3274548" y="25961"/>
                  <a:pt x="3278520" y="27883"/>
                </a:cubicBezTo>
                <a:cubicBezTo>
                  <a:pt x="3282493" y="29804"/>
                  <a:pt x="3285288" y="32244"/>
                  <a:pt x="3286908" y="35201"/>
                </a:cubicBezTo>
                <a:cubicBezTo>
                  <a:pt x="3288527" y="38159"/>
                  <a:pt x="3289336" y="43589"/>
                  <a:pt x="3289336" y="51491"/>
                </a:cubicBezTo>
                <a:lnTo>
                  <a:pt x="3289142" y="72734"/>
                </a:lnTo>
                <a:cubicBezTo>
                  <a:pt x="3289142" y="78779"/>
                  <a:pt x="3289434" y="83238"/>
                  <a:pt x="3290016" y="86109"/>
                </a:cubicBezTo>
                <a:cubicBezTo>
                  <a:pt x="3290599" y="88980"/>
                  <a:pt x="3291690" y="92057"/>
                  <a:pt x="3293287" y="95338"/>
                </a:cubicBezTo>
                <a:lnTo>
                  <a:pt x="3275282" y="95338"/>
                </a:lnTo>
                <a:cubicBezTo>
                  <a:pt x="3274807" y="94129"/>
                  <a:pt x="3274224" y="92338"/>
                  <a:pt x="3273533" y="89963"/>
                </a:cubicBezTo>
                <a:cubicBezTo>
                  <a:pt x="3273231" y="88883"/>
                  <a:pt x="3273015" y="88171"/>
                  <a:pt x="3272885" y="87825"/>
                </a:cubicBezTo>
                <a:cubicBezTo>
                  <a:pt x="3269776" y="90848"/>
                  <a:pt x="3266452" y="93115"/>
                  <a:pt x="3262911" y="94626"/>
                </a:cubicBezTo>
                <a:cubicBezTo>
                  <a:pt x="3259370" y="96137"/>
                  <a:pt x="3255592" y="96893"/>
                  <a:pt x="3251577" y="96893"/>
                </a:cubicBezTo>
                <a:cubicBezTo>
                  <a:pt x="3244495" y="96893"/>
                  <a:pt x="3238914" y="94980"/>
                  <a:pt x="3234834" y="91153"/>
                </a:cubicBezTo>
                <a:cubicBezTo>
                  <a:pt x="3230754" y="87326"/>
                  <a:pt x="3228714" y="82489"/>
                  <a:pt x="3228714" y="76641"/>
                </a:cubicBezTo>
                <a:cubicBezTo>
                  <a:pt x="3228714" y="72771"/>
                  <a:pt x="3229642" y="69321"/>
                  <a:pt x="3231499" y="66290"/>
                </a:cubicBezTo>
                <a:cubicBezTo>
                  <a:pt x="3233355" y="63258"/>
                  <a:pt x="3235957" y="60936"/>
                  <a:pt x="3239303" y="59323"/>
                </a:cubicBezTo>
                <a:cubicBezTo>
                  <a:pt x="3242649" y="57711"/>
                  <a:pt x="3247475" y="56303"/>
                  <a:pt x="3253779" y="55099"/>
                </a:cubicBezTo>
                <a:cubicBezTo>
                  <a:pt x="3262285" y="53508"/>
                  <a:pt x="3268179" y="52025"/>
                  <a:pt x="3271460" y="50649"/>
                </a:cubicBezTo>
                <a:lnTo>
                  <a:pt x="3271460" y="48815"/>
                </a:lnTo>
                <a:cubicBezTo>
                  <a:pt x="3271460" y="45278"/>
                  <a:pt x="3270597" y="42757"/>
                  <a:pt x="3268870" y="41251"/>
                </a:cubicBezTo>
                <a:cubicBezTo>
                  <a:pt x="3267143" y="39744"/>
                  <a:pt x="3263883" y="38990"/>
                  <a:pt x="3259090" y="38990"/>
                </a:cubicBezTo>
                <a:cubicBezTo>
                  <a:pt x="3255851" y="38990"/>
                  <a:pt x="3253325" y="39642"/>
                  <a:pt x="3251512" y="40946"/>
                </a:cubicBezTo>
                <a:cubicBezTo>
                  <a:pt x="3249698" y="42248"/>
                  <a:pt x="3248230" y="44532"/>
                  <a:pt x="3247108" y="47799"/>
                </a:cubicBezTo>
                <a:moveTo>
                  <a:pt x="3271460" y="62566"/>
                </a:moveTo>
                <a:cubicBezTo>
                  <a:pt x="3269129" y="63334"/>
                  <a:pt x="3265437" y="64251"/>
                  <a:pt x="3260385" y="65319"/>
                </a:cubicBezTo>
                <a:cubicBezTo>
                  <a:pt x="3255333" y="66385"/>
                  <a:pt x="3252030" y="67430"/>
                  <a:pt x="3250476" y="68454"/>
                </a:cubicBezTo>
                <a:cubicBezTo>
                  <a:pt x="3248101" y="70117"/>
                  <a:pt x="3246913" y="72229"/>
                  <a:pt x="3246913" y="74789"/>
                </a:cubicBezTo>
                <a:cubicBezTo>
                  <a:pt x="3246913" y="77307"/>
                  <a:pt x="3247863" y="79483"/>
                  <a:pt x="3249763" y="81318"/>
                </a:cubicBezTo>
                <a:cubicBezTo>
                  <a:pt x="3251663" y="83152"/>
                  <a:pt x="3254081" y="84069"/>
                  <a:pt x="3257017" y="84069"/>
                </a:cubicBezTo>
                <a:cubicBezTo>
                  <a:pt x="3260299" y="84069"/>
                  <a:pt x="3263429" y="83002"/>
                  <a:pt x="3266409" y="80869"/>
                </a:cubicBezTo>
                <a:cubicBezTo>
                  <a:pt x="3268611" y="79248"/>
                  <a:pt x="3270057" y="77264"/>
                  <a:pt x="3270748" y="74916"/>
                </a:cubicBezTo>
                <a:cubicBezTo>
                  <a:pt x="3271223" y="73381"/>
                  <a:pt x="3271460" y="70459"/>
                  <a:pt x="3271460" y="66150"/>
                </a:cubicBezTo>
                <a:lnTo>
                  <a:pt x="3271460" y="62566"/>
                </a:lnTo>
                <a:close/>
                <a:moveTo>
                  <a:pt x="3326170" y="95338"/>
                </a:moveTo>
                <a:lnTo>
                  <a:pt x="3298449" y="26555"/>
                </a:lnTo>
                <a:lnTo>
                  <a:pt x="3317556" y="26555"/>
                </a:lnTo>
                <a:lnTo>
                  <a:pt x="3330509" y="61659"/>
                </a:lnTo>
                <a:lnTo>
                  <a:pt x="3334266" y="73382"/>
                </a:lnTo>
                <a:cubicBezTo>
                  <a:pt x="3335259" y="70403"/>
                  <a:pt x="3335885" y="68438"/>
                  <a:pt x="3336144" y="67488"/>
                </a:cubicBezTo>
                <a:cubicBezTo>
                  <a:pt x="3336749" y="65545"/>
                  <a:pt x="3337396" y="63602"/>
                  <a:pt x="3338087" y="61659"/>
                </a:cubicBezTo>
                <a:lnTo>
                  <a:pt x="3351170" y="26555"/>
                </a:lnTo>
                <a:lnTo>
                  <a:pt x="3369888" y="26555"/>
                </a:lnTo>
                <a:lnTo>
                  <a:pt x="3342556" y="95338"/>
                </a:lnTo>
                <a:lnTo>
                  <a:pt x="3326170" y="95338"/>
                </a:lnTo>
                <a:close/>
                <a:moveTo>
                  <a:pt x="3381008" y="17228"/>
                </a:moveTo>
                <a:lnTo>
                  <a:pt x="3381008" y="389"/>
                </a:lnTo>
                <a:lnTo>
                  <a:pt x="3399208" y="389"/>
                </a:lnTo>
                <a:lnTo>
                  <a:pt x="3399208" y="17228"/>
                </a:lnTo>
                <a:lnTo>
                  <a:pt x="3381008" y="17228"/>
                </a:lnTo>
                <a:moveTo>
                  <a:pt x="3381008" y="95338"/>
                </a:moveTo>
                <a:lnTo>
                  <a:pt x="3381008" y="26555"/>
                </a:lnTo>
                <a:lnTo>
                  <a:pt x="3399208" y="26555"/>
                </a:lnTo>
                <a:lnTo>
                  <a:pt x="3399208" y="95338"/>
                </a:lnTo>
                <a:lnTo>
                  <a:pt x="3381008" y="95338"/>
                </a:lnTo>
                <a:close/>
                <a:moveTo>
                  <a:pt x="3416200" y="99743"/>
                </a:moveTo>
                <a:lnTo>
                  <a:pt x="3436990" y="102333"/>
                </a:lnTo>
                <a:cubicBezTo>
                  <a:pt x="3437336" y="104774"/>
                  <a:pt x="3438134" y="106452"/>
                  <a:pt x="3439387" y="107367"/>
                </a:cubicBezTo>
                <a:cubicBezTo>
                  <a:pt x="3441114" y="108675"/>
                  <a:pt x="3443834" y="109328"/>
                  <a:pt x="3447547" y="109328"/>
                </a:cubicBezTo>
                <a:cubicBezTo>
                  <a:pt x="3452297" y="109328"/>
                  <a:pt x="3455859" y="108611"/>
                  <a:pt x="3458234" y="107175"/>
                </a:cubicBezTo>
                <a:cubicBezTo>
                  <a:pt x="3459832" y="106218"/>
                  <a:pt x="3461041" y="104675"/>
                  <a:pt x="3461861" y="102544"/>
                </a:cubicBezTo>
                <a:cubicBezTo>
                  <a:pt x="3462422" y="101022"/>
                  <a:pt x="3462703" y="98217"/>
                  <a:pt x="3462703" y="94130"/>
                </a:cubicBezTo>
                <a:lnTo>
                  <a:pt x="3462703" y="84018"/>
                </a:lnTo>
                <a:cubicBezTo>
                  <a:pt x="3457263" y="91565"/>
                  <a:pt x="3450397" y="95338"/>
                  <a:pt x="3442107" y="95338"/>
                </a:cubicBezTo>
                <a:cubicBezTo>
                  <a:pt x="3432867" y="95338"/>
                  <a:pt x="3425548" y="91431"/>
                  <a:pt x="3420151" y="83615"/>
                </a:cubicBezTo>
                <a:cubicBezTo>
                  <a:pt x="3415919" y="77441"/>
                  <a:pt x="3413803" y="69755"/>
                  <a:pt x="3413803" y="60558"/>
                </a:cubicBezTo>
                <a:cubicBezTo>
                  <a:pt x="3413803" y="49029"/>
                  <a:pt x="3416578" y="40221"/>
                  <a:pt x="3422126" y="34133"/>
                </a:cubicBezTo>
                <a:cubicBezTo>
                  <a:pt x="3427674" y="28045"/>
                  <a:pt x="3434572" y="25000"/>
                  <a:pt x="3442819" y="25000"/>
                </a:cubicBezTo>
                <a:cubicBezTo>
                  <a:pt x="3451326" y="25000"/>
                  <a:pt x="3458342" y="28753"/>
                  <a:pt x="3463869" y="36258"/>
                </a:cubicBezTo>
                <a:lnTo>
                  <a:pt x="3463869" y="26555"/>
                </a:lnTo>
                <a:lnTo>
                  <a:pt x="3480903" y="26555"/>
                </a:lnTo>
                <a:lnTo>
                  <a:pt x="3480903" y="88319"/>
                </a:lnTo>
                <a:cubicBezTo>
                  <a:pt x="3480903" y="96442"/>
                  <a:pt x="3480234" y="102513"/>
                  <a:pt x="3478895" y="106531"/>
                </a:cubicBezTo>
                <a:cubicBezTo>
                  <a:pt x="3477557" y="110550"/>
                  <a:pt x="3475678" y="113704"/>
                  <a:pt x="3473260" y="115993"/>
                </a:cubicBezTo>
                <a:cubicBezTo>
                  <a:pt x="3470842" y="118285"/>
                  <a:pt x="3467615" y="120078"/>
                  <a:pt x="3463578" y="121373"/>
                </a:cubicBezTo>
                <a:cubicBezTo>
                  <a:pt x="3459540" y="122670"/>
                  <a:pt x="3454434" y="123318"/>
                  <a:pt x="3448260" y="123318"/>
                </a:cubicBezTo>
                <a:cubicBezTo>
                  <a:pt x="3436602" y="123318"/>
                  <a:pt x="3428333" y="121304"/>
                  <a:pt x="3423454" y="117277"/>
                </a:cubicBezTo>
                <a:cubicBezTo>
                  <a:pt x="3418575" y="113250"/>
                  <a:pt x="3416135" y="108146"/>
                  <a:pt x="3416135" y="101963"/>
                </a:cubicBezTo>
                <a:cubicBezTo>
                  <a:pt x="3416135" y="101353"/>
                  <a:pt x="3416157" y="100613"/>
                  <a:pt x="3416200" y="99743"/>
                </a:cubicBezTo>
                <a:moveTo>
                  <a:pt x="3432457" y="59522"/>
                </a:moveTo>
                <a:cubicBezTo>
                  <a:pt x="3432457" y="66797"/>
                  <a:pt x="3433871" y="72125"/>
                  <a:pt x="3436699" y="75503"/>
                </a:cubicBezTo>
                <a:cubicBezTo>
                  <a:pt x="3439527" y="78882"/>
                  <a:pt x="3443014" y="80571"/>
                  <a:pt x="3447159" y="80571"/>
                </a:cubicBezTo>
                <a:cubicBezTo>
                  <a:pt x="3451606" y="80571"/>
                  <a:pt x="3455363" y="78839"/>
                  <a:pt x="3458428" y="75374"/>
                </a:cubicBezTo>
                <a:cubicBezTo>
                  <a:pt x="3461494" y="71909"/>
                  <a:pt x="3463027" y="66776"/>
                  <a:pt x="3463027" y="59975"/>
                </a:cubicBezTo>
                <a:cubicBezTo>
                  <a:pt x="3463027" y="52872"/>
                  <a:pt x="3461559" y="47599"/>
                  <a:pt x="3458623" y="44156"/>
                </a:cubicBezTo>
                <a:cubicBezTo>
                  <a:pt x="3455687" y="40712"/>
                  <a:pt x="3451973" y="38990"/>
                  <a:pt x="3447483" y="38990"/>
                </a:cubicBezTo>
                <a:cubicBezTo>
                  <a:pt x="3443122" y="38990"/>
                  <a:pt x="3439527" y="40680"/>
                  <a:pt x="3436699" y="44058"/>
                </a:cubicBezTo>
                <a:cubicBezTo>
                  <a:pt x="3433871" y="47437"/>
                  <a:pt x="3432457" y="52592"/>
                  <a:pt x="3432457" y="59522"/>
                </a:cubicBezTo>
                <a:close/>
                <a:moveTo>
                  <a:pt x="3512530" y="47799"/>
                </a:moveTo>
                <a:lnTo>
                  <a:pt x="3496014" y="44819"/>
                </a:lnTo>
                <a:cubicBezTo>
                  <a:pt x="3497871" y="38082"/>
                  <a:pt x="3501066" y="33095"/>
                  <a:pt x="3505600" y="29858"/>
                </a:cubicBezTo>
                <a:cubicBezTo>
                  <a:pt x="3510134" y="26620"/>
                  <a:pt x="3516869" y="25000"/>
                  <a:pt x="3525807" y="25000"/>
                </a:cubicBezTo>
                <a:cubicBezTo>
                  <a:pt x="3533925" y="25000"/>
                  <a:pt x="3539970" y="25961"/>
                  <a:pt x="3543942" y="27883"/>
                </a:cubicBezTo>
                <a:cubicBezTo>
                  <a:pt x="3547915" y="29804"/>
                  <a:pt x="3550711" y="32244"/>
                  <a:pt x="3552330" y="35201"/>
                </a:cubicBezTo>
                <a:cubicBezTo>
                  <a:pt x="3553949" y="38159"/>
                  <a:pt x="3554759" y="43589"/>
                  <a:pt x="3554759" y="51491"/>
                </a:cubicBezTo>
                <a:lnTo>
                  <a:pt x="3554564" y="72734"/>
                </a:lnTo>
                <a:cubicBezTo>
                  <a:pt x="3554564" y="78779"/>
                  <a:pt x="3554856" y="83238"/>
                  <a:pt x="3555439" y="86109"/>
                </a:cubicBezTo>
                <a:cubicBezTo>
                  <a:pt x="3556022" y="88980"/>
                  <a:pt x="3557112" y="92057"/>
                  <a:pt x="3558710" y="95338"/>
                </a:cubicBezTo>
                <a:lnTo>
                  <a:pt x="3540704" y="95338"/>
                </a:lnTo>
                <a:cubicBezTo>
                  <a:pt x="3540229" y="94129"/>
                  <a:pt x="3539646" y="92338"/>
                  <a:pt x="3538955" y="89963"/>
                </a:cubicBezTo>
                <a:cubicBezTo>
                  <a:pt x="3538653" y="88883"/>
                  <a:pt x="3538437" y="88171"/>
                  <a:pt x="3538308" y="87825"/>
                </a:cubicBezTo>
                <a:cubicBezTo>
                  <a:pt x="3535199" y="90848"/>
                  <a:pt x="3531874" y="93115"/>
                  <a:pt x="3528333" y="94626"/>
                </a:cubicBezTo>
                <a:cubicBezTo>
                  <a:pt x="3524793" y="96137"/>
                  <a:pt x="3521015" y="96893"/>
                  <a:pt x="3516999" y="96893"/>
                </a:cubicBezTo>
                <a:cubicBezTo>
                  <a:pt x="3509918" y="96893"/>
                  <a:pt x="3504337" y="94980"/>
                  <a:pt x="3500256" y="91153"/>
                </a:cubicBezTo>
                <a:cubicBezTo>
                  <a:pt x="3496176" y="87326"/>
                  <a:pt x="3494136" y="82489"/>
                  <a:pt x="3494136" y="76641"/>
                </a:cubicBezTo>
                <a:cubicBezTo>
                  <a:pt x="3494136" y="72771"/>
                  <a:pt x="3495064" y="69321"/>
                  <a:pt x="3496921" y="66290"/>
                </a:cubicBezTo>
                <a:cubicBezTo>
                  <a:pt x="3498778" y="63258"/>
                  <a:pt x="3501379" y="60936"/>
                  <a:pt x="3504725" y="59323"/>
                </a:cubicBezTo>
                <a:cubicBezTo>
                  <a:pt x="3508072" y="57711"/>
                  <a:pt x="3512897" y="56303"/>
                  <a:pt x="3519201" y="55099"/>
                </a:cubicBezTo>
                <a:cubicBezTo>
                  <a:pt x="3527707" y="53508"/>
                  <a:pt x="3533601" y="52025"/>
                  <a:pt x="3536883" y="50649"/>
                </a:cubicBezTo>
                <a:lnTo>
                  <a:pt x="3536883" y="48815"/>
                </a:lnTo>
                <a:cubicBezTo>
                  <a:pt x="3536883" y="45278"/>
                  <a:pt x="3536019" y="42757"/>
                  <a:pt x="3534292" y="41251"/>
                </a:cubicBezTo>
                <a:cubicBezTo>
                  <a:pt x="3532565" y="39744"/>
                  <a:pt x="3529305" y="38990"/>
                  <a:pt x="3524512" y="38990"/>
                </a:cubicBezTo>
                <a:cubicBezTo>
                  <a:pt x="3521274" y="38990"/>
                  <a:pt x="3518748" y="39642"/>
                  <a:pt x="3516934" y="40946"/>
                </a:cubicBezTo>
                <a:cubicBezTo>
                  <a:pt x="3515121" y="42248"/>
                  <a:pt x="3513653" y="44532"/>
                  <a:pt x="3512530" y="47799"/>
                </a:cubicBezTo>
                <a:moveTo>
                  <a:pt x="3536883" y="62566"/>
                </a:moveTo>
                <a:cubicBezTo>
                  <a:pt x="3534551" y="63334"/>
                  <a:pt x="3530859" y="64251"/>
                  <a:pt x="3525807" y="65319"/>
                </a:cubicBezTo>
                <a:cubicBezTo>
                  <a:pt x="3520756" y="66385"/>
                  <a:pt x="3517452" y="67430"/>
                  <a:pt x="3515898" y="68454"/>
                </a:cubicBezTo>
                <a:cubicBezTo>
                  <a:pt x="3513523" y="70117"/>
                  <a:pt x="3512336" y="72229"/>
                  <a:pt x="3512336" y="74789"/>
                </a:cubicBezTo>
                <a:cubicBezTo>
                  <a:pt x="3512336" y="77307"/>
                  <a:pt x="3513286" y="79483"/>
                  <a:pt x="3515185" y="81318"/>
                </a:cubicBezTo>
                <a:cubicBezTo>
                  <a:pt x="3517085" y="83152"/>
                  <a:pt x="3519503" y="84069"/>
                  <a:pt x="3522439" y="84069"/>
                </a:cubicBezTo>
                <a:cubicBezTo>
                  <a:pt x="3525721" y="84069"/>
                  <a:pt x="3528852" y="83002"/>
                  <a:pt x="3531831" y="80869"/>
                </a:cubicBezTo>
                <a:cubicBezTo>
                  <a:pt x="3534033" y="79248"/>
                  <a:pt x="3535479" y="77264"/>
                  <a:pt x="3536170" y="74916"/>
                </a:cubicBezTo>
                <a:cubicBezTo>
                  <a:pt x="3536645" y="73381"/>
                  <a:pt x="3536883" y="70459"/>
                  <a:pt x="3536883" y="66150"/>
                </a:cubicBezTo>
                <a:lnTo>
                  <a:pt x="3536883" y="62566"/>
                </a:lnTo>
                <a:close/>
                <a:moveTo>
                  <a:pt x="3604222" y="26555"/>
                </a:moveTo>
                <a:lnTo>
                  <a:pt x="3604222" y="41063"/>
                </a:lnTo>
                <a:lnTo>
                  <a:pt x="3591787" y="41063"/>
                </a:lnTo>
                <a:lnTo>
                  <a:pt x="3591787" y="68739"/>
                </a:lnTo>
                <a:cubicBezTo>
                  <a:pt x="3591787" y="74344"/>
                  <a:pt x="3591905" y="77610"/>
                  <a:pt x="3592143" y="78537"/>
                </a:cubicBezTo>
                <a:cubicBezTo>
                  <a:pt x="3592380" y="79463"/>
                  <a:pt x="3592920" y="80228"/>
                  <a:pt x="3593762" y="80832"/>
                </a:cubicBezTo>
                <a:cubicBezTo>
                  <a:pt x="3594604" y="81436"/>
                  <a:pt x="3595630" y="81737"/>
                  <a:pt x="3596839" y="81737"/>
                </a:cubicBezTo>
                <a:cubicBezTo>
                  <a:pt x="3598523" y="81737"/>
                  <a:pt x="3600962" y="81154"/>
                  <a:pt x="3604157" y="79988"/>
                </a:cubicBezTo>
                <a:lnTo>
                  <a:pt x="3605712" y="94161"/>
                </a:lnTo>
                <a:cubicBezTo>
                  <a:pt x="3601480" y="95982"/>
                  <a:pt x="3596688" y="96893"/>
                  <a:pt x="3591333" y="96893"/>
                </a:cubicBezTo>
                <a:cubicBezTo>
                  <a:pt x="3588052" y="96893"/>
                  <a:pt x="3585094" y="96342"/>
                  <a:pt x="3582460" y="95241"/>
                </a:cubicBezTo>
                <a:cubicBezTo>
                  <a:pt x="3579826" y="94140"/>
                  <a:pt x="3577894" y="92715"/>
                  <a:pt x="3576663" y="90967"/>
                </a:cubicBezTo>
                <a:cubicBezTo>
                  <a:pt x="3575433" y="89218"/>
                  <a:pt x="3574580" y="86854"/>
                  <a:pt x="3574105" y="83875"/>
                </a:cubicBezTo>
                <a:cubicBezTo>
                  <a:pt x="3573716" y="81759"/>
                  <a:pt x="3573522" y="77484"/>
                  <a:pt x="3573522" y="71050"/>
                </a:cubicBezTo>
                <a:lnTo>
                  <a:pt x="3573522" y="41063"/>
                </a:lnTo>
                <a:lnTo>
                  <a:pt x="3565167" y="41063"/>
                </a:lnTo>
                <a:lnTo>
                  <a:pt x="3565167" y="26555"/>
                </a:lnTo>
                <a:lnTo>
                  <a:pt x="3573522" y="26555"/>
                </a:lnTo>
                <a:lnTo>
                  <a:pt x="3573522" y="12824"/>
                </a:lnTo>
                <a:lnTo>
                  <a:pt x="3591787" y="2073"/>
                </a:lnTo>
                <a:lnTo>
                  <a:pt x="3591787" y="26555"/>
                </a:lnTo>
                <a:lnTo>
                  <a:pt x="3604222" y="26555"/>
                </a:lnTo>
                <a:close/>
                <a:moveTo>
                  <a:pt x="3616851" y="17228"/>
                </a:moveTo>
                <a:lnTo>
                  <a:pt x="3616851" y="389"/>
                </a:lnTo>
                <a:lnTo>
                  <a:pt x="3635051" y="389"/>
                </a:lnTo>
                <a:lnTo>
                  <a:pt x="3635051" y="17228"/>
                </a:lnTo>
                <a:lnTo>
                  <a:pt x="3616851" y="17228"/>
                </a:lnTo>
                <a:moveTo>
                  <a:pt x="3616851" y="95338"/>
                </a:moveTo>
                <a:lnTo>
                  <a:pt x="3616851" y="26555"/>
                </a:lnTo>
                <a:lnTo>
                  <a:pt x="3635051" y="26555"/>
                </a:lnTo>
                <a:lnTo>
                  <a:pt x="3635051" y="95338"/>
                </a:lnTo>
                <a:lnTo>
                  <a:pt x="3616851" y="95338"/>
                </a:lnTo>
                <a:close/>
                <a:moveTo>
                  <a:pt x="3649515" y="59975"/>
                </a:moveTo>
                <a:cubicBezTo>
                  <a:pt x="3649515" y="53930"/>
                  <a:pt x="3651005" y="48079"/>
                  <a:pt x="3653984" y="42423"/>
                </a:cubicBezTo>
                <a:cubicBezTo>
                  <a:pt x="3656964" y="36767"/>
                  <a:pt x="3661184" y="32449"/>
                  <a:pt x="3666646" y="29469"/>
                </a:cubicBezTo>
                <a:cubicBezTo>
                  <a:pt x="3672108" y="26490"/>
                  <a:pt x="3678207" y="25000"/>
                  <a:pt x="3684943" y="25000"/>
                </a:cubicBezTo>
                <a:cubicBezTo>
                  <a:pt x="3695349" y="25000"/>
                  <a:pt x="3703877" y="28379"/>
                  <a:pt x="3710527" y="35137"/>
                </a:cubicBezTo>
                <a:cubicBezTo>
                  <a:pt x="3717176" y="41894"/>
                  <a:pt x="3720501" y="50433"/>
                  <a:pt x="3720501" y="60752"/>
                </a:cubicBezTo>
                <a:cubicBezTo>
                  <a:pt x="3720501" y="71158"/>
                  <a:pt x="3717144" y="79783"/>
                  <a:pt x="3710430" y="86627"/>
                </a:cubicBezTo>
                <a:cubicBezTo>
                  <a:pt x="3703715" y="93471"/>
                  <a:pt x="3695263" y="96893"/>
                  <a:pt x="3685073" y="96893"/>
                </a:cubicBezTo>
                <a:cubicBezTo>
                  <a:pt x="3678769" y="96893"/>
                  <a:pt x="3672756" y="95468"/>
                  <a:pt x="3667035" y="92618"/>
                </a:cubicBezTo>
                <a:cubicBezTo>
                  <a:pt x="3661314" y="89768"/>
                  <a:pt x="3656964" y="85591"/>
                  <a:pt x="3653984" y="80086"/>
                </a:cubicBezTo>
                <a:cubicBezTo>
                  <a:pt x="3651005" y="74580"/>
                  <a:pt x="3649515" y="67877"/>
                  <a:pt x="3649515" y="59975"/>
                </a:cubicBezTo>
                <a:moveTo>
                  <a:pt x="3668168" y="60947"/>
                </a:moveTo>
                <a:cubicBezTo>
                  <a:pt x="3668168" y="67747"/>
                  <a:pt x="3669788" y="72956"/>
                  <a:pt x="3673026" y="76572"/>
                </a:cubicBezTo>
                <a:cubicBezTo>
                  <a:pt x="3676264" y="80188"/>
                  <a:pt x="3680258" y="81996"/>
                  <a:pt x="3685008" y="81996"/>
                </a:cubicBezTo>
                <a:cubicBezTo>
                  <a:pt x="3689758" y="81996"/>
                  <a:pt x="3693741" y="80188"/>
                  <a:pt x="3696958" y="76572"/>
                </a:cubicBezTo>
                <a:cubicBezTo>
                  <a:pt x="3700175" y="72956"/>
                  <a:pt x="3701783" y="67704"/>
                  <a:pt x="3701783" y="60817"/>
                </a:cubicBezTo>
                <a:cubicBezTo>
                  <a:pt x="3701783" y="54103"/>
                  <a:pt x="3700175" y="48938"/>
                  <a:pt x="3696958" y="45321"/>
                </a:cubicBezTo>
                <a:cubicBezTo>
                  <a:pt x="3693741" y="41705"/>
                  <a:pt x="3689758" y="39897"/>
                  <a:pt x="3685008" y="39897"/>
                </a:cubicBezTo>
                <a:cubicBezTo>
                  <a:pt x="3680258" y="39897"/>
                  <a:pt x="3676264" y="41705"/>
                  <a:pt x="3673026" y="45321"/>
                </a:cubicBezTo>
                <a:cubicBezTo>
                  <a:pt x="3669788" y="48938"/>
                  <a:pt x="3668168" y="54146"/>
                  <a:pt x="3668168" y="60947"/>
                </a:cubicBezTo>
                <a:close/>
                <a:moveTo>
                  <a:pt x="3797337" y="95338"/>
                </a:moveTo>
                <a:lnTo>
                  <a:pt x="3779138" y="95338"/>
                </a:lnTo>
                <a:lnTo>
                  <a:pt x="3779138" y="60275"/>
                </a:lnTo>
                <a:cubicBezTo>
                  <a:pt x="3779138" y="52856"/>
                  <a:pt x="3778749" y="48058"/>
                  <a:pt x="3777972" y="45880"/>
                </a:cubicBezTo>
                <a:cubicBezTo>
                  <a:pt x="3777195" y="43702"/>
                  <a:pt x="3775932" y="42009"/>
                  <a:pt x="3774183" y="40802"/>
                </a:cubicBezTo>
                <a:cubicBezTo>
                  <a:pt x="3772434" y="39594"/>
                  <a:pt x="3770329" y="38990"/>
                  <a:pt x="3767868" y="38990"/>
                </a:cubicBezTo>
                <a:cubicBezTo>
                  <a:pt x="3764716" y="38990"/>
                  <a:pt x="3761888" y="39853"/>
                  <a:pt x="3759383" y="41579"/>
                </a:cubicBezTo>
                <a:cubicBezTo>
                  <a:pt x="3756879" y="43303"/>
                  <a:pt x="3755163" y="45589"/>
                  <a:pt x="3754234" y="48436"/>
                </a:cubicBezTo>
                <a:cubicBezTo>
                  <a:pt x="3753306" y="51282"/>
                  <a:pt x="3752842" y="56544"/>
                  <a:pt x="3752842" y="64222"/>
                </a:cubicBezTo>
                <a:lnTo>
                  <a:pt x="3752842" y="95338"/>
                </a:lnTo>
                <a:lnTo>
                  <a:pt x="3734642" y="95338"/>
                </a:lnTo>
                <a:lnTo>
                  <a:pt x="3734642" y="26555"/>
                </a:lnTo>
                <a:lnTo>
                  <a:pt x="3751547" y="26555"/>
                </a:lnTo>
                <a:lnTo>
                  <a:pt x="3751547" y="36659"/>
                </a:lnTo>
                <a:cubicBezTo>
                  <a:pt x="3757548" y="28887"/>
                  <a:pt x="3765105" y="25000"/>
                  <a:pt x="3774215" y="25000"/>
                </a:cubicBezTo>
                <a:cubicBezTo>
                  <a:pt x="3778231" y="25000"/>
                  <a:pt x="3781901" y="25724"/>
                  <a:pt x="3785226" y="27170"/>
                </a:cubicBezTo>
                <a:cubicBezTo>
                  <a:pt x="3788551" y="28617"/>
                  <a:pt x="3791066" y="30463"/>
                  <a:pt x="3792771" y="32708"/>
                </a:cubicBezTo>
                <a:cubicBezTo>
                  <a:pt x="3794477" y="34953"/>
                  <a:pt x="3795664" y="37501"/>
                  <a:pt x="3796334" y="40350"/>
                </a:cubicBezTo>
                <a:cubicBezTo>
                  <a:pt x="3797003" y="43200"/>
                  <a:pt x="3797337" y="47281"/>
                  <a:pt x="3797337" y="52592"/>
                </a:cubicBezTo>
                <a:lnTo>
                  <a:pt x="3797337" y="95338"/>
                </a:lnTo>
                <a:close/>
                <a:moveTo>
                  <a:pt x="3851331" y="26555"/>
                </a:moveTo>
                <a:lnTo>
                  <a:pt x="3868106" y="26555"/>
                </a:lnTo>
                <a:lnTo>
                  <a:pt x="3868106" y="35946"/>
                </a:lnTo>
                <a:cubicBezTo>
                  <a:pt x="3874108" y="28649"/>
                  <a:pt x="3881254" y="25000"/>
                  <a:pt x="3889544" y="25000"/>
                </a:cubicBezTo>
                <a:cubicBezTo>
                  <a:pt x="3893949" y="25000"/>
                  <a:pt x="3897770" y="25911"/>
                  <a:pt x="3901008" y="27733"/>
                </a:cubicBezTo>
                <a:cubicBezTo>
                  <a:pt x="3904247" y="29554"/>
                  <a:pt x="3906902" y="32309"/>
                  <a:pt x="3908975" y="35997"/>
                </a:cubicBezTo>
                <a:cubicBezTo>
                  <a:pt x="3911997" y="32309"/>
                  <a:pt x="3915257" y="29554"/>
                  <a:pt x="3918755" y="27733"/>
                </a:cubicBezTo>
                <a:cubicBezTo>
                  <a:pt x="3922252" y="25911"/>
                  <a:pt x="3925987" y="25000"/>
                  <a:pt x="3929960" y="25000"/>
                </a:cubicBezTo>
                <a:cubicBezTo>
                  <a:pt x="3935012" y="25000"/>
                  <a:pt x="3939286" y="26026"/>
                  <a:pt x="3942784" y="28077"/>
                </a:cubicBezTo>
                <a:cubicBezTo>
                  <a:pt x="3946281" y="30128"/>
                  <a:pt x="3948894" y="33140"/>
                  <a:pt x="3950621" y="37112"/>
                </a:cubicBezTo>
                <a:cubicBezTo>
                  <a:pt x="3951873" y="40048"/>
                  <a:pt x="3952499" y="44798"/>
                  <a:pt x="3952499" y="51361"/>
                </a:cubicBezTo>
                <a:lnTo>
                  <a:pt x="3952499" y="95338"/>
                </a:lnTo>
                <a:lnTo>
                  <a:pt x="3934299" y="95338"/>
                </a:lnTo>
                <a:lnTo>
                  <a:pt x="3934299" y="56069"/>
                </a:lnTo>
                <a:cubicBezTo>
                  <a:pt x="3934299" y="49255"/>
                  <a:pt x="3933673" y="44856"/>
                  <a:pt x="3932421" y="42872"/>
                </a:cubicBezTo>
                <a:cubicBezTo>
                  <a:pt x="3930737" y="40284"/>
                  <a:pt x="3928146" y="38990"/>
                  <a:pt x="3924649" y="38990"/>
                </a:cubicBezTo>
                <a:cubicBezTo>
                  <a:pt x="3922101" y="38990"/>
                  <a:pt x="3919705" y="39767"/>
                  <a:pt x="3917459" y="41320"/>
                </a:cubicBezTo>
                <a:cubicBezTo>
                  <a:pt x="3915214" y="42872"/>
                  <a:pt x="3913595" y="45147"/>
                  <a:pt x="3912602" y="48145"/>
                </a:cubicBezTo>
                <a:cubicBezTo>
                  <a:pt x="3911609" y="51142"/>
                  <a:pt x="3911112" y="55875"/>
                  <a:pt x="3911112" y="62345"/>
                </a:cubicBezTo>
                <a:lnTo>
                  <a:pt x="3911112" y="95338"/>
                </a:lnTo>
                <a:lnTo>
                  <a:pt x="3892912" y="95338"/>
                </a:lnTo>
                <a:lnTo>
                  <a:pt x="3892912" y="57686"/>
                </a:lnTo>
                <a:cubicBezTo>
                  <a:pt x="3892912" y="51001"/>
                  <a:pt x="3892589" y="46689"/>
                  <a:pt x="3891941" y="44749"/>
                </a:cubicBezTo>
                <a:cubicBezTo>
                  <a:pt x="3891293" y="42807"/>
                  <a:pt x="3890289" y="41362"/>
                  <a:pt x="3888929" y="40413"/>
                </a:cubicBezTo>
                <a:cubicBezTo>
                  <a:pt x="3887569" y="39465"/>
                  <a:pt x="3885723" y="38990"/>
                  <a:pt x="3883392" y="38990"/>
                </a:cubicBezTo>
                <a:cubicBezTo>
                  <a:pt x="3880585" y="38990"/>
                  <a:pt x="3878059" y="39745"/>
                  <a:pt x="3875814" y="41255"/>
                </a:cubicBezTo>
                <a:cubicBezTo>
                  <a:pt x="3873568" y="42764"/>
                  <a:pt x="3871960" y="44942"/>
                  <a:pt x="3870988" y="47789"/>
                </a:cubicBezTo>
                <a:cubicBezTo>
                  <a:pt x="3870017" y="50636"/>
                  <a:pt x="3869531" y="55358"/>
                  <a:pt x="3869531" y="61957"/>
                </a:cubicBezTo>
                <a:lnTo>
                  <a:pt x="3869531" y="95338"/>
                </a:lnTo>
                <a:lnTo>
                  <a:pt x="3851331" y="95338"/>
                </a:lnTo>
                <a:lnTo>
                  <a:pt x="3851331" y="26555"/>
                </a:lnTo>
                <a:close/>
                <a:moveTo>
                  <a:pt x="3966403" y="59975"/>
                </a:moveTo>
                <a:cubicBezTo>
                  <a:pt x="3966403" y="53930"/>
                  <a:pt x="3967893" y="48079"/>
                  <a:pt x="3970872" y="42423"/>
                </a:cubicBezTo>
                <a:cubicBezTo>
                  <a:pt x="3973852" y="36767"/>
                  <a:pt x="3978072" y="32449"/>
                  <a:pt x="3983535" y="29469"/>
                </a:cubicBezTo>
                <a:cubicBezTo>
                  <a:pt x="3988997" y="26490"/>
                  <a:pt x="3995096" y="25000"/>
                  <a:pt x="4001832" y="25000"/>
                </a:cubicBezTo>
                <a:cubicBezTo>
                  <a:pt x="4012238" y="25000"/>
                  <a:pt x="4020765" y="28379"/>
                  <a:pt x="4027415" y="35137"/>
                </a:cubicBezTo>
                <a:cubicBezTo>
                  <a:pt x="4034064" y="41894"/>
                  <a:pt x="4037389" y="50433"/>
                  <a:pt x="4037389" y="60752"/>
                </a:cubicBezTo>
                <a:cubicBezTo>
                  <a:pt x="4037389" y="71158"/>
                  <a:pt x="4034032" y="79783"/>
                  <a:pt x="4027318" y="86627"/>
                </a:cubicBezTo>
                <a:cubicBezTo>
                  <a:pt x="4020603" y="93471"/>
                  <a:pt x="4012151" y="96893"/>
                  <a:pt x="4001961" y="96893"/>
                </a:cubicBezTo>
                <a:cubicBezTo>
                  <a:pt x="3995657" y="96893"/>
                  <a:pt x="3989644" y="95468"/>
                  <a:pt x="3983923" y="92618"/>
                </a:cubicBezTo>
                <a:cubicBezTo>
                  <a:pt x="3978202" y="89768"/>
                  <a:pt x="3973852" y="85591"/>
                  <a:pt x="3970872" y="80086"/>
                </a:cubicBezTo>
                <a:cubicBezTo>
                  <a:pt x="3967893" y="74580"/>
                  <a:pt x="3966403" y="67877"/>
                  <a:pt x="3966403" y="59975"/>
                </a:cubicBezTo>
                <a:moveTo>
                  <a:pt x="3985057" y="60947"/>
                </a:moveTo>
                <a:cubicBezTo>
                  <a:pt x="3985057" y="67747"/>
                  <a:pt x="3986676" y="72956"/>
                  <a:pt x="3989914" y="76572"/>
                </a:cubicBezTo>
                <a:cubicBezTo>
                  <a:pt x="3993153" y="80188"/>
                  <a:pt x="3997147" y="81996"/>
                  <a:pt x="4001896" y="81996"/>
                </a:cubicBezTo>
                <a:cubicBezTo>
                  <a:pt x="4006646" y="81996"/>
                  <a:pt x="4010629" y="80188"/>
                  <a:pt x="4013846" y="76572"/>
                </a:cubicBezTo>
                <a:cubicBezTo>
                  <a:pt x="4017063" y="72956"/>
                  <a:pt x="4018671" y="67704"/>
                  <a:pt x="4018671" y="60817"/>
                </a:cubicBezTo>
                <a:cubicBezTo>
                  <a:pt x="4018671" y="54103"/>
                  <a:pt x="4017063" y="48938"/>
                  <a:pt x="4013846" y="45321"/>
                </a:cubicBezTo>
                <a:cubicBezTo>
                  <a:pt x="4010629" y="41705"/>
                  <a:pt x="4006646" y="39897"/>
                  <a:pt x="4001896" y="39897"/>
                </a:cubicBezTo>
                <a:cubicBezTo>
                  <a:pt x="3997147" y="39897"/>
                  <a:pt x="3993153" y="41705"/>
                  <a:pt x="3989914" y="45321"/>
                </a:cubicBezTo>
                <a:cubicBezTo>
                  <a:pt x="3986676" y="48938"/>
                  <a:pt x="3985057" y="54146"/>
                  <a:pt x="3985057" y="60947"/>
                </a:cubicBezTo>
                <a:close/>
                <a:moveTo>
                  <a:pt x="4114743" y="95338"/>
                </a:moveTo>
                <a:lnTo>
                  <a:pt x="4097838" y="95338"/>
                </a:lnTo>
                <a:lnTo>
                  <a:pt x="4097838" y="85235"/>
                </a:lnTo>
                <a:cubicBezTo>
                  <a:pt x="4095032" y="89164"/>
                  <a:pt x="4091718" y="92089"/>
                  <a:pt x="4087896" y="94011"/>
                </a:cubicBezTo>
                <a:cubicBezTo>
                  <a:pt x="4084075" y="95932"/>
                  <a:pt x="4080221" y="96893"/>
                  <a:pt x="4076335" y="96893"/>
                </a:cubicBezTo>
                <a:cubicBezTo>
                  <a:pt x="4068434" y="96893"/>
                  <a:pt x="4061665" y="93708"/>
                  <a:pt x="4056030" y="87340"/>
                </a:cubicBezTo>
                <a:cubicBezTo>
                  <a:pt x="4050396" y="80971"/>
                  <a:pt x="4047578" y="72087"/>
                  <a:pt x="4047578" y="60688"/>
                </a:cubicBezTo>
                <a:cubicBezTo>
                  <a:pt x="4047578" y="49029"/>
                  <a:pt x="4050320" y="40167"/>
                  <a:pt x="4055804" y="34100"/>
                </a:cubicBezTo>
                <a:cubicBezTo>
                  <a:pt x="4061287" y="28034"/>
                  <a:pt x="4068218" y="25000"/>
                  <a:pt x="4076594" y="25000"/>
                </a:cubicBezTo>
                <a:cubicBezTo>
                  <a:pt x="4084280" y="25000"/>
                  <a:pt x="4090930" y="28196"/>
                  <a:pt x="4096543" y="34586"/>
                </a:cubicBezTo>
                <a:lnTo>
                  <a:pt x="4096543" y="389"/>
                </a:lnTo>
                <a:lnTo>
                  <a:pt x="4114743" y="389"/>
                </a:lnTo>
                <a:lnTo>
                  <a:pt x="4114743" y="95338"/>
                </a:lnTo>
                <a:moveTo>
                  <a:pt x="4066167" y="59491"/>
                </a:moveTo>
                <a:cubicBezTo>
                  <a:pt x="4066167" y="66821"/>
                  <a:pt x="4067181" y="72124"/>
                  <a:pt x="4069211" y="75400"/>
                </a:cubicBezTo>
                <a:cubicBezTo>
                  <a:pt x="4072147" y="80143"/>
                  <a:pt x="4076249" y="82514"/>
                  <a:pt x="4081517" y="82514"/>
                </a:cubicBezTo>
                <a:cubicBezTo>
                  <a:pt x="4085705" y="82514"/>
                  <a:pt x="4089267" y="80736"/>
                  <a:pt x="4092203" y="77179"/>
                </a:cubicBezTo>
                <a:cubicBezTo>
                  <a:pt x="4095140" y="73622"/>
                  <a:pt x="4096608" y="68309"/>
                  <a:pt x="4096608" y="61238"/>
                </a:cubicBezTo>
                <a:cubicBezTo>
                  <a:pt x="4096608" y="53347"/>
                  <a:pt x="4095183" y="47667"/>
                  <a:pt x="4092333" y="44196"/>
                </a:cubicBezTo>
                <a:cubicBezTo>
                  <a:pt x="4089483" y="40726"/>
                  <a:pt x="4085835" y="38990"/>
                  <a:pt x="4081387" y="38990"/>
                </a:cubicBezTo>
                <a:cubicBezTo>
                  <a:pt x="4077069" y="38990"/>
                  <a:pt x="4073453" y="40704"/>
                  <a:pt x="4070538" y="44131"/>
                </a:cubicBezTo>
                <a:cubicBezTo>
                  <a:pt x="4067624" y="47559"/>
                  <a:pt x="4066167" y="52679"/>
                  <a:pt x="4066167" y="59491"/>
                </a:cubicBezTo>
                <a:close/>
                <a:moveTo>
                  <a:pt x="4177977" y="95338"/>
                </a:moveTo>
                <a:lnTo>
                  <a:pt x="4177977" y="85040"/>
                </a:lnTo>
                <a:cubicBezTo>
                  <a:pt x="4175473" y="88711"/>
                  <a:pt x="4172180" y="91604"/>
                  <a:pt x="4168100" y="93719"/>
                </a:cubicBezTo>
                <a:cubicBezTo>
                  <a:pt x="4164020" y="95835"/>
                  <a:pt x="4159712" y="96893"/>
                  <a:pt x="4155179" y="96893"/>
                </a:cubicBezTo>
                <a:cubicBezTo>
                  <a:pt x="4150559" y="96893"/>
                  <a:pt x="4146413" y="95878"/>
                  <a:pt x="4142743" y="93849"/>
                </a:cubicBezTo>
                <a:cubicBezTo>
                  <a:pt x="4139073" y="91819"/>
                  <a:pt x="4136418" y="88970"/>
                  <a:pt x="4134777" y="85299"/>
                </a:cubicBezTo>
                <a:cubicBezTo>
                  <a:pt x="4133136" y="81629"/>
                  <a:pt x="4132316" y="76556"/>
                  <a:pt x="4132316" y="70079"/>
                </a:cubicBezTo>
                <a:lnTo>
                  <a:pt x="4132316" y="26555"/>
                </a:lnTo>
                <a:lnTo>
                  <a:pt x="4150515" y="26555"/>
                </a:lnTo>
                <a:lnTo>
                  <a:pt x="4150515" y="58089"/>
                </a:lnTo>
                <a:cubicBezTo>
                  <a:pt x="4150515" y="67739"/>
                  <a:pt x="4150850" y="73652"/>
                  <a:pt x="4151519" y="75827"/>
                </a:cubicBezTo>
                <a:cubicBezTo>
                  <a:pt x="4152189" y="78002"/>
                  <a:pt x="4153408" y="79725"/>
                  <a:pt x="4155179" y="80996"/>
                </a:cubicBezTo>
                <a:cubicBezTo>
                  <a:pt x="4156949" y="82268"/>
                  <a:pt x="4159194" y="82903"/>
                  <a:pt x="4161915" y="82903"/>
                </a:cubicBezTo>
                <a:cubicBezTo>
                  <a:pt x="4165023" y="82903"/>
                  <a:pt x="4167808" y="82052"/>
                  <a:pt x="4170270" y="80351"/>
                </a:cubicBezTo>
                <a:cubicBezTo>
                  <a:pt x="4172731" y="78649"/>
                  <a:pt x="4174415" y="76538"/>
                  <a:pt x="4175322" y="74018"/>
                </a:cubicBezTo>
                <a:cubicBezTo>
                  <a:pt x="4176228" y="71497"/>
                  <a:pt x="4176682" y="65326"/>
                  <a:pt x="4176682" y="55504"/>
                </a:cubicBezTo>
                <a:lnTo>
                  <a:pt x="4176682" y="26555"/>
                </a:lnTo>
                <a:lnTo>
                  <a:pt x="4194881" y="26555"/>
                </a:lnTo>
                <a:lnTo>
                  <a:pt x="4194881" y="95338"/>
                </a:lnTo>
                <a:lnTo>
                  <a:pt x="4177977" y="95338"/>
                </a:lnTo>
                <a:close/>
                <a:moveTo>
                  <a:pt x="4213749" y="95338"/>
                </a:moveTo>
                <a:lnTo>
                  <a:pt x="4213749" y="389"/>
                </a:lnTo>
                <a:lnTo>
                  <a:pt x="4231949" y="389"/>
                </a:lnTo>
                <a:lnTo>
                  <a:pt x="4231949" y="95338"/>
                </a:lnTo>
                <a:lnTo>
                  <a:pt x="4213749" y="95338"/>
                </a:lnTo>
                <a:close/>
                <a:moveTo>
                  <a:pt x="4290457" y="73447"/>
                </a:moveTo>
                <a:lnTo>
                  <a:pt x="4308592" y="76556"/>
                </a:lnTo>
                <a:cubicBezTo>
                  <a:pt x="4306261" y="83184"/>
                  <a:pt x="4302580" y="88230"/>
                  <a:pt x="4297549" y="91695"/>
                </a:cubicBezTo>
                <a:cubicBezTo>
                  <a:pt x="4292519" y="95160"/>
                  <a:pt x="4286226" y="96893"/>
                  <a:pt x="4278669" y="96893"/>
                </a:cubicBezTo>
                <a:cubicBezTo>
                  <a:pt x="4266709" y="96893"/>
                  <a:pt x="4257857" y="92985"/>
                  <a:pt x="4252115" y="85170"/>
                </a:cubicBezTo>
                <a:cubicBezTo>
                  <a:pt x="4247581" y="78909"/>
                  <a:pt x="4245314" y="71007"/>
                  <a:pt x="4245314" y="61465"/>
                </a:cubicBezTo>
                <a:cubicBezTo>
                  <a:pt x="4245314" y="50066"/>
                  <a:pt x="4248293" y="41138"/>
                  <a:pt x="4254252" y="34683"/>
                </a:cubicBezTo>
                <a:cubicBezTo>
                  <a:pt x="4260211" y="28228"/>
                  <a:pt x="4267745" y="25000"/>
                  <a:pt x="4276856" y="25000"/>
                </a:cubicBezTo>
                <a:cubicBezTo>
                  <a:pt x="4287089" y="25000"/>
                  <a:pt x="4295164" y="28379"/>
                  <a:pt x="4301079" y="35137"/>
                </a:cubicBezTo>
                <a:cubicBezTo>
                  <a:pt x="4306995" y="41894"/>
                  <a:pt x="4309823" y="52246"/>
                  <a:pt x="4309564" y="66193"/>
                </a:cubicBezTo>
                <a:lnTo>
                  <a:pt x="4263967" y="66193"/>
                </a:lnTo>
                <a:cubicBezTo>
                  <a:pt x="4264097" y="71590"/>
                  <a:pt x="4265565" y="75789"/>
                  <a:pt x="4268371" y="78790"/>
                </a:cubicBezTo>
                <a:cubicBezTo>
                  <a:pt x="4271178" y="81791"/>
                  <a:pt x="4274675" y="83292"/>
                  <a:pt x="4278864" y="83292"/>
                </a:cubicBezTo>
                <a:cubicBezTo>
                  <a:pt x="4281714" y="83292"/>
                  <a:pt x="4284110" y="82514"/>
                  <a:pt x="4286053" y="80960"/>
                </a:cubicBezTo>
                <a:cubicBezTo>
                  <a:pt x="4287996" y="79406"/>
                  <a:pt x="4289464" y="76901"/>
                  <a:pt x="4290457" y="73447"/>
                </a:cubicBezTo>
                <a:moveTo>
                  <a:pt x="4291494" y="55053"/>
                </a:moveTo>
                <a:cubicBezTo>
                  <a:pt x="4291364" y="49807"/>
                  <a:pt x="4290004" y="45818"/>
                  <a:pt x="4287413" y="43087"/>
                </a:cubicBezTo>
                <a:cubicBezTo>
                  <a:pt x="4284822" y="40356"/>
                  <a:pt x="4281670" y="38990"/>
                  <a:pt x="4277957" y="38990"/>
                </a:cubicBezTo>
                <a:cubicBezTo>
                  <a:pt x="4273985" y="38990"/>
                  <a:pt x="4270703" y="40431"/>
                  <a:pt x="4268112" y="43312"/>
                </a:cubicBezTo>
                <a:cubicBezTo>
                  <a:pt x="4265522" y="46194"/>
                  <a:pt x="4264248" y="50107"/>
                  <a:pt x="4264291" y="55053"/>
                </a:cubicBezTo>
                <a:lnTo>
                  <a:pt x="4291494" y="55053"/>
                </a:lnTo>
                <a:close/>
                <a:moveTo>
                  <a:pt x="4418830" y="78369"/>
                </a:moveTo>
                <a:lnTo>
                  <a:pt x="4418830" y="95338"/>
                </a:lnTo>
                <a:lnTo>
                  <a:pt x="4355033" y="95338"/>
                </a:lnTo>
                <a:cubicBezTo>
                  <a:pt x="4355724" y="88953"/>
                  <a:pt x="4357796" y="82903"/>
                  <a:pt x="4361251" y="77187"/>
                </a:cubicBezTo>
                <a:cubicBezTo>
                  <a:pt x="4364705" y="71470"/>
                  <a:pt x="4371527" y="63887"/>
                  <a:pt x="4381717" y="54438"/>
                </a:cubicBezTo>
                <a:cubicBezTo>
                  <a:pt x="4389921" y="46802"/>
                  <a:pt x="4394952" y="41625"/>
                  <a:pt x="4396808" y="38907"/>
                </a:cubicBezTo>
                <a:cubicBezTo>
                  <a:pt x="4399313" y="35154"/>
                  <a:pt x="4400565" y="31443"/>
                  <a:pt x="4400565" y="27775"/>
                </a:cubicBezTo>
                <a:cubicBezTo>
                  <a:pt x="4400565" y="23719"/>
                  <a:pt x="4399475" y="20602"/>
                  <a:pt x="4397294" y="18424"/>
                </a:cubicBezTo>
                <a:cubicBezTo>
                  <a:pt x="4395114" y="16245"/>
                  <a:pt x="4392102" y="15156"/>
                  <a:pt x="4388259" y="15156"/>
                </a:cubicBezTo>
                <a:cubicBezTo>
                  <a:pt x="4384459" y="15156"/>
                  <a:pt x="4381437" y="16305"/>
                  <a:pt x="4379191" y="18605"/>
                </a:cubicBezTo>
                <a:cubicBezTo>
                  <a:pt x="4376946" y="20903"/>
                  <a:pt x="4375651" y="24718"/>
                  <a:pt x="4375305" y="30052"/>
                </a:cubicBezTo>
                <a:lnTo>
                  <a:pt x="4357170" y="28231"/>
                </a:lnTo>
                <a:cubicBezTo>
                  <a:pt x="4358250" y="18170"/>
                  <a:pt x="4361639" y="10950"/>
                  <a:pt x="4367339" y="6570"/>
                </a:cubicBezTo>
                <a:cubicBezTo>
                  <a:pt x="4373039" y="2190"/>
                  <a:pt x="4380163" y="0"/>
                  <a:pt x="4388712" y="0"/>
                </a:cubicBezTo>
                <a:cubicBezTo>
                  <a:pt x="4398082" y="0"/>
                  <a:pt x="4405444" y="2524"/>
                  <a:pt x="4410798" y="7572"/>
                </a:cubicBezTo>
                <a:cubicBezTo>
                  <a:pt x="4416152" y="12620"/>
                  <a:pt x="4418830" y="18897"/>
                  <a:pt x="4418830" y="26403"/>
                </a:cubicBezTo>
                <a:cubicBezTo>
                  <a:pt x="4418830" y="30675"/>
                  <a:pt x="4418063" y="34742"/>
                  <a:pt x="4416530" y="38604"/>
                </a:cubicBezTo>
                <a:cubicBezTo>
                  <a:pt x="4414997" y="42464"/>
                  <a:pt x="4412569" y="46508"/>
                  <a:pt x="4409244" y="50736"/>
                </a:cubicBezTo>
                <a:cubicBezTo>
                  <a:pt x="4407042" y="53541"/>
                  <a:pt x="4403069" y="57575"/>
                  <a:pt x="4397327" y="62839"/>
                </a:cubicBezTo>
                <a:cubicBezTo>
                  <a:pt x="4391584" y="68102"/>
                  <a:pt x="4387946" y="71596"/>
                  <a:pt x="4386413" y="73321"/>
                </a:cubicBezTo>
                <a:cubicBezTo>
                  <a:pt x="4384880" y="75047"/>
                  <a:pt x="4383639" y="76730"/>
                  <a:pt x="4382689" y="78369"/>
                </a:cubicBezTo>
                <a:lnTo>
                  <a:pt x="4418830" y="783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,">
            <a:extLst xmlns:a="http://schemas.openxmlformats.org/drawingml/2006/main">
              <a:ext uri="{FF2B5EF4-FFF2-40B4-BE49-F238E27FC236}">
                <a16:creationId xmlns:a16="http://schemas.microsoft.com/office/drawing/2014/main" id="{8184C0E9-8096-445A-86CD-686649AA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034" y="2352007"/>
            <a:ext cx="14055" cy="32125"/>
          </a:xfrm>
          <a:custGeom xmlns:a="http://schemas.openxmlformats.org/drawingml/2006/main">
            <a:pathLst>
              <a:path w="14055" h="32125">
                <a:moveTo>
                  <a:pt x="777" y="13342"/>
                </a:moveTo>
                <a:lnTo>
                  <a:pt x="777" y="0"/>
                </a:lnTo>
                <a:lnTo>
                  <a:pt x="14055" y="0"/>
                </a:lnTo>
                <a:lnTo>
                  <a:pt x="14055" y="13304"/>
                </a:lnTo>
                <a:cubicBezTo>
                  <a:pt x="14055" y="18194"/>
                  <a:pt x="13191" y="22142"/>
                  <a:pt x="11464" y="25148"/>
                </a:cubicBezTo>
                <a:cubicBezTo>
                  <a:pt x="9737" y="28156"/>
                  <a:pt x="6995" y="30481"/>
                  <a:pt x="3238" y="32125"/>
                </a:cubicBezTo>
                <a:lnTo>
                  <a:pt x="0" y="27073"/>
                </a:lnTo>
                <a:cubicBezTo>
                  <a:pt x="2461" y="25999"/>
                  <a:pt x="4275" y="24420"/>
                  <a:pt x="5441" y="22335"/>
                </a:cubicBezTo>
                <a:cubicBezTo>
                  <a:pt x="6606" y="20250"/>
                  <a:pt x="7254" y="17253"/>
                  <a:pt x="7384" y="13342"/>
                </a:cubicBezTo>
                <a:lnTo>
                  <a:pt x="777" y="13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(">
            <a:extLst xmlns:a="http://schemas.openxmlformats.org/drawingml/2006/main">
              <a:ext uri="{FF2B5EF4-FFF2-40B4-BE49-F238E27FC236}">
                <a16:creationId xmlns:a16="http://schemas.microsoft.com/office/drawing/2014/main" id="{A7D5458F-A2D9-4CF3-A3B9-7CEAC6E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038" y="1453897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B31B8-1E47-4338-BF92-A0F5AB3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481" y="1427361"/>
            <a:ext cx="530579" cy="151594"/>
          </a:xfrm>
          <a:custGeom xmlns:a="http://schemas.openxmlformats.org/drawingml/2006/main">
            <a:pathLst>
              <a:path w="530579" h="151594">
                <a:moveTo>
                  <a:pt x="0" y="0"/>
                </a:moveTo>
                <a:lnTo>
                  <a:pt x="530579" y="0"/>
                </a:lnTo>
                <a:lnTo>
                  <a:pt x="53057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Implies">
            <a:extLst xmlns:a="http://schemas.openxmlformats.org/drawingml/2006/main">
              <a:ext uri="{FF2B5EF4-FFF2-40B4-BE49-F238E27FC236}">
                <a16:creationId xmlns:a16="http://schemas.microsoft.com/office/drawing/2014/main" id="{3BD43F60-EAD8-493F-B3C4-B6B5785D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168" y="1455581"/>
            <a:ext cx="441635" cy="121116"/>
          </a:xfrm>
          <a:custGeom xmlns:a="http://schemas.openxmlformats.org/drawingml/2006/main">
            <a:pathLst>
              <a:path w="441635" h="121116">
                <a:moveTo>
                  <a:pt x="0" y="94950"/>
                </a:moveTo>
                <a:lnTo>
                  <a:pt x="0" y="0"/>
                </a:lnTo>
                <a:lnTo>
                  <a:pt x="19171" y="0"/>
                </a:lnTo>
                <a:lnTo>
                  <a:pt x="19171" y="94950"/>
                </a:lnTo>
                <a:lnTo>
                  <a:pt x="0" y="94950"/>
                </a:lnTo>
                <a:close/>
                <a:moveTo>
                  <a:pt x="35969" y="26166"/>
                </a:moveTo>
                <a:lnTo>
                  <a:pt x="52744" y="26166"/>
                </a:lnTo>
                <a:lnTo>
                  <a:pt x="52744" y="35558"/>
                </a:lnTo>
                <a:cubicBezTo>
                  <a:pt x="58745" y="28260"/>
                  <a:pt x="65892" y="24612"/>
                  <a:pt x="74182" y="24612"/>
                </a:cubicBezTo>
                <a:cubicBezTo>
                  <a:pt x="78586" y="24612"/>
                  <a:pt x="82407" y="25523"/>
                  <a:pt x="85646" y="27344"/>
                </a:cubicBezTo>
                <a:cubicBezTo>
                  <a:pt x="88884" y="29166"/>
                  <a:pt x="91540" y="31921"/>
                  <a:pt x="93612" y="35608"/>
                </a:cubicBezTo>
                <a:cubicBezTo>
                  <a:pt x="96635" y="31921"/>
                  <a:pt x="99895" y="29166"/>
                  <a:pt x="103392" y="27344"/>
                </a:cubicBezTo>
                <a:cubicBezTo>
                  <a:pt x="106890" y="25523"/>
                  <a:pt x="110625" y="24612"/>
                  <a:pt x="114597" y="24612"/>
                </a:cubicBezTo>
                <a:cubicBezTo>
                  <a:pt x="119649" y="24612"/>
                  <a:pt x="123924" y="25637"/>
                  <a:pt x="127421" y="27688"/>
                </a:cubicBezTo>
                <a:cubicBezTo>
                  <a:pt x="130919" y="29739"/>
                  <a:pt x="133531" y="32751"/>
                  <a:pt x="135258" y="36723"/>
                </a:cubicBezTo>
                <a:cubicBezTo>
                  <a:pt x="136510" y="39660"/>
                  <a:pt x="137136" y="44409"/>
                  <a:pt x="137136" y="50972"/>
                </a:cubicBezTo>
                <a:lnTo>
                  <a:pt x="137136" y="94950"/>
                </a:lnTo>
                <a:lnTo>
                  <a:pt x="118937" y="94950"/>
                </a:lnTo>
                <a:lnTo>
                  <a:pt x="118937" y="55680"/>
                </a:lnTo>
                <a:cubicBezTo>
                  <a:pt x="118937" y="48866"/>
                  <a:pt x="118310" y="44467"/>
                  <a:pt x="117058" y="42484"/>
                </a:cubicBezTo>
                <a:cubicBezTo>
                  <a:pt x="115374" y="39896"/>
                  <a:pt x="112784" y="38602"/>
                  <a:pt x="109286" y="38602"/>
                </a:cubicBezTo>
                <a:cubicBezTo>
                  <a:pt x="106739" y="38602"/>
                  <a:pt x="104342" y="39378"/>
                  <a:pt x="102097" y="40931"/>
                </a:cubicBezTo>
                <a:cubicBezTo>
                  <a:pt x="99852" y="42483"/>
                  <a:pt x="98232" y="44758"/>
                  <a:pt x="97239" y="47756"/>
                </a:cubicBezTo>
                <a:cubicBezTo>
                  <a:pt x="96246" y="50753"/>
                  <a:pt x="95750" y="55487"/>
                  <a:pt x="95750" y="61957"/>
                </a:cubicBezTo>
                <a:lnTo>
                  <a:pt x="95750" y="94950"/>
                </a:lnTo>
                <a:lnTo>
                  <a:pt x="77550" y="94950"/>
                </a:lnTo>
                <a:lnTo>
                  <a:pt x="77550" y="57297"/>
                </a:lnTo>
                <a:cubicBezTo>
                  <a:pt x="77550" y="50613"/>
                  <a:pt x="77226" y="46300"/>
                  <a:pt x="76578" y="44360"/>
                </a:cubicBezTo>
                <a:cubicBezTo>
                  <a:pt x="75931" y="42418"/>
                  <a:pt x="74927" y="40973"/>
                  <a:pt x="73567" y="40025"/>
                </a:cubicBezTo>
                <a:cubicBezTo>
                  <a:pt x="72206" y="39076"/>
                  <a:pt x="70361" y="38602"/>
                  <a:pt x="68029" y="38602"/>
                </a:cubicBezTo>
                <a:cubicBezTo>
                  <a:pt x="65222" y="38602"/>
                  <a:pt x="62696" y="39357"/>
                  <a:pt x="60451" y="40867"/>
                </a:cubicBezTo>
                <a:cubicBezTo>
                  <a:pt x="58206" y="42375"/>
                  <a:pt x="56597" y="44553"/>
                  <a:pt x="55626" y="47400"/>
                </a:cubicBezTo>
                <a:cubicBezTo>
                  <a:pt x="54654" y="50247"/>
                  <a:pt x="54169" y="54970"/>
                  <a:pt x="54169" y="61568"/>
                </a:cubicBezTo>
                <a:lnTo>
                  <a:pt x="54169" y="94950"/>
                </a:lnTo>
                <a:lnTo>
                  <a:pt x="35969" y="94950"/>
                </a:lnTo>
                <a:lnTo>
                  <a:pt x="35969" y="26166"/>
                </a:lnTo>
                <a:close/>
                <a:moveTo>
                  <a:pt x="154732" y="26166"/>
                </a:moveTo>
                <a:lnTo>
                  <a:pt x="171701" y="26166"/>
                </a:lnTo>
                <a:lnTo>
                  <a:pt x="171701" y="36270"/>
                </a:lnTo>
                <a:cubicBezTo>
                  <a:pt x="173903" y="32816"/>
                  <a:pt x="176882" y="30009"/>
                  <a:pt x="180639" y="27850"/>
                </a:cubicBezTo>
                <a:cubicBezTo>
                  <a:pt x="184395" y="25691"/>
                  <a:pt x="188562" y="24612"/>
                  <a:pt x="193139" y="24612"/>
                </a:cubicBezTo>
                <a:cubicBezTo>
                  <a:pt x="201127" y="24612"/>
                  <a:pt x="207906" y="27742"/>
                  <a:pt x="213476" y="34003"/>
                </a:cubicBezTo>
                <a:cubicBezTo>
                  <a:pt x="219046" y="40264"/>
                  <a:pt x="221831" y="48986"/>
                  <a:pt x="221831" y="60169"/>
                </a:cubicBezTo>
                <a:cubicBezTo>
                  <a:pt x="221831" y="71655"/>
                  <a:pt x="219025" y="80582"/>
                  <a:pt x="213412" y="86951"/>
                </a:cubicBezTo>
                <a:cubicBezTo>
                  <a:pt x="207798" y="93320"/>
                  <a:pt x="200998" y="96504"/>
                  <a:pt x="193010" y="96504"/>
                </a:cubicBezTo>
                <a:cubicBezTo>
                  <a:pt x="189210" y="96504"/>
                  <a:pt x="185766" y="95749"/>
                  <a:pt x="182679" y="94237"/>
                </a:cubicBezTo>
                <a:cubicBezTo>
                  <a:pt x="179592" y="92726"/>
                  <a:pt x="176343" y="90135"/>
                  <a:pt x="172932" y="86465"/>
                </a:cubicBezTo>
                <a:lnTo>
                  <a:pt x="172932" y="121116"/>
                </a:lnTo>
                <a:lnTo>
                  <a:pt x="154732" y="121116"/>
                </a:lnTo>
                <a:lnTo>
                  <a:pt x="154732" y="26166"/>
                </a:lnTo>
                <a:moveTo>
                  <a:pt x="172737" y="59362"/>
                </a:moveTo>
                <a:cubicBezTo>
                  <a:pt x="172737" y="67079"/>
                  <a:pt x="174270" y="72780"/>
                  <a:pt x="177336" y="76467"/>
                </a:cubicBezTo>
                <a:cubicBezTo>
                  <a:pt x="180401" y="80153"/>
                  <a:pt x="184136" y="81996"/>
                  <a:pt x="188541" y="81996"/>
                </a:cubicBezTo>
                <a:cubicBezTo>
                  <a:pt x="192772" y="81996"/>
                  <a:pt x="196291" y="80304"/>
                  <a:pt x="199098" y="76920"/>
                </a:cubicBezTo>
                <a:cubicBezTo>
                  <a:pt x="201904" y="73536"/>
                  <a:pt x="203308" y="67985"/>
                  <a:pt x="203308" y="60267"/>
                </a:cubicBezTo>
                <a:cubicBezTo>
                  <a:pt x="203308" y="53067"/>
                  <a:pt x="201861" y="47721"/>
                  <a:pt x="198968" y="44228"/>
                </a:cubicBezTo>
                <a:cubicBezTo>
                  <a:pt x="196075" y="40736"/>
                  <a:pt x="192491" y="38990"/>
                  <a:pt x="188217" y="38990"/>
                </a:cubicBezTo>
                <a:cubicBezTo>
                  <a:pt x="183769" y="38990"/>
                  <a:pt x="180078" y="40704"/>
                  <a:pt x="177141" y="44131"/>
                </a:cubicBezTo>
                <a:cubicBezTo>
                  <a:pt x="174205" y="47559"/>
                  <a:pt x="172737" y="52635"/>
                  <a:pt x="172737" y="59362"/>
                </a:cubicBezTo>
                <a:close/>
                <a:moveTo>
                  <a:pt x="236296" y="94950"/>
                </a:moveTo>
                <a:lnTo>
                  <a:pt x="236296" y="0"/>
                </a:lnTo>
                <a:lnTo>
                  <a:pt x="254496" y="0"/>
                </a:lnTo>
                <a:lnTo>
                  <a:pt x="254496" y="94950"/>
                </a:lnTo>
                <a:lnTo>
                  <a:pt x="236296" y="94950"/>
                </a:lnTo>
                <a:close/>
                <a:moveTo>
                  <a:pt x="273171" y="16840"/>
                </a:moveTo>
                <a:lnTo>
                  <a:pt x="273171" y="0"/>
                </a:lnTo>
                <a:lnTo>
                  <a:pt x="291371" y="0"/>
                </a:lnTo>
                <a:lnTo>
                  <a:pt x="291371" y="16840"/>
                </a:lnTo>
                <a:lnTo>
                  <a:pt x="273171" y="16840"/>
                </a:lnTo>
                <a:moveTo>
                  <a:pt x="273171" y="94950"/>
                </a:moveTo>
                <a:lnTo>
                  <a:pt x="273171" y="26166"/>
                </a:lnTo>
                <a:lnTo>
                  <a:pt x="291371" y="26166"/>
                </a:lnTo>
                <a:lnTo>
                  <a:pt x="291371" y="94950"/>
                </a:lnTo>
                <a:lnTo>
                  <a:pt x="273171" y="94950"/>
                </a:lnTo>
                <a:close/>
                <a:moveTo>
                  <a:pt x="349879" y="73058"/>
                </a:moveTo>
                <a:lnTo>
                  <a:pt x="368014" y="76167"/>
                </a:lnTo>
                <a:cubicBezTo>
                  <a:pt x="365683" y="82795"/>
                  <a:pt x="362002" y="87842"/>
                  <a:pt x="356971" y="91307"/>
                </a:cubicBezTo>
                <a:cubicBezTo>
                  <a:pt x="351941" y="94772"/>
                  <a:pt x="345648" y="96504"/>
                  <a:pt x="338091" y="96504"/>
                </a:cubicBezTo>
                <a:cubicBezTo>
                  <a:pt x="326131" y="96504"/>
                  <a:pt x="317279" y="92597"/>
                  <a:pt x="311537" y="84781"/>
                </a:cubicBezTo>
                <a:cubicBezTo>
                  <a:pt x="307003" y="78520"/>
                  <a:pt x="304736" y="70619"/>
                  <a:pt x="304736" y="61076"/>
                </a:cubicBezTo>
                <a:cubicBezTo>
                  <a:pt x="304736" y="49677"/>
                  <a:pt x="307715" y="40750"/>
                  <a:pt x="313674" y="34295"/>
                </a:cubicBezTo>
                <a:cubicBezTo>
                  <a:pt x="319633" y="27839"/>
                  <a:pt x="327167" y="24612"/>
                  <a:pt x="336278" y="24612"/>
                </a:cubicBezTo>
                <a:cubicBezTo>
                  <a:pt x="346511" y="24612"/>
                  <a:pt x="354586" y="27991"/>
                  <a:pt x="360501" y="34748"/>
                </a:cubicBezTo>
                <a:cubicBezTo>
                  <a:pt x="366417" y="41505"/>
                  <a:pt x="369245" y="51858"/>
                  <a:pt x="368986" y="65804"/>
                </a:cubicBezTo>
                <a:lnTo>
                  <a:pt x="323389" y="65804"/>
                </a:lnTo>
                <a:cubicBezTo>
                  <a:pt x="323519" y="71202"/>
                  <a:pt x="324987" y="75401"/>
                  <a:pt x="327793" y="78402"/>
                </a:cubicBezTo>
                <a:cubicBezTo>
                  <a:pt x="330600" y="81403"/>
                  <a:pt x="334097" y="82903"/>
                  <a:pt x="338286" y="82903"/>
                </a:cubicBezTo>
                <a:cubicBezTo>
                  <a:pt x="341136" y="82903"/>
                  <a:pt x="343532" y="82126"/>
                  <a:pt x="345475" y="80571"/>
                </a:cubicBezTo>
                <a:cubicBezTo>
                  <a:pt x="347418" y="79017"/>
                  <a:pt x="348886" y="76513"/>
                  <a:pt x="349879" y="73058"/>
                </a:cubicBezTo>
                <a:moveTo>
                  <a:pt x="350916" y="54664"/>
                </a:moveTo>
                <a:cubicBezTo>
                  <a:pt x="350786" y="49418"/>
                  <a:pt x="349426" y="45429"/>
                  <a:pt x="346835" y="42698"/>
                </a:cubicBezTo>
                <a:cubicBezTo>
                  <a:pt x="344244" y="39967"/>
                  <a:pt x="341092" y="38602"/>
                  <a:pt x="337379" y="38602"/>
                </a:cubicBezTo>
                <a:cubicBezTo>
                  <a:pt x="333407" y="38602"/>
                  <a:pt x="330125" y="40042"/>
                  <a:pt x="327534" y="42923"/>
                </a:cubicBezTo>
                <a:cubicBezTo>
                  <a:pt x="324944" y="45805"/>
                  <a:pt x="323670" y="49719"/>
                  <a:pt x="323713" y="54664"/>
                </a:cubicBezTo>
                <a:lnTo>
                  <a:pt x="350916" y="54664"/>
                </a:lnTo>
                <a:close/>
                <a:moveTo>
                  <a:pt x="377386" y="75390"/>
                </a:moveTo>
                <a:lnTo>
                  <a:pt x="395650" y="72540"/>
                </a:lnTo>
                <a:cubicBezTo>
                  <a:pt x="396427" y="76059"/>
                  <a:pt x="398003" y="78731"/>
                  <a:pt x="400378" y="80555"/>
                </a:cubicBezTo>
                <a:cubicBezTo>
                  <a:pt x="402753" y="82379"/>
                  <a:pt x="406078" y="83292"/>
                  <a:pt x="410352" y="83292"/>
                </a:cubicBezTo>
                <a:cubicBezTo>
                  <a:pt x="415059" y="83292"/>
                  <a:pt x="418600" y="82429"/>
                  <a:pt x="420974" y="80705"/>
                </a:cubicBezTo>
                <a:cubicBezTo>
                  <a:pt x="422572" y="79497"/>
                  <a:pt x="423371" y="77880"/>
                  <a:pt x="423371" y="75853"/>
                </a:cubicBezTo>
                <a:cubicBezTo>
                  <a:pt x="423371" y="74473"/>
                  <a:pt x="422939" y="73330"/>
                  <a:pt x="422075" y="72425"/>
                </a:cubicBezTo>
                <a:cubicBezTo>
                  <a:pt x="421169" y="71563"/>
                  <a:pt x="419139" y="70765"/>
                  <a:pt x="415987" y="70032"/>
                </a:cubicBezTo>
                <a:cubicBezTo>
                  <a:pt x="401307" y="66799"/>
                  <a:pt x="392002" y="63846"/>
                  <a:pt x="388072" y="61171"/>
                </a:cubicBezTo>
                <a:cubicBezTo>
                  <a:pt x="382632" y="57461"/>
                  <a:pt x="379911" y="52306"/>
                  <a:pt x="379911" y="45706"/>
                </a:cubicBezTo>
                <a:cubicBezTo>
                  <a:pt x="379911" y="39753"/>
                  <a:pt x="382265" y="34749"/>
                  <a:pt x="386971" y="30694"/>
                </a:cubicBezTo>
                <a:cubicBezTo>
                  <a:pt x="391678" y="26639"/>
                  <a:pt x="398975" y="24612"/>
                  <a:pt x="408863" y="24612"/>
                </a:cubicBezTo>
                <a:cubicBezTo>
                  <a:pt x="418276" y="24612"/>
                  <a:pt x="425271" y="26139"/>
                  <a:pt x="429848" y="29194"/>
                </a:cubicBezTo>
                <a:cubicBezTo>
                  <a:pt x="434425" y="32249"/>
                  <a:pt x="437577" y="36767"/>
                  <a:pt x="439304" y="42747"/>
                </a:cubicBezTo>
                <a:lnTo>
                  <a:pt x="422140" y="45985"/>
                </a:lnTo>
                <a:cubicBezTo>
                  <a:pt x="421406" y="43308"/>
                  <a:pt x="420014" y="41257"/>
                  <a:pt x="417963" y="39832"/>
                </a:cubicBezTo>
                <a:cubicBezTo>
                  <a:pt x="415912" y="38407"/>
                  <a:pt x="412986" y="37695"/>
                  <a:pt x="409187" y="37695"/>
                </a:cubicBezTo>
                <a:cubicBezTo>
                  <a:pt x="404394" y="37695"/>
                  <a:pt x="400961" y="38364"/>
                  <a:pt x="398889" y="39701"/>
                </a:cubicBezTo>
                <a:cubicBezTo>
                  <a:pt x="397507" y="40648"/>
                  <a:pt x="396816" y="41877"/>
                  <a:pt x="396816" y="43386"/>
                </a:cubicBezTo>
                <a:cubicBezTo>
                  <a:pt x="396816" y="44679"/>
                  <a:pt x="397420" y="45778"/>
                  <a:pt x="398629" y="46684"/>
                </a:cubicBezTo>
                <a:cubicBezTo>
                  <a:pt x="400270" y="47891"/>
                  <a:pt x="405937" y="49595"/>
                  <a:pt x="415631" y="51794"/>
                </a:cubicBezTo>
                <a:cubicBezTo>
                  <a:pt x="425325" y="53994"/>
                  <a:pt x="432093" y="56692"/>
                  <a:pt x="435936" y="59888"/>
                </a:cubicBezTo>
                <a:cubicBezTo>
                  <a:pt x="439736" y="63129"/>
                  <a:pt x="441635" y="67644"/>
                  <a:pt x="441635" y="73433"/>
                </a:cubicBezTo>
                <a:cubicBezTo>
                  <a:pt x="441635" y="79741"/>
                  <a:pt x="439001" y="85163"/>
                  <a:pt x="433734" y="89700"/>
                </a:cubicBezTo>
                <a:cubicBezTo>
                  <a:pt x="428466" y="94236"/>
                  <a:pt x="420672" y="96504"/>
                  <a:pt x="410352" y="96504"/>
                </a:cubicBezTo>
                <a:cubicBezTo>
                  <a:pt x="400983" y="96504"/>
                  <a:pt x="393567" y="94611"/>
                  <a:pt x="388105" y="90823"/>
                </a:cubicBezTo>
                <a:cubicBezTo>
                  <a:pt x="382643" y="87034"/>
                  <a:pt x="379070" y="81890"/>
                  <a:pt x="377386" y="753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(">
            <a:extLst xmlns:a="http://schemas.openxmlformats.org/drawingml/2006/main">
              <a:ext uri="{FF2B5EF4-FFF2-40B4-BE49-F238E27FC236}">
                <a16:creationId xmlns:a16="http://schemas.microsoft.com/office/drawing/2014/main" id="{7514EEB4-8F60-4750-95FD-3FF358F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531" y="1614966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44844-4958-41CB-A009-E955D472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974" y="1588429"/>
            <a:ext cx="4832063" cy="151594"/>
          </a:xfrm>
          <a:custGeom xmlns:a="http://schemas.openxmlformats.org/drawingml/2006/main">
            <a:pathLst>
              <a:path w="4832063" h="151594">
                <a:moveTo>
                  <a:pt x="0" y="0"/>
                </a:moveTo>
                <a:lnTo>
                  <a:pt x="4832063" y="0"/>
                </a:lnTo>
                <a:lnTo>
                  <a:pt x="4832063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thesystemisinthedualinertialnavigationcalculationangleworkingmode">
            <a:extLst xmlns:a="http://schemas.openxmlformats.org/drawingml/2006/main">
              <a:ext uri="{FF2B5EF4-FFF2-40B4-BE49-F238E27FC236}">
                <a16:creationId xmlns:a16="http://schemas.microsoft.com/office/drawing/2014/main" id="{EC5FE9E5-2434-47B4-BA81-428DDD9C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601" y="1616650"/>
            <a:ext cx="4754913" cy="122930"/>
          </a:xfrm>
          <a:custGeom xmlns:a="http://schemas.openxmlformats.org/drawingml/2006/main">
            <a:pathLst>
              <a:path w="4754913" h="122930">
                <a:moveTo>
                  <a:pt x="39055" y="26166"/>
                </a:moveTo>
                <a:lnTo>
                  <a:pt x="39055" y="40674"/>
                </a:lnTo>
                <a:lnTo>
                  <a:pt x="26620" y="40674"/>
                </a:lnTo>
                <a:lnTo>
                  <a:pt x="26620" y="68350"/>
                </a:lnTo>
                <a:cubicBezTo>
                  <a:pt x="26620" y="73956"/>
                  <a:pt x="26738" y="77222"/>
                  <a:pt x="26976" y="78149"/>
                </a:cubicBezTo>
                <a:cubicBezTo>
                  <a:pt x="27213" y="79074"/>
                  <a:pt x="27753" y="79839"/>
                  <a:pt x="28595" y="80444"/>
                </a:cubicBezTo>
                <a:cubicBezTo>
                  <a:pt x="29437" y="81047"/>
                  <a:pt x="30463" y="81349"/>
                  <a:pt x="31672" y="81349"/>
                </a:cubicBezTo>
                <a:cubicBezTo>
                  <a:pt x="33356" y="81349"/>
                  <a:pt x="35795" y="80766"/>
                  <a:pt x="38990" y="79600"/>
                </a:cubicBezTo>
                <a:lnTo>
                  <a:pt x="40545" y="93772"/>
                </a:lnTo>
                <a:cubicBezTo>
                  <a:pt x="36313" y="95594"/>
                  <a:pt x="31520" y="96504"/>
                  <a:pt x="26166" y="96504"/>
                </a:cubicBezTo>
                <a:cubicBezTo>
                  <a:pt x="22885" y="96504"/>
                  <a:pt x="19927" y="95954"/>
                  <a:pt x="17293" y="94853"/>
                </a:cubicBezTo>
                <a:cubicBezTo>
                  <a:pt x="14659" y="93752"/>
                  <a:pt x="12727" y="92327"/>
                  <a:pt x="11496" y="90578"/>
                </a:cubicBezTo>
                <a:cubicBezTo>
                  <a:pt x="10266" y="88829"/>
                  <a:pt x="9413" y="86465"/>
                  <a:pt x="8938" y="83486"/>
                </a:cubicBezTo>
                <a:cubicBezTo>
                  <a:pt x="8549" y="81370"/>
                  <a:pt x="8355" y="77096"/>
                  <a:pt x="8355" y="70662"/>
                </a:cubicBezTo>
                <a:lnTo>
                  <a:pt x="8355" y="40674"/>
                </a:lnTo>
                <a:lnTo>
                  <a:pt x="0" y="40674"/>
                </a:lnTo>
                <a:lnTo>
                  <a:pt x="0" y="26166"/>
                </a:lnTo>
                <a:lnTo>
                  <a:pt x="8355" y="26166"/>
                </a:lnTo>
                <a:lnTo>
                  <a:pt x="8355" y="12435"/>
                </a:lnTo>
                <a:lnTo>
                  <a:pt x="26620" y="1684"/>
                </a:lnTo>
                <a:lnTo>
                  <a:pt x="26620" y="26166"/>
                </a:lnTo>
                <a:lnTo>
                  <a:pt x="39055" y="26166"/>
                </a:lnTo>
                <a:close/>
                <a:moveTo>
                  <a:pt x="69819" y="0"/>
                </a:moveTo>
                <a:lnTo>
                  <a:pt x="69819" y="34959"/>
                </a:lnTo>
                <a:cubicBezTo>
                  <a:pt x="75691" y="28061"/>
                  <a:pt x="82707" y="24612"/>
                  <a:pt x="90868" y="24612"/>
                </a:cubicBezTo>
                <a:cubicBezTo>
                  <a:pt x="95056" y="24612"/>
                  <a:pt x="98835" y="25389"/>
                  <a:pt x="102203" y="26943"/>
                </a:cubicBezTo>
                <a:cubicBezTo>
                  <a:pt x="105570" y="28498"/>
                  <a:pt x="108107" y="30484"/>
                  <a:pt x="109813" y="32902"/>
                </a:cubicBezTo>
                <a:cubicBezTo>
                  <a:pt x="111518" y="35320"/>
                  <a:pt x="112684" y="37997"/>
                  <a:pt x="113310" y="40933"/>
                </a:cubicBezTo>
                <a:cubicBezTo>
                  <a:pt x="113936" y="43870"/>
                  <a:pt x="114249" y="48425"/>
                  <a:pt x="114249" y="54599"/>
                </a:cubicBezTo>
                <a:lnTo>
                  <a:pt x="114249" y="94950"/>
                </a:lnTo>
                <a:lnTo>
                  <a:pt x="96050" y="94950"/>
                </a:lnTo>
                <a:lnTo>
                  <a:pt x="96050" y="58658"/>
                </a:lnTo>
                <a:cubicBezTo>
                  <a:pt x="96050" y="51455"/>
                  <a:pt x="95704" y="46883"/>
                  <a:pt x="95013" y="44943"/>
                </a:cubicBezTo>
                <a:cubicBezTo>
                  <a:pt x="94322" y="43001"/>
                  <a:pt x="93103" y="41459"/>
                  <a:pt x="91354" y="40316"/>
                </a:cubicBezTo>
                <a:cubicBezTo>
                  <a:pt x="89605" y="39173"/>
                  <a:pt x="87414" y="38602"/>
                  <a:pt x="84780" y="38602"/>
                </a:cubicBezTo>
                <a:cubicBezTo>
                  <a:pt x="81757" y="38602"/>
                  <a:pt x="79059" y="39335"/>
                  <a:pt x="76684" y="40802"/>
                </a:cubicBezTo>
                <a:cubicBezTo>
                  <a:pt x="74309" y="42269"/>
                  <a:pt x="72571" y="44479"/>
                  <a:pt x="71470" y="47432"/>
                </a:cubicBezTo>
                <a:cubicBezTo>
                  <a:pt x="70369" y="50386"/>
                  <a:pt x="69819" y="54753"/>
                  <a:pt x="69819" y="60534"/>
                </a:cubicBezTo>
                <a:lnTo>
                  <a:pt x="69819" y="94950"/>
                </a:lnTo>
                <a:lnTo>
                  <a:pt x="51619" y="94950"/>
                </a:lnTo>
                <a:lnTo>
                  <a:pt x="51619" y="0"/>
                </a:lnTo>
                <a:lnTo>
                  <a:pt x="69819" y="0"/>
                </a:lnTo>
                <a:close/>
                <a:moveTo>
                  <a:pt x="172562" y="73058"/>
                </a:moveTo>
                <a:lnTo>
                  <a:pt x="190697" y="76167"/>
                </a:lnTo>
                <a:cubicBezTo>
                  <a:pt x="188365" y="82795"/>
                  <a:pt x="184684" y="87842"/>
                  <a:pt x="179654" y="91307"/>
                </a:cubicBezTo>
                <a:cubicBezTo>
                  <a:pt x="174624" y="94772"/>
                  <a:pt x="168330" y="96504"/>
                  <a:pt x="160774" y="96504"/>
                </a:cubicBezTo>
                <a:cubicBezTo>
                  <a:pt x="148814" y="96504"/>
                  <a:pt x="139962" y="92597"/>
                  <a:pt x="134219" y="84781"/>
                </a:cubicBezTo>
                <a:cubicBezTo>
                  <a:pt x="129685" y="78520"/>
                  <a:pt x="127419" y="70619"/>
                  <a:pt x="127419" y="61076"/>
                </a:cubicBezTo>
                <a:cubicBezTo>
                  <a:pt x="127419" y="49677"/>
                  <a:pt x="130398" y="40750"/>
                  <a:pt x="136357" y="34295"/>
                </a:cubicBezTo>
                <a:cubicBezTo>
                  <a:pt x="142315" y="27839"/>
                  <a:pt x="149850" y="24612"/>
                  <a:pt x="158961" y="24612"/>
                </a:cubicBezTo>
                <a:cubicBezTo>
                  <a:pt x="169194" y="24612"/>
                  <a:pt x="177268" y="27991"/>
                  <a:pt x="183184" y="34748"/>
                </a:cubicBezTo>
                <a:cubicBezTo>
                  <a:pt x="189099" y="41505"/>
                  <a:pt x="191928" y="51858"/>
                  <a:pt x="191668" y="65804"/>
                </a:cubicBezTo>
                <a:lnTo>
                  <a:pt x="146072" y="65804"/>
                </a:lnTo>
                <a:cubicBezTo>
                  <a:pt x="146201" y="71202"/>
                  <a:pt x="147669" y="75401"/>
                  <a:pt x="150476" y="78402"/>
                </a:cubicBezTo>
                <a:cubicBezTo>
                  <a:pt x="153283" y="81403"/>
                  <a:pt x="156780" y="82903"/>
                  <a:pt x="160968" y="82903"/>
                </a:cubicBezTo>
                <a:cubicBezTo>
                  <a:pt x="163818" y="82903"/>
                  <a:pt x="166215" y="82126"/>
                  <a:pt x="168158" y="80571"/>
                </a:cubicBezTo>
                <a:cubicBezTo>
                  <a:pt x="170101" y="79017"/>
                  <a:pt x="171569" y="76513"/>
                  <a:pt x="172562" y="73058"/>
                </a:cubicBezTo>
                <a:moveTo>
                  <a:pt x="173598" y="54664"/>
                </a:moveTo>
                <a:cubicBezTo>
                  <a:pt x="173469" y="49418"/>
                  <a:pt x="172109" y="45429"/>
                  <a:pt x="169518" y="42698"/>
                </a:cubicBezTo>
                <a:cubicBezTo>
                  <a:pt x="166927" y="39967"/>
                  <a:pt x="163775" y="38602"/>
                  <a:pt x="160062" y="38602"/>
                </a:cubicBezTo>
                <a:cubicBezTo>
                  <a:pt x="156089" y="38602"/>
                  <a:pt x="152808" y="40042"/>
                  <a:pt x="150217" y="42923"/>
                </a:cubicBezTo>
                <a:cubicBezTo>
                  <a:pt x="147626" y="45805"/>
                  <a:pt x="146352" y="49719"/>
                  <a:pt x="146396" y="54664"/>
                </a:cubicBezTo>
                <a:lnTo>
                  <a:pt x="173598" y="54664"/>
                </a:lnTo>
                <a:close/>
                <a:moveTo>
                  <a:pt x="236944" y="75390"/>
                </a:moveTo>
                <a:lnTo>
                  <a:pt x="255208" y="72540"/>
                </a:lnTo>
                <a:cubicBezTo>
                  <a:pt x="255985" y="76059"/>
                  <a:pt x="257561" y="78731"/>
                  <a:pt x="259936" y="80555"/>
                </a:cubicBezTo>
                <a:cubicBezTo>
                  <a:pt x="262311" y="82379"/>
                  <a:pt x="265636" y="83292"/>
                  <a:pt x="269911" y="83292"/>
                </a:cubicBezTo>
                <a:cubicBezTo>
                  <a:pt x="274617" y="83292"/>
                  <a:pt x="278158" y="82429"/>
                  <a:pt x="280533" y="80705"/>
                </a:cubicBezTo>
                <a:cubicBezTo>
                  <a:pt x="282130" y="79497"/>
                  <a:pt x="282929" y="77880"/>
                  <a:pt x="282929" y="75853"/>
                </a:cubicBezTo>
                <a:cubicBezTo>
                  <a:pt x="282929" y="74473"/>
                  <a:pt x="282497" y="73330"/>
                  <a:pt x="281634" y="72425"/>
                </a:cubicBezTo>
                <a:cubicBezTo>
                  <a:pt x="280727" y="71563"/>
                  <a:pt x="278697" y="70765"/>
                  <a:pt x="275545" y="70032"/>
                </a:cubicBezTo>
                <a:cubicBezTo>
                  <a:pt x="260865" y="66799"/>
                  <a:pt x="251560" y="63846"/>
                  <a:pt x="247630" y="61171"/>
                </a:cubicBezTo>
                <a:cubicBezTo>
                  <a:pt x="242190" y="57461"/>
                  <a:pt x="239470" y="52306"/>
                  <a:pt x="239470" y="45706"/>
                </a:cubicBezTo>
                <a:cubicBezTo>
                  <a:pt x="239470" y="39753"/>
                  <a:pt x="241823" y="34749"/>
                  <a:pt x="246529" y="30694"/>
                </a:cubicBezTo>
                <a:cubicBezTo>
                  <a:pt x="251236" y="26639"/>
                  <a:pt x="258533" y="24612"/>
                  <a:pt x="268421" y="24612"/>
                </a:cubicBezTo>
                <a:cubicBezTo>
                  <a:pt x="277834" y="24612"/>
                  <a:pt x="284829" y="26139"/>
                  <a:pt x="289406" y="29194"/>
                </a:cubicBezTo>
                <a:cubicBezTo>
                  <a:pt x="293983" y="32249"/>
                  <a:pt x="297135" y="36767"/>
                  <a:pt x="298862" y="42747"/>
                </a:cubicBezTo>
                <a:lnTo>
                  <a:pt x="281698" y="45985"/>
                </a:lnTo>
                <a:cubicBezTo>
                  <a:pt x="280964" y="43308"/>
                  <a:pt x="279572" y="41257"/>
                  <a:pt x="277521" y="39832"/>
                </a:cubicBezTo>
                <a:cubicBezTo>
                  <a:pt x="275470" y="38407"/>
                  <a:pt x="272544" y="37695"/>
                  <a:pt x="268745" y="37695"/>
                </a:cubicBezTo>
                <a:cubicBezTo>
                  <a:pt x="263952" y="37695"/>
                  <a:pt x="260519" y="38364"/>
                  <a:pt x="258447" y="39701"/>
                </a:cubicBezTo>
                <a:cubicBezTo>
                  <a:pt x="257065" y="40648"/>
                  <a:pt x="256374" y="41877"/>
                  <a:pt x="256374" y="43386"/>
                </a:cubicBezTo>
                <a:cubicBezTo>
                  <a:pt x="256374" y="44679"/>
                  <a:pt x="256979" y="45778"/>
                  <a:pt x="258188" y="46684"/>
                </a:cubicBezTo>
                <a:cubicBezTo>
                  <a:pt x="259828" y="47891"/>
                  <a:pt x="265496" y="49595"/>
                  <a:pt x="275189" y="51794"/>
                </a:cubicBezTo>
                <a:cubicBezTo>
                  <a:pt x="284883" y="53994"/>
                  <a:pt x="291651" y="56692"/>
                  <a:pt x="295494" y="59888"/>
                </a:cubicBezTo>
                <a:cubicBezTo>
                  <a:pt x="299294" y="63129"/>
                  <a:pt x="301194" y="67644"/>
                  <a:pt x="301194" y="73433"/>
                </a:cubicBezTo>
                <a:cubicBezTo>
                  <a:pt x="301194" y="79741"/>
                  <a:pt x="298560" y="85163"/>
                  <a:pt x="293292" y="89700"/>
                </a:cubicBezTo>
                <a:cubicBezTo>
                  <a:pt x="288024" y="94236"/>
                  <a:pt x="280230" y="96504"/>
                  <a:pt x="269911" y="96504"/>
                </a:cubicBezTo>
                <a:cubicBezTo>
                  <a:pt x="260541" y="96504"/>
                  <a:pt x="253125" y="94611"/>
                  <a:pt x="247663" y="90823"/>
                </a:cubicBezTo>
                <a:cubicBezTo>
                  <a:pt x="242201" y="87034"/>
                  <a:pt x="238628" y="81890"/>
                  <a:pt x="236944" y="75390"/>
                </a:cubicBezTo>
                <a:close/>
                <a:moveTo>
                  <a:pt x="308492" y="26166"/>
                </a:moveTo>
                <a:lnTo>
                  <a:pt x="327858" y="26166"/>
                </a:lnTo>
                <a:lnTo>
                  <a:pt x="344309" y="75048"/>
                </a:lnTo>
                <a:lnTo>
                  <a:pt x="360371" y="26166"/>
                </a:lnTo>
                <a:lnTo>
                  <a:pt x="379219" y="26166"/>
                </a:lnTo>
                <a:lnTo>
                  <a:pt x="354931" y="92381"/>
                </a:lnTo>
                <a:lnTo>
                  <a:pt x="350591" y="104406"/>
                </a:lnTo>
                <a:cubicBezTo>
                  <a:pt x="348994" y="108422"/>
                  <a:pt x="347472" y="111487"/>
                  <a:pt x="346025" y="113603"/>
                </a:cubicBezTo>
                <a:cubicBezTo>
                  <a:pt x="344579" y="115719"/>
                  <a:pt x="342916" y="117435"/>
                  <a:pt x="341038" y="118752"/>
                </a:cubicBezTo>
                <a:cubicBezTo>
                  <a:pt x="339160" y="120069"/>
                  <a:pt x="336850" y="121095"/>
                  <a:pt x="334108" y="121829"/>
                </a:cubicBezTo>
                <a:cubicBezTo>
                  <a:pt x="331366" y="122563"/>
                  <a:pt x="328268" y="122930"/>
                  <a:pt x="324814" y="122930"/>
                </a:cubicBezTo>
                <a:cubicBezTo>
                  <a:pt x="321316" y="122930"/>
                  <a:pt x="317884" y="122563"/>
                  <a:pt x="314516" y="121829"/>
                </a:cubicBezTo>
                <a:lnTo>
                  <a:pt x="312896" y="107580"/>
                </a:lnTo>
                <a:cubicBezTo>
                  <a:pt x="315746" y="108141"/>
                  <a:pt x="318315" y="108422"/>
                  <a:pt x="320604" y="108422"/>
                </a:cubicBezTo>
                <a:cubicBezTo>
                  <a:pt x="324835" y="108422"/>
                  <a:pt x="327966" y="107180"/>
                  <a:pt x="329995" y="104697"/>
                </a:cubicBezTo>
                <a:cubicBezTo>
                  <a:pt x="332025" y="102215"/>
                  <a:pt x="333579" y="99052"/>
                  <a:pt x="334658" y="95209"/>
                </a:cubicBezTo>
                <a:lnTo>
                  <a:pt x="308492" y="26166"/>
                </a:lnTo>
                <a:close/>
                <a:moveTo>
                  <a:pt x="384445" y="75390"/>
                </a:moveTo>
                <a:lnTo>
                  <a:pt x="402709" y="72540"/>
                </a:lnTo>
                <a:cubicBezTo>
                  <a:pt x="403486" y="76059"/>
                  <a:pt x="405062" y="78731"/>
                  <a:pt x="407437" y="80555"/>
                </a:cubicBezTo>
                <a:cubicBezTo>
                  <a:pt x="409812" y="82379"/>
                  <a:pt x="413137" y="83292"/>
                  <a:pt x="417412" y="83292"/>
                </a:cubicBezTo>
                <a:cubicBezTo>
                  <a:pt x="422118" y="83292"/>
                  <a:pt x="425659" y="82429"/>
                  <a:pt x="428034" y="80705"/>
                </a:cubicBezTo>
                <a:cubicBezTo>
                  <a:pt x="429631" y="79497"/>
                  <a:pt x="430430" y="77880"/>
                  <a:pt x="430430" y="75853"/>
                </a:cubicBezTo>
                <a:cubicBezTo>
                  <a:pt x="430430" y="74473"/>
                  <a:pt x="429998" y="73330"/>
                  <a:pt x="429135" y="72425"/>
                </a:cubicBezTo>
                <a:cubicBezTo>
                  <a:pt x="428228" y="71563"/>
                  <a:pt x="426198" y="70765"/>
                  <a:pt x="423046" y="70032"/>
                </a:cubicBezTo>
                <a:cubicBezTo>
                  <a:pt x="408366" y="66799"/>
                  <a:pt x="399061" y="63846"/>
                  <a:pt x="395131" y="61171"/>
                </a:cubicBezTo>
                <a:cubicBezTo>
                  <a:pt x="389691" y="57461"/>
                  <a:pt x="386971" y="52306"/>
                  <a:pt x="386971" y="45706"/>
                </a:cubicBezTo>
                <a:cubicBezTo>
                  <a:pt x="386971" y="39753"/>
                  <a:pt x="389324" y="34749"/>
                  <a:pt x="394030" y="30694"/>
                </a:cubicBezTo>
                <a:cubicBezTo>
                  <a:pt x="398737" y="26639"/>
                  <a:pt x="406034" y="24612"/>
                  <a:pt x="415922" y="24612"/>
                </a:cubicBezTo>
                <a:cubicBezTo>
                  <a:pt x="425335" y="24612"/>
                  <a:pt x="432330" y="26139"/>
                  <a:pt x="436907" y="29194"/>
                </a:cubicBezTo>
                <a:cubicBezTo>
                  <a:pt x="441484" y="32249"/>
                  <a:pt x="444636" y="36767"/>
                  <a:pt x="446363" y="42747"/>
                </a:cubicBezTo>
                <a:lnTo>
                  <a:pt x="429199" y="45985"/>
                </a:lnTo>
                <a:cubicBezTo>
                  <a:pt x="428465" y="43308"/>
                  <a:pt x="427073" y="41257"/>
                  <a:pt x="425022" y="39832"/>
                </a:cubicBezTo>
                <a:cubicBezTo>
                  <a:pt x="422971" y="38407"/>
                  <a:pt x="420045" y="37695"/>
                  <a:pt x="416246" y="37695"/>
                </a:cubicBezTo>
                <a:cubicBezTo>
                  <a:pt x="411453" y="37695"/>
                  <a:pt x="408020" y="38364"/>
                  <a:pt x="405948" y="39701"/>
                </a:cubicBezTo>
                <a:cubicBezTo>
                  <a:pt x="404566" y="40648"/>
                  <a:pt x="403875" y="41877"/>
                  <a:pt x="403875" y="43386"/>
                </a:cubicBezTo>
                <a:cubicBezTo>
                  <a:pt x="403875" y="44679"/>
                  <a:pt x="404480" y="45778"/>
                  <a:pt x="405689" y="46684"/>
                </a:cubicBezTo>
                <a:cubicBezTo>
                  <a:pt x="407329" y="47891"/>
                  <a:pt x="412997" y="49595"/>
                  <a:pt x="422690" y="51794"/>
                </a:cubicBezTo>
                <a:cubicBezTo>
                  <a:pt x="432384" y="53994"/>
                  <a:pt x="439152" y="56692"/>
                  <a:pt x="442995" y="59888"/>
                </a:cubicBezTo>
                <a:cubicBezTo>
                  <a:pt x="446795" y="63129"/>
                  <a:pt x="448695" y="67644"/>
                  <a:pt x="448695" y="73433"/>
                </a:cubicBezTo>
                <a:cubicBezTo>
                  <a:pt x="448695" y="79741"/>
                  <a:pt x="446061" y="85163"/>
                  <a:pt x="440793" y="89700"/>
                </a:cubicBezTo>
                <a:cubicBezTo>
                  <a:pt x="435525" y="94236"/>
                  <a:pt x="427731" y="96504"/>
                  <a:pt x="417412" y="96504"/>
                </a:cubicBezTo>
                <a:cubicBezTo>
                  <a:pt x="408042" y="96504"/>
                  <a:pt x="400626" y="94611"/>
                  <a:pt x="395164" y="90823"/>
                </a:cubicBezTo>
                <a:cubicBezTo>
                  <a:pt x="389702" y="87034"/>
                  <a:pt x="386129" y="81890"/>
                  <a:pt x="384445" y="75390"/>
                </a:cubicBezTo>
                <a:close/>
                <a:moveTo>
                  <a:pt x="496149" y="26166"/>
                </a:moveTo>
                <a:lnTo>
                  <a:pt x="496149" y="40674"/>
                </a:lnTo>
                <a:lnTo>
                  <a:pt x="483714" y="40674"/>
                </a:lnTo>
                <a:lnTo>
                  <a:pt x="483714" y="68350"/>
                </a:lnTo>
                <a:cubicBezTo>
                  <a:pt x="483714" y="73956"/>
                  <a:pt x="483833" y="77222"/>
                  <a:pt x="484070" y="78149"/>
                </a:cubicBezTo>
                <a:cubicBezTo>
                  <a:pt x="484308" y="79074"/>
                  <a:pt x="484847" y="79839"/>
                  <a:pt x="485689" y="80444"/>
                </a:cubicBezTo>
                <a:cubicBezTo>
                  <a:pt x="486531" y="81047"/>
                  <a:pt x="487557" y="81349"/>
                  <a:pt x="488766" y="81349"/>
                </a:cubicBezTo>
                <a:cubicBezTo>
                  <a:pt x="490450" y="81349"/>
                  <a:pt x="492889" y="80766"/>
                  <a:pt x="496085" y="79600"/>
                </a:cubicBezTo>
                <a:lnTo>
                  <a:pt x="497639" y="93772"/>
                </a:lnTo>
                <a:cubicBezTo>
                  <a:pt x="493408" y="95594"/>
                  <a:pt x="488615" y="96504"/>
                  <a:pt x="483261" y="96504"/>
                </a:cubicBezTo>
                <a:cubicBezTo>
                  <a:pt x="479979" y="96504"/>
                  <a:pt x="477021" y="95954"/>
                  <a:pt x="474387" y="94853"/>
                </a:cubicBezTo>
                <a:cubicBezTo>
                  <a:pt x="471753" y="93752"/>
                  <a:pt x="469821" y="92327"/>
                  <a:pt x="468591" y="90578"/>
                </a:cubicBezTo>
                <a:cubicBezTo>
                  <a:pt x="467360" y="88829"/>
                  <a:pt x="466507" y="86465"/>
                  <a:pt x="466032" y="83486"/>
                </a:cubicBezTo>
                <a:cubicBezTo>
                  <a:pt x="465644" y="81370"/>
                  <a:pt x="465449" y="77096"/>
                  <a:pt x="465449" y="70662"/>
                </a:cubicBezTo>
                <a:lnTo>
                  <a:pt x="465449" y="40674"/>
                </a:lnTo>
                <a:lnTo>
                  <a:pt x="457094" y="40674"/>
                </a:lnTo>
                <a:lnTo>
                  <a:pt x="457094" y="26166"/>
                </a:lnTo>
                <a:lnTo>
                  <a:pt x="465449" y="26166"/>
                </a:lnTo>
                <a:lnTo>
                  <a:pt x="465449" y="12435"/>
                </a:lnTo>
                <a:lnTo>
                  <a:pt x="483714" y="1684"/>
                </a:lnTo>
                <a:lnTo>
                  <a:pt x="483714" y="26166"/>
                </a:lnTo>
                <a:lnTo>
                  <a:pt x="496149" y="26166"/>
                </a:lnTo>
                <a:close/>
                <a:moveTo>
                  <a:pt x="548610" y="73058"/>
                </a:moveTo>
                <a:lnTo>
                  <a:pt x="566745" y="76167"/>
                </a:lnTo>
                <a:cubicBezTo>
                  <a:pt x="564414" y="82795"/>
                  <a:pt x="560733" y="87842"/>
                  <a:pt x="555702" y="91307"/>
                </a:cubicBezTo>
                <a:cubicBezTo>
                  <a:pt x="550672" y="94772"/>
                  <a:pt x="544379" y="96504"/>
                  <a:pt x="536823" y="96504"/>
                </a:cubicBezTo>
                <a:cubicBezTo>
                  <a:pt x="524862" y="96504"/>
                  <a:pt x="516010" y="92597"/>
                  <a:pt x="510268" y="84781"/>
                </a:cubicBezTo>
                <a:cubicBezTo>
                  <a:pt x="505734" y="78520"/>
                  <a:pt x="503467" y="70619"/>
                  <a:pt x="503467" y="61076"/>
                </a:cubicBezTo>
                <a:cubicBezTo>
                  <a:pt x="503467" y="49677"/>
                  <a:pt x="506446" y="40750"/>
                  <a:pt x="512405" y="34295"/>
                </a:cubicBezTo>
                <a:cubicBezTo>
                  <a:pt x="518364" y="27839"/>
                  <a:pt x="525898" y="24612"/>
                  <a:pt x="535009" y="24612"/>
                </a:cubicBezTo>
                <a:cubicBezTo>
                  <a:pt x="545242" y="24612"/>
                  <a:pt x="553317" y="27991"/>
                  <a:pt x="559232" y="34748"/>
                </a:cubicBezTo>
                <a:cubicBezTo>
                  <a:pt x="565148" y="41505"/>
                  <a:pt x="567976" y="51858"/>
                  <a:pt x="567717" y="65804"/>
                </a:cubicBezTo>
                <a:lnTo>
                  <a:pt x="522120" y="65804"/>
                </a:lnTo>
                <a:cubicBezTo>
                  <a:pt x="522250" y="71202"/>
                  <a:pt x="523718" y="75401"/>
                  <a:pt x="526524" y="78402"/>
                </a:cubicBezTo>
                <a:cubicBezTo>
                  <a:pt x="529331" y="81403"/>
                  <a:pt x="532829" y="82903"/>
                  <a:pt x="537017" y="82903"/>
                </a:cubicBezTo>
                <a:cubicBezTo>
                  <a:pt x="539867" y="82903"/>
                  <a:pt x="542263" y="82126"/>
                  <a:pt x="544206" y="80571"/>
                </a:cubicBezTo>
                <a:cubicBezTo>
                  <a:pt x="546149" y="79017"/>
                  <a:pt x="547617" y="76513"/>
                  <a:pt x="548610" y="73058"/>
                </a:cubicBezTo>
                <a:moveTo>
                  <a:pt x="549647" y="54664"/>
                </a:moveTo>
                <a:cubicBezTo>
                  <a:pt x="549517" y="49418"/>
                  <a:pt x="548157" y="45429"/>
                  <a:pt x="545566" y="42698"/>
                </a:cubicBezTo>
                <a:cubicBezTo>
                  <a:pt x="542976" y="39967"/>
                  <a:pt x="539823" y="38602"/>
                  <a:pt x="536110" y="38602"/>
                </a:cubicBezTo>
                <a:cubicBezTo>
                  <a:pt x="532138" y="38602"/>
                  <a:pt x="528856" y="40042"/>
                  <a:pt x="526265" y="42923"/>
                </a:cubicBezTo>
                <a:cubicBezTo>
                  <a:pt x="523675" y="45805"/>
                  <a:pt x="522401" y="49719"/>
                  <a:pt x="522444" y="54664"/>
                </a:cubicBezTo>
                <a:lnTo>
                  <a:pt x="549647" y="54664"/>
                </a:lnTo>
                <a:close/>
                <a:moveTo>
                  <a:pt x="581168" y="26166"/>
                </a:moveTo>
                <a:lnTo>
                  <a:pt x="597943" y="26166"/>
                </a:lnTo>
                <a:lnTo>
                  <a:pt x="597943" y="35558"/>
                </a:lnTo>
                <a:cubicBezTo>
                  <a:pt x="603945" y="28260"/>
                  <a:pt x="611091" y="24612"/>
                  <a:pt x="619381" y="24612"/>
                </a:cubicBezTo>
                <a:cubicBezTo>
                  <a:pt x="623785" y="24612"/>
                  <a:pt x="627607" y="25523"/>
                  <a:pt x="630845" y="27344"/>
                </a:cubicBezTo>
                <a:cubicBezTo>
                  <a:pt x="634083" y="29166"/>
                  <a:pt x="636739" y="31921"/>
                  <a:pt x="638811" y="35608"/>
                </a:cubicBezTo>
                <a:cubicBezTo>
                  <a:pt x="641834" y="31921"/>
                  <a:pt x="645094" y="29166"/>
                  <a:pt x="648591" y="27344"/>
                </a:cubicBezTo>
                <a:cubicBezTo>
                  <a:pt x="652089" y="25523"/>
                  <a:pt x="655824" y="24612"/>
                  <a:pt x="659796" y="24612"/>
                </a:cubicBezTo>
                <a:cubicBezTo>
                  <a:pt x="664848" y="24612"/>
                  <a:pt x="669123" y="25637"/>
                  <a:pt x="672620" y="27688"/>
                </a:cubicBezTo>
                <a:cubicBezTo>
                  <a:pt x="676118" y="29739"/>
                  <a:pt x="678730" y="32751"/>
                  <a:pt x="680457" y="36723"/>
                </a:cubicBezTo>
                <a:cubicBezTo>
                  <a:pt x="681709" y="39660"/>
                  <a:pt x="682336" y="44409"/>
                  <a:pt x="682336" y="50972"/>
                </a:cubicBezTo>
                <a:lnTo>
                  <a:pt x="682336" y="94950"/>
                </a:lnTo>
                <a:lnTo>
                  <a:pt x="664136" y="94950"/>
                </a:lnTo>
                <a:lnTo>
                  <a:pt x="664136" y="55680"/>
                </a:lnTo>
                <a:cubicBezTo>
                  <a:pt x="664136" y="48866"/>
                  <a:pt x="663510" y="44467"/>
                  <a:pt x="662258" y="42484"/>
                </a:cubicBezTo>
                <a:cubicBezTo>
                  <a:pt x="660574" y="39896"/>
                  <a:pt x="657983" y="38602"/>
                  <a:pt x="654485" y="38602"/>
                </a:cubicBezTo>
                <a:cubicBezTo>
                  <a:pt x="651938" y="38602"/>
                  <a:pt x="649541" y="39378"/>
                  <a:pt x="647296" y="40931"/>
                </a:cubicBezTo>
                <a:cubicBezTo>
                  <a:pt x="645051" y="42483"/>
                  <a:pt x="643432" y="44758"/>
                  <a:pt x="642438" y="47756"/>
                </a:cubicBezTo>
                <a:cubicBezTo>
                  <a:pt x="641445" y="50753"/>
                  <a:pt x="640949" y="55487"/>
                  <a:pt x="640949" y="61957"/>
                </a:cubicBezTo>
                <a:lnTo>
                  <a:pt x="640949" y="94950"/>
                </a:lnTo>
                <a:lnTo>
                  <a:pt x="622749" y="94950"/>
                </a:lnTo>
                <a:lnTo>
                  <a:pt x="622749" y="57297"/>
                </a:lnTo>
                <a:cubicBezTo>
                  <a:pt x="622749" y="50613"/>
                  <a:pt x="622425" y="46300"/>
                  <a:pt x="621778" y="44360"/>
                </a:cubicBezTo>
                <a:cubicBezTo>
                  <a:pt x="621130" y="42418"/>
                  <a:pt x="620126" y="40973"/>
                  <a:pt x="618766" y="40025"/>
                </a:cubicBezTo>
                <a:cubicBezTo>
                  <a:pt x="617406" y="39076"/>
                  <a:pt x="615560" y="38602"/>
                  <a:pt x="613228" y="38602"/>
                </a:cubicBezTo>
                <a:cubicBezTo>
                  <a:pt x="610422" y="38602"/>
                  <a:pt x="607896" y="39357"/>
                  <a:pt x="605650" y="40867"/>
                </a:cubicBezTo>
                <a:cubicBezTo>
                  <a:pt x="603405" y="42375"/>
                  <a:pt x="601797" y="44553"/>
                  <a:pt x="600825" y="47400"/>
                </a:cubicBezTo>
                <a:cubicBezTo>
                  <a:pt x="599854" y="50247"/>
                  <a:pt x="599368" y="54970"/>
                  <a:pt x="599368" y="61568"/>
                </a:cubicBezTo>
                <a:lnTo>
                  <a:pt x="599368" y="94950"/>
                </a:lnTo>
                <a:lnTo>
                  <a:pt x="581168" y="94950"/>
                </a:lnTo>
                <a:lnTo>
                  <a:pt x="581168" y="26166"/>
                </a:lnTo>
                <a:close/>
                <a:moveTo>
                  <a:pt x="737325" y="16840"/>
                </a:moveTo>
                <a:lnTo>
                  <a:pt x="737325" y="0"/>
                </a:lnTo>
                <a:lnTo>
                  <a:pt x="755525" y="0"/>
                </a:lnTo>
                <a:lnTo>
                  <a:pt x="755525" y="16840"/>
                </a:lnTo>
                <a:lnTo>
                  <a:pt x="737325" y="16840"/>
                </a:lnTo>
                <a:moveTo>
                  <a:pt x="737325" y="94950"/>
                </a:moveTo>
                <a:lnTo>
                  <a:pt x="737325" y="26166"/>
                </a:lnTo>
                <a:lnTo>
                  <a:pt x="755525" y="26166"/>
                </a:lnTo>
                <a:lnTo>
                  <a:pt x="755525" y="94950"/>
                </a:lnTo>
                <a:lnTo>
                  <a:pt x="737325" y="94950"/>
                </a:lnTo>
                <a:close/>
                <a:moveTo>
                  <a:pt x="767789" y="75390"/>
                </a:moveTo>
                <a:lnTo>
                  <a:pt x="786053" y="72540"/>
                </a:lnTo>
                <a:cubicBezTo>
                  <a:pt x="786830" y="76059"/>
                  <a:pt x="788406" y="78731"/>
                  <a:pt x="790781" y="80555"/>
                </a:cubicBezTo>
                <a:cubicBezTo>
                  <a:pt x="793156" y="82379"/>
                  <a:pt x="796481" y="83292"/>
                  <a:pt x="800756" y="83292"/>
                </a:cubicBezTo>
                <a:cubicBezTo>
                  <a:pt x="805462" y="83292"/>
                  <a:pt x="809003" y="82429"/>
                  <a:pt x="811377" y="80705"/>
                </a:cubicBezTo>
                <a:cubicBezTo>
                  <a:pt x="812975" y="79497"/>
                  <a:pt x="813774" y="77880"/>
                  <a:pt x="813774" y="75853"/>
                </a:cubicBezTo>
                <a:cubicBezTo>
                  <a:pt x="813774" y="74473"/>
                  <a:pt x="813342" y="73330"/>
                  <a:pt x="812479" y="72425"/>
                </a:cubicBezTo>
                <a:cubicBezTo>
                  <a:pt x="811572" y="71563"/>
                  <a:pt x="809542" y="70765"/>
                  <a:pt x="806390" y="70032"/>
                </a:cubicBezTo>
                <a:cubicBezTo>
                  <a:pt x="791710" y="66799"/>
                  <a:pt x="782405" y="63846"/>
                  <a:pt x="778475" y="61171"/>
                </a:cubicBezTo>
                <a:cubicBezTo>
                  <a:pt x="773035" y="57461"/>
                  <a:pt x="770315" y="52306"/>
                  <a:pt x="770315" y="45706"/>
                </a:cubicBezTo>
                <a:cubicBezTo>
                  <a:pt x="770315" y="39753"/>
                  <a:pt x="772668" y="34749"/>
                  <a:pt x="777374" y="30694"/>
                </a:cubicBezTo>
                <a:cubicBezTo>
                  <a:pt x="782081" y="26639"/>
                  <a:pt x="789378" y="24612"/>
                  <a:pt x="799266" y="24612"/>
                </a:cubicBezTo>
                <a:cubicBezTo>
                  <a:pt x="808679" y="24612"/>
                  <a:pt x="815674" y="26139"/>
                  <a:pt x="820251" y="29194"/>
                </a:cubicBezTo>
                <a:cubicBezTo>
                  <a:pt x="824828" y="32249"/>
                  <a:pt x="827980" y="36767"/>
                  <a:pt x="829707" y="42747"/>
                </a:cubicBezTo>
                <a:lnTo>
                  <a:pt x="812543" y="45985"/>
                </a:lnTo>
                <a:cubicBezTo>
                  <a:pt x="811809" y="43308"/>
                  <a:pt x="810417" y="41257"/>
                  <a:pt x="808366" y="39832"/>
                </a:cubicBezTo>
                <a:cubicBezTo>
                  <a:pt x="806315" y="38407"/>
                  <a:pt x="803389" y="37695"/>
                  <a:pt x="799590" y="37695"/>
                </a:cubicBezTo>
                <a:cubicBezTo>
                  <a:pt x="794797" y="37695"/>
                  <a:pt x="791364" y="38364"/>
                  <a:pt x="789292" y="39701"/>
                </a:cubicBezTo>
                <a:cubicBezTo>
                  <a:pt x="787910" y="40648"/>
                  <a:pt x="787219" y="41877"/>
                  <a:pt x="787219" y="43386"/>
                </a:cubicBezTo>
                <a:cubicBezTo>
                  <a:pt x="787219" y="44679"/>
                  <a:pt x="787823" y="45778"/>
                  <a:pt x="789032" y="46684"/>
                </a:cubicBezTo>
                <a:cubicBezTo>
                  <a:pt x="790673" y="47891"/>
                  <a:pt x="796340" y="49595"/>
                  <a:pt x="806034" y="51794"/>
                </a:cubicBezTo>
                <a:cubicBezTo>
                  <a:pt x="815728" y="53994"/>
                  <a:pt x="822496" y="56692"/>
                  <a:pt x="826339" y="59888"/>
                </a:cubicBezTo>
                <a:cubicBezTo>
                  <a:pt x="830139" y="63129"/>
                  <a:pt x="832038" y="67644"/>
                  <a:pt x="832038" y="73433"/>
                </a:cubicBezTo>
                <a:cubicBezTo>
                  <a:pt x="832038" y="79741"/>
                  <a:pt x="829405" y="85163"/>
                  <a:pt x="824137" y="89700"/>
                </a:cubicBezTo>
                <a:cubicBezTo>
                  <a:pt x="818869" y="94236"/>
                  <a:pt x="811075" y="96504"/>
                  <a:pt x="800756" y="96504"/>
                </a:cubicBezTo>
                <a:cubicBezTo>
                  <a:pt x="791386" y="96504"/>
                  <a:pt x="783970" y="94611"/>
                  <a:pt x="778508" y="90823"/>
                </a:cubicBezTo>
                <a:cubicBezTo>
                  <a:pt x="773046" y="87034"/>
                  <a:pt x="769473" y="81890"/>
                  <a:pt x="767789" y="75390"/>
                </a:cubicBezTo>
                <a:close/>
                <a:moveTo>
                  <a:pt x="884826" y="16840"/>
                </a:moveTo>
                <a:lnTo>
                  <a:pt x="884826" y="0"/>
                </a:lnTo>
                <a:lnTo>
                  <a:pt x="903026" y="0"/>
                </a:lnTo>
                <a:lnTo>
                  <a:pt x="903026" y="16840"/>
                </a:lnTo>
                <a:lnTo>
                  <a:pt x="884826" y="16840"/>
                </a:lnTo>
                <a:moveTo>
                  <a:pt x="884826" y="94950"/>
                </a:moveTo>
                <a:lnTo>
                  <a:pt x="884826" y="26166"/>
                </a:lnTo>
                <a:lnTo>
                  <a:pt x="903026" y="26166"/>
                </a:lnTo>
                <a:lnTo>
                  <a:pt x="903026" y="94950"/>
                </a:lnTo>
                <a:lnTo>
                  <a:pt x="884826" y="94950"/>
                </a:lnTo>
                <a:close/>
                <a:moveTo>
                  <a:pt x="984268" y="94950"/>
                </a:moveTo>
                <a:lnTo>
                  <a:pt x="966068" y="94950"/>
                </a:lnTo>
                <a:lnTo>
                  <a:pt x="966068" y="59886"/>
                </a:lnTo>
                <a:cubicBezTo>
                  <a:pt x="966068" y="52467"/>
                  <a:pt x="965679" y="47669"/>
                  <a:pt x="964902" y="45491"/>
                </a:cubicBezTo>
                <a:cubicBezTo>
                  <a:pt x="964125" y="43314"/>
                  <a:pt x="962862" y="41621"/>
                  <a:pt x="961113" y="40413"/>
                </a:cubicBezTo>
                <a:cubicBezTo>
                  <a:pt x="959364" y="39206"/>
                  <a:pt x="957259" y="38602"/>
                  <a:pt x="954798" y="38602"/>
                </a:cubicBezTo>
                <a:cubicBezTo>
                  <a:pt x="951646" y="38602"/>
                  <a:pt x="948818" y="39465"/>
                  <a:pt x="946313" y="41190"/>
                </a:cubicBezTo>
                <a:cubicBezTo>
                  <a:pt x="943809" y="42915"/>
                  <a:pt x="942093" y="45201"/>
                  <a:pt x="941164" y="48048"/>
                </a:cubicBezTo>
                <a:cubicBezTo>
                  <a:pt x="940236" y="50893"/>
                  <a:pt x="939772" y="56155"/>
                  <a:pt x="939772" y="63833"/>
                </a:cubicBezTo>
                <a:lnTo>
                  <a:pt x="939772" y="94950"/>
                </a:lnTo>
                <a:lnTo>
                  <a:pt x="921572" y="94950"/>
                </a:lnTo>
                <a:lnTo>
                  <a:pt x="921572" y="26166"/>
                </a:lnTo>
                <a:lnTo>
                  <a:pt x="938477" y="26166"/>
                </a:lnTo>
                <a:lnTo>
                  <a:pt x="938477" y="36270"/>
                </a:lnTo>
                <a:cubicBezTo>
                  <a:pt x="944478" y="28498"/>
                  <a:pt x="952035" y="24612"/>
                  <a:pt x="961145" y="24612"/>
                </a:cubicBezTo>
                <a:cubicBezTo>
                  <a:pt x="965161" y="24612"/>
                  <a:pt x="968831" y="25335"/>
                  <a:pt x="972156" y="26782"/>
                </a:cubicBezTo>
                <a:cubicBezTo>
                  <a:pt x="975481" y="28228"/>
                  <a:pt x="977996" y="30074"/>
                  <a:pt x="979701" y="32319"/>
                </a:cubicBezTo>
                <a:cubicBezTo>
                  <a:pt x="981407" y="34565"/>
                  <a:pt x="982594" y="37112"/>
                  <a:pt x="983264" y="39962"/>
                </a:cubicBezTo>
                <a:cubicBezTo>
                  <a:pt x="983933" y="42812"/>
                  <a:pt x="984268" y="46892"/>
                  <a:pt x="984268" y="52203"/>
                </a:cubicBezTo>
                <a:lnTo>
                  <a:pt x="984268" y="94950"/>
                </a:lnTo>
                <a:close/>
                <a:moveTo>
                  <a:pt x="1071165" y="26166"/>
                </a:moveTo>
                <a:lnTo>
                  <a:pt x="1071165" y="40674"/>
                </a:lnTo>
                <a:lnTo>
                  <a:pt x="1058730" y="40674"/>
                </a:lnTo>
                <a:lnTo>
                  <a:pt x="1058730" y="68350"/>
                </a:lnTo>
                <a:cubicBezTo>
                  <a:pt x="1058730" y="73956"/>
                  <a:pt x="1058849" y="77222"/>
                  <a:pt x="1059086" y="78149"/>
                </a:cubicBezTo>
                <a:cubicBezTo>
                  <a:pt x="1059323" y="79074"/>
                  <a:pt x="1059863" y="79839"/>
                  <a:pt x="1060705" y="80444"/>
                </a:cubicBezTo>
                <a:cubicBezTo>
                  <a:pt x="1061547" y="81047"/>
                  <a:pt x="1062573" y="81349"/>
                  <a:pt x="1063782" y="81349"/>
                </a:cubicBezTo>
                <a:cubicBezTo>
                  <a:pt x="1065466" y="81349"/>
                  <a:pt x="1067905" y="80766"/>
                  <a:pt x="1071100" y="79600"/>
                </a:cubicBezTo>
                <a:lnTo>
                  <a:pt x="1072655" y="93772"/>
                </a:lnTo>
                <a:cubicBezTo>
                  <a:pt x="1068423" y="95594"/>
                  <a:pt x="1063631" y="96504"/>
                  <a:pt x="1058276" y="96504"/>
                </a:cubicBezTo>
                <a:cubicBezTo>
                  <a:pt x="1054995" y="96504"/>
                  <a:pt x="1052037" y="95954"/>
                  <a:pt x="1049403" y="94853"/>
                </a:cubicBezTo>
                <a:cubicBezTo>
                  <a:pt x="1046769" y="93752"/>
                  <a:pt x="1044837" y="92327"/>
                  <a:pt x="1043606" y="90578"/>
                </a:cubicBezTo>
                <a:cubicBezTo>
                  <a:pt x="1042376" y="88829"/>
                  <a:pt x="1041523" y="86465"/>
                  <a:pt x="1041048" y="83486"/>
                </a:cubicBezTo>
                <a:cubicBezTo>
                  <a:pt x="1040660" y="81370"/>
                  <a:pt x="1040465" y="77096"/>
                  <a:pt x="1040465" y="70662"/>
                </a:cubicBezTo>
                <a:lnTo>
                  <a:pt x="1040465" y="40674"/>
                </a:lnTo>
                <a:lnTo>
                  <a:pt x="1032110" y="40674"/>
                </a:lnTo>
                <a:lnTo>
                  <a:pt x="1032110" y="26166"/>
                </a:lnTo>
                <a:lnTo>
                  <a:pt x="1040465" y="26166"/>
                </a:lnTo>
                <a:lnTo>
                  <a:pt x="1040465" y="12435"/>
                </a:lnTo>
                <a:lnTo>
                  <a:pt x="1058730" y="1684"/>
                </a:lnTo>
                <a:lnTo>
                  <a:pt x="1058730" y="26166"/>
                </a:lnTo>
                <a:lnTo>
                  <a:pt x="1071165" y="26166"/>
                </a:lnTo>
                <a:close/>
                <a:moveTo>
                  <a:pt x="1101929" y="0"/>
                </a:moveTo>
                <a:lnTo>
                  <a:pt x="1101929" y="34959"/>
                </a:lnTo>
                <a:cubicBezTo>
                  <a:pt x="1107801" y="28061"/>
                  <a:pt x="1114817" y="24612"/>
                  <a:pt x="1122978" y="24612"/>
                </a:cubicBezTo>
                <a:cubicBezTo>
                  <a:pt x="1127167" y="24612"/>
                  <a:pt x="1130945" y="25389"/>
                  <a:pt x="1134313" y="26943"/>
                </a:cubicBezTo>
                <a:cubicBezTo>
                  <a:pt x="1137681" y="28498"/>
                  <a:pt x="1140217" y="30484"/>
                  <a:pt x="1141923" y="32902"/>
                </a:cubicBezTo>
                <a:cubicBezTo>
                  <a:pt x="1143628" y="35320"/>
                  <a:pt x="1144794" y="37997"/>
                  <a:pt x="1145420" y="40933"/>
                </a:cubicBezTo>
                <a:cubicBezTo>
                  <a:pt x="1146046" y="43870"/>
                  <a:pt x="1146359" y="48425"/>
                  <a:pt x="1146359" y="54599"/>
                </a:cubicBezTo>
                <a:lnTo>
                  <a:pt x="1146359" y="94950"/>
                </a:lnTo>
                <a:lnTo>
                  <a:pt x="1128160" y="94950"/>
                </a:lnTo>
                <a:lnTo>
                  <a:pt x="1128160" y="58658"/>
                </a:lnTo>
                <a:cubicBezTo>
                  <a:pt x="1128160" y="51455"/>
                  <a:pt x="1127814" y="46883"/>
                  <a:pt x="1127123" y="44943"/>
                </a:cubicBezTo>
                <a:cubicBezTo>
                  <a:pt x="1126433" y="43001"/>
                  <a:pt x="1125213" y="41459"/>
                  <a:pt x="1123464" y="40316"/>
                </a:cubicBezTo>
                <a:cubicBezTo>
                  <a:pt x="1121715" y="39173"/>
                  <a:pt x="1119524" y="38602"/>
                  <a:pt x="1116890" y="38602"/>
                </a:cubicBezTo>
                <a:cubicBezTo>
                  <a:pt x="1113868" y="38602"/>
                  <a:pt x="1111169" y="39335"/>
                  <a:pt x="1108794" y="40802"/>
                </a:cubicBezTo>
                <a:cubicBezTo>
                  <a:pt x="1106419" y="42269"/>
                  <a:pt x="1104681" y="44479"/>
                  <a:pt x="1103580" y="47432"/>
                </a:cubicBezTo>
                <a:cubicBezTo>
                  <a:pt x="1102479" y="50386"/>
                  <a:pt x="1101929" y="54753"/>
                  <a:pt x="1101929" y="60534"/>
                </a:cubicBezTo>
                <a:lnTo>
                  <a:pt x="1101929" y="94950"/>
                </a:lnTo>
                <a:lnTo>
                  <a:pt x="1083729" y="94950"/>
                </a:lnTo>
                <a:lnTo>
                  <a:pt x="1083729" y="0"/>
                </a:lnTo>
                <a:lnTo>
                  <a:pt x="1101929" y="0"/>
                </a:lnTo>
                <a:close/>
                <a:moveTo>
                  <a:pt x="1204673" y="73058"/>
                </a:moveTo>
                <a:lnTo>
                  <a:pt x="1222808" y="76167"/>
                </a:lnTo>
                <a:cubicBezTo>
                  <a:pt x="1220476" y="82795"/>
                  <a:pt x="1216795" y="87842"/>
                  <a:pt x="1211765" y="91307"/>
                </a:cubicBezTo>
                <a:cubicBezTo>
                  <a:pt x="1206734" y="94772"/>
                  <a:pt x="1200441" y="96504"/>
                  <a:pt x="1192885" y="96504"/>
                </a:cubicBezTo>
                <a:cubicBezTo>
                  <a:pt x="1180924" y="96504"/>
                  <a:pt x="1172073" y="92597"/>
                  <a:pt x="1166330" y="84781"/>
                </a:cubicBezTo>
                <a:cubicBezTo>
                  <a:pt x="1161796" y="78520"/>
                  <a:pt x="1159529" y="70619"/>
                  <a:pt x="1159529" y="61076"/>
                </a:cubicBezTo>
                <a:cubicBezTo>
                  <a:pt x="1159529" y="49677"/>
                  <a:pt x="1162509" y="40750"/>
                  <a:pt x="1168467" y="34295"/>
                </a:cubicBezTo>
                <a:cubicBezTo>
                  <a:pt x="1174426" y="27839"/>
                  <a:pt x="1181961" y="24612"/>
                  <a:pt x="1191071" y="24612"/>
                </a:cubicBezTo>
                <a:cubicBezTo>
                  <a:pt x="1201305" y="24612"/>
                  <a:pt x="1209379" y="27991"/>
                  <a:pt x="1215295" y="34748"/>
                </a:cubicBezTo>
                <a:cubicBezTo>
                  <a:pt x="1221210" y="41505"/>
                  <a:pt x="1224038" y="51858"/>
                  <a:pt x="1223779" y="65804"/>
                </a:cubicBezTo>
                <a:lnTo>
                  <a:pt x="1178183" y="65804"/>
                </a:lnTo>
                <a:cubicBezTo>
                  <a:pt x="1178312" y="71202"/>
                  <a:pt x="1179780" y="75401"/>
                  <a:pt x="1182587" y="78402"/>
                </a:cubicBezTo>
                <a:cubicBezTo>
                  <a:pt x="1185393" y="81403"/>
                  <a:pt x="1188891" y="82903"/>
                  <a:pt x="1193079" y="82903"/>
                </a:cubicBezTo>
                <a:cubicBezTo>
                  <a:pt x="1195929" y="82903"/>
                  <a:pt x="1198325" y="82126"/>
                  <a:pt x="1200268" y="80571"/>
                </a:cubicBezTo>
                <a:cubicBezTo>
                  <a:pt x="1202211" y="79017"/>
                  <a:pt x="1203680" y="76513"/>
                  <a:pt x="1204673" y="73058"/>
                </a:cubicBezTo>
                <a:moveTo>
                  <a:pt x="1205709" y="54664"/>
                </a:moveTo>
                <a:cubicBezTo>
                  <a:pt x="1205579" y="49418"/>
                  <a:pt x="1204219" y="45429"/>
                  <a:pt x="1201629" y="42698"/>
                </a:cubicBezTo>
                <a:cubicBezTo>
                  <a:pt x="1199038" y="39967"/>
                  <a:pt x="1195886" y="38602"/>
                  <a:pt x="1192172" y="38602"/>
                </a:cubicBezTo>
                <a:cubicBezTo>
                  <a:pt x="1188200" y="38602"/>
                  <a:pt x="1184918" y="40042"/>
                  <a:pt x="1182328" y="42923"/>
                </a:cubicBezTo>
                <a:cubicBezTo>
                  <a:pt x="1179737" y="45805"/>
                  <a:pt x="1178463" y="49719"/>
                  <a:pt x="1178506" y="54664"/>
                </a:cubicBezTo>
                <a:lnTo>
                  <a:pt x="1205709" y="54664"/>
                </a:lnTo>
                <a:close/>
                <a:moveTo>
                  <a:pt x="1338550" y="94950"/>
                </a:moveTo>
                <a:lnTo>
                  <a:pt x="1321646" y="94950"/>
                </a:lnTo>
                <a:lnTo>
                  <a:pt x="1321646" y="84846"/>
                </a:lnTo>
                <a:cubicBezTo>
                  <a:pt x="1318839" y="88775"/>
                  <a:pt x="1315525" y="91701"/>
                  <a:pt x="1311704" y="93622"/>
                </a:cubicBezTo>
                <a:cubicBezTo>
                  <a:pt x="1307883" y="95544"/>
                  <a:pt x="1304029" y="96504"/>
                  <a:pt x="1300143" y="96504"/>
                </a:cubicBezTo>
                <a:cubicBezTo>
                  <a:pt x="1292241" y="96504"/>
                  <a:pt x="1285473" y="93320"/>
                  <a:pt x="1279838" y="86951"/>
                </a:cubicBezTo>
                <a:cubicBezTo>
                  <a:pt x="1274203" y="80582"/>
                  <a:pt x="1271386" y="71698"/>
                  <a:pt x="1271386" y="60299"/>
                </a:cubicBezTo>
                <a:cubicBezTo>
                  <a:pt x="1271386" y="48641"/>
                  <a:pt x="1274128" y="39778"/>
                  <a:pt x="1279611" y="33712"/>
                </a:cubicBezTo>
                <a:cubicBezTo>
                  <a:pt x="1285095" y="27645"/>
                  <a:pt x="1292025" y="24612"/>
                  <a:pt x="1300402" y="24612"/>
                </a:cubicBezTo>
                <a:cubicBezTo>
                  <a:pt x="1308088" y="24612"/>
                  <a:pt x="1314737" y="27807"/>
                  <a:pt x="1320350" y="34198"/>
                </a:cubicBezTo>
                <a:lnTo>
                  <a:pt x="1320350" y="0"/>
                </a:lnTo>
                <a:lnTo>
                  <a:pt x="1338550" y="0"/>
                </a:lnTo>
                <a:lnTo>
                  <a:pt x="1338550" y="94950"/>
                </a:lnTo>
                <a:moveTo>
                  <a:pt x="1289974" y="59103"/>
                </a:moveTo>
                <a:cubicBezTo>
                  <a:pt x="1289974" y="66432"/>
                  <a:pt x="1290989" y="71735"/>
                  <a:pt x="1293018" y="75011"/>
                </a:cubicBezTo>
                <a:cubicBezTo>
                  <a:pt x="1295954" y="79754"/>
                  <a:pt x="1300056" y="82126"/>
                  <a:pt x="1305324" y="82126"/>
                </a:cubicBezTo>
                <a:cubicBezTo>
                  <a:pt x="1309513" y="82126"/>
                  <a:pt x="1313075" y="80347"/>
                  <a:pt x="1316011" y="76791"/>
                </a:cubicBezTo>
                <a:cubicBezTo>
                  <a:pt x="1318947" y="73234"/>
                  <a:pt x="1320415" y="67920"/>
                  <a:pt x="1320415" y="60850"/>
                </a:cubicBezTo>
                <a:cubicBezTo>
                  <a:pt x="1320415" y="52959"/>
                  <a:pt x="1318990" y="47278"/>
                  <a:pt x="1316140" y="43807"/>
                </a:cubicBezTo>
                <a:cubicBezTo>
                  <a:pt x="1313291" y="40337"/>
                  <a:pt x="1309642" y="38602"/>
                  <a:pt x="1305195" y="38602"/>
                </a:cubicBezTo>
                <a:cubicBezTo>
                  <a:pt x="1300877" y="38602"/>
                  <a:pt x="1297261" y="40315"/>
                  <a:pt x="1294346" y="43743"/>
                </a:cubicBezTo>
                <a:cubicBezTo>
                  <a:pt x="1291431" y="47170"/>
                  <a:pt x="1289974" y="52290"/>
                  <a:pt x="1289974" y="59103"/>
                </a:cubicBezTo>
                <a:close/>
                <a:moveTo>
                  <a:pt x="1401786" y="94950"/>
                </a:moveTo>
                <a:lnTo>
                  <a:pt x="1401786" y="84652"/>
                </a:lnTo>
                <a:cubicBezTo>
                  <a:pt x="1399281" y="88322"/>
                  <a:pt x="1395989" y="91215"/>
                  <a:pt x="1391909" y="93331"/>
                </a:cubicBezTo>
                <a:cubicBezTo>
                  <a:pt x="1387828" y="95446"/>
                  <a:pt x="1383521" y="96504"/>
                  <a:pt x="1378987" y="96504"/>
                </a:cubicBezTo>
                <a:cubicBezTo>
                  <a:pt x="1374367" y="96504"/>
                  <a:pt x="1370222" y="95490"/>
                  <a:pt x="1366552" y="93460"/>
                </a:cubicBezTo>
                <a:cubicBezTo>
                  <a:pt x="1362882" y="91431"/>
                  <a:pt x="1360226" y="88581"/>
                  <a:pt x="1358585" y="84911"/>
                </a:cubicBezTo>
                <a:cubicBezTo>
                  <a:pt x="1356945" y="81241"/>
                  <a:pt x="1356124" y="76167"/>
                  <a:pt x="1356124" y="69690"/>
                </a:cubicBezTo>
                <a:lnTo>
                  <a:pt x="1356124" y="26166"/>
                </a:lnTo>
                <a:lnTo>
                  <a:pt x="1374324" y="26166"/>
                </a:lnTo>
                <a:lnTo>
                  <a:pt x="1374324" y="57700"/>
                </a:lnTo>
                <a:cubicBezTo>
                  <a:pt x="1374324" y="67351"/>
                  <a:pt x="1374659" y="73263"/>
                  <a:pt x="1375328" y="75439"/>
                </a:cubicBezTo>
                <a:cubicBezTo>
                  <a:pt x="1375997" y="77614"/>
                  <a:pt x="1377217" y="79337"/>
                  <a:pt x="1378987" y="80608"/>
                </a:cubicBezTo>
                <a:cubicBezTo>
                  <a:pt x="1380758" y="81879"/>
                  <a:pt x="1383003" y="82514"/>
                  <a:pt x="1385723" y="82514"/>
                </a:cubicBezTo>
                <a:cubicBezTo>
                  <a:pt x="1388832" y="82514"/>
                  <a:pt x="1391617" y="81664"/>
                  <a:pt x="1394078" y="79962"/>
                </a:cubicBezTo>
                <a:cubicBezTo>
                  <a:pt x="1396539" y="78261"/>
                  <a:pt x="1398223" y="76150"/>
                  <a:pt x="1399130" y="73629"/>
                </a:cubicBezTo>
                <a:cubicBezTo>
                  <a:pt x="1400037" y="71109"/>
                  <a:pt x="1400490" y="64937"/>
                  <a:pt x="1400490" y="55116"/>
                </a:cubicBezTo>
                <a:lnTo>
                  <a:pt x="1400490" y="26166"/>
                </a:lnTo>
                <a:lnTo>
                  <a:pt x="1418690" y="26166"/>
                </a:lnTo>
                <a:lnTo>
                  <a:pt x="1418690" y="94950"/>
                </a:lnTo>
                <a:lnTo>
                  <a:pt x="1401786" y="94950"/>
                </a:lnTo>
                <a:close/>
                <a:moveTo>
                  <a:pt x="1451160" y="47410"/>
                </a:moveTo>
                <a:lnTo>
                  <a:pt x="1434644" y="44431"/>
                </a:lnTo>
                <a:cubicBezTo>
                  <a:pt x="1436501" y="37694"/>
                  <a:pt x="1439696" y="32706"/>
                  <a:pt x="1444230" y="29469"/>
                </a:cubicBezTo>
                <a:cubicBezTo>
                  <a:pt x="1448764" y="26231"/>
                  <a:pt x="1455499" y="24612"/>
                  <a:pt x="1464437" y="24612"/>
                </a:cubicBezTo>
                <a:cubicBezTo>
                  <a:pt x="1472555" y="24612"/>
                  <a:pt x="1478600" y="25573"/>
                  <a:pt x="1482572" y="27494"/>
                </a:cubicBezTo>
                <a:cubicBezTo>
                  <a:pt x="1486545" y="29415"/>
                  <a:pt x="1489341" y="31855"/>
                  <a:pt x="1490960" y="34813"/>
                </a:cubicBezTo>
                <a:cubicBezTo>
                  <a:pt x="1492579" y="37771"/>
                  <a:pt x="1493389" y="43200"/>
                  <a:pt x="1493389" y="51102"/>
                </a:cubicBezTo>
                <a:lnTo>
                  <a:pt x="1493194" y="72346"/>
                </a:lnTo>
                <a:cubicBezTo>
                  <a:pt x="1493194" y="78391"/>
                  <a:pt x="1493486" y="82849"/>
                  <a:pt x="1494069" y="85720"/>
                </a:cubicBezTo>
                <a:cubicBezTo>
                  <a:pt x="1494652" y="88592"/>
                  <a:pt x="1495742" y="91668"/>
                  <a:pt x="1497340" y="94950"/>
                </a:cubicBezTo>
                <a:lnTo>
                  <a:pt x="1479334" y="94950"/>
                </a:lnTo>
                <a:cubicBezTo>
                  <a:pt x="1478859" y="93741"/>
                  <a:pt x="1478276" y="91949"/>
                  <a:pt x="1477585" y="89574"/>
                </a:cubicBezTo>
                <a:cubicBezTo>
                  <a:pt x="1477283" y="88495"/>
                  <a:pt x="1477067" y="87782"/>
                  <a:pt x="1476938" y="87437"/>
                </a:cubicBezTo>
                <a:cubicBezTo>
                  <a:pt x="1473829" y="90459"/>
                  <a:pt x="1470504" y="92726"/>
                  <a:pt x="1466963" y="94237"/>
                </a:cubicBezTo>
                <a:cubicBezTo>
                  <a:pt x="1463423" y="95749"/>
                  <a:pt x="1459645" y="96504"/>
                  <a:pt x="1455629" y="96504"/>
                </a:cubicBezTo>
                <a:cubicBezTo>
                  <a:pt x="1448548" y="96504"/>
                  <a:pt x="1442967" y="94591"/>
                  <a:pt x="1438886" y="90764"/>
                </a:cubicBezTo>
                <a:cubicBezTo>
                  <a:pt x="1434806" y="86938"/>
                  <a:pt x="1432766" y="82100"/>
                  <a:pt x="1432766" y="76252"/>
                </a:cubicBezTo>
                <a:cubicBezTo>
                  <a:pt x="1432766" y="72382"/>
                  <a:pt x="1433694" y="68932"/>
                  <a:pt x="1435551" y="65901"/>
                </a:cubicBezTo>
                <a:cubicBezTo>
                  <a:pt x="1437408" y="62869"/>
                  <a:pt x="1440009" y="60547"/>
                  <a:pt x="1443355" y="58935"/>
                </a:cubicBezTo>
                <a:cubicBezTo>
                  <a:pt x="1446702" y="57322"/>
                  <a:pt x="1451527" y="55914"/>
                  <a:pt x="1457831" y="54711"/>
                </a:cubicBezTo>
                <a:cubicBezTo>
                  <a:pt x="1466337" y="53120"/>
                  <a:pt x="1472231" y="51636"/>
                  <a:pt x="1475513" y="50260"/>
                </a:cubicBezTo>
                <a:lnTo>
                  <a:pt x="1475513" y="48426"/>
                </a:lnTo>
                <a:cubicBezTo>
                  <a:pt x="1475513" y="44890"/>
                  <a:pt x="1474649" y="42368"/>
                  <a:pt x="1472922" y="40863"/>
                </a:cubicBezTo>
                <a:cubicBezTo>
                  <a:pt x="1471195" y="39355"/>
                  <a:pt x="1467935" y="38602"/>
                  <a:pt x="1463142" y="38602"/>
                </a:cubicBezTo>
                <a:cubicBezTo>
                  <a:pt x="1459904" y="38602"/>
                  <a:pt x="1457378" y="39253"/>
                  <a:pt x="1455564" y="40557"/>
                </a:cubicBezTo>
                <a:cubicBezTo>
                  <a:pt x="1453751" y="41859"/>
                  <a:pt x="1452283" y="44143"/>
                  <a:pt x="1451160" y="47410"/>
                </a:cubicBezTo>
                <a:moveTo>
                  <a:pt x="1475513" y="62177"/>
                </a:moveTo>
                <a:cubicBezTo>
                  <a:pt x="1473181" y="62945"/>
                  <a:pt x="1469489" y="63863"/>
                  <a:pt x="1464437" y="64930"/>
                </a:cubicBezTo>
                <a:cubicBezTo>
                  <a:pt x="1459385" y="65996"/>
                  <a:pt x="1456082" y="67041"/>
                  <a:pt x="1454528" y="68065"/>
                </a:cubicBezTo>
                <a:cubicBezTo>
                  <a:pt x="1452153" y="69729"/>
                  <a:pt x="1450966" y="71841"/>
                  <a:pt x="1450966" y="74400"/>
                </a:cubicBezTo>
                <a:cubicBezTo>
                  <a:pt x="1450966" y="76918"/>
                  <a:pt x="1451916" y="79095"/>
                  <a:pt x="1453815" y="80930"/>
                </a:cubicBezTo>
                <a:cubicBezTo>
                  <a:pt x="1455715" y="82763"/>
                  <a:pt x="1458133" y="83680"/>
                  <a:pt x="1461069" y="83680"/>
                </a:cubicBezTo>
                <a:cubicBezTo>
                  <a:pt x="1464351" y="83680"/>
                  <a:pt x="1467481" y="82614"/>
                  <a:pt x="1470461" y="80480"/>
                </a:cubicBezTo>
                <a:cubicBezTo>
                  <a:pt x="1472663" y="78860"/>
                  <a:pt x="1474109" y="76876"/>
                  <a:pt x="1474800" y="74528"/>
                </a:cubicBezTo>
                <a:cubicBezTo>
                  <a:pt x="1475275" y="72992"/>
                  <a:pt x="1475513" y="70070"/>
                  <a:pt x="1475513" y="65762"/>
                </a:cubicBezTo>
                <a:lnTo>
                  <a:pt x="1475513" y="62177"/>
                </a:lnTo>
                <a:close/>
                <a:moveTo>
                  <a:pt x="1511310" y="94950"/>
                </a:moveTo>
                <a:lnTo>
                  <a:pt x="1511310" y="0"/>
                </a:lnTo>
                <a:lnTo>
                  <a:pt x="1529509" y="0"/>
                </a:lnTo>
                <a:lnTo>
                  <a:pt x="1529509" y="94950"/>
                </a:lnTo>
                <a:lnTo>
                  <a:pt x="1511310" y="94950"/>
                </a:lnTo>
                <a:close/>
                <a:moveTo>
                  <a:pt x="1585061" y="16840"/>
                </a:moveTo>
                <a:lnTo>
                  <a:pt x="1585061" y="0"/>
                </a:lnTo>
                <a:lnTo>
                  <a:pt x="1603260" y="0"/>
                </a:lnTo>
                <a:lnTo>
                  <a:pt x="1603260" y="16840"/>
                </a:lnTo>
                <a:lnTo>
                  <a:pt x="1585061" y="16840"/>
                </a:lnTo>
                <a:moveTo>
                  <a:pt x="1585061" y="94950"/>
                </a:moveTo>
                <a:lnTo>
                  <a:pt x="1585061" y="26166"/>
                </a:lnTo>
                <a:lnTo>
                  <a:pt x="1603260" y="26166"/>
                </a:lnTo>
                <a:lnTo>
                  <a:pt x="1603260" y="94950"/>
                </a:lnTo>
                <a:lnTo>
                  <a:pt x="1585061" y="94950"/>
                </a:lnTo>
                <a:close/>
                <a:moveTo>
                  <a:pt x="1684501" y="94950"/>
                </a:moveTo>
                <a:lnTo>
                  <a:pt x="1666301" y="94950"/>
                </a:lnTo>
                <a:lnTo>
                  <a:pt x="1666301" y="59886"/>
                </a:lnTo>
                <a:cubicBezTo>
                  <a:pt x="1666301" y="52467"/>
                  <a:pt x="1665913" y="47669"/>
                  <a:pt x="1665135" y="45491"/>
                </a:cubicBezTo>
                <a:cubicBezTo>
                  <a:pt x="1664358" y="43314"/>
                  <a:pt x="1663095" y="41621"/>
                  <a:pt x="1661346" y="40413"/>
                </a:cubicBezTo>
                <a:cubicBezTo>
                  <a:pt x="1659598" y="39206"/>
                  <a:pt x="1657493" y="38602"/>
                  <a:pt x="1655032" y="38602"/>
                </a:cubicBezTo>
                <a:cubicBezTo>
                  <a:pt x="1651880" y="38602"/>
                  <a:pt x="1649051" y="39465"/>
                  <a:pt x="1646547" y="41190"/>
                </a:cubicBezTo>
                <a:cubicBezTo>
                  <a:pt x="1644043" y="42915"/>
                  <a:pt x="1642326" y="45201"/>
                  <a:pt x="1641398" y="48048"/>
                </a:cubicBezTo>
                <a:cubicBezTo>
                  <a:pt x="1640470" y="50893"/>
                  <a:pt x="1640005" y="56155"/>
                  <a:pt x="1640005" y="63833"/>
                </a:cubicBezTo>
                <a:lnTo>
                  <a:pt x="1640005" y="94950"/>
                </a:lnTo>
                <a:lnTo>
                  <a:pt x="1621806" y="94950"/>
                </a:lnTo>
                <a:lnTo>
                  <a:pt x="1621806" y="26166"/>
                </a:lnTo>
                <a:lnTo>
                  <a:pt x="1638710" y="26166"/>
                </a:lnTo>
                <a:lnTo>
                  <a:pt x="1638710" y="36270"/>
                </a:lnTo>
                <a:cubicBezTo>
                  <a:pt x="1644712" y="28498"/>
                  <a:pt x="1652268" y="24612"/>
                  <a:pt x="1661379" y="24612"/>
                </a:cubicBezTo>
                <a:cubicBezTo>
                  <a:pt x="1665394" y="24612"/>
                  <a:pt x="1669065" y="25335"/>
                  <a:pt x="1672389" y="26782"/>
                </a:cubicBezTo>
                <a:cubicBezTo>
                  <a:pt x="1675714" y="28228"/>
                  <a:pt x="1678229" y="30074"/>
                  <a:pt x="1679935" y="32319"/>
                </a:cubicBezTo>
                <a:cubicBezTo>
                  <a:pt x="1681640" y="34565"/>
                  <a:pt x="1682828" y="37112"/>
                  <a:pt x="1683497" y="39962"/>
                </a:cubicBezTo>
                <a:cubicBezTo>
                  <a:pt x="1684166" y="42812"/>
                  <a:pt x="1684501" y="46892"/>
                  <a:pt x="1684501" y="52203"/>
                </a:cubicBezTo>
                <a:lnTo>
                  <a:pt x="1684501" y="94950"/>
                </a:lnTo>
                <a:close/>
                <a:moveTo>
                  <a:pt x="1742814" y="73058"/>
                </a:moveTo>
                <a:lnTo>
                  <a:pt x="1760950" y="76167"/>
                </a:lnTo>
                <a:cubicBezTo>
                  <a:pt x="1758618" y="82795"/>
                  <a:pt x="1754937" y="87842"/>
                  <a:pt x="1749907" y="91307"/>
                </a:cubicBezTo>
                <a:cubicBezTo>
                  <a:pt x="1744876" y="94772"/>
                  <a:pt x="1738583" y="96504"/>
                  <a:pt x="1731027" y="96504"/>
                </a:cubicBezTo>
                <a:cubicBezTo>
                  <a:pt x="1719066" y="96504"/>
                  <a:pt x="1710215" y="92597"/>
                  <a:pt x="1704472" y="84781"/>
                </a:cubicBezTo>
                <a:cubicBezTo>
                  <a:pt x="1699938" y="78520"/>
                  <a:pt x="1697671" y="70619"/>
                  <a:pt x="1697671" y="61076"/>
                </a:cubicBezTo>
                <a:cubicBezTo>
                  <a:pt x="1697671" y="49677"/>
                  <a:pt x="1700650" y="40750"/>
                  <a:pt x="1706609" y="34295"/>
                </a:cubicBezTo>
                <a:cubicBezTo>
                  <a:pt x="1712568" y="27839"/>
                  <a:pt x="1720102" y="24612"/>
                  <a:pt x="1729213" y="24612"/>
                </a:cubicBezTo>
                <a:cubicBezTo>
                  <a:pt x="1739447" y="24612"/>
                  <a:pt x="1747521" y="27991"/>
                  <a:pt x="1753436" y="34748"/>
                </a:cubicBezTo>
                <a:cubicBezTo>
                  <a:pt x="1759352" y="41505"/>
                  <a:pt x="1762180" y="51858"/>
                  <a:pt x="1761921" y="65804"/>
                </a:cubicBezTo>
                <a:lnTo>
                  <a:pt x="1716324" y="65804"/>
                </a:lnTo>
                <a:cubicBezTo>
                  <a:pt x="1716454" y="71202"/>
                  <a:pt x="1717922" y="75401"/>
                  <a:pt x="1720729" y="78402"/>
                </a:cubicBezTo>
                <a:cubicBezTo>
                  <a:pt x="1723535" y="81403"/>
                  <a:pt x="1727033" y="82903"/>
                  <a:pt x="1731221" y="82903"/>
                </a:cubicBezTo>
                <a:cubicBezTo>
                  <a:pt x="1734071" y="82903"/>
                  <a:pt x="1736467" y="82126"/>
                  <a:pt x="1738410" y="80571"/>
                </a:cubicBezTo>
                <a:cubicBezTo>
                  <a:pt x="1740353" y="79017"/>
                  <a:pt x="1741821" y="76513"/>
                  <a:pt x="1742814" y="73058"/>
                </a:cubicBezTo>
                <a:moveTo>
                  <a:pt x="1743851" y="54664"/>
                </a:moveTo>
                <a:cubicBezTo>
                  <a:pt x="1743721" y="49418"/>
                  <a:pt x="1742361" y="45429"/>
                  <a:pt x="1739770" y="42698"/>
                </a:cubicBezTo>
                <a:cubicBezTo>
                  <a:pt x="1737180" y="39967"/>
                  <a:pt x="1734028" y="38602"/>
                  <a:pt x="1730314" y="38602"/>
                </a:cubicBezTo>
                <a:cubicBezTo>
                  <a:pt x="1726342" y="38602"/>
                  <a:pt x="1723060" y="40042"/>
                  <a:pt x="1720469" y="42923"/>
                </a:cubicBezTo>
                <a:cubicBezTo>
                  <a:pt x="1717879" y="45805"/>
                  <a:pt x="1716605" y="49719"/>
                  <a:pt x="1716648" y="54664"/>
                </a:cubicBezTo>
                <a:lnTo>
                  <a:pt x="1743851" y="54664"/>
                </a:lnTo>
                <a:close/>
                <a:moveTo>
                  <a:pt x="1794154" y="94950"/>
                </a:moveTo>
                <a:lnTo>
                  <a:pt x="1775954" y="94950"/>
                </a:lnTo>
                <a:lnTo>
                  <a:pt x="1775954" y="26166"/>
                </a:lnTo>
                <a:lnTo>
                  <a:pt x="1792859" y="26166"/>
                </a:lnTo>
                <a:lnTo>
                  <a:pt x="1792859" y="35946"/>
                </a:lnTo>
                <a:cubicBezTo>
                  <a:pt x="1795752" y="31326"/>
                  <a:pt x="1798353" y="28282"/>
                  <a:pt x="1800663" y="26814"/>
                </a:cubicBezTo>
                <a:cubicBezTo>
                  <a:pt x="1802973" y="25346"/>
                  <a:pt x="1805597" y="24612"/>
                  <a:pt x="1808533" y="24612"/>
                </a:cubicBezTo>
                <a:cubicBezTo>
                  <a:pt x="1812678" y="24612"/>
                  <a:pt x="1816672" y="25756"/>
                  <a:pt x="1820515" y="28045"/>
                </a:cubicBezTo>
                <a:lnTo>
                  <a:pt x="1814880" y="43913"/>
                </a:lnTo>
                <a:cubicBezTo>
                  <a:pt x="1811814" y="41926"/>
                  <a:pt x="1808965" y="40933"/>
                  <a:pt x="1806331" y="40933"/>
                </a:cubicBezTo>
                <a:cubicBezTo>
                  <a:pt x="1803783" y="40933"/>
                  <a:pt x="1801624" y="41635"/>
                  <a:pt x="1799854" y="43038"/>
                </a:cubicBezTo>
                <a:cubicBezTo>
                  <a:pt x="1798083" y="44442"/>
                  <a:pt x="1796691" y="46978"/>
                  <a:pt x="1795676" y="50649"/>
                </a:cubicBezTo>
                <a:cubicBezTo>
                  <a:pt x="1794662" y="54319"/>
                  <a:pt x="1794154" y="62005"/>
                  <a:pt x="1794154" y="73706"/>
                </a:cubicBezTo>
                <a:lnTo>
                  <a:pt x="1794154" y="94950"/>
                </a:lnTo>
                <a:close/>
                <a:moveTo>
                  <a:pt x="1859873" y="26166"/>
                </a:moveTo>
                <a:lnTo>
                  <a:pt x="1859873" y="40674"/>
                </a:lnTo>
                <a:lnTo>
                  <a:pt x="1847438" y="40674"/>
                </a:lnTo>
                <a:lnTo>
                  <a:pt x="1847438" y="68350"/>
                </a:lnTo>
                <a:cubicBezTo>
                  <a:pt x="1847438" y="73956"/>
                  <a:pt x="1847556" y="77222"/>
                  <a:pt x="1847794" y="78149"/>
                </a:cubicBezTo>
                <a:cubicBezTo>
                  <a:pt x="1848031" y="79074"/>
                  <a:pt x="1848571" y="79839"/>
                  <a:pt x="1849413" y="80444"/>
                </a:cubicBezTo>
                <a:cubicBezTo>
                  <a:pt x="1850255" y="81047"/>
                  <a:pt x="1851280" y="81349"/>
                  <a:pt x="1852489" y="81349"/>
                </a:cubicBezTo>
                <a:cubicBezTo>
                  <a:pt x="1854173" y="81349"/>
                  <a:pt x="1856613" y="80766"/>
                  <a:pt x="1859808" y="79600"/>
                </a:cubicBezTo>
                <a:lnTo>
                  <a:pt x="1861363" y="93772"/>
                </a:lnTo>
                <a:cubicBezTo>
                  <a:pt x="1857131" y="95594"/>
                  <a:pt x="1852338" y="96504"/>
                  <a:pt x="1846984" y="96504"/>
                </a:cubicBezTo>
                <a:cubicBezTo>
                  <a:pt x="1843703" y="96504"/>
                  <a:pt x="1840745" y="95954"/>
                  <a:pt x="1838111" y="94853"/>
                </a:cubicBezTo>
                <a:cubicBezTo>
                  <a:pt x="1835477" y="93752"/>
                  <a:pt x="1833545" y="92327"/>
                  <a:pt x="1832314" y="90578"/>
                </a:cubicBezTo>
                <a:cubicBezTo>
                  <a:pt x="1831084" y="88829"/>
                  <a:pt x="1830231" y="86465"/>
                  <a:pt x="1829756" y="83486"/>
                </a:cubicBezTo>
                <a:cubicBezTo>
                  <a:pt x="1829367" y="81370"/>
                  <a:pt x="1829173" y="77096"/>
                  <a:pt x="1829173" y="70662"/>
                </a:cubicBezTo>
                <a:lnTo>
                  <a:pt x="1829173" y="40674"/>
                </a:lnTo>
                <a:lnTo>
                  <a:pt x="1820818" y="40674"/>
                </a:lnTo>
                <a:lnTo>
                  <a:pt x="1820818" y="26166"/>
                </a:lnTo>
                <a:lnTo>
                  <a:pt x="1829173" y="26166"/>
                </a:lnTo>
                <a:lnTo>
                  <a:pt x="1829173" y="12435"/>
                </a:lnTo>
                <a:lnTo>
                  <a:pt x="1847438" y="1684"/>
                </a:lnTo>
                <a:lnTo>
                  <a:pt x="1847438" y="26166"/>
                </a:lnTo>
                <a:lnTo>
                  <a:pt x="1859873" y="26166"/>
                </a:lnTo>
                <a:close/>
                <a:moveTo>
                  <a:pt x="1872502" y="16840"/>
                </a:moveTo>
                <a:lnTo>
                  <a:pt x="1872502" y="0"/>
                </a:lnTo>
                <a:lnTo>
                  <a:pt x="1890701" y="0"/>
                </a:lnTo>
                <a:lnTo>
                  <a:pt x="1890701" y="16840"/>
                </a:lnTo>
                <a:lnTo>
                  <a:pt x="1872502" y="16840"/>
                </a:lnTo>
                <a:moveTo>
                  <a:pt x="1872502" y="94950"/>
                </a:moveTo>
                <a:lnTo>
                  <a:pt x="1872502" y="26166"/>
                </a:lnTo>
                <a:lnTo>
                  <a:pt x="1890701" y="26166"/>
                </a:lnTo>
                <a:lnTo>
                  <a:pt x="1890701" y="94950"/>
                </a:lnTo>
                <a:lnTo>
                  <a:pt x="1872502" y="94950"/>
                </a:lnTo>
                <a:close/>
                <a:moveTo>
                  <a:pt x="1922978" y="47410"/>
                </a:moveTo>
                <a:lnTo>
                  <a:pt x="1906462" y="44431"/>
                </a:lnTo>
                <a:cubicBezTo>
                  <a:pt x="1908319" y="37694"/>
                  <a:pt x="1911514" y="32706"/>
                  <a:pt x="1916048" y="29469"/>
                </a:cubicBezTo>
                <a:cubicBezTo>
                  <a:pt x="1920582" y="26231"/>
                  <a:pt x="1927318" y="24612"/>
                  <a:pt x="1936256" y="24612"/>
                </a:cubicBezTo>
                <a:cubicBezTo>
                  <a:pt x="1944373" y="24612"/>
                  <a:pt x="1950418" y="25573"/>
                  <a:pt x="1954391" y="27494"/>
                </a:cubicBezTo>
                <a:cubicBezTo>
                  <a:pt x="1958363" y="29415"/>
                  <a:pt x="1961159" y="31855"/>
                  <a:pt x="1962778" y="34813"/>
                </a:cubicBezTo>
                <a:cubicBezTo>
                  <a:pt x="1964397" y="37771"/>
                  <a:pt x="1965207" y="43200"/>
                  <a:pt x="1965207" y="51102"/>
                </a:cubicBezTo>
                <a:lnTo>
                  <a:pt x="1965013" y="72346"/>
                </a:lnTo>
                <a:cubicBezTo>
                  <a:pt x="1965013" y="78391"/>
                  <a:pt x="1965304" y="82849"/>
                  <a:pt x="1965887" y="85720"/>
                </a:cubicBezTo>
                <a:cubicBezTo>
                  <a:pt x="1966470" y="88592"/>
                  <a:pt x="1967560" y="91668"/>
                  <a:pt x="1969158" y="94950"/>
                </a:cubicBezTo>
                <a:lnTo>
                  <a:pt x="1951152" y="94950"/>
                </a:lnTo>
                <a:cubicBezTo>
                  <a:pt x="1950677" y="93741"/>
                  <a:pt x="1950094" y="91949"/>
                  <a:pt x="1949403" y="89574"/>
                </a:cubicBezTo>
                <a:cubicBezTo>
                  <a:pt x="1949101" y="88495"/>
                  <a:pt x="1948885" y="87782"/>
                  <a:pt x="1948756" y="87437"/>
                </a:cubicBezTo>
                <a:cubicBezTo>
                  <a:pt x="1945647" y="90459"/>
                  <a:pt x="1942322" y="92726"/>
                  <a:pt x="1938781" y="94237"/>
                </a:cubicBezTo>
                <a:cubicBezTo>
                  <a:pt x="1935241" y="95749"/>
                  <a:pt x="1931463" y="96504"/>
                  <a:pt x="1927447" y="96504"/>
                </a:cubicBezTo>
                <a:cubicBezTo>
                  <a:pt x="1920366" y="96504"/>
                  <a:pt x="1914785" y="94591"/>
                  <a:pt x="1910705" y="90764"/>
                </a:cubicBezTo>
                <a:cubicBezTo>
                  <a:pt x="1906624" y="86938"/>
                  <a:pt x="1904584" y="82100"/>
                  <a:pt x="1904584" y="76252"/>
                </a:cubicBezTo>
                <a:cubicBezTo>
                  <a:pt x="1904584" y="72382"/>
                  <a:pt x="1905512" y="68932"/>
                  <a:pt x="1907369" y="65901"/>
                </a:cubicBezTo>
                <a:cubicBezTo>
                  <a:pt x="1909226" y="62869"/>
                  <a:pt x="1911827" y="60547"/>
                  <a:pt x="1915174" y="58935"/>
                </a:cubicBezTo>
                <a:cubicBezTo>
                  <a:pt x="1918520" y="57322"/>
                  <a:pt x="1923345" y="55914"/>
                  <a:pt x="1929649" y="54711"/>
                </a:cubicBezTo>
                <a:cubicBezTo>
                  <a:pt x="1938155" y="53120"/>
                  <a:pt x="1944049" y="51636"/>
                  <a:pt x="1947331" y="50260"/>
                </a:cubicBezTo>
                <a:lnTo>
                  <a:pt x="1947331" y="48426"/>
                </a:lnTo>
                <a:cubicBezTo>
                  <a:pt x="1947331" y="44890"/>
                  <a:pt x="1946467" y="42368"/>
                  <a:pt x="1944740" y="40863"/>
                </a:cubicBezTo>
                <a:cubicBezTo>
                  <a:pt x="1943013" y="39355"/>
                  <a:pt x="1939753" y="38602"/>
                  <a:pt x="1934960" y="38602"/>
                </a:cubicBezTo>
                <a:cubicBezTo>
                  <a:pt x="1931722" y="38602"/>
                  <a:pt x="1929196" y="39253"/>
                  <a:pt x="1927382" y="40557"/>
                </a:cubicBezTo>
                <a:cubicBezTo>
                  <a:pt x="1925569" y="41859"/>
                  <a:pt x="1924101" y="44143"/>
                  <a:pt x="1922978" y="47410"/>
                </a:cubicBezTo>
                <a:moveTo>
                  <a:pt x="1947331" y="62177"/>
                </a:moveTo>
                <a:cubicBezTo>
                  <a:pt x="1944999" y="62945"/>
                  <a:pt x="1941307" y="63863"/>
                  <a:pt x="1936256" y="64930"/>
                </a:cubicBezTo>
                <a:cubicBezTo>
                  <a:pt x="1931204" y="65996"/>
                  <a:pt x="1927900" y="67041"/>
                  <a:pt x="1926346" y="68065"/>
                </a:cubicBezTo>
                <a:cubicBezTo>
                  <a:pt x="1923971" y="69729"/>
                  <a:pt x="1922784" y="71841"/>
                  <a:pt x="1922784" y="74400"/>
                </a:cubicBezTo>
                <a:cubicBezTo>
                  <a:pt x="1922784" y="76918"/>
                  <a:pt x="1923734" y="79095"/>
                  <a:pt x="1925634" y="80930"/>
                </a:cubicBezTo>
                <a:cubicBezTo>
                  <a:pt x="1927533" y="82763"/>
                  <a:pt x="1929951" y="83680"/>
                  <a:pt x="1932888" y="83680"/>
                </a:cubicBezTo>
                <a:cubicBezTo>
                  <a:pt x="1936169" y="83680"/>
                  <a:pt x="1939300" y="82614"/>
                  <a:pt x="1942279" y="80480"/>
                </a:cubicBezTo>
                <a:cubicBezTo>
                  <a:pt x="1944481" y="78860"/>
                  <a:pt x="1945928" y="76876"/>
                  <a:pt x="1946618" y="74528"/>
                </a:cubicBezTo>
                <a:cubicBezTo>
                  <a:pt x="1947093" y="72992"/>
                  <a:pt x="1947331" y="70070"/>
                  <a:pt x="1947331" y="65762"/>
                </a:cubicBezTo>
                <a:lnTo>
                  <a:pt x="1947331" y="62177"/>
                </a:lnTo>
                <a:close/>
                <a:moveTo>
                  <a:pt x="1983128" y="94950"/>
                </a:moveTo>
                <a:lnTo>
                  <a:pt x="1983128" y="0"/>
                </a:lnTo>
                <a:lnTo>
                  <a:pt x="2001328" y="0"/>
                </a:lnTo>
                <a:lnTo>
                  <a:pt x="2001328" y="94950"/>
                </a:lnTo>
                <a:lnTo>
                  <a:pt x="1983128" y="94950"/>
                </a:lnTo>
                <a:close/>
                <a:moveTo>
                  <a:pt x="2119444" y="94950"/>
                </a:moveTo>
                <a:lnTo>
                  <a:pt x="2101244" y="94950"/>
                </a:lnTo>
                <a:lnTo>
                  <a:pt x="2101244" y="59886"/>
                </a:lnTo>
                <a:cubicBezTo>
                  <a:pt x="2101244" y="52467"/>
                  <a:pt x="2100856" y="47669"/>
                  <a:pt x="2100078" y="45491"/>
                </a:cubicBezTo>
                <a:cubicBezTo>
                  <a:pt x="2099301" y="43314"/>
                  <a:pt x="2098038" y="41621"/>
                  <a:pt x="2096289" y="40413"/>
                </a:cubicBezTo>
                <a:cubicBezTo>
                  <a:pt x="2094541" y="39206"/>
                  <a:pt x="2092436" y="38602"/>
                  <a:pt x="2089975" y="38602"/>
                </a:cubicBezTo>
                <a:cubicBezTo>
                  <a:pt x="2086822" y="38602"/>
                  <a:pt x="2083994" y="39465"/>
                  <a:pt x="2081490" y="41190"/>
                </a:cubicBezTo>
                <a:cubicBezTo>
                  <a:pt x="2078986" y="42915"/>
                  <a:pt x="2077269" y="45201"/>
                  <a:pt x="2076341" y="48048"/>
                </a:cubicBezTo>
                <a:cubicBezTo>
                  <a:pt x="2075413" y="50893"/>
                  <a:pt x="2074948" y="56155"/>
                  <a:pt x="2074948" y="63833"/>
                </a:cubicBezTo>
                <a:lnTo>
                  <a:pt x="2074948" y="94950"/>
                </a:lnTo>
                <a:lnTo>
                  <a:pt x="2056749" y="94950"/>
                </a:lnTo>
                <a:lnTo>
                  <a:pt x="2056749" y="26166"/>
                </a:lnTo>
                <a:lnTo>
                  <a:pt x="2073653" y="26166"/>
                </a:lnTo>
                <a:lnTo>
                  <a:pt x="2073653" y="36270"/>
                </a:lnTo>
                <a:cubicBezTo>
                  <a:pt x="2079655" y="28498"/>
                  <a:pt x="2087211" y="24612"/>
                  <a:pt x="2096322" y="24612"/>
                </a:cubicBezTo>
                <a:cubicBezTo>
                  <a:pt x="2100337" y="24612"/>
                  <a:pt x="2104008" y="25335"/>
                  <a:pt x="2107332" y="26782"/>
                </a:cubicBezTo>
                <a:cubicBezTo>
                  <a:pt x="2110657" y="28228"/>
                  <a:pt x="2113172" y="30074"/>
                  <a:pt x="2114878" y="32319"/>
                </a:cubicBezTo>
                <a:cubicBezTo>
                  <a:pt x="2116583" y="34565"/>
                  <a:pt x="2117771" y="37112"/>
                  <a:pt x="2118440" y="39962"/>
                </a:cubicBezTo>
                <a:cubicBezTo>
                  <a:pt x="2119109" y="42812"/>
                  <a:pt x="2119444" y="46892"/>
                  <a:pt x="2119444" y="52203"/>
                </a:cubicBezTo>
                <a:lnTo>
                  <a:pt x="2119444" y="94950"/>
                </a:lnTo>
                <a:close/>
                <a:moveTo>
                  <a:pt x="2151526" y="47410"/>
                </a:moveTo>
                <a:lnTo>
                  <a:pt x="2135011" y="44431"/>
                </a:lnTo>
                <a:cubicBezTo>
                  <a:pt x="2136867" y="37694"/>
                  <a:pt x="2140062" y="32706"/>
                  <a:pt x="2144596" y="29469"/>
                </a:cubicBezTo>
                <a:cubicBezTo>
                  <a:pt x="2149130" y="26231"/>
                  <a:pt x="2155866" y="24612"/>
                  <a:pt x="2164804" y="24612"/>
                </a:cubicBezTo>
                <a:cubicBezTo>
                  <a:pt x="2172921" y="24612"/>
                  <a:pt x="2178966" y="25573"/>
                  <a:pt x="2182939" y="27494"/>
                </a:cubicBezTo>
                <a:cubicBezTo>
                  <a:pt x="2186911" y="29415"/>
                  <a:pt x="2189707" y="31855"/>
                  <a:pt x="2191326" y="34813"/>
                </a:cubicBezTo>
                <a:cubicBezTo>
                  <a:pt x="2192945" y="37771"/>
                  <a:pt x="2193755" y="43200"/>
                  <a:pt x="2193755" y="51102"/>
                </a:cubicBezTo>
                <a:lnTo>
                  <a:pt x="2193561" y="72346"/>
                </a:lnTo>
                <a:cubicBezTo>
                  <a:pt x="2193561" y="78391"/>
                  <a:pt x="2193852" y="82849"/>
                  <a:pt x="2194435" y="85720"/>
                </a:cubicBezTo>
                <a:cubicBezTo>
                  <a:pt x="2195018" y="88592"/>
                  <a:pt x="2196108" y="91668"/>
                  <a:pt x="2197706" y="94950"/>
                </a:cubicBezTo>
                <a:lnTo>
                  <a:pt x="2179700" y="94950"/>
                </a:lnTo>
                <a:cubicBezTo>
                  <a:pt x="2179225" y="93741"/>
                  <a:pt x="2178643" y="91949"/>
                  <a:pt x="2177952" y="89574"/>
                </a:cubicBezTo>
                <a:cubicBezTo>
                  <a:pt x="2177649" y="88495"/>
                  <a:pt x="2177434" y="87782"/>
                  <a:pt x="2177304" y="87437"/>
                </a:cubicBezTo>
                <a:cubicBezTo>
                  <a:pt x="2174195" y="90459"/>
                  <a:pt x="2170870" y="92726"/>
                  <a:pt x="2167330" y="94237"/>
                </a:cubicBezTo>
                <a:cubicBezTo>
                  <a:pt x="2163789" y="95749"/>
                  <a:pt x="2160011" y="96504"/>
                  <a:pt x="2155995" y="96504"/>
                </a:cubicBezTo>
                <a:cubicBezTo>
                  <a:pt x="2148914" y="96504"/>
                  <a:pt x="2143333" y="94591"/>
                  <a:pt x="2139253" y="90764"/>
                </a:cubicBezTo>
                <a:cubicBezTo>
                  <a:pt x="2135172" y="86938"/>
                  <a:pt x="2133132" y="82100"/>
                  <a:pt x="2133132" y="76252"/>
                </a:cubicBezTo>
                <a:cubicBezTo>
                  <a:pt x="2133132" y="72382"/>
                  <a:pt x="2134061" y="68932"/>
                  <a:pt x="2135917" y="65901"/>
                </a:cubicBezTo>
                <a:cubicBezTo>
                  <a:pt x="2137774" y="62869"/>
                  <a:pt x="2140375" y="60547"/>
                  <a:pt x="2143722" y="58935"/>
                </a:cubicBezTo>
                <a:cubicBezTo>
                  <a:pt x="2147068" y="57322"/>
                  <a:pt x="2151893" y="55914"/>
                  <a:pt x="2158197" y="54711"/>
                </a:cubicBezTo>
                <a:cubicBezTo>
                  <a:pt x="2166704" y="53120"/>
                  <a:pt x="2172598" y="51636"/>
                  <a:pt x="2175879" y="50260"/>
                </a:cubicBezTo>
                <a:lnTo>
                  <a:pt x="2175879" y="48426"/>
                </a:lnTo>
                <a:cubicBezTo>
                  <a:pt x="2175879" y="44890"/>
                  <a:pt x="2175016" y="42368"/>
                  <a:pt x="2173288" y="40863"/>
                </a:cubicBezTo>
                <a:cubicBezTo>
                  <a:pt x="2171561" y="39355"/>
                  <a:pt x="2168301" y="38602"/>
                  <a:pt x="2163508" y="38602"/>
                </a:cubicBezTo>
                <a:cubicBezTo>
                  <a:pt x="2160270" y="38602"/>
                  <a:pt x="2157744" y="39253"/>
                  <a:pt x="2155931" y="40557"/>
                </a:cubicBezTo>
                <a:cubicBezTo>
                  <a:pt x="2154117" y="41859"/>
                  <a:pt x="2152649" y="44143"/>
                  <a:pt x="2151526" y="47410"/>
                </a:cubicBezTo>
                <a:moveTo>
                  <a:pt x="2175879" y="62177"/>
                </a:moveTo>
                <a:cubicBezTo>
                  <a:pt x="2173547" y="62945"/>
                  <a:pt x="2169856" y="63863"/>
                  <a:pt x="2164804" y="64930"/>
                </a:cubicBezTo>
                <a:cubicBezTo>
                  <a:pt x="2159752" y="65996"/>
                  <a:pt x="2156449" y="67041"/>
                  <a:pt x="2154894" y="68065"/>
                </a:cubicBezTo>
                <a:cubicBezTo>
                  <a:pt x="2152519" y="69729"/>
                  <a:pt x="2151332" y="71841"/>
                  <a:pt x="2151332" y="74400"/>
                </a:cubicBezTo>
                <a:cubicBezTo>
                  <a:pt x="2151332" y="76918"/>
                  <a:pt x="2152282" y="79095"/>
                  <a:pt x="2154182" y="80930"/>
                </a:cubicBezTo>
                <a:cubicBezTo>
                  <a:pt x="2156082" y="82763"/>
                  <a:pt x="2158500" y="83680"/>
                  <a:pt x="2161436" y="83680"/>
                </a:cubicBezTo>
                <a:cubicBezTo>
                  <a:pt x="2164717" y="83680"/>
                  <a:pt x="2167848" y="82614"/>
                  <a:pt x="2170827" y="80480"/>
                </a:cubicBezTo>
                <a:cubicBezTo>
                  <a:pt x="2173029" y="78860"/>
                  <a:pt x="2174476" y="76876"/>
                  <a:pt x="2175167" y="74528"/>
                </a:cubicBezTo>
                <a:cubicBezTo>
                  <a:pt x="2175642" y="72992"/>
                  <a:pt x="2175879" y="70070"/>
                  <a:pt x="2175879" y="65762"/>
                </a:cubicBezTo>
                <a:lnTo>
                  <a:pt x="2175879" y="62177"/>
                </a:lnTo>
                <a:close/>
                <a:moveTo>
                  <a:pt x="2230587" y="94950"/>
                </a:moveTo>
                <a:lnTo>
                  <a:pt x="2202866" y="26166"/>
                </a:lnTo>
                <a:lnTo>
                  <a:pt x="2221973" y="26166"/>
                </a:lnTo>
                <a:lnTo>
                  <a:pt x="2234926" y="61271"/>
                </a:lnTo>
                <a:lnTo>
                  <a:pt x="2238683" y="72994"/>
                </a:lnTo>
                <a:cubicBezTo>
                  <a:pt x="2239676" y="70014"/>
                  <a:pt x="2240302" y="68050"/>
                  <a:pt x="2240561" y="67100"/>
                </a:cubicBezTo>
                <a:cubicBezTo>
                  <a:pt x="2241166" y="65157"/>
                  <a:pt x="2241813" y="63214"/>
                  <a:pt x="2242504" y="61271"/>
                </a:cubicBezTo>
                <a:lnTo>
                  <a:pt x="2255587" y="26166"/>
                </a:lnTo>
                <a:lnTo>
                  <a:pt x="2274305" y="26166"/>
                </a:lnTo>
                <a:lnTo>
                  <a:pt x="2246973" y="94950"/>
                </a:lnTo>
                <a:lnTo>
                  <a:pt x="2230587" y="94950"/>
                </a:lnTo>
                <a:close/>
                <a:moveTo>
                  <a:pt x="2285426" y="16840"/>
                </a:moveTo>
                <a:lnTo>
                  <a:pt x="2285426" y="0"/>
                </a:lnTo>
                <a:lnTo>
                  <a:pt x="2303626" y="0"/>
                </a:lnTo>
                <a:lnTo>
                  <a:pt x="2303626" y="16840"/>
                </a:lnTo>
                <a:lnTo>
                  <a:pt x="2285426" y="16840"/>
                </a:lnTo>
                <a:moveTo>
                  <a:pt x="2285426" y="94950"/>
                </a:moveTo>
                <a:lnTo>
                  <a:pt x="2285426" y="26166"/>
                </a:lnTo>
                <a:lnTo>
                  <a:pt x="2303626" y="26166"/>
                </a:lnTo>
                <a:lnTo>
                  <a:pt x="2303626" y="94950"/>
                </a:lnTo>
                <a:lnTo>
                  <a:pt x="2285426" y="94950"/>
                </a:lnTo>
                <a:close/>
                <a:moveTo>
                  <a:pt x="2320617" y="99354"/>
                </a:moveTo>
                <a:lnTo>
                  <a:pt x="2341408" y="101945"/>
                </a:lnTo>
                <a:cubicBezTo>
                  <a:pt x="2341753" y="104386"/>
                  <a:pt x="2342552" y="106064"/>
                  <a:pt x="2343804" y="106979"/>
                </a:cubicBezTo>
                <a:cubicBezTo>
                  <a:pt x="2345531" y="108286"/>
                  <a:pt x="2348252" y="108940"/>
                  <a:pt x="2351965" y="108940"/>
                </a:cubicBezTo>
                <a:cubicBezTo>
                  <a:pt x="2356715" y="108940"/>
                  <a:pt x="2360277" y="108222"/>
                  <a:pt x="2362652" y="106786"/>
                </a:cubicBezTo>
                <a:cubicBezTo>
                  <a:pt x="2364249" y="105830"/>
                  <a:pt x="2365458" y="104286"/>
                  <a:pt x="2366279" y="102155"/>
                </a:cubicBezTo>
                <a:cubicBezTo>
                  <a:pt x="2366840" y="100633"/>
                  <a:pt x="2367121" y="97829"/>
                  <a:pt x="2367121" y="93742"/>
                </a:cubicBezTo>
                <a:lnTo>
                  <a:pt x="2367121" y="83630"/>
                </a:lnTo>
                <a:cubicBezTo>
                  <a:pt x="2361680" y="91176"/>
                  <a:pt x="2354815" y="94950"/>
                  <a:pt x="2346524" y="94950"/>
                </a:cubicBezTo>
                <a:cubicBezTo>
                  <a:pt x="2337284" y="94950"/>
                  <a:pt x="2329965" y="91042"/>
                  <a:pt x="2324568" y="83227"/>
                </a:cubicBezTo>
                <a:cubicBezTo>
                  <a:pt x="2320337" y="77052"/>
                  <a:pt x="2318221" y="69367"/>
                  <a:pt x="2318221" y="60169"/>
                </a:cubicBezTo>
                <a:cubicBezTo>
                  <a:pt x="2318221" y="48641"/>
                  <a:pt x="2320995" y="39832"/>
                  <a:pt x="2326544" y="33744"/>
                </a:cubicBezTo>
                <a:cubicBezTo>
                  <a:pt x="2332092" y="27656"/>
                  <a:pt x="2338990" y="24612"/>
                  <a:pt x="2347237" y="24612"/>
                </a:cubicBezTo>
                <a:cubicBezTo>
                  <a:pt x="2355743" y="24612"/>
                  <a:pt x="2362760" y="28364"/>
                  <a:pt x="2368287" y="35869"/>
                </a:cubicBezTo>
                <a:lnTo>
                  <a:pt x="2368287" y="26166"/>
                </a:lnTo>
                <a:lnTo>
                  <a:pt x="2385321" y="26166"/>
                </a:lnTo>
                <a:lnTo>
                  <a:pt x="2385321" y="87931"/>
                </a:lnTo>
                <a:cubicBezTo>
                  <a:pt x="2385321" y="96054"/>
                  <a:pt x="2384651" y="102124"/>
                  <a:pt x="2383313" y="106143"/>
                </a:cubicBezTo>
                <a:cubicBezTo>
                  <a:pt x="2381974" y="110161"/>
                  <a:pt x="2380096" y="113315"/>
                  <a:pt x="2377678" y="115605"/>
                </a:cubicBezTo>
                <a:cubicBezTo>
                  <a:pt x="2375260" y="117896"/>
                  <a:pt x="2372032" y="119689"/>
                  <a:pt x="2367995" y="120985"/>
                </a:cubicBezTo>
                <a:cubicBezTo>
                  <a:pt x="2363958" y="122281"/>
                  <a:pt x="2358852" y="122930"/>
                  <a:pt x="2352677" y="122930"/>
                </a:cubicBezTo>
                <a:cubicBezTo>
                  <a:pt x="2341019" y="122930"/>
                  <a:pt x="2332750" y="120916"/>
                  <a:pt x="2327871" y="116888"/>
                </a:cubicBezTo>
                <a:cubicBezTo>
                  <a:pt x="2322992" y="112862"/>
                  <a:pt x="2320553" y="107757"/>
                  <a:pt x="2320553" y="101574"/>
                </a:cubicBezTo>
                <a:cubicBezTo>
                  <a:pt x="2320553" y="100965"/>
                  <a:pt x="2320574" y="100224"/>
                  <a:pt x="2320617" y="99354"/>
                </a:cubicBezTo>
                <a:moveTo>
                  <a:pt x="2336874" y="59133"/>
                </a:moveTo>
                <a:cubicBezTo>
                  <a:pt x="2336874" y="66409"/>
                  <a:pt x="2338288" y="71736"/>
                  <a:pt x="2341116" y="75115"/>
                </a:cubicBezTo>
                <a:cubicBezTo>
                  <a:pt x="2343945" y="78493"/>
                  <a:pt x="2347431" y="80183"/>
                  <a:pt x="2351576" y="80183"/>
                </a:cubicBezTo>
                <a:cubicBezTo>
                  <a:pt x="2356024" y="80183"/>
                  <a:pt x="2359780" y="78450"/>
                  <a:pt x="2362846" y="74985"/>
                </a:cubicBezTo>
                <a:cubicBezTo>
                  <a:pt x="2365912" y="71520"/>
                  <a:pt x="2367445" y="66387"/>
                  <a:pt x="2367445" y="59587"/>
                </a:cubicBezTo>
                <a:cubicBezTo>
                  <a:pt x="2367445" y="52484"/>
                  <a:pt x="2365976" y="47210"/>
                  <a:pt x="2363040" y="43767"/>
                </a:cubicBezTo>
                <a:cubicBezTo>
                  <a:pt x="2360104" y="40323"/>
                  <a:pt x="2356391" y="38602"/>
                  <a:pt x="2351900" y="38602"/>
                </a:cubicBezTo>
                <a:cubicBezTo>
                  <a:pt x="2347539" y="38602"/>
                  <a:pt x="2343945" y="40291"/>
                  <a:pt x="2341116" y="43670"/>
                </a:cubicBezTo>
                <a:cubicBezTo>
                  <a:pt x="2338288" y="47049"/>
                  <a:pt x="2336874" y="52203"/>
                  <a:pt x="2336874" y="59133"/>
                </a:cubicBezTo>
                <a:close/>
                <a:moveTo>
                  <a:pt x="2416949" y="47410"/>
                </a:moveTo>
                <a:lnTo>
                  <a:pt x="2400433" y="44431"/>
                </a:lnTo>
                <a:cubicBezTo>
                  <a:pt x="2402290" y="37694"/>
                  <a:pt x="2405485" y="32706"/>
                  <a:pt x="2410019" y="29469"/>
                </a:cubicBezTo>
                <a:cubicBezTo>
                  <a:pt x="2414553" y="26231"/>
                  <a:pt x="2421289" y="24612"/>
                  <a:pt x="2430227" y="24612"/>
                </a:cubicBezTo>
                <a:cubicBezTo>
                  <a:pt x="2438344" y="24612"/>
                  <a:pt x="2444389" y="25573"/>
                  <a:pt x="2448362" y="27494"/>
                </a:cubicBezTo>
                <a:cubicBezTo>
                  <a:pt x="2452334" y="29415"/>
                  <a:pt x="2455130" y="31855"/>
                  <a:pt x="2456749" y="34813"/>
                </a:cubicBezTo>
                <a:cubicBezTo>
                  <a:pt x="2458368" y="37771"/>
                  <a:pt x="2459178" y="43200"/>
                  <a:pt x="2459178" y="51102"/>
                </a:cubicBezTo>
                <a:lnTo>
                  <a:pt x="2458984" y="72346"/>
                </a:lnTo>
                <a:cubicBezTo>
                  <a:pt x="2458984" y="78391"/>
                  <a:pt x="2459275" y="82849"/>
                  <a:pt x="2459858" y="85720"/>
                </a:cubicBezTo>
                <a:cubicBezTo>
                  <a:pt x="2460441" y="88592"/>
                  <a:pt x="2461531" y="91668"/>
                  <a:pt x="2463129" y="94950"/>
                </a:cubicBezTo>
                <a:lnTo>
                  <a:pt x="2445123" y="94950"/>
                </a:lnTo>
                <a:cubicBezTo>
                  <a:pt x="2444648" y="93741"/>
                  <a:pt x="2444065" y="91949"/>
                  <a:pt x="2443375" y="89574"/>
                </a:cubicBezTo>
                <a:cubicBezTo>
                  <a:pt x="2443072" y="88495"/>
                  <a:pt x="2442856" y="87782"/>
                  <a:pt x="2442727" y="87437"/>
                </a:cubicBezTo>
                <a:cubicBezTo>
                  <a:pt x="2439618" y="90459"/>
                  <a:pt x="2436293" y="92726"/>
                  <a:pt x="2432753" y="94237"/>
                </a:cubicBezTo>
                <a:cubicBezTo>
                  <a:pt x="2429212" y="95749"/>
                  <a:pt x="2425434" y="96504"/>
                  <a:pt x="2421418" y="96504"/>
                </a:cubicBezTo>
                <a:cubicBezTo>
                  <a:pt x="2414337" y="96504"/>
                  <a:pt x="2408756" y="94591"/>
                  <a:pt x="2404676" y="90764"/>
                </a:cubicBezTo>
                <a:cubicBezTo>
                  <a:pt x="2400595" y="86938"/>
                  <a:pt x="2398555" y="82100"/>
                  <a:pt x="2398555" y="76252"/>
                </a:cubicBezTo>
                <a:cubicBezTo>
                  <a:pt x="2398555" y="72382"/>
                  <a:pt x="2399483" y="68932"/>
                  <a:pt x="2401340" y="65901"/>
                </a:cubicBezTo>
                <a:cubicBezTo>
                  <a:pt x="2403197" y="62869"/>
                  <a:pt x="2405798" y="60547"/>
                  <a:pt x="2409145" y="58935"/>
                </a:cubicBezTo>
                <a:cubicBezTo>
                  <a:pt x="2412491" y="57322"/>
                  <a:pt x="2417316" y="55914"/>
                  <a:pt x="2423620" y="54711"/>
                </a:cubicBezTo>
                <a:cubicBezTo>
                  <a:pt x="2432127" y="53120"/>
                  <a:pt x="2438020" y="51636"/>
                  <a:pt x="2441302" y="50260"/>
                </a:cubicBezTo>
                <a:lnTo>
                  <a:pt x="2441302" y="48426"/>
                </a:lnTo>
                <a:cubicBezTo>
                  <a:pt x="2441302" y="44890"/>
                  <a:pt x="2440438" y="42368"/>
                  <a:pt x="2438711" y="40863"/>
                </a:cubicBezTo>
                <a:cubicBezTo>
                  <a:pt x="2436984" y="39355"/>
                  <a:pt x="2433724" y="38602"/>
                  <a:pt x="2428931" y="38602"/>
                </a:cubicBezTo>
                <a:cubicBezTo>
                  <a:pt x="2425693" y="38602"/>
                  <a:pt x="2423167" y="39253"/>
                  <a:pt x="2421353" y="40557"/>
                </a:cubicBezTo>
                <a:cubicBezTo>
                  <a:pt x="2419540" y="41859"/>
                  <a:pt x="2418072" y="44143"/>
                  <a:pt x="2416949" y="47410"/>
                </a:cubicBezTo>
                <a:moveTo>
                  <a:pt x="2441302" y="62177"/>
                </a:moveTo>
                <a:cubicBezTo>
                  <a:pt x="2438970" y="62945"/>
                  <a:pt x="2435279" y="63863"/>
                  <a:pt x="2430227" y="64930"/>
                </a:cubicBezTo>
                <a:cubicBezTo>
                  <a:pt x="2425175" y="65996"/>
                  <a:pt x="2421872" y="67041"/>
                  <a:pt x="2420317" y="68065"/>
                </a:cubicBezTo>
                <a:cubicBezTo>
                  <a:pt x="2417942" y="69729"/>
                  <a:pt x="2416755" y="71841"/>
                  <a:pt x="2416755" y="74400"/>
                </a:cubicBezTo>
                <a:cubicBezTo>
                  <a:pt x="2416755" y="76918"/>
                  <a:pt x="2417705" y="79095"/>
                  <a:pt x="2419605" y="80930"/>
                </a:cubicBezTo>
                <a:cubicBezTo>
                  <a:pt x="2421505" y="82763"/>
                  <a:pt x="2423923" y="83680"/>
                  <a:pt x="2426859" y="83680"/>
                </a:cubicBezTo>
                <a:cubicBezTo>
                  <a:pt x="2430140" y="83680"/>
                  <a:pt x="2433271" y="82614"/>
                  <a:pt x="2436250" y="80480"/>
                </a:cubicBezTo>
                <a:cubicBezTo>
                  <a:pt x="2438452" y="78860"/>
                  <a:pt x="2439899" y="76876"/>
                  <a:pt x="2440590" y="74528"/>
                </a:cubicBezTo>
                <a:cubicBezTo>
                  <a:pt x="2441065" y="72992"/>
                  <a:pt x="2441302" y="70070"/>
                  <a:pt x="2441302" y="65762"/>
                </a:cubicBezTo>
                <a:lnTo>
                  <a:pt x="2441302" y="62177"/>
                </a:lnTo>
                <a:close/>
                <a:moveTo>
                  <a:pt x="2508640" y="26166"/>
                </a:moveTo>
                <a:lnTo>
                  <a:pt x="2508640" y="40674"/>
                </a:lnTo>
                <a:lnTo>
                  <a:pt x="2496205" y="40674"/>
                </a:lnTo>
                <a:lnTo>
                  <a:pt x="2496205" y="68350"/>
                </a:lnTo>
                <a:cubicBezTo>
                  <a:pt x="2496205" y="73956"/>
                  <a:pt x="2496323" y="77222"/>
                  <a:pt x="2496561" y="78149"/>
                </a:cubicBezTo>
                <a:cubicBezTo>
                  <a:pt x="2496798" y="79074"/>
                  <a:pt x="2497338" y="79839"/>
                  <a:pt x="2498180" y="80444"/>
                </a:cubicBezTo>
                <a:cubicBezTo>
                  <a:pt x="2499022" y="81047"/>
                  <a:pt x="2500047" y="81349"/>
                  <a:pt x="2501256" y="81349"/>
                </a:cubicBezTo>
                <a:cubicBezTo>
                  <a:pt x="2502940" y="81349"/>
                  <a:pt x="2505380" y="80766"/>
                  <a:pt x="2508575" y="79600"/>
                </a:cubicBezTo>
                <a:lnTo>
                  <a:pt x="2510130" y="93772"/>
                </a:lnTo>
                <a:cubicBezTo>
                  <a:pt x="2505898" y="95594"/>
                  <a:pt x="2501105" y="96504"/>
                  <a:pt x="2495751" y="96504"/>
                </a:cubicBezTo>
                <a:cubicBezTo>
                  <a:pt x="2492470" y="96504"/>
                  <a:pt x="2489512" y="95954"/>
                  <a:pt x="2486878" y="94853"/>
                </a:cubicBezTo>
                <a:cubicBezTo>
                  <a:pt x="2484244" y="93752"/>
                  <a:pt x="2482312" y="92327"/>
                  <a:pt x="2481081" y="90578"/>
                </a:cubicBezTo>
                <a:cubicBezTo>
                  <a:pt x="2479851" y="88829"/>
                  <a:pt x="2478998" y="86465"/>
                  <a:pt x="2478523" y="83486"/>
                </a:cubicBezTo>
                <a:cubicBezTo>
                  <a:pt x="2478134" y="81370"/>
                  <a:pt x="2477940" y="77096"/>
                  <a:pt x="2477940" y="70662"/>
                </a:cubicBezTo>
                <a:lnTo>
                  <a:pt x="2477940" y="40674"/>
                </a:lnTo>
                <a:lnTo>
                  <a:pt x="2469585" y="40674"/>
                </a:lnTo>
                <a:lnTo>
                  <a:pt x="2469585" y="26166"/>
                </a:lnTo>
                <a:lnTo>
                  <a:pt x="2477940" y="26166"/>
                </a:lnTo>
                <a:lnTo>
                  <a:pt x="2477940" y="12435"/>
                </a:lnTo>
                <a:lnTo>
                  <a:pt x="2496205" y="1684"/>
                </a:lnTo>
                <a:lnTo>
                  <a:pt x="2496205" y="26166"/>
                </a:lnTo>
                <a:lnTo>
                  <a:pt x="2508640" y="26166"/>
                </a:lnTo>
                <a:close/>
                <a:moveTo>
                  <a:pt x="2521269" y="16840"/>
                </a:moveTo>
                <a:lnTo>
                  <a:pt x="2521269" y="0"/>
                </a:lnTo>
                <a:lnTo>
                  <a:pt x="2539469" y="0"/>
                </a:lnTo>
                <a:lnTo>
                  <a:pt x="2539469" y="16840"/>
                </a:lnTo>
                <a:lnTo>
                  <a:pt x="2521269" y="16840"/>
                </a:lnTo>
                <a:moveTo>
                  <a:pt x="2521269" y="94950"/>
                </a:moveTo>
                <a:lnTo>
                  <a:pt x="2521269" y="26166"/>
                </a:lnTo>
                <a:lnTo>
                  <a:pt x="2539469" y="26166"/>
                </a:lnTo>
                <a:lnTo>
                  <a:pt x="2539469" y="94950"/>
                </a:lnTo>
                <a:lnTo>
                  <a:pt x="2521269" y="94950"/>
                </a:lnTo>
                <a:close/>
                <a:moveTo>
                  <a:pt x="2553935" y="59587"/>
                </a:moveTo>
                <a:cubicBezTo>
                  <a:pt x="2553935" y="53542"/>
                  <a:pt x="2555424" y="47691"/>
                  <a:pt x="2558404" y="42034"/>
                </a:cubicBezTo>
                <a:cubicBezTo>
                  <a:pt x="2561383" y="36378"/>
                  <a:pt x="2565604" y="32060"/>
                  <a:pt x="2571066" y="29081"/>
                </a:cubicBezTo>
                <a:cubicBezTo>
                  <a:pt x="2576528" y="26101"/>
                  <a:pt x="2582627" y="24612"/>
                  <a:pt x="2589363" y="24612"/>
                </a:cubicBezTo>
                <a:cubicBezTo>
                  <a:pt x="2599769" y="24612"/>
                  <a:pt x="2608296" y="27991"/>
                  <a:pt x="2614946" y="34748"/>
                </a:cubicBezTo>
                <a:cubicBezTo>
                  <a:pt x="2621595" y="41505"/>
                  <a:pt x="2624920" y="50044"/>
                  <a:pt x="2624920" y="60364"/>
                </a:cubicBezTo>
                <a:cubicBezTo>
                  <a:pt x="2624920" y="70770"/>
                  <a:pt x="2621563" y="79395"/>
                  <a:pt x="2614849" y="86239"/>
                </a:cubicBezTo>
                <a:cubicBezTo>
                  <a:pt x="2608135" y="93082"/>
                  <a:pt x="2599682" y="96504"/>
                  <a:pt x="2589492" y="96504"/>
                </a:cubicBezTo>
                <a:cubicBezTo>
                  <a:pt x="2583188" y="96504"/>
                  <a:pt x="2577175" y="95079"/>
                  <a:pt x="2571454" y="92230"/>
                </a:cubicBezTo>
                <a:cubicBezTo>
                  <a:pt x="2565733" y="89380"/>
                  <a:pt x="2561383" y="85202"/>
                  <a:pt x="2558404" y="79697"/>
                </a:cubicBezTo>
                <a:cubicBezTo>
                  <a:pt x="2555424" y="74192"/>
                  <a:pt x="2553935" y="67488"/>
                  <a:pt x="2553935" y="59587"/>
                </a:cubicBezTo>
                <a:moveTo>
                  <a:pt x="2572588" y="60558"/>
                </a:moveTo>
                <a:cubicBezTo>
                  <a:pt x="2572588" y="67359"/>
                  <a:pt x="2574207" y="72567"/>
                  <a:pt x="2577445" y="76183"/>
                </a:cubicBezTo>
                <a:cubicBezTo>
                  <a:pt x="2580684" y="79800"/>
                  <a:pt x="2584678" y="81608"/>
                  <a:pt x="2589427" y="81608"/>
                </a:cubicBezTo>
                <a:cubicBezTo>
                  <a:pt x="2594177" y="81608"/>
                  <a:pt x="2598160" y="79800"/>
                  <a:pt x="2601377" y="76183"/>
                </a:cubicBezTo>
                <a:cubicBezTo>
                  <a:pt x="2604594" y="72567"/>
                  <a:pt x="2606202" y="67316"/>
                  <a:pt x="2606202" y="60429"/>
                </a:cubicBezTo>
                <a:cubicBezTo>
                  <a:pt x="2606202" y="53714"/>
                  <a:pt x="2604594" y="48549"/>
                  <a:pt x="2601377" y="44933"/>
                </a:cubicBezTo>
                <a:cubicBezTo>
                  <a:pt x="2598160" y="41317"/>
                  <a:pt x="2594177" y="39508"/>
                  <a:pt x="2589427" y="39508"/>
                </a:cubicBezTo>
                <a:cubicBezTo>
                  <a:pt x="2584678" y="39508"/>
                  <a:pt x="2580684" y="41317"/>
                  <a:pt x="2577445" y="44933"/>
                </a:cubicBezTo>
                <a:cubicBezTo>
                  <a:pt x="2574207" y="48549"/>
                  <a:pt x="2572588" y="53757"/>
                  <a:pt x="2572588" y="60558"/>
                </a:cubicBezTo>
                <a:close/>
                <a:moveTo>
                  <a:pt x="2701757" y="94950"/>
                </a:moveTo>
                <a:lnTo>
                  <a:pt x="2683557" y="94950"/>
                </a:lnTo>
                <a:lnTo>
                  <a:pt x="2683557" y="59886"/>
                </a:lnTo>
                <a:cubicBezTo>
                  <a:pt x="2683557" y="52467"/>
                  <a:pt x="2683168" y="47669"/>
                  <a:pt x="2682391" y="45491"/>
                </a:cubicBezTo>
                <a:cubicBezTo>
                  <a:pt x="2681614" y="43314"/>
                  <a:pt x="2680351" y="41621"/>
                  <a:pt x="2678602" y="40413"/>
                </a:cubicBezTo>
                <a:cubicBezTo>
                  <a:pt x="2676853" y="39206"/>
                  <a:pt x="2674748" y="38602"/>
                  <a:pt x="2672287" y="38602"/>
                </a:cubicBezTo>
                <a:cubicBezTo>
                  <a:pt x="2669135" y="38602"/>
                  <a:pt x="2666307" y="39465"/>
                  <a:pt x="2663803" y="41190"/>
                </a:cubicBezTo>
                <a:cubicBezTo>
                  <a:pt x="2661298" y="42915"/>
                  <a:pt x="2659582" y="45201"/>
                  <a:pt x="2658654" y="48048"/>
                </a:cubicBezTo>
                <a:cubicBezTo>
                  <a:pt x="2657725" y="50893"/>
                  <a:pt x="2657261" y="56155"/>
                  <a:pt x="2657261" y="63833"/>
                </a:cubicBezTo>
                <a:lnTo>
                  <a:pt x="2657261" y="94950"/>
                </a:lnTo>
                <a:lnTo>
                  <a:pt x="2639061" y="94950"/>
                </a:lnTo>
                <a:lnTo>
                  <a:pt x="2639061" y="26166"/>
                </a:lnTo>
                <a:lnTo>
                  <a:pt x="2655966" y="26166"/>
                </a:lnTo>
                <a:lnTo>
                  <a:pt x="2655966" y="36270"/>
                </a:lnTo>
                <a:cubicBezTo>
                  <a:pt x="2661968" y="28498"/>
                  <a:pt x="2669524" y="24612"/>
                  <a:pt x="2678635" y="24612"/>
                </a:cubicBezTo>
                <a:cubicBezTo>
                  <a:pt x="2682650" y="24612"/>
                  <a:pt x="2686320" y="25335"/>
                  <a:pt x="2689645" y="26782"/>
                </a:cubicBezTo>
                <a:cubicBezTo>
                  <a:pt x="2692970" y="28228"/>
                  <a:pt x="2695485" y="30074"/>
                  <a:pt x="2697191" y="32319"/>
                </a:cubicBezTo>
                <a:cubicBezTo>
                  <a:pt x="2698896" y="34565"/>
                  <a:pt x="2700084" y="37112"/>
                  <a:pt x="2700753" y="39962"/>
                </a:cubicBezTo>
                <a:cubicBezTo>
                  <a:pt x="2701422" y="42812"/>
                  <a:pt x="2701757" y="46892"/>
                  <a:pt x="2701757" y="52203"/>
                </a:cubicBezTo>
                <a:lnTo>
                  <a:pt x="2701757" y="94950"/>
                </a:lnTo>
                <a:close/>
                <a:moveTo>
                  <a:pt x="2817088" y="46503"/>
                </a:moveTo>
                <a:lnTo>
                  <a:pt x="2799147" y="49742"/>
                </a:lnTo>
                <a:cubicBezTo>
                  <a:pt x="2798543" y="46180"/>
                  <a:pt x="2797172" y="43497"/>
                  <a:pt x="2795034" y="41694"/>
                </a:cubicBezTo>
                <a:cubicBezTo>
                  <a:pt x="2792897" y="39892"/>
                  <a:pt x="2790123" y="38990"/>
                  <a:pt x="2786712" y="38990"/>
                </a:cubicBezTo>
                <a:cubicBezTo>
                  <a:pt x="2782178" y="38990"/>
                  <a:pt x="2778562" y="40551"/>
                  <a:pt x="2775863" y="43672"/>
                </a:cubicBezTo>
                <a:cubicBezTo>
                  <a:pt x="2773164" y="46793"/>
                  <a:pt x="2771815" y="52012"/>
                  <a:pt x="2771815" y="59330"/>
                </a:cubicBezTo>
                <a:cubicBezTo>
                  <a:pt x="2771815" y="67466"/>
                  <a:pt x="2773186" y="73213"/>
                  <a:pt x="2775928" y="76572"/>
                </a:cubicBezTo>
                <a:cubicBezTo>
                  <a:pt x="2778670" y="79929"/>
                  <a:pt x="2782351" y="81608"/>
                  <a:pt x="2786971" y="81608"/>
                </a:cubicBezTo>
                <a:cubicBezTo>
                  <a:pt x="2790425" y="81608"/>
                  <a:pt x="2793253" y="80625"/>
                  <a:pt x="2795455" y="78661"/>
                </a:cubicBezTo>
                <a:cubicBezTo>
                  <a:pt x="2797658" y="76696"/>
                  <a:pt x="2799212" y="73317"/>
                  <a:pt x="2800119" y="68525"/>
                </a:cubicBezTo>
                <a:lnTo>
                  <a:pt x="2817995" y="71633"/>
                </a:lnTo>
                <a:cubicBezTo>
                  <a:pt x="2816138" y="79837"/>
                  <a:pt x="2812576" y="86033"/>
                  <a:pt x="2807308" y="90222"/>
                </a:cubicBezTo>
                <a:cubicBezTo>
                  <a:pt x="2802040" y="94410"/>
                  <a:pt x="2794980" y="96504"/>
                  <a:pt x="2786129" y="96504"/>
                </a:cubicBezTo>
                <a:cubicBezTo>
                  <a:pt x="2776068" y="96504"/>
                  <a:pt x="2768048" y="93331"/>
                  <a:pt x="2762067" y="86983"/>
                </a:cubicBezTo>
                <a:cubicBezTo>
                  <a:pt x="2756087" y="80636"/>
                  <a:pt x="2753097" y="71849"/>
                  <a:pt x="2753097" y="60623"/>
                </a:cubicBezTo>
                <a:cubicBezTo>
                  <a:pt x="2753097" y="49267"/>
                  <a:pt x="2756098" y="40426"/>
                  <a:pt x="2762100" y="34100"/>
                </a:cubicBezTo>
                <a:cubicBezTo>
                  <a:pt x="2768102" y="27775"/>
                  <a:pt x="2776219" y="24612"/>
                  <a:pt x="2786453" y="24612"/>
                </a:cubicBezTo>
                <a:cubicBezTo>
                  <a:pt x="2794829" y="24612"/>
                  <a:pt x="2801490" y="26415"/>
                  <a:pt x="2806434" y="30020"/>
                </a:cubicBezTo>
                <a:cubicBezTo>
                  <a:pt x="2811378" y="33625"/>
                  <a:pt x="2814929" y="39120"/>
                  <a:pt x="2817088" y="46503"/>
                </a:cubicBezTo>
                <a:close/>
                <a:moveTo>
                  <a:pt x="2844464" y="47410"/>
                </a:moveTo>
                <a:lnTo>
                  <a:pt x="2827948" y="44431"/>
                </a:lnTo>
                <a:cubicBezTo>
                  <a:pt x="2829805" y="37694"/>
                  <a:pt x="2833000" y="32706"/>
                  <a:pt x="2837534" y="29469"/>
                </a:cubicBezTo>
                <a:cubicBezTo>
                  <a:pt x="2842068" y="26231"/>
                  <a:pt x="2848804" y="24612"/>
                  <a:pt x="2857742" y="24612"/>
                </a:cubicBezTo>
                <a:cubicBezTo>
                  <a:pt x="2865859" y="24612"/>
                  <a:pt x="2871904" y="25573"/>
                  <a:pt x="2875877" y="27494"/>
                </a:cubicBezTo>
                <a:cubicBezTo>
                  <a:pt x="2879849" y="29415"/>
                  <a:pt x="2882645" y="31855"/>
                  <a:pt x="2884264" y="34813"/>
                </a:cubicBezTo>
                <a:cubicBezTo>
                  <a:pt x="2885883" y="37771"/>
                  <a:pt x="2886693" y="43200"/>
                  <a:pt x="2886693" y="51102"/>
                </a:cubicBezTo>
                <a:lnTo>
                  <a:pt x="2886499" y="72346"/>
                </a:lnTo>
                <a:cubicBezTo>
                  <a:pt x="2886499" y="78391"/>
                  <a:pt x="2886790" y="82849"/>
                  <a:pt x="2887373" y="85720"/>
                </a:cubicBezTo>
                <a:cubicBezTo>
                  <a:pt x="2887956" y="88592"/>
                  <a:pt x="2889046" y="91668"/>
                  <a:pt x="2890644" y="94950"/>
                </a:cubicBezTo>
                <a:lnTo>
                  <a:pt x="2872638" y="94950"/>
                </a:lnTo>
                <a:cubicBezTo>
                  <a:pt x="2872163" y="93741"/>
                  <a:pt x="2871580" y="91949"/>
                  <a:pt x="2870889" y="89574"/>
                </a:cubicBezTo>
                <a:cubicBezTo>
                  <a:pt x="2870587" y="88495"/>
                  <a:pt x="2870371" y="87782"/>
                  <a:pt x="2870242" y="87437"/>
                </a:cubicBezTo>
                <a:cubicBezTo>
                  <a:pt x="2867133" y="90459"/>
                  <a:pt x="2863808" y="92726"/>
                  <a:pt x="2860267" y="94237"/>
                </a:cubicBezTo>
                <a:cubicBezTo>
                  <a:pt x="2856727" y="95749"/>
                  <a:pt x="2852949" y="96504"/>
                  <a:pt x="2848933" y="96504"/>
                </a:cubicBezTo>
                <a:cubicBezTo>
                  <a:pt x="2841852" y="96504"/>
                  <a:pt x="2836271" y="94591"/>
                  <a:pt x="2832191" y="90764"/>
                </a:cubicBezTo>
                <a:cubicBezTo>
                  <a:pt x="2828110" y="86938"/>
                  <a:pt x="2826070" y="82100"/>
                  <a:pt x="2826070" y="76252"/>
                </a:cubicBezTo>
                <a:cubicBezTo>
                  <a:pt x="2826070" y="72382"/>
                  <a:pt x="2826998" y="68932"/>
                  <a:pt x="2828855" y="65901"/>
                </a:cubicBezTo>
                <a:cubicBezTo>
                  <a:pt x="2830712" y="62869"/>
                  <a:pt x="2833313" y="60547"/>
                  <a:pt x="2836660" y="58935"/>
                </a:cubicBezTo>
                <a:cubicBezTo>
                  <a:pt x="2840006" y="57322"/>
                  <a:pt x="2844831" y="55914"/>
                  <a:pt x="2851135" y="54711"/>
                </a:cubicBezTo>
                <a:cubicBezTo>
                  <a:pt x="2859641" y="53120"/>
                  <a:pt x="2865535" y="51636"/>
                  <a:pt x="2868817" y="50260"/>
                </a:cubicBezTo>
                <a:lnTo>
                  <a:pt x="2868817" y="48426"/>
                </a:lnTo>
                <a:cubicBezTo>
                  <a:pt x="2868817" y="44890"/>
                  <a:pt x="2867953" y="42368"/>
                  <a:pt x="2866226" y="40863"/>
                </a:cubicBezTo>
                <a:cubicBezTo>
                  <a:pt x="2864499" y="39355"/>
                  <a:pt x="2861239" y="38602"/>
                  <a:pt x="2856446" y="38602"/>
                </a:cubicBezTo>
                <a:cubicBezTo>
                  <a:pt x="2853208" y="38602"/>
                  <a:pt x="2850682" y="39253"/>
                  <a:pt x="2848868" y="40557"/>
                </a:cubicBezTo>
                <a:cubicBezTo>
                  <a:pt x="2847055" y="41859"/>
                  <a:pt x="2845587" y="44143"/>
                  <a:pt x="2844464" y="47410"/>
                </a:cubicBezTo>
                <a:moveTo>
                  <a:pt x="2868817" y="62177"/>
                </a:moveTo>
                <a:cubicBezTo>
                  <a:pt x="2866485" y="62945"/>
                  <a:pt x="2862793" y="63863"/>
                  <a:pt x="2857742" y="64930"/>
                </a:cubicBezTo>
                <a:cubicBezTo>
                  <a:pt x="2852690" y="65996"/>
                  <a:pt x="2849386" y="67041"/>
                  <a:pt x="2847832" y="68065"/>
                </a:cubicBezTo>
                <a:cubicBezTo>
                  <a:pt x="2845457" y="69729"/>
                  <a:pt x="2844270" y="71841"/>
                  <a:pt x="2844270" y="74400"/>
                </a:cubicBezTo>
                <a:cubicBezTo>
                  <a:pt x="2844270" y="76918"/>
                  <a:pt x="2845220" y="79095"/>
                  <a:pt x="2847120" y="80930"/>
                </a:cubicBezTo>
                <a:cubicBezTo>
                  <a:pt x="2849019" y="82763"/>
                  <a:pt x="2851437" y="83680"/>
                  <a:pt x="2854374" y="83680"/>
                </a:cubicBezTo>
                <a:cubicBezTo>
                  <a:pt x="2857655" y="83680"/>
                  <a:pt x="2860786" y="82614"/>
                  <a:pt x="2863765" y="80480"/>
                </a:cubicBezTo>
                <a:cubicBezTo>
                  <a:pt x="2865967" y="78860"/>
                  <a:pt x="2867414" y="76876"/>
                  <a:pt x="2868104" y="74528"/>
                </a:cubicBezTo>
                <a:cubicBezTo>
                  <a:pt x="2868579" y="72992"/>
                  <a:pt x="2868817" y="70070"/>
                  <a:pt x="2868817" y="65762"/>
                </a:cubicBezTo>
                <a:lnTo>
                  <a:pt x="2868817" y="62177"/>
                </a:lnTo>
                <a:close/>
                <a:moveTo>
                  <a:pt x="2904614" y="94950"/>
                </a:moveTo>
                <a:lnTo>
                  <a:pt x="2904614" y="0"/>
                </a:lnTo>
                <a:lnTo>
                  <a:pt x="2922814" y="0"/>
                </a:lnTo>
                <a:lnTo>
                  <a:pt x="2922814" y="94950"/>
                </a:lnTo>
                <a:lnTo>
                  <a:pt x="2904614" y="94950"/>
                </a:lnTo>
                <a:close/>
                <a:moveTo>
                  <a:pt x="3001464" y="46503"/>
                </a:moveTo>
                <a:lnTo>
                  <a:pt x="2983523" y="49742"/>
                </a:lnTo>
                <a:cubicBezTo>
                  <a:pt x="2982919" y="46180"/>
                  <a:pt x="2981548" y="43497"/>
                  <a:pt x="2979410" y="41694"/>
                </a:cubicBezTo>
                <a:cubicBezTo>
                  <a:pt x="2977273" y="39892"/>
                  <a:pt x="2974499" y="38990"/>
                  <a:pt x="2971088" y="38990"/>
                </a:cubicBezTo>
                <a:cubicBezTo>
                  <a:pt x="2966554" y="38990"/>
                  <a:pt x="2962938" y="40551"/>
                  <a:pt x="2960239" y="43672"/>
                </a:cubicBezTo>
                <a:cubicBezTo>
                  <a:pt x="2957540" y="46793"/>
                  <a:pt x="2956191" y="52012"/>
                  <a:pt x="2956191" y="59330"/>
                </a:cubicBezTo>
                <a:cubicBezTo>
                  <a:pt x="2956191" y="67466"/>
                  <a:pt x="2957562" y="73213"/>
                  <a:pt x="2960304" y="76572"/>
                </a:cubicBezTo>
                <a:cubicBezTo>
                  <a:pt x="2963046" y="79929"/>
                  <a:pt x="2966727" y="81608"/>
                  <a:pt x="2971347" y="81608"/>
                </a:cubicBezTo>
                <a:cubicBezTo>
                  <a:pt x="2974801" y="81608"/>
                  <a:pt x="2977629" y="80625"/>
                  <a:pt x="2979831" y="78661"/>
                </a:cubicBezTo>
                <a:cubicBezTo>
                  <a:pt x="2982033" y="76696"/>
                  <a:pt x="2983588" y="73317"/>
                  <a:pt x="2984495" y="68525"/>
                </a:cubicBezTo>
                <a:lnTo>
                  <a:pt x="3002371" y="71633"/>
                </a:lnTo>
                <a:cubicBezTo>
                  <a:pt x="3000514" y="79837"/>
                  <a:pt x="2996952" y="86033"/>
                  <a:pt x="2991684" y="90222"/>
                </a:cubicBezTo>
                <a:cubicBezTo>
                  <a:pt x="2986416" y="94410"/>
                  <a:pt x="2979356" y="96504"/>
                  <a:pt x="2970505" y="96504"/>
                </a:cubicBezTo>
                <a:cubicBezTo>
                  <a:pt x="2960444" y="96504"/>
                  <a:pt x="2952424" y="93331"/>
                  <a:pt x="2946443" y="86983"/>
                </a:cubicBezTo>
                <a:cubicBezTo>
                  <a:pt x="2940463" y="80636"/>
                  <a:pt x="2937473" y="71849"/>
                  <a:pt x="2937473" y="60623"/>
                </a:cubicBezTo>
                <a:cubicBezTo>
                  <a:pt x="2937473" y="49267"/>
                  <a:pt x="2940474" y="40426"/>
                  <a:pt x="2946476" y="34100"/>
                </a:cubicBezTo>
                <a:cubicBezTo>
                  <a:pt x="2952478" y="27775"/>
                  <a:pt x="2960595" y="24612"/>
                  <a:pt x="2970829" y="24612"/>
                </a:cubicBezTo>
                <a:cubicBezTo>
                  <a:pt x="2979205" y="24612"/>
                  <a:pt x="2985866" y="26415"/>
                  <a:pt x="2990809" y="30020"/>
                </a:cubicBezTo>
                <a:cubicBezTo>
                  <a:pt x="2995753" y="33625"/>
                  <a:pt x="2999305" y="39120"/>
                  <a:pt x="3001464" y="46503"/>
                </a:cubicBezTo>
                <a:close/>
                <a:moveTo>
                  <a:pt x="3060512" y="94950"/>
                </a:moveTo>
                <a:lnTo>
                  <a:pt x="3060512" y="84652"/>
                </a:lnTo>
                <a:cubicBezTo>
                  <a:pt x="3058007" y="88322"/>
                  <a:pt x="3054715" y="91215"/>
                  <a:pt x="3050635" y="93331"/>
                </a:cubicBezTo>
                <a:cubicBezTo>
                  <a:pt x="3046554" y="95446"/>
                  <a:pt x="3042247" y="96504"/>
                  <a:pt x="3037714" y="96504"/>
                </a:cubicBezTo>
                <a:cubicBezTo>
                  <a:pt x="3033093" y="96504"/>
                  <a:pt x="3028948" y="95490"/>
                  <a:pt x="3025278" y="93460"/>
                </a:cubicBezTo>
                <a:cubicBezTo>
                  <a:pt x="3021608" y="91431"/>
                  <a:pt x="3018952" y="88581"/>
                  <a:pt x="3017312" y="84911"/>
                </a:cubicBezTo>
                <a:cubicBezTo>
                  <a:pt x="3015671" y="81241"/>
                  <a:pt x="3014850" y="76167"/>
                  <a:pt x="3014850" y="69690"/>
                </a:cubicBezTo>
                <a:lnTo>
                  <a:pt x="3014850" y="26166"/>
                </a:lnTo>
                <a:lnTo>
                  <a:pt x="3033050" y="26166"/>
                </a:lnTo>
                <a:lnTo>
                  <a:pt x="3033050" y="57700"/>
                </a:lnTo>
                <a:cubicBezTo>
                  <a:pt x="3033050" y="67351"/>
                  <a:pt x="3033385" y="73263"/>
                  <a:pt x="3034054" y="75439"/>
                </a:cubicBezTo>
                <a:cubicBezTo>
                  <a:pt x="3034723" y="77614"/>
                  <a:pt x="3035943" y="79337"/>
                  <a:pt x="3037714" y="80608"/>
                </a:cubicBezTo>
                <a:cubicBezTo>
                  <a:pt x="3039484" y="81879"/>
                  <a:pt x="3041729" y="82514"/>
                  <a:pt x="3044449" y="82514"/>
                </a:cubicBezTo>
                <a:cubicBezTo>
                  <a:pt x="3047558" y="82514"/>
                  <a:pt x="3050343" y="81664"/>
                  <a:pt x="3052804" y="79962"/>
                </a:cubicBezTo>
                <a:cubicBezTo>
                  <a:pt x="3055266" y="78261"/>
                  <a:pt x="3056950" y="76150"/>
                  <a:pt x="3057856" y="73629"/>
                </a:cubicBezTo>
                <a:cubicBezTo>
                  <a:pt x="3058763" y="71109"/>
                  <a:pt x="3059216" y="64937"/>
                  <a:pt x="3059216" y="55116"/>
                </a:cubicBezTo>
                <a:lnTo>
                  <a:pt x="3059216" y="26166"/>
                </a:lnTo>
                <a:lnTo>
                  <a:pt x="3077416" y="26166"/>
                </a:lnTo>
                <a:lnTo>
                  <a:pt x="3077416" y="94950"/>
                </a:lnTo>
                <a:lnTo>
                  <a:pt x="3060512" y="94950"/>
                </a:lnTo>
                <a:close/>
                <a:moveTo>
                  <a:pt x="3096285" y="94950"/>
                </a:moveTo>
                <a:lnTo>
                  <a:pt x="3096285" y="0"/>
                </a:lnTo>
                <a:lnTo>
                  <a:pt x="3114485" y="0"/>
                </a:lnTo>
                <a:lnTo>
                  <a:pt x="3114485" y="94950"/>
                </a:lnTo>
                <a:lnTo>
                  <a:pt x="3096285" y="94950"/>
                </a:lnTo>
                <a:close/>
                <a:moveTo>
                  <a:pt x="3146762" y="47410"/>
                </a:moveTo>
                <a:lnTo>
                  <a:pt x="3130247" y="44431"/>
                </a:lnTo>
                <a:cubicBezTo>
                  <a:pt x="3132103" y="37694"/>
                  <a:pt x="3135299" y="32706"/>
                  <a:pt x="3139832" y="29469"/>
                </a:cubicBezTo>
                <a:cubicBezTo>
                  <a:pt x="3144366" y="26231"/>
                  <a:pt x="3151102" y="24612"/>
                  <a:pt x="3160040" y="24612"/>
                </a:cubicBezTo>
                <a:cubicBezTo>
                  <a:pt x="3168157" y="24612"/>
                  <a:pt x="3174202" y="25573"/>
                  <a:pt x="3178175" y="27494"/>
                </a:cubicBezTo>
                <a:cubicBezTo>
                  <a:pt x="3182147" y="29415"/>
                  <a:pt x="3184943" y="31855"/>
                  <a:pt x="3186562" y="34813"/>
                </a:cubicBezTo>
                <a:cubicBezTo>
                  <a:pt x="3188182" y="37771"/>
                  <a:pt x="3188991" y="43200"/>
                  <a:pt x="3188991" y="51102"/>
                </a:cubicBezTo>
                <a:lnTo>
                  <a:pt x="3188797" y="72346"/>
                </a:lnTo>
                <a:cubicBezTo>
                  <a:pt x="3188797" y="78391"/>
                  <a:pt x="3189088" y="82849"/>
                  <a:pt x="3189671" y="85720"/>
                </a:cubicBezTo>
                <a:cubicBezTo>
                  <a:pt x="3190254" y="88592"/>
                  <a:pt x="3191344" y="91668"/>
                  <a:pt x="3192942" y="94950"/>
                </a:cubicBezTo>
                <a:lnTo>
                  <a:pt x="3174937" y="94950"/>
                </a:lnTo>
                <a:cubicBezTo>
                  <a:pt x="3174462" y="93741"/>
                  <a:pt x="3173879" y="91949"/>
                  <a:pt x="3173188" y="89574"/>
                </a:cubicBezTo>
                <a:cubicBezTo>
                  <a:pt x="3172886" y="88495"/>
                  <a:pt x="3172670" y="87782"/>
                  <a:pt x="3172540" y="87437"/>
                </a:cubicBezTo>
                <a:cubicBezTo>
                  <a:pt x="3169431" y="90459"/>
                  <a:pt x="3166106" y="92726"/>
                  <a:pt x="3162566" y="94237"/>
                </a:cubicBezTo>
                <a:cubicBezTo>
                  <a:pt x="3159025" y="95749"/>
                  <a:pt x="3155247" y="96504"/>
                  <a:pt x="3151231" y="96504"/>
                </a:cubicBezTo>
                <a:cubicBezTo>
                  <a:pt x="3144150" y="96504"/>
                  <a:pt x="3138569" y="94591"/>
                  <a:pt x="3134489" y="90764"/>
                </a:cubicBezTo>
                <a:cubicBezTo>
                  <a:pt x="3130409" y="86938"/>
                  <a:pt x="3128368" y="82100"/>
                  <a:pt x="3128368" y="76252"/>
                </a:cubicBezTo>
                <a:cubicBezTo>
                  <a:pt x="3128368" y="72382"/>
                  <a:pt x="3129297" y="68932"/>
                  <a:pt x="3131153" y="65901"/>
                </a:cubicBezTo>
                <a:cubicBezTo>
                  <a:pt x="3133010" y="62869"/>
                  <a:pt x="3135612" y="60547"/>
                  <a:pt x="3138958" y="58935"/>
                </a:cubicBezTo>
                <a:cubicBezTo>
                  <a:pt x="3142304" y="57322"/>
                  <a:pt x="3147129" y="55914"/>
                  <a:pt x="3153434" y="54711"/>
                </a:cubicBezTo>
                <a:cubicBezTo>
                  <a:pt x="3161940" y="53120"/>
                  <a:pt x="3167834" y="51636"/>
                  <a:pt x="3171115" y="50260"/>
                </a:cubicBezTo>
                <a:lnTo>
                  <a:pt x="3171115" y="48426"/>
                </a:lnTo>
                <a:cubicBezTo>
                  <a:pt x="3171115" y="44890"/>
                  <a:pt x="3170252" y="42368"/>
                  <a:pt x="3168525" y="40863"/>
                </a:cubicBezTo>
                <a:cubicBezTo>
                  <a:pt x="3166797" y="39355"/>
                  <a:pt x="3163537" y="38602"/>
                  <a:pt x="3158745" y="38602"/>
                </a:cubicBezTo>
                <a:cubicBezTo>
                  <a:pt x="3155506" y="38602"/>
                  <a:pt x="3152980" y="39253"/>
                  <a:pt x="3151167" y="40557"/>
                </a:cubicBezTo>
                <a:cubicBezTo>
                  <a:pt x="3149353" y="41859"/>
                  <a:pt x="3147885" y="44143"/>
                  <a:pt x="3146762" y="47410"/>
                </a:cubicBezTo>
                <a:moveTo>
                  <a:pt x="3171115" y="62177"/>
                </a:moveTo>
                <a:cubicBezTo>
                  <a:pt x="3168784" y="62945"/>
                  <a:pt x="3165092" y="63863"/>
                  <a:pt x="3160040" y="64930"/>
                </a:cubicBezTo>
                <a:cubicBezTo>
                  <a:pt x="3154988" y="65996"/>
                  <a:pt x="3151685" y="67041"/>
                  <a:pt x="3150130" y="68065"/>
                </a:cubicBezTo>
                <a:cubicBezTo>
                  <a:pt x="3147756" y="69729"/>
                  <a:pt x="3146568" y="71841"/>
                  <a:pt x="3146568" y="74400"/>
                </a:cubicBezTo>
                <a:cubicBezTo>
                  <a:pt x="3146568" y="76918"/>
                  <a:pt x="3147518" y="79095"/>
                  <a:pt x="3149418" y="80930"/>
                </a:cubicBezTo>
                <a:cubicBezTo>
                  <a:pt x="3151318" y="82763"/>
                  <a:pt x="3153736" y="83680"/>
                  <a:pt x="3156672" y="83680"/>
                </a:cubicBezTo>
                <a:cubicBezTo>
                  <a:pt x="3159954" y="83680"/>
                  <a:pt x="3163084" y="82614"/>
                  <a:pt x="3166063" y="80480"/>
                </a:cubicBezTo>
                <a:cubicBezTo>
                  <a:pt x="3168265" y="78860"/>
                  <a:pt x="3169712" y="76876"/>
                  <a:pt x="3170403" y="74528"/>
                </a:cubicBezTo>
                <a:cubicBezTo>
                  <a:pt x="3170878" y="72992"/>
                  <a:pt x="3171115" y="70070"/>
                  <a:pt x="3171115" y="65762"/>
                </a:cubicBezTo>
                <a:lnTo>
                  <a:pt x="3171115" y="62177"/>
                </a:lnTo>
                <a:close/>
                <a:moveTo>
                  <a:pt x="3238454" y="26166"/>
                </a:moveTo>
                <a:lnTo>
                  <a:pt x="3238454" y="40674"/>
                </a:lnTo>
                <a:lnTo>
                  <a:pt x="3226018" y="40674"/>
                </a:lnTo>
                <a:lnTo>
                  <a:pt x="3226018" y="68350"/>
                </a:lnTo>
                <a:cubicBezTo>
                  <a:pt x="3226018" y="73956"/>
                  <a:pt x="3226137" y="77222"/>
                  <a:pt x="3226374" y="78149"/>
                </a:cubicBezTo>
                <a:cubicBezTo>
                  <a:pt x="3226612" y="79074"/>
                  <a:pt x="3227152" y="79839"/>
                  <a:pt x="3227994" y="80444"/>
                </a:cubicBezTo>
                <a:cubicBezTo>
                  <a:pt x="3228836" y="81047"/>
                  <a:pt x="3229861" y="81349"/>
                  <a:pt x="3231070" y="81349"/>
                </a:cubicBezTo>
                <a:cubicBezTo>
                  <a:pt x="3232754" y="81349"/>
                  <a:pt x="3235194" y="80766"/>
                  <a:pt x="3238389" y="79600"/>
                </a:cubicBezTo>
                <a:lnTo>
                  <a:pt x="3239943" y="93772"/>
                </a:lnTo>
                <a:cubicBezTo>
                  <a:pt x="3235712" y="95594"/>
                  <a:pt x="3230919" y="96504"/>
                  <a:pt x="3225565" y="96504"/>
                </a:cubicBezTo>
                <a:cubicBezTo>
                  <a:pt x="3222283" y="96504"/>
                  <a:pt x="3219325" y="95954"/>
                  <a:pt x="3216692" y="94853"/>
                </a:cubicBezTo>
                <a:cubicBezTo>
                  <a:pt x="3214058" y="93752"/>
                  <a:pt x="3212125" y="92327"/>
                  <a:pt x="3210895" y="90578"/>
                </a:cubicBezTo>
                <a:cubicBezTo>
                  <a:pt x="3209664" y="88829"/>
                  <a:pt x="3208811" y="86465"/>
                  <a:pt x="3208336" y="83486"/>
                </a:cubicBezTo>
                <a:cubicBezTo>
                  <a:pt x="3207948" y="81370"/>
                  <a:pt x="3207754" y="77096"/>
                  <a:pt x="3207754" y="70662"/>
                </a:cubicBezTo>
                <a:lnTo>
                  <a:pt x="3207754" y="40674"/>
                </a:lnTo>
                <a:lnTo>
                  <a:pt x="3199398" y="40674"/>
                </a:lnTo>
                <a:lnTo>
                  <a:pt x="3199398" y="26166"/>
                </a:lnTo>
                <a:lnTo>
                  <a:pt x="3207754" y="26166"/>
                </a:lnTo>
                <a:lnTo>
                  <a:pt x="3207754" y="12435"/>
                </a:lnTo>
                <a:lnTo>
                  <a:pt x="3226018" y="1684"/>
                </a:lnTo>
                <a:lnTo>
                  <a:pt x="3226018" y="26166"/>
                </a:lnTo>
                <a:lnTo>
                  <a:pt x="3238454" y="26166"/>
                </a:lnTo>
                <a:close/>
                <a:moveTo>
                  <a:pt x="3251082" y="16840"/>
                </a:moveTo>
                <a:lnTo>
                  <a:pt x="3251082" y="0"/>
                </a:lnTo>
                <a:lnTo>
                  <a:pt x="3269281" y="0"/>
                </a:lnTo>
                <a:lnTo>
                  <a:pt x="3269281" y="16840"/>
                </a:lnTo>
                <a:lnTo>
                  <a:pt x="3251082" y="16840"/>
                </a:lnTo>
                <a:moveTo>
                  <a:pt x="3251082" y="94950"/>
                </a:moveTo>
                <a:lnTo>
                  <a:pt x="3251082" y="26166"/>
                </a:lnTo>
                <a:lnTo>
                  <a:pt x="3269281" y="26166"/>
                </a:lnTo>
                <a:lnTo>
                  <a:pt x="3269281" y="94950"/>
                </a:lnTo>
                <a:lnTo>
                  <a:pt x="3251082" y="94950"/>
                </a:lnTo>
                <a:close/>
                <a:moveTo>
                  <a:pt x="3283748" y="59587"/>
                </a:moveTo>
                <a:cubicBezTo>
                  <a:pt x="3283748" y="53542"/>
                  <a:pt x="3285237" y="47691"/>
                  <a:pt x="3288217" y="42034"/>
                </a:cubicBezTo>
                <a:cubicBezTo>
                  <a:pt x="3291196" y="36378"/>
                  <a:pt x="3295417" y="32060"/>
                  <a:pt x="3300879" y="29081"/>
                </a:cubicBezTo>
                <a:cubicBezTo>
                  <a:pt x="3306341" y="26101"/>
                  <a:pt x="3312440" y="24612"/>
                  <a:pt x="3319176" y="24612"/>
                </a:cubicBezTo>
                <a:cubicBezTo>
                  <a:pt x="3329582" y="24612"/>
                  <a:pt x="3338110" y="27991"/>
                  <a:pt x="3344759" y="34748"/>
                </a:cubicBezTo>
                <a:cubicBezTo>
                  <a:pt x="3351409" y="41505"/>
                  <a:pt x="3354733" y="50044"/>
                  <a:pt x="3354733" y="60364"/>
                </a:cubicBezTo>
                <a:cubicBezTo>
                  <a:pt x="3354733" y="70770"/>
                  <a:pt x="3351376" y="79395"/>
                  <a:pt x="3344662" y="86239"/>
                </a:cubicBezTo>
                <a:cubicBezTo>
                  <a:pt x="3337948" y="93082"/>
                  <a:pt x="3329496" y="96504"/>
                  <a:pt x="3319305" y="96504"/>
                </a:cubicBezTo>
                <a:cubicBezTo>
                  <a:pt x="3313001" y="96504"/>
                  <a:pt x="3306989" y="95079"/>
                  <a:pt x="3301267" y="92230"/>
                </a:cubicBezTo>
                <a:cubicBezTo>
                  <a:pt x="3295546" y="89380"/>
                  <a:pt x="3291196" y="85202"/>
                  <a:pt x="3288217" y="79697"/>
                </a:cubicBezTo>
                <a:cubicBezTo>
                  <a:pt x="3285237" y="74192"/>
                  <a:pt x="3283748" y="67488"/>
                  <a:pt x="3283748" y="59587"/>
                </a:cubicBezTo>
                <a:moveTo>
                  <a:pt x="3302401" y="60558"/>
                </a:moveTo>
                <a:cubicBezTo>
                  <a:pt x="3302401" y="67359"/>
                  <a:pt x="3304020" y="72567"/>
                  <a:pt x="3307259" y="76183"/>
                </a:cubicBezTo>
                <a:cubicBezTo>
                  <a:pt x="3310497" y="79800"/>
                  <a:pt x="3314491" y="81608"/>
                  <a:pt x="3319241" y="81608"/>
                </a:cubicBezTo>
                <a:cubicBezTo>
                  <a:pt x="3323990" y="81608"/>
                  <a:pt x="3327973" y="79800"/>
                  <a:pt x="3331190" y="76183"/>
                </a:cubicBezTo>
                <a:cubicBezTo>
                  <a:pt x="3334407" y="72567"/>
                  <a:pt x="3336016" y="67316"/>
                  <a:pt x="3336016" y="60429"/>
                </a:cubicBezTo>
                <a:cubicBezTo>
                  <a:pt x="3336016" y="53714"/>
                  <a:pt x="3334407" y="48549"/>
                  <a:pt x="3331190" y="44933"/>
                </a:cubicBezTo>
                <a:cubicBezTo>
                  <a:pt x="3327973" y="41317"/>
                  <a:pt x="3323990" y="39508"/>
                  <a:pt x="3319241" y="39508"/>
                </a:cubicBezTo>
                <a:cubicBezTo>
                  <a:pt x="3314491" y="39508"/>
                  <a:pt x="3310497" y="41317"/>
                  <a:pt x="3307259" y="44933"/>
                </a:cubicBezTo>
                <a:cubicBezTo>
                  <a:pt x="3304020" y="48549"/>
                  <a:pt x="3302401" y="53757"/>
                  <a:pt x="3302401" y="60558"/>
                </a:cubicBezTo>
                <a:close/>
                <a:moveTo>
                  <a:pt x="3431570" y="94950"/>
                </a:moveTo>
                <a:lnTo>
                  <a:pt x="3413370" y="94950"/>
                </a:lnTo>
                <a:lnTo>
                  <a:pt x="3413370" y="59886"/>
                </a:lnTo>
                <a:cubicBezTo>
                  <a:pt x="3413370" y="52467"/>
                  <a:pt x="3412981" y="47669"/>
                  <a:pt x="3412204" y="45491"/>
                </a:cubicBezTo>
                <a:cubicBezTo>
                  <a:pt x="3411427" y="43314"/>
                  <a:pt x="3410164" y="41621"/>
                  <a:pt x="3408415" y="40413"/>
                </a:cubicBezTo>
                <a:cubicBezTo>
                  <a:pt x="3406666" y="39206"/>
                  <a:pt x="3404561" y="38602"/>
                  <a:pt x="3402100" y="38602"/>
                </a:cubicBezTo>
                <a:cubicBezTo>
                  <a:pt x="3398948" y="38602"/>
                  <a:pt x="3396120" y="39465"/>
                  <a:pt x="3393616" y="41190"/>
                </a:cubicBezTo>
                <a:cubicBezTo>
                  <a:pt x="3391111" y="42915"/>
                  <a:pt x="3389395" y="45201"/>
                  <a:pt x="3388467" y="48048"/>
                </a:cubicBezTo>
                <a:cubicBezTo>
                  <a:pt x="3387538" y="50893"/>
                  <a:pt x="3387074" y="56155"/>
                  <a:pt x="3387074" y="63833"/>
                </a:cubicBezTo>
                <a:lnTo>
                  <a:pt x="3387074" y="94950"/>
                </a:lnTo>
                <a:lnTo>
                  <a:pt x="3368874" y="94950"/>
                </a:lnTo>
                <a:lnTo>
                  <a:pt x="3368874" y="26166"/>
                </a:lnTo>
                <a:lnTo>
                  <a:pt x="3385779" y="26166"/>
                </a:lnTo>
                <a:lnTo>
                  <a:pt x="3385779" y="36270"/>
                </a:lnTo>
                <a:cubicBezTo>
                  <a:pt x="3391781" y="28498"/>
                  <a:pt x="3399337" y="24612"/>
                  <a:pt x="3408448" y="24612"/>
                </a:cubicBezTo>
                <a:cubicBezTo>
                  <a:pt x="3412463" y="24612"/>
                  <a:pt x="3416133" y="25335"/>
                  <a:pt x="3419458" y="26782"/>
                </a:cubicBezTo>
                <a:cubicBezTo>
                  <a:pt x="3422783" y="28228"/>
                  <a:pt x="3425298" y="30074"/>
                  <a:pt x="3427004" y="32319"/>
                </a:cubicBezTo>
                <a:cubicBezTo>
                  <a:pt x="3428709" y="34565"/>
                  <a:pt x="3429897" y="37112"/>
                  <a:pt x="3430566" y="39962"/>
                </a:cubicBezTo>
                <a:cubicBezTo>
                  <a:pt x="3431235" y="42812"/>
                  <a:pt x="3431570" y="46892"/>
                  <a:pt x="3431570" y="52203"/>
                </a:cubicBezTo>
                <a:lnTo>
                  <a:pt x="3431570" y="94950"/>
                </a:lnTo>
                <a:close/>
                <a:moveTo>
                  <a:pt x="3500525" y="47410"/>
                </a:moveTo>
                <a:lnTo>
                  <a:pt x="3484009" y="44431"/>
                </a:lnTo>
                <a:cubicBezTo>
                  <a:pt x="3485866" y="37694"/>
                  <a:pt x="3489061" y="32706"/>
                  <a:pt x="3493595" y="29469"/>
                </a:cubicBezTo>
                <a:cubicBezTo>
                  <a:pt x="3498129" y="26231"/>
                  <a:pt x="3504864" y="24612"/>
                  <a:pt x="3513802" y="24612"/>
                </a:cubicBezTo>
                <a:cubicBezTo>
                  <a:pt x="3521920" y="24612"/>
                  <a:pt x="3527965" y="25573"/>
                  <a:pt x="3531937" y="27494"/>
                </a:cubicBezTo>
                <a:cubicBezTo>
                  <a:pt x="3535910" y="29415"/>
                  <a:pt x="3538706" y="31855"/>
                  <a:pt x="3540325" y="34813"/>
                </a:cubicBezTo>
                <a:cubicBezTo>
                  <a:pt x="3541944" y="37771"/>
                  <a:pt x="3542754" y="43200"/>
                  <a:pt x="3542754" y="51102"/>
                </a:cubicBezTo>
                <a:lnTo>
                  <a:pt x="3542559" y="72346"/>
                </a:lnTo>
                <a:cubicBezTo>
                  <a:pt x="3542559" y="78391"/>
                  <a:pt x="3542851" y="82849"/>
                  <a:pt x="3543434" y="85720"/>
                </a:cubicBezTo>
                <a:cubicBezTo>
                  <a:pt x="3544017" y="88592"/>
                  <a:pt x="3545107" y="91668"/>
                  <a:pt x="3546705" y="94950"/>
                </a:cubicBezTo>
                <a:lnTo>
                  <a:pt x="3528699" y="94950"/>
                </a:lnTo>
                <a:cubicBezTo>
                  <a:pt x="3528224" y="93741"/>
                  <a:pt x="3527641" y="91949"/>
                  <a:pt x="3526950" y="89574"/>
                </a:cubicBezTo>
                <a:cubicBezTo>
                  <a:pt x="3526648" y="88495"/>
                  <a:pt x="3526432" y="87782"/>
                  <a:pt x="3526303" y="87437"/>
                </a:cubicBezTo>
                <a:cubicBezTo>
                  <a:pt x="3523194" y="90459"/>
                  <a:pt x="3519869" y="92726"/>
                  <a:pt x="3516328" y="94237"/>
                </a:cubicBezTo>
                <a:cubicBezTo>
                  <a:pt x="3512788" y="95749"/>
                  <a:pt x="3509010" y="96504"/>
                  <a:pt x="3504994" y="96504"/>
                </a:cubicBezTo>
                <a:cubicBezTo>
                  <a:pt x="3497913" y="96504"/>
                  <a:pt x="3492332" y="94591"/>
                  <a:pt x="3488251" y="90764"/>
                </a:cubicBezTo>
                <a:cubicBezTo>
                  <a:pt x="3484171" y="86938"/>
                  <a:pt x="3482131" y="82100"/>
                  <a:pt x="3482131" y="76252"/>
                </a:cubicBezTo>
                <a:cubicBezTo>
                  <a:pt x="3482131" y="72382"/>
                  <a:pt x="3483059" y="68932"/>
                  <a:pt x="3484916" y="65901"/>
                </a:cubicBezTo>
                <a:cubicBezTo>
                  <a:pt x="3486773" y="62869"/>
                  <a:pt x="3489374" y="60547"/>
                  <a:pt x="3492720" y="58935"/>
                </a:cubicBezTo>
                <a:cubicBezTo>
                  <a:pt x="3496067" y="57322"/>
                  <a:pt x="3500892" y="55914"/>
                  <a:pt x="3507196" y="54711"/>
                </a:cubicBezTo>
                <a:cubicBezTo>
                  <a:pt x="3515702" y="53120"/>
                  <a:pt x="3521596" y="51636"/>
                  <a:pt x="3524878" y="50260"/>
                </a:cubicBezTo>
                <a:lnTo>
                  <a:pt x="3524878" y="48426"/>
                </a:lnTo>
                <a:cubicBezTo>
                  <a:pt x="3524878" y="44890"/>
                  <a:pt x="3524014" y="42368"/>
                  <a:pt x="3522287" y="40863"/>
                </a:cubicBezTo>
                <a:cubicBezTo>
                  <a:pt x="3520560" y="39355"/>
                  <a:pt x="3517300" y="38602"/>
                  <a:pt x="3512507" y="38602"/>
                </a:cubicBezTo>
                <a:cubicBezTo>
                  <a:pt x="3509269" y="38602"/>
                  <a:pt x="3506743" y="39253"/>
                  <a:pt x="3504929" y="40557"/>
                </a:cubicBezTo>
                <a:cubicBezTo>
                  <a:pt x="3503116" y="41859"/>
                  <a:pt x="3501648" y="44143"/>
                  <a:pt x="3500525" y="47410"/>
                </a:cubicBezTo>
                <a:moveTo>
                  <a:pt x="3524878" y="62177"/>
                </a:moveTo>
                <a:cubicBezTo>
                  <a:pt x="3522546" y="62945"/>
                  <a:pt x="3518854" y="63863"/>
                  <a:pt x="3513802" y="64930"/>
                </a:cubicBezTo>
                <a:cubicBezTo>
                  <a:pt x="3508750" y="65996"/>
                  <a:pt x="3505447" y="67041"/>
                  <a:pt x="3503893" y="68065"/>
                </a:cubicBezTo>
                <a:cubicBezTo>
                  <a:pt x="3501518" y="69729"/>
                  <a:pt x="3500331" y="71841"/>
                  <a:pt x="3500331" y="74400"/>
                </a:cubicBezTo>
                <a:cubicBezTo>
                  <a:pt x="3500331" y="76918"/>
                  <a:pt x="3501281" y="79095"/>
                  <a:pt x="3503180" y="80930"/>
                </a:cubicBezTo>
                <a:cubicBezTo>
                  <a:pt x="3505080" y="82763"/>
                  <a:pt x="3507498" y="83680"/>
                  <a:pt x="3510434" y="83680"/>
                </a:cubicBezTo>
                <a:cubicBezTo>
                  <a:pt x="3513716" y="83680"/>
                  <a:pt x="3516846" y="82614"/>
                  <a:pt x="3519826" y="80480"/>
                </a:cubicBezTo>
                <a:cubicBezTo>
                  <a:pt x="3522028" y="78860"/>
                  <a:pt x="3523474" y="76876"/>
                  <a:pt x="3524165" y="74528"/>
                </a:cubicBezTo>
                <a:cubicBezTo>
                  <a:pt x="3524640" y="72992"/>
                  <a:pt x="3524878" y="70070"/>
                  <a:pt x="3524878" y="65762"/>
                </a:cubicBezTo>
                <a:lnTo>
                  <a:pt x="3524878" y="62177"/>
                </a:lnTo>
                <a:close/>
                <a:moveTo>
                  <a:pt x="3623240" y="94950"/>
                </a:moveTo>
                <a:lnTo>
                  <a:pt x="3605041" y="94950"/>
                </a:lnTo>
                <a:lnTo>
                  <a:pt x="3605041" y="59886"/>
                </a:lnTo>
                <a:cubicBezTo>
                  <a:pt x="3605041" y="52467"/>
                  <a:pt x="3604652" y="47669"/>
                  <a:pt x="3603875" y="45491"/>
                </a:cubicBezTo>
                <a:cubicBezTo>
                  <a:pt x="3603098" y="43314"/>
                  <a:pt x="3601835" y="41621"/>
                  <a:pt x="3600086" y="40413"/>
                </a:cubicBezTo>
                <a:cubicBezTo>
                  <a:pt x="3598337" y="39206"/>
                  <a:pt x="3596232" y="38602"/>
                  <a:pt x="3593771" y="38602"/>
                </a:cubicBezTo>
                <a:cubicBezTo>
                  <a:pt x="3590619" y="38602"/>
                  <a:pt x="3587791" y="39465"/>
                  <a:pt x="3585286" y="41190"/>
                </a:cubicBezTo>
                <a:cubicBezTo>
                  <a:pt x="3582782" y="42915"/>
                  <a:pt x="3581066" y="45201"/>
                  <a:pt x="3580137" y="48048"/>
                </a:cubicBezTo>
                <a:cubicBezTo>
                  <a:pt x="3579209" y="50893"/>
                  <a:pt x="3578745" y="56155"/>
                  <a:pt x="3578745" y="63833"/>
                </a:cubicBezTo>
                <a:lnTo>
                  <a:pt x="3578745" y="94950"/>
                </a:lnTo>
                <a:lnTo>
                  <a:pt x="3560545" y="94950"/>
                </a:lnTo>
                <a:lnTo>
                  <a:pt x="3560545" y="26166"/>
                </a:lnTo>
                <a:lnTo>
                  <a:pt x="3577450" y="26166"/>
                </a:lnTo>
                <a:lnTo>
                  <a:pt x="3577450" y="36270"/>
                </a:lnTo>
                <a:cubicBezTo>
                  <a:pt x="3583451" y="28498"/>
                  <a:pt x="3591008" y="24612"/>
                  <a:pt x="3600118" y="24612"/>
                </a:cubicBezTo>
                <a:cubicBezTo>
                  <a:pt x="3604134" y="24612"/>
                  <a:pt x="3607804" y="25335"/>
                  <a:pt x="3611129" y="26782"/>
                </a:cubicBezTo>
                <a:cubicBezTo>
                  <a:pt x="3614454" y="28228"/>
                  <a:pt x="3616969" y="30074"/>
                  <a:pt x="3618674" y="32319"/>
                </a:cubicBezTo>
                <a:cubicBezTo>
                  <a:pt x="3620380" y="34565"/>
                  <a:pt x="3621567" y="37112"/>
                  <a:pt x="3622237" y="39962"/>
                </a:cubicBezTo>
                <a:cubicBezTo>
                  <a:pt x="3622906" y="42812"/>
                  <a:pt x="3623240" y="46892"/>
                  <a:pt x="3623240" y="52203"/>
                </a:cubicBezTo>
                <a:lnTo>
                  <a:pt x="3623240" y="94950"/>
                </a:lnTo>
                <a:close/>
                <a:moveTo>
                  <a:pt x="3640036" y="99354"/>
                </a:moveTo>
                <a:lnTo>
                  <a:pt x="3660827" y="101945"/>
                </a:lnTo>
                <a:cubicBezTo>
                  <a:pt x="3661172" y="104386"/>
                  <a:pt x="3661971" y="106064"/>
                  <a:pt x="3663223" y="106979"/>
                </a:cubicBezTo>
                <a:cubicBezTo>
                  <a:pt x="3664950" y="108286"/>
                  <a:pt x="3667671" y="108940"/>
                  <a:pt x="3671384" y="108940"/>
                </a:cubicBezTo>
                <a:cubicBezTo>
                  <a:pt x="3676134" y="108940"/>
                  <a:pt x="3679696" y="108222"/>
                  <a:pt x="3682071" y="106786"/>
                </a:cubicBezTo>
                <a:cubicBezTo>
                  <a:pt x="3683668" y="105830"/>
                  <a:pt x="3684877" y="104286"/>
                  <a:pt x="3685698" y="102155"/>
                </a:cubicBezTo>
                <a:cubicBezTo>
                  <a:pt x="3686259" y="100633"/>
                  <a:pt x="3686540" y="97829"/>
                  <a:pt x="3686540" y="93742"/>
                </a:cubicBezTo>
                <a:lnTo>
                  <a:pt x="3686540" y="83630"/>
                </a:lnTo>
                <a:cubicBezTo>
                  <a:pt x="3681099" y="91176"/>
                  <a:pt x="3674234" y="94950"/>
                  <a:pt x="3665943" y="94950"/>
                </a:cubicBezTo>
                <a:cubicBezTo>
                  <a:pt x="3656703" y="94950"/>
                  <a:pt x="3649384" y="91042"/>
                  <a:pt x="3643987" y="83227"/>
                </a:cubicBezTo>
                <a:cubicBezTo>
                  <a:pt x="3639756" y="77052"/>
                  <a:pt x="3637640" y="69367"/>
                  <a:pt x="3637640" y="60169"/>
                </a:cubicBezTo>
                <a:cubicBezTo>
                  <a:pt x="3637640" y="48641"/>
                  <a:pt x="3640414" y="39832"/>
                  <a:pt x="3645962" y="33744"/>
                </a:cubicBezTo>
                <a:cubicBezTo>
                  <a:pt x="3651511" y="27656"/>
                  <a:pt x="3658409" y="24612"/>
                  <a:pt x="3666656" y="24612"/>
                </a:cubicBezTo>
                <a:cubicBezTo>
                  <a:pt x="3675162" y="24612"/>
                  <a:pt x="3682179" y="28364"/>
                  <a:pt x="3687705" y="35869"/>
                </a:cubicBezTo>
                <a:lnTo>
                  <a:pt x="3687705" y="26166"/>
                </a:lnTo>
                <a:lnTo>
                  <a:pt x="3704739" y="26166"/>
                </a:lnTo>
                <a:lnTo>
                  <a:pt x="3704739" y="87931"/>
                </a:lnTo>
                <a:cubicBezTo>
                  <a:pt x="3704739" y="96054"/>
                  <a:pt x="3704070" y="102124"/>
                  <a:pt x="3702732" y="106143"/>
                </a:cubicBezTo>
                <a:cubicBezTo>
                  <a:pt x="3701393" y="110161"/>
                  <a:pt x="3699515" y="113315"/>
                  <a:pt x="3697097" y="115605"/>
                </a:cubicBezTo>
                <a:cubicBezTo>
                  <a:pt x="3694679" y="117896"/>
                  <a:pt x="3691451" y="119689"/>
                  <a:pt x="3687414" y="120985"/>
                </a:cubicBezTo>
                <a:cubicBezTo>
                  <a:pt x="3683377" y="122281"/>
                  <a:pt x="3678271" y="122930"/>
                  <a:pt x="3672096" y="122930"/>
                </a:cubicBezTo>
                <a:cubicBezTo>
                  <a:pt x="3660438" y="122930"/>
                  <a:pt x="3652169" y="120916"/>
                  <a:pt x="3647290" y="116888"/>
                </a:cubicBezTo>
                <a:cubicBezTo>
                  <a:pt x="3642411" y="112862"/>
                  <a:pt x="3639971" y="107757"/>
                  <a:pt x="3639971" y="101574"/>
                </a:cubicBezTo>
                <a:cubicBezTo>
                  <a:pt x="3639971" y="100965"/>
                  <a:pt x="3639993" y="100224"/>
                  <a:pt x="3640036" y="99354"/>
                </a:cubicBezTo>
                <a:moveTo>
                  <a:pt x="3656293" y="59133"/>
                </a:moveTo>
                <a:cubicBezTo>
                  <a:pt x="3656293" y="66409"/>
                  <a:pt x="3657707" y="71736"/>
                  <a:pt x="3660535" y="75115"/>
                </a:cubicBezTo>
                <a:cubicBezTo>
                  <a:pt x="3663363" y="78493"/>
                  <a:pt x="3666850" y="80183"/>
                  <a:pt x="3670995" y="80183"/>
                </a:cubicBezTo>
                <a:cubicBezTo>
                  <a:pt x="3675443" y="80183"/>
                  <a:pt x="3679199" y="78450"/>
                  <a:pt x="3682265" y="74985"/>
                </a:cubicBezTo>
                <a:cubicBezTo>
                  <a:pt x="3685331" y="71520"/>
                  <a:pt x="3686863" y="66387"/>
                  <a:pt x="3686863" y="59587"/>
                </a:cubicBezTo>
                <a:cubicBezTo>
                  <a:pt x="3686863" y="52484"/>
                  <a:pt x="3685395" y="47210"/>
                  <a:pt x="3682459" y="43767"/>
                </a:cubicBezTo>
                <a:cubicBezTo>
                  <a:pt x="3679523" y="40323"/>
                  <a:pt x="3675810" y="38602"/>
                  <a:pt x="3671319" y="38602"/>
                </a:cubicBezTo>
                <a:cubicBezTo>
                  <a:pt x="3666958" y="38602"/>
                  <a:pt x="3663363" y="40291"/>
                  <a:pt x="3660535" y="43670"/>
                </a:cubicBezTo>
                <a:cubicBezTo>
                  <a:pt x="3657707" y="47049"/>
                  <a:pt x="3656293" y="52203"/>
                  <a:pt x="3656293" y="59133"/>
                </a:cubicBezTo>
                <a:close/>
                <a:moveTo>
                  <a:pt x="3722766" y="94950"/>
                </a:moveTo>
                <a:lnTo>
                  <a:pt x="3722766" y="0"/>
                </a:lnTo>
                <a:lnTo>
                  <a:pt x="3740966" y="0"/>
                </a:lnTo>
                <a:lnTo>
                  <a:pt x="3740966" y="94950"/>
                </a:lnTo>
                <a:lnTo>
                  <a:pt x="3722766" y="94950"/>
                </a:lnTo>
                <a:close/>
                <a:moveTo>
                  <a:pt x="3799473" y="73058"/>
                </a:moveTo>
                <a:lnTo>
                  <a:pt x="3817608" y="76167"/>
                </a:lnTo>
                <a:cubicBezTo>
                  <a:pt x="3815277" y="82795"/>
                  <a:pt x="3811596" y="87842"/>
                  <a:pt x="3806565" y="91307"/>
                </a:cubicBezTo>
                <a:cubicBezTo>
                  <a:pt x="3801535" y="94772"/>
                  <a:pt x="3795242" y="96504"/>
                  <a:pt x="3787685" y="96504"/>
                </a:cubicBezTo>
                <a:cubicBezTo>
                  <a:pt x="3775725" y="96504"/>
                  <a:pt x="3766873" y="92597"/>
                  <a:pt x="3761131" y="84781"/>
                </a:cubicBezTo>
                <a:cubicBezTo>
                  <a:pt x="3756597" y="78520"/>
                  <a:pt x="3754330" y="70619"/>
                  <a:pt x="3754330" y="61076"/>
                </a:cubicBezTo>
                <a:cubicBezTo>
                  <a:pt x="3754330" y="49677"/>
                  <a:pt x="3757309" y="40750"/>
                  <a:pt x="3763268" y="34295"/>
                </a:cubicBezTo>
                <a:cubicBezTo>
                  <a:pt x="3769227" y="27839"/>
                  <a:pt x="3776761" y="24612"/>
                  <a:pt x="3785872" y="24612"/>
                </a:cubicBezTo>
                <a:cubicBezTo>
                  <a:pt x="3796105" y="24612"/>
                  <a:pt x="3804180" y="27991"/>
                  <a:pt x="3810095" y="34748"/>
                </a:cubicBezTo>
                <a:cubicBezTo>
                  <a:pt x="3816011" y="41505"/>
                  <a:pt x="3818839" y="51858"/>
                  <a:pt x="3818580" y="65804"/>
                </a:cubicBezTo>
                <a:lnTo>
                  <a:pt x="3772983" y="65804"/>
                </a:lnTo>
                <a:cubicBezTo>
                  <a:pt x="3773113" y="71202"/>
                  <a:pt x="3774581" y="75401"/>
                  <a:pt x="3777387" y="78402"/>
                </a:cubicBezTo>
                <a:cubicBezTo>
                  <a:pt x="3780194" y="81403"/>
                  <a:pt x="3783691" y="82903"/>
                  <a:pt x="3787880" y="82903"/>
                </a:cubicBezTo>
                <a:cubicBezTo>
                  <a:pt x="3790730" y="82903"/>
                  <a:pt x="3793126" y="82126"/>
                  <a:pt x="3795069" y="80571"/>
                </a:cubicBezTo>
                <a:cubicBezTo>
                  <a:pt x="3797012" y="79017"/>
                  <a:pt x="3798480" y="76513"/>
                  <a:pt x="3799473" y="73058"/>
                </a:cubicBezTo>
                <a:moveTo>
                  <a:pt x="3800510" y="54664"/>
                </a:moveTo>
                <a:cubicBezTo>
                  <a:pt x="3800380" y="49418"/>
                  <a:pt x="3799020" y="45429"/>
                  <a:pt x="3796429" y="42698"/>
                </a:cubicBezTo>
                <a:cubicBezTo>
                  <a:pt x="3793838" y="39967"/>
                  <a:pt x="3790686" y="38602"/>
                  <a:pt x="3786973" y="38602"/>
                </a:cubicBezTo>
                <a:cubicBezTo>
                  <a:pt x="3783001" y="38602"/>
                  <a:pt x="3779719" y="40042"/>
                  <a:pt x="3777128" y="42923"/>
                </a:cubicBezTo>
                <a:cubicBezTo>
                  <a:pt x="3774538" y="45805"/>
                  <a:pt x="3773264" y="49719"/>
                  <a:pt x="3773307" y="54664"/>
                </a:cubicBezTo>
                <a:lnTo>
                  <a:pt x="3800510" y="54664"/>
                </a:lnTo>
                <a:close/>
                <a:moveTo>
                  <a:pt x="3883091" y="94950"/>
                </a:moveTo>
                <a:lnTo>
                  <a:pt x="3861329" y="26166"/>
                </a:lnTo>
                <a:lnTo>
                  <a:pt x="3879011" y="26166"/>
                </a:lnTo>
                <a:lnTo>
                  <a:pt x="3891900" y="71245"/>
                </a:lnTo>
                <a:lnTo>
                  <a:pt x="3903752" y="26166"/>
                </a:lnTo>
                <a:lnTo>
                  <a:pt x="3921304" y="26166"/>
                </a:lnTo>
                <a:lnTo>
                  <a:pt x="3932768" y="71245"/>
                </a:lnTo>
                <a:lnTo>
                  <a:pt x="3945916" y="26166"/>
                </a:lnTo>
                <a:lnTo>
                  <a:pt x="3963857" y="26166"/>
                </a:lnTo>
                <a:lnTo>
                  <a:pt x="3941771" y="94950"/>
                </a:lnTo>
                <a:lnTo>
                  <a:pt x="3924284" y="94950"/>
                </a:lnTo>
                <a:lnTo>
                  <a:pt x="3912431" y="50713"/>
                </a:lnTo>
                <a:lnTo>
                  <a:pt x="3900773" y="94950"/>
                </a:lnTo>
                <a:lnTo>
                  <a:pt x="3883091" y="94950"/>
                </a:lnTo>
                <a:close/>
                <a:moveTo>
                  <a:pt x="3969254" y="59587"/>
                </a:moveTo>
                <a:cubicBezTo>
                  <a:pt x="3969254" y="53542"/>
                  <a:pt x="3970744" y="47691"/>
                  <a:pt x="3973723" y="42034"/>
                </a:cubicBezTo>
                <a:cubicBezTo>
                  <a:pt x="3976703" y="36378"/>
                  <a:pt x="3980923" y="32060"/>
                  <a:pt x="3986385" y="29081"/>
                </a:cubicBezTo>
                <a:cubicBezTo>
                  <a:pt x="3991848" y="26101"/>
                  <a:pt x="3997947" y="24612"/>
                  <a:pt x="4004682" y="24612"/>
                </a:cubicBezTo>
                <a:cubicBezTo>
                  <a:pt x="4015088" y="24612"/>
                  <a:pt x="4023616" y="27991"/>
                  <a:pt x="4030266" y="34748"/>
                </a:cubicBezTo>
                <a:cubicBezTo>
                  <a:pt x="4036915" y="41505"/>
                  <a:pt x="4040240" y="50044"/>
                  <a:pt x="4040240" y="60364"/>
                </a:cubicBezTo>
                <a:cubicBezTo>
                  <a:pt x="4040240" y="70770"/>
                  <a:pt x="4036883" y="79395"/>
                  <a:pt x="4030169" y="86239"/>
                </a:cubicBezTo>
                <a:cubicBezTo>
                  <a:pt x="4023454" y="93082"/>
                  <a:pt x="4015002" y="96504"/>
                  <a:pt x="4004812" y="96504"/>
                </a:cubicBezTo>
                <a:cubicBezTo>
                  <a:pt x="3998508" y="96504"/>
                  <a:pt x="3992495" y="95079"/>
                  <a:pt x="3986774" y="92230"/>
                </a:cubicBezTo>
                <a:cubicBezTo>
                  <a:pt x="3981053" y="89380"/>
                  <a:pt x="3976703" y="85202"/>
                  <a:pt x="3973723" y="79697"/>
                </a:cubicBezTo>
                <a:cubicBezTo>
                  <a:pt x="3970744" y="74192"/>
                  <a:pt x="3969254" y="67488"/>
                  <a:pt x="3969254" y="59587"/>
                </a:cubicBezTo>
                <a:moveTo>
                  <a:pt x="3987907" y="60558"/>
                </a:moveTo>
                <a:cubicBezTo>
                  <a:pt x="3987907" y="67359"/>
                  <a:pt x="3989527" y="72567"/>
                  <a:pt x="3992765" y="76183"/>
                </a:cubicBezTo>
                <a:cubicBezTo>
                  <a:pt x="3996003" y="79800"/>
                  <a:pt x="3999997" y="81608"/>
                  <a:pt x="4004747" y="81608"/>
                </a:cubicBezTo>
                <a:cubicBezTo>
                  <a:pt x="4009497" y="81608"/>
                  <a:pt x="4013480" y="79800"/>
                  <a:pt x="4016697" y="76183"/>
                </a:cubicBezTo>
                <a:cubicBezTo>
                  <a:pt x="4019914" y="72567"/>
                  <a:pt x="4021522" y="67316"/>
                  <a:pt x="4021522" y="60429"/>
                </a:cubicBezTo>
                <a:cubicBezTo>
                  <a:pt x="4021522" y="53714"/>
                  <a:pt x="4019914" y="48549"/>
                  <a:pt x="4016697" y="44933"/>
                </a:cubicBezTo>
                <a:cubicBezTo>
                  <a:pt x="4013480" y="41317"/>
                  <a:pt x="4009497" y="39508"/>
                  <a:pt x="4004747" y="39508"/>
                </a:cubicBezTo>
                <a:cubicBezTo>
                  <a:pt x="3999997" y="39508"/>
                  <a:pt x="3996003" y="41317"/>
                  <a:pt x="3992765" y="44933"/>
                </a:cubicBezTo>
                <a:cubicBezTo>
                  <a:pt x="3989527" y="48549"/>
                  <a:pt x="3987907" y="53757"/>
                  <a:pt x="3987907" y="60558"/>
                </a:cubicBezTo>
                <a:close/>
                <a:moveTo>
                  <a:pt x="4071932" y="94950"/>
                </a:moveTo>
                <a:lnTo>
                  <a:pt x="4053733" y="94950"/>
                </a:lnTo>
                <a:lnTo>
                  <a:pt x="4053733" y="26166"/>
                </a:lnTo>
                <a:lnTo>
                  <a:pt x="4070637" y="26166"/>
                </a:lnTo>
                <a:lnTo>
                  <a:pt x="4070637" y="35946"/>
                </a:lnTo>
                <a:cubicBezTo>
                  <a:pt x="4073530" y="31326"/>
                  <a:pt x="4076131" y="28282"/>
                  <a:pt x="4078442" y="26814"/>
                </a:cubicBezTo>
                <a:cubicBezTo>
                  <a:pt x="4080752" y="25346"/>
                  <a:pt x="4083375" y="24612"/>
                  <a:pt x="4086311" y="24612"/>
                </a:cubicBezTo>
                <a:cubicBezTo>
                  <a:pt x="4090456" y="24612"/>
                  <a:pt x="4094450" y="25756"/>
                  <a:pt x="4098293" y="28045"/>
                </a:cubicBezTo>
                <a:lnTo>
                  <a:pt x="4092658" y="43913"/>
                </a:lnTo>
                <a:cubicBezTo>
                  <a:pt x="4089592" y="41926"/>
                  <a:pt x="4086743" y="40933"/>
                  <a:pt x="4084109" y="40933"/>
                </a:cubicBezTo>
                <a:cubicBezTo>
                  <a:pt x="4081561" y="40933"/>
                  <a:pt x="4079402" y="41635"/>
                  <a:pt x="4077632" y="43038"/>
                </a:cubicBezTo>
                <a:cubicBezTo>
                  <a:pt x="4075862" y="44442"/>
                  <a:pt x="4074469" y="46978"/>
                  <a:pt x="4073454" y="50649"/>
                </a:cubicBezTo>
                <a:cubicBezTo>
                  <a:pt x="4072440" y="54319"/>
                  <a:pt x="4071932" y="62005"/>
                  <a:pt x="4071932" y="73706"/>
                </a:cubicBezTo>
                <a:lnTo>
                  <a:pt x="4071932" y="94950"/>
                </a:lnTo>
                <a:close/>
                <a:moveTo>
                  <a:pt x="4105462" y="94950"/>
                </a:moveTo>
                <a:lnTo>
                  <a:pt x="4105462" y="0"/>
                </a:lnTo>
                <a:lnTo>
                  <a:pt x="4123661" y="0"/>
                </a:lnTo>
                <a:lnTo>
                  <a:pt x="4123661" y="50390"/>
                </a:lnTo>
                <a:lnTo>
                  <a:pt x="4144970" y="26166"/>
                </a:lnTo>
                <a:lnTo>
                  <a:pt x="4167380" y="26166"/>
                </a:lnTo>
                <a:lnTo>
                  <a:pt x="4143869" y="51306"/>
                </a:lnTo>
                <a:lnTo>
                  <a:pt x="4169064" y="94950"/>
                </a:lnTo>
                <a:lnTo>
                  <a:pt x="4149439" y="94950"/>
                </a:lnTo>
                <a:lnTo>
                  <a:pt x="4132146" y="64047"/>
                </a:lnTo>
                <a:lnTo>
                  <a:pt x="4123661" y="72929"/>
                </a:lnTo>
                <a:lnTo>
                  <a:pt x="4123661" y="94950"/>
                </a:lnTo>
                <a:lnTo>
                  <a:pt x="4105462" y="94950"/>
                </a:lnTo>
                <a:close/>
                <a:moveTo>
                  <a:pt x="4179860" y="16840"/>
                </a:moveTo>
                <a:lnTo>
                  <a:pt x="4179860" y="0"/>
                </a:lnTo>
                <a:lnTo>
                  <a:pt x="4198060" y="0"/>
                </a:lnTo>
                <a:lnTo>
                  <a:pt x="4198060" y="16840"/>
                </a:lnTo>
                <a:lnTo>
                  <a:pt x="4179860" y="16840"/>
                </a:lnTo>
                <a:moveTo>
                  <a:pt x="4179860" y="94950"/>
                </a:moveTo>
                <a:lnTo>
                  <a:pt x="4179860" y="26166"/>
                </a:lnTo>
                <a:lnTo>
                  <a:pt x="4198060" y="26166"/>
                </a:lnTo>
                <a:lnTo>
                  <a:pt x="4198060" y="94950"/>
                </a:lnTo>
                <a:lnTo>
                  <a:pt x="4179860" y="94950"/>
                </a:lnTo>
                <a:close/>
                <a:moveTo>
                  <a:pt x="4279301" y="94950"/>
                </a:moveTo>
                <a:lnTo>
                  <a:pt x="4261102" y="94950"/>
                </a:lnTo>
                <a:lnTo>
                  <a:pt x="4261102" y="59886"/>
                </a:lnTo>
                <a:cubicBezTo>
                  <a:pt x="4261102" y="52467"/>
                  <a:pt x="4260713" y="47669"/>
                  <a:pt x="4259936" y="45491"/>
                </a:cubicBezTo>
                <a:cubicBezTo>
                  <a:pt x="4259159" y="43314"/>
                  <a:pt x="4257896" y="41621"/>
                  <a:pt x="4256147" y="40413"/>
                </a:cubicBezTo>
                <a:cubicBezTo>
                  <a:pt x="4254398" y="39206"/>
                  <a:pt x="4252293" y="38602"/>
                  <a:pt x="4249832" y="38602"/>
                </a:cubicBezTo>
                <a:cubicBezTo>
                  <a:pt x="4246680" y="38602"/>
                  <a:pt x="4243852" y="39465"/>
                  <a:pt x="4241347" y="41190"/>
                </a:cubicBezTo>
                <a:cubicBezTo>
                  <a:pt x="4238843" y="42915"/>
                  <a:pt x="4237127" y="45201"/>
                  <a:pt x="4236198" y="48048"/>
                </a:cubicBezTo>
                <a:cubicBezTo>
                  <a:pt x="4235270" y="50893"/>
                  <a:pt x="4234806" y="56155"/>
                  <a:pt x="4234806" y="63833"/>
                </a:cubicBezTo>
                <a:lnTo>
                  <a:pt x="4234806" y="94950"/>
                </a:lnTo>
                <a:lnTo>
                  <a:pt x="4216606" y="94950"/>
                </a:lnTo>
                <a:lnTo>
                  <a:pt x="4216606" y="26166"/>
                </a:lnTo>
                <a:lnTo>
                  <a:pt x="4233510" y="26166"/>
                </a:lnTo>
                <a:lnTo>
                  <a:pt x="4233510" y="36270"/>
                </a:lnTo>
                <a:cubicBezTo>
                  <a:pt x="4239512" y="28498"/>
                  <a:pt x="4247068" y="24612"/>
                  <a:pt x="4256179" y="24612"/>
                </a:cubicBezTo>
                <a:cubicBezTo>
                  <a:pt x="4260195" y="24612"/>
                  <a:pt x="4263865" y="25335"/>
                  <a:pt x="4267190" y="26782"/>
                </a:cubicBezTo>
                <a:cubicBezTo>
                  <a:pt x="4270514" y="28228"/>
                  <a:pt x="4273030" y="30074"/>
                  <a:pt x="4274735" y="32319"/>
                </a:cubicBezTo>
                <a:cubicBezTo>
                  <a:pt x="4276441" y="34565"/>
                  <a:pt x="4277628" y="37112"/>
                  <a:pt x="4278297" y="39962"/>
                </a:cubicBezTo>
                <a:cubicBezTo>
                  <a:pt x="4278967" y="42812"/>
                  <a:pt x="4279301" y="46892"/>
                  <a:pt x="4279301" y="52203"/>
                </a:cubicBezTo>
                <a:lnTo>
                  <a:pt x="4279301" y="94950"/>
                </a:lnTo>
                <a:close/>
                <a:moveTo>
                  <a:pt x="4296097" y="99354"/>
                </a:moveTo>
                <a:lnTo>
                  <a:pt x="4316888" y="101945"/>
                </a:lnTo>
                <a:cubicBezTo>
                  <a:pt x="4317233" y="104386"/>
                  <a:pt x="4318032" y="106064"/>
                  <a:pt x="4319284" y="106979"/>
                </a:cubicBezTo>
                <a:cubicBezTo>
                  <a:pt x="4321011" y="108286"/>
                  <a:pt x="4323731" y="108940"/>
                  <a:pt x="4327445" y="108940"/>
                </a:cubicBezTo>
                <a:cubicBezTo>
                  <a:pt x="4332194" y="108940"/>
                  <a:pt x="4335757" y="108222"/>
                  <a:pt x="4338131" y="106786"/>
                </a:cubicBezTo>
                <a:cubicBezTo>
                  <a:pt x="4339729" y="105830"/>
                  <a:pt x="4340938" y="104286"/>
                  <a:pt x="4341758" y="102155"/>
                </a:cubicBezTo>
                <a:cubicBezTo>
                  <a:pt x="4342320" y="100633"/>
                  <a:pt x="4342600" y="97829"/>
                  <a:pt x="4342600" y="93742"/>
                </a:cubicBezTo>
                <a:lnTo>
                  <a:pt x="4342600" y="83630"/>
                </a:lnTo>
                <a:cubicBezTo>
                  <a:pt x="4337160" y="91176"/>
                  <a:pt x="4330295" y="94950"/>
                  <a:pt x="4322004" y="94950"/>
                </a:cubicBezTo>
                <a:cubicBezTo>
                  <a:pt x="4312764" y="94950"/>
                  <a:pt x="4305445" y="91042"/>
                  <a:pt x="4300048" y="83227"/>
                </a:cubicBezTo>
                <a:cubicBezTo>
                  <a:pt x="4295816" y="77052"/>
                  <a:pt x="4293701" y="69367"/>
                  <a:pt x="4293701" y="60169"/>
                </a:cubicBezTo>
                <a:cubicBezTo>
                  <a:pt x="4293701" y="48641"/>
                  <a:pt x="4296475" y="39832"/>
                  <a:pt x="4302023" y="33744"/>
                </a:cubicBezTo>
                <a:cubicBezTo>
                  <a:pt x="4307572" y="27656"/>
                  <a:pt x="4314470" y="24612"/>
                  <a:pt x="4322717" y="24612"/>
                </a:cubicBezTo>
                <a:cubicBezTo>
                  <a:pt x="4331223" y="24612"/>
                  <a:pt x="4338239" y="28364"/>
                  <a:pt x="4343766" y="35869"/>
                </a:cubicBezTo>
                <a:lnTo>
                  <a:pt x="4343766" y="26166"/>
                </a:lnTo>
                <a:lnTo>
                  <a:pt x="4360800" y="26166"/>
                </a:lnTo>
                <a:lnTo>
                  <a:pt x="4360800" y="87931"/>
                </a:lnTo>
                <a:cubicBezTo>
                  <a:pt x="4360800" y="96054"/>
                  <a:pt x="4360131" y="102124"/>
                  <a:pt x="4358792" y="106143"/>
                </a:cubicBezTo>
                <a:cubicBezTo>
                  <a:pt x="4357454" y="110161"/>
                  <a:pt x="4355576" y="113315"/>
                  <a:pt x="4353158" y="115605"/>
                </a:cubicBezTo>
                <a:cubicBezTo>
                  <a:pt x="4350740" y="117896"/>
                  <a:pt x="4347512" y="119689"/>
                  <a:pt x="4343475" y="120985"/>
                </a:cubicBezTo>
                <a:cubicBezTo>
                  <a:pt x="4339438" y="122281"/>
                  <a:pt x="4334332" y="122930"/>
                  <a:pt x="4328157" y="122930"/>
                </a:cubicBezTo>
                <a:cubicBezTo>
                  <a:pt x="4316499" y="122930"/>
                  <a:pt x="4308230" y="120916"/>
                  <a:pt x="4303351" y="116888"/>
                </a:cubicBezTo>
                <a:cubicBezTo>
                  <a:pt x="4298472" y="112862"/>
                  <a:pt x="4296032" y="107757"/>
                  <a:pt x="4296032" y="101574"/>
                </a:cubicBezTo>
                <a:cubicBezTo>
                  <a:pt x="4296032" y="100965"/>
                  <a:pt x="4296054" y="100224"/>
                  <a:pt x="4296097" y="99354"/>
                </a:cubicBezTo>
                <a:moveTo>
                  <a:pt x="4312354" y="59133"/>
                </a:moveTo>
                <a:cubicBezTo>
                  <a:pt x="4312354" y="66409"/>
                  <a:pt x="4313768" y="71736"/>
                  <a:pt x="4316596" y="75115"/>
                </a:cubicBezTo>
                <a:cubicBezTo>
                  <a:pt x="4319424" y="78493"/>
                  <a:pt x="4322911" y="80183"/>
                  <a:pt x="4327056" y="80183"/>
                </a:cubicBezTo>
                <a:cubicBezTo>
                  <a:pt x="4331504" y="80183"/>
                  <a:pt x="4335260" y="78450"/>
                  <a:pt x="4338326" y="74985"/>
                </a:cubicBezTo>
                <a:cubicBezTo>
                  <a:pt x="4341391" y="71520"/>
                  <a:pt x="4342924" y="66387"/>
                  <a:pt x="4342924" y="59587"/>
                </a:cubicBezTo>
                <a:cubicBezTo>
                  <a:pt x="4342924" y="52484"/>
                  <a:pt x="4341456" y="47210"/>
                  <a:pt x="4338520" y="43767"/>
                </a:cubicBezTo>
                <a:cubicBezTo>
                  <a:pt x="4335584" y="40323"/>
                  <a:pt x="4331871" y="38602"/>
                  <a:pt x="4327380" y="38602"/>
                </a:cubicBezTo>
                <a:cubicBezTo>
                  <a:pt x="4323019" y="38602"/>
                  <a:pt x="4319424" y="40291"/>
                  <a:pt x="4316596" y="43670"/>
                </a:cubicBezTo>
                <a:cubicBezTo>
                  <a:pt x="4313768" y="47049"/>
                  <a:pt x="4312354" y="52203"/>
                  <a:pt x="4312354" y="59133"/>
                </a:cubicBezTo>
                <a:close/>
                <a:moveTo>
                  <a:pt x="4414341" y="26166"/>
                </a:moveTo>
                <a:lnTo>
                  <a:pt x="4431116" y="26166"/>
                </a:lnTo>
                <a:lnTo>
                  <a:pt x="4431116" y="35558"/>
                </a:lnTo>
                <a:cubicBezTo>
                  <a:pt x="4437118" y="28260"/>
                  <a:pt x="4444264" y="24612"/>
                  <a:pt x="4452554" y="24612"/>
                </a:cubicBezTo>
                <a:cubicBezTo>
                  <a:pt x="4456959" y="24612"/>
                  <a:pt x="4460780" y="25523"/>
                  <a:pt x="4464018" y="27344"/>
                </a:cubicBezTo>
                <a:cubicBezTo>
                  <a:pt x="4467257" y="29166"/>
                  <a:pt x="4469912" y="31921"/>
                  <a:pt x="4471985" y="35608"/>
                </a:cubicBezTo>
                <a:cubicBezTo>
                  <a:pt x="4475007" y="31921"/>
                  <a:pt x="4478267" y="29166"/>
                  <a:pt x="4481765" y="27344"/>
                </a:cubicBezTo>
                <a:cubicBezTo>
                  <a:pt x="4485262" y="25523"/>
                  <a:pt x="4488997" y="24612"/>
                  <a:pt x="4492970" y="24612"/>
                </a:cubicBezTo>
                <a:cubicBezTo>
                  <a:pt x="4498022" y="24612"/>
                  <a:pt x="4502296" y="25637"/>
                  <a:pt x="4505794" y="27688"/>
                </a:cubicBezTo>
                <a:cubicBezTo>
                  <a:pt x="4509291" y="29739"/>
                  <a:pt x="4511904" y="32751"/>
                  <a:pt x="4513631" y="36723"/>
                </a:cubicBezTo>
                <a:cubicBezTo>
                  <a:pt x="4514883" y="39660"/>
                  <a:pt x="4515509" y="44409"/>
                  <a:pt x="4515509" y="50972"/>
                </a:cubicBezTo>
                <a:lnTo>
                  <a:pt x="4515509" y="94950"/>
                </a:lnTo>
                <a:lnTo>
                  <a:pt x="4497309" y="94950"/>
                </a:lnTo>
                <a:lnTo>
                  <a:pt x="4497309" y="55680"/>
                </a:lnTo>
                <a:cubicBezTo>
                  <a:pt x="4497309" y="48866"/>
                  <a:pt x="4496683" y="44467"/>
                  <a:pt x="4495431" y="42484"/>
                </a:cubicBezTo>
                <a:cubicBezTo>
                  <a:pt x="4493747" y="39896"/>
                  <a:pt x="4491156" y="38602"/>
                  <a:pt x="4487659" y="38602"/>
                </a:cubicBezTo>
                <a:cubicBezTo>
                  <a:pt x="4485111" y="38602"/>
                  <a:pt x="4482715" y="39378"/>
                  <a:pt x="4480469" y="40931"/>
                </a:cubicBezTo>
                <a:cubicBezTo>
                  <a:pt x="4478224" y="42483"/>
                  <a:pt x="4476605" y="44758"/>
                  <a:pt x="4475612" y="47756"/>
                </a:cubicBezTo>
                <a:cubicBezTo>
                  <a:pt x="4474619" y="50753"/>
                  <a:pt x="4474122" y="55487"/>
                  <a:pt x="4474122" y="61957"/>
                </a:cubicBezTo>
                <a:lnTo>
                  <a:pt x="4474122" y="94950"/>
                </a:lnTo>
                <a:lnTo>
                  <a:pt x="4455922" y="94950"/>
                </a:lnTo>
                <a:lnTo>
                  <a:pt x="4455922" y="57297"/>
                </a:lnTo>
                <a:cubicBezTo>
                  <a:pt x="4455922" y="50613"/>
                  <a:pt x="4455599" y="46300"/>
                  <a:pt x="4454951" y="44360"/>
                </a:cubicBezTo>
                <a:cubicBezTo>
                  <a:pt x="4454303" y="42418"/>
                  <a:pt x="4453299" y="40973"/>
                  <a:pt x="4451939" y="40025"/>
                </a:cubicBezTo>
                <a:cubicBezTo>
                  <a:pt x="4450579" y="39076"/>
                  <a:pt x="4448733" y="38602"/>
                  <a:pt x="4446402" y="38602"/>
                </a:cubicBezTo>
                <a:cubicBezTo>
                  <a:pt x="4443595" y="38602"/>
                  <a:pt x="4441069" y="39357"/>
                  <a:pt x="4438824" y="40867"/>
                </a:cubicBezTo>
                <a:cubicBezTo>
                  <a:pt x="4436578" y="42375"/>
                  <a:pt x="4434970" y="44553"/>
                  <a:pt x="4433998" y="47400"/>
                </a:cubicBezTo>
                <a:cubicBezTo>
                  <a:pt x="4433027" y="50247"/>
                  <a:pt x="4432541" y="54970"/>
                  <a:pt x="4432541" y="61568"/>
                </a:cubicBezTo>
                <a:lnTo>
                  <a:pt x="4432541" y="94950"/>
                </a:lnTo>
                <a:lnTo>
                  <a:pt x="4414341" y="94950"/>
                </a:lnTo>
                <a:lnTo>
                  <a:pt x="4414341" y="26166"/>
                </a:lnTo>
                <a:close/>
                <a:moveTo>
                  <a:pt x="4529413" y="59587"/>
                </a:moveTo>
                <a:cubicBezTo>
                  <a:pt x="4529413" y="53542"/>
                  <a:pt x="4530903" y="47691"/>
                  <a:pt x="4533882" y="42034"/>
                </a:cubicBezTo>
                <a:cubicBezTo>
                  <a:pt x="4536862" y="36378"/>
                  <a:pt x="4541082" y="32060"/>
                  <a:pt x="4546545" y="29081"/>
                </a:cubicBezTo>
                <a:cubicBezTo>
                  <a:pt x="4552007" y="26101"/>
                  <a:pt x="4558106" y="24612"/>
                  <a:pt x="4564842" y="24612"/>
                </a:cubicBezTo>
                <a:cubicBezTo>
                  <a:pt x="4575248" y="24612"/>
                  <a:pt x="4583775" y="27991"/>
                  <a:pt x="4590425" y="34748"/>
                </a:cubicBezTo>
                <a:cubicBezTo>
                  <a:pt x="4597074" y="41505"/>
                  <a:pt x="4600399" y="50044"/>
                  <a:pt x="4600399" y="60364"/>
                </a:cubicBezTo>
                <a:cubicBezTo>
                  <a:pt x="4600399" y="70770"/>
                  <a:pt x="4597042" y="79395"/>
                  <a:pt x="4590328" y="86239"/>
                </a:cubicBezTo>
                <a:cubicBezTo>
                  <a:pt x="4583613" y="93082"/>
                  <a:pt x="4575161" y="96504"/>
                  <a:pt x="4564971" y="96504"/>
                </a:cubicBezTo>
                <a:cubicBezTo>
                  <a:pt x="4558667" y="96504"/>
                  <a:pt x="4552654" y="95079"/>
                  <a:pt x="4546933" y="92230"/>
                </a:cubicBezTo>
                <a:cubicBezTo>
                  <a:pt x="4541212" y="89380"/>
                  <a:pt x="4536862" y="85202"/>
                  <a:pt x="4533882" y="79697"/>
                </a:cubicBezTo>
                <a:cubicBezTo>
                  <a:pt x="4530903" y="74192"/>
                  <a:pt x="4529413" y="67488"/>
                  <a:pt x="4529413" y="59587"/>
                </a:cubicBezTo>
                <a:moveTo>
                  <a:pt x="4548067" y="60558"/>
                </a:moveTo>
                <a:cubicBezTo>
                  <a:pt x="4548067" y="67359"/>
                  <a:pt x="4549686" y="72567"/>
                  <a:pt x="4552924" y="76183"/>
                </a:cubicBezTo>
                <a:cubicBezTo>
                  <a:pt x="4556163" y="79800"/>
                  <a:pt x="4560157" y="81608"/>
                  <a:pt x="4564906" y="81608"/>
                </a:cubicBezTo>
                <a:cubicBezTo>
                  <a:pt x="4569656" y="81608"/>
                  <a:pt x="4573639" y="79800"/>
                  <a:pt x="4576856" y="76183"/>
                </a:cubicBezTo>
                <a:cubicBezTo>
                  <a:pt x="4580073" y="72567"/>
                  <a:pt x="4581681" y="67316"/>
                  <a:pt x="4581681" y="60429"/>
                </a:cubicBezTo>
                <a:cubicBezTo>
                  <a:pt x="4581681" y="53714"/>
                  <a:pt x="4580073" y="48549"/>
                  <a:pt x="4576856" y="44933"/>
                </a:cubicBezTo>
                <a:cubicBezTo>
                  <a:pt x="4573639" y="41317"/>
                  <a:pt x="4569656" y="39508"/>
                  <a:pt x="4564906" y="39508"/>
                </a:cubicBezTo>
                <a:cubicBezTo>
                  <a:pt x="4560157" y="39508"/>
                  <a:pt x="4556163" y="41317"/>
                  <a:pt x="4552924" y="44933"/>
                </a:cubicBezTo>
                <a:cubicBezTo>
                  <a:pt x="4549686" y="48549"/>
                  <a:pt x="4548067" y="53757"/>
                  <a:pt x="4548067" y="60558"/>
                </a:cubicBezTo>
                <a:close/>
                <a:moveTo>
                  <a:pt x="4677753" y="94950"/>
                </a:moveTo>
                <a:lnTo>
                  <a:pt x="4660848" y="94950"/>
                </a:lnTo>
                <a:lnTo>
                  <a:pt x="4660848" y="84846"/>
                </a:lnTo>
                <a:cubicBezTo>
                  <a:pt x="4658042" y="88775"/>
                  <a:pt x="4654728" y="91701"/>
                  <a:pt x="4650907" y="93622"/>
                </a:cubicBezTo>
                <a:cubicBezTo>
                  <a:pt x="4647085" y="95544"/>
                  <a:pt x="4643232" y="96504"/>
                  <a:pt x="4639346" y="96504"/>
                </a:cubicBezTo>
                <a:cubicBezTo>
                  <a:pt x="4631444" y="96504"/>
                  <a:pt x="4624676" y="93320"/>
                  <a:pt x="4619041" y="86951"/>
                </a:cubicBezTo>
                <a:cubicBezTo>
                  <a:pt x="4613406" y="80582"/>
                  <a:pt x="4610589" y="71698"/>
                  <a:pt x="4610589" y="60299"/>
                </a:cubicBezTo>
                <a:cubicBezTo>
                  <a:pt x="4610589" y="48641"/>
                  <a:pt x="4613330" y="39778"/>
                  <a:pt x="4618814" y="33712"/>
                </a:cubicBezTo>
                <a:cubicBezTo>
                  <a:pt x="4624298" y="27645"/>
                  <a:pt x="4631228" y="24612"/>
                  <a:pt x="4639605" y="24612"/>
                </a:cubicBezTo>
                <a:cubicBezTo>
                  <a:pt x="4647290" y="24612"/>
                  <a:pt x="4653940" y="27807"/>
                  <a:pt x="4659553" y="34198"/>
                </a:cubicBezTo>
                <a:lnTo>
                  <a:pt x="4659553" y="0"/>
                </a:lnTo>
                <a:lnTo>
                  <a:pt x="4677753" y="0"/>
                </a:lnTo>
                <a:lnTo>
                  <a:pt x="4677753" y="94950"/>
                </a:lnTo>
                <a:moveTo>
                  <a:pt x="4629177" y="59103"/>
                </a:moveTo>
                <a:cubicBezTo>
                  <a:pt x="4629177" y="66432"/>
                  <a:pt x="4630192" y="71735"/>
                  <a:pt x="4632221" y="75011"/>
                </a:cubicBezTo>
                <a:cubicBezTo>
                  <a:pt x="4635157" y="79754"/>
                  <a:pt x="4639259" y="82126"/>
                  <a:pt x="4644527" y="82126"/>
                </a:cubicBezTo>
                <a:cubicBezTo>
                  <a:pt x="4648715" y="82126"/>
                  <a:pt x="4652278" y="80347"/>
                  <a:pt x="4655214" y="76791"/>
                </a:cubicBezTo>
                <a:cubicBezTo>
                  <a:pt x="4658150" y="73234"/>
                  <a:pt x="4659618" y="67920"/>
                  <a:pt x="4659618" y="60850"/>
                </a:cubicBezTo>
                <a:cubicBezTo>
                  <a:pt x="4659618" y="52959"/>
                  <a:pt x="4658193" y="47278"/>
                  <a:pt x="4655343" y="43807"/>
                </a:cubicBezTo>
                <a:cubicBezTo>
                  <a:pt x="4652493" y="40337"/>
                  <a:pt x="4648845" y="38602"/>
                  <a:pt x="4644397" y="38602"/>
                </a:cubicBezTo>
                <a:cubicBezTo>
                  <a:pt x="4640080" y="38602"/>
                  <a:pt x="4636463" y="40315"/>
                  <a:pt x="4633549" y="43743"/>
                </a:cubicBezTo>
                <a:cubicBezTo>
                  <a:pt x="4630634" y="47170"/>
                  <a:pt x="4629177" y="52290"/>
                  <a:pt x="4629177" y="59103"/>
                </a:cubicBezTo>
                <a:close/>
                <a:moveTo>
                  <a:pt x="4735547" y="73058"/>
                </a:moveTo>
                <a:lnTo>
                  <a:pt x="4753682" y="76167"/>
                </a:lnTo>
                <a:cubicBezTo>
                  <a:pt x="4751350" y="82795"/>
                  <a:pt x="4747669" y="87842"/>
                  <a:pt x="4742639" y="91307"/>
                </a:cubicBezTo>
                <a:cubicBezTo>
                  <a:pt x="4737609" y="94772"/>
                  <a:pt x="4731316" y="96504"/>
                  <a:pt x="4723759" y="96504"/>
                </a:cubicBezTo>
                <a:cubicBezTo>
                  <a:pt x="4711799" y="96504"/>
                  <a:pt x="4702947" y="92597"/>
                  <a:pt x="4697204" y="84781"/>
                </a:cubicBezTo>
                <a:cubicBezTo>
                  <a:pt x="4692671" y="78520"/>
                  <a:pt x="4690404" y="70619"/>
                  <a:pt x="4690404" y="61076"/>
                </a:cubicBezTo>
                <a:cubicBezTo>
                  <a:pt x="4690404" y="49677"/>
                  <a:pt x="4693383" y="40750"/>
                  <a:pt x="4699342" y="34295"/>
                </a:cubicBezTo>
                <a:cubicBezTo>
                  <a:pt x="4705300" y="27839"/>
                  <a:pt x="4712835" y="24612"/>
                  <a:pt x="4721946" y="24612"/>
                </a:cubicBezTo>
                <a:cubicBezTo>
                  <a:pt x="4732179" y="24612"/>
                  <a:pt x="4740254" y="27991"/>
                  <a:pt x="4746169" y="34748"/>
                </a:cubicBezTo>
                <a:cubicBezTo>
                  <a:pt x="4752085" y="41505"/>
                  <a:pt x="4754913" y="51858"/>
                  <a:pt x="4754654" y="65804"/>
                </a:cubicBezTo>
                <a:lnTo>
                  <a:pt x="4709057" y="65804"/>
                </a:lnTo>
                <a:cubicBezTo>
                  <a:pt x="4709186" y="71202"/>
                  <a:pt x="4710655" y="75401"/>
                  <a:pt x="4713461" y="78402"/>
                </a:cubicBezTo>
                <a:cubicBezTo>
                  <a:pt x="4716268" y="81403"/>
                  <a:pt x="4719765" y="82903"/>
                  <a:pt x="4723954" y="82903"/>
                </a:cubicBezTo>
                <a:cubicBezTo>
                  <a:pt x="4726803" y="82903"/>
                  <a:pt x="4729200" y="82126"/>
                  <a:pt x="4731143" y="80571"/>
                </a:cubicBezTo>
                <a:cubicBezTo>
                  <a:pt x="4733086" y="79017"/>
                  <a:pt x="4734554" y="76513"/>
                  <a:pt x="4735547" y="73058"/>
                </a:cubicBezTo>
                <a:moveTo>
                  <a:pt x="4736583" y="54664"/>
                </a:moveTo>
                <a:cubicBezTo>
                  <a:pt x="4736454" y="49418"/>
                  <a:pt x="4735094" y="45429"/>
                  <a:pt x="4732503" y="42698"/>
                </a:cubicBezTo>
                <a:cubicBezTo>
                  <a:pt x="4729912" y="39967"/>
                  <a:pt x="4726760" y="38602"/>
                  <a:pt x="4723047" y="38602"/>
                </a:cubicBezTo>
                <a:cubicBezTo>
                  <a:pt x="4719074" y="38602"/>
                  <a:pt x="4715793" y="40042"/>
                  <a:pt x="4713202" y="42923"/>
                </a:cubicBezTo>
                <a:cubicBezTo>
                  <a:pt x="4710611" y="45805"/>
                  <a:pt x="4709338" y="49719"/>
                  <a:pt x="4709381" y="54664"/>
                </a:cubicBezTo>
                <a:lnTo>
                  <a:pt x="4736583" y="546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(">
            <a:extLst xmlns:a="http://schemas.openxmlformats.org/drawingml/2006/main">
              <a:ext uri="{FF2B5EF4-FFF2-40B4-BE49-F238E27FC236}">
                <a16:creationId xmlns:a16="http://schemas.microsoft.com/office/drawing/2014/main" id="{61F517BC-1DEF-45E3-B8DF-21F304A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531" y="1785509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FFFBF-0948-4849-AA77-437C1B5C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974" y="1758973"/>
            <a:ext cx="170543" cy="151594"/>
          </a:xfrm>
          <a:custGeom xmlns:a="http://schemas.openxmlformats.org/drawingml/2006/main">
            <a:pathLst>
              <a:path w="170543" h="151594">
                <a:moveTo>
                  <a:pt x="0" y="0"/>
                </a:moveTo>
                <a:lnTo>
                  <a:pt x="170543" y="0"/>
                </a:lnTo>
                <a:lnTo>
                  <a:pt x="170543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G">
            <a:extLst xmlns:a="http://schemas.openxmlformats.org/drawingml/2006/main">
              <a:ext uri="{FF2B5EF4-FFF2-40B4-BE49-F238E27FC236}">
                <a16:creationId xmlns:a16="http://schemas.microsoft.com/office/drawing/2014/main" id="{31D50E04-5DA3-493F-BFA0-3C61EF3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940" y="1785509"/>
            <a:ext cx="88797" cy="98318"/>
          </a:xfrm>
          <a:custGeom xmlns:a="http://schemas.openxmlformats.org/drawingml/2006/main">
            <a:pathLst>
              <a:path w="88797" h="98318">
                <a:moveTo>
                  <a:pt x="47475" y="61789"/>
                </a:moveTo>
                <a:lnTo>
                  <a:pt x="47475" y="45726"/>
                </a:lnTo>
                <a:lnTo>
                  <a:pt x="88797" y="45726"/>
                </a:lnTo>
                <a:lnTo>
                  <a:pt x="88797" y="83557"/>
                </a:lnTo>
                <a:cubicBezTo>
                  <a:pt x="84781" y="87458"/>
                  <a:pt x="78963" y="90893"/>
                  <a:pt x="71342" y="93863"/>
                </a:cubicBezTo>
                <a:cubicBezTo>
                  <a:pt x="63721" y="96833"/>
                  <a:pt x="56003" y="98318"/>
                  <a:pt x="48187" y="98318"/>
                </a:cubicBezTo>
                <a:cubicBezTo>
                  <a:pt x="38256" y="98318"/>
                  <a:pt x="29599" y="96232"/>
                  <a:pt x="22215" y="92060"/>
                </a:cubicBezTo>
                <a:cubicBezTo>
                  <a:pt x="14832" y="87887"/>
                  <a:pt x="9283" y="81921"/>
                  <a:pt x="5570" y="74161"/>
                </a:cubicBezTo>
                <a:cubicBezTo>
                  <a:pt x="1857" y="66400"/>
                  <a:pt x="0" y="57958"/>
                  <a:pt x="0" y="48835"/>
                </a:cubicBezTo>
                <a:cubicBezTo>
                  <a:pt x="0" y="38934"/>
                  <a:pt x="2073" y="30135"/>
                  <a:pt x="6218" y="22440"/>
                </a:cubicBezTo>
                <a:cubicBezTo>
                  <a:pt x="10363" y="14743"/>
                  <a:pt x="16429" y="8841"/>
                  <a:pt x="24418" y="4734"/>
                </a:cubicBezTo>
                <a:cubicBezTo>
                  <a:pt x="30506" y="1578"/>
                  <a:pt x="38084" y="0"/>
                  <a:pt x="47151" y="0"/>
                </a:cubicBezTo>
                <a:cubicBezTo>
                  <a:pt x="58939" y="0"/>
                  <a:pt x="68147" y="2478"/>
                  <a:pt x="74775" y="7434"/>
                </a:cubicBezTo>
                <a:cubicBezTo>
                  <a:pt x="81403" y="12389"/>
                  <a:pt x="85666" y="19237"/>
                  <a:pt x="87566" y="27980"/>
                </a:cubicBezTo>
                <a:lnTo>
                  <a:pt x="68525" y="31607"/>
                </a:lnTo>
                <a:cubicBezTo>
                  <a:pt x="67186" y="26923"/>
                  <a:pt x="64671" y="23227"/>
                  <a:pt x="60979" y="20517"/>
                </a:cubicBezTo>
                <a:cubicBezTo>
                  <a:pt x="57287" y="17806"/>
                  <a:pt x="52678" y="16451"/>
                  <a:pt x="47151" y="16451"/>
                </a:cubicBezTo>
                <a:cubicBezTo>
                  <a:pt x="38774" y="16451"/>
                  <a:pt x="32114" y="19107"/>
                  <a:pt x="27170" y="24418"/>
                </a:cubicBezTo>
                <a:cubicBezTo>
                  <a:pt x="22226" y="29729"/>
                  <a:pt x="19754" y="37609"/>
                  <a:pt x="19754" y="48058"/>
                </a:cubicBezTo>
                <a:cubicBezTo>
                  <a:pt x="19754" y="59327"/>
                  <a:pt x="22259" y="67780"/>
                  <a:pt x="27267" y="73415"/>
                </a:cubicBezTo>
                <a:cubicBezTo>
                  <a:pt x="32276" y="79049"/>
                  <a:pt x="38839" y="81867"/>
                  <a:pt x="46957" y="81867"/>
                </a:cubicBezTo>
                <a:cubicBezTo>
                  <a:pt x="50972" y="81867"/>
                  <a:pt x="54999" y="81081"/>
                  <a:pt x="59036" y="79511"/>
                </a:cubicBezTo>
                <a:cubicBezTo>
                  <a:pt x="63073" y="77940"/>
                  <a:pt x="66538" y="76036"/>
                  <a:pt x="69431" y="73797"/>
                </a:cubicBezTo>
                <a:lnTo>
                  <a:pt x="69431" y="61789"/>
                </a:lnTo>
                <a:lnTo>
                  <a:pt x="47475" y="617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(">
            <a:extLst xmlns:a="http://schemas.openxmlformats.org/drawingml/2006/main">
              <a:ext uri="{FF2B5EF4-FFF2-40B4-BE49-F238E27FC236}">
                <a16:creationId xmlns:a16="http://schemas.microsoft.com/office/drawing/2014/main" id="{7183C38B-390D-4A69-BB10-04D04CE1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549" y="1937103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EF12F-8992-403F-8D44-2DA65BD9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992" y="1910567"/>
            <a:ext cx="360036" cy="151594"/>
          </a:xfrm>
          <a:custGeom xmlns:a="http://schemas.openxmlformats.org/drawingml/2006/main">
            <a:pathLst>
              <a:path w="360036" h="151594">
                <a:moveTo>
                  <a:pt x="0" y="0"/>
                </a:moveTo>
                <a:lnTo>
                  <a:pt x="360036" y="0"/>
                </a:lnTo>
                <a:lnTo>
                  <a:pt x="360036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AND">
            <a:extLst xmlns:a="http://schemas.openxmlformats.org/drawingml/2006/main">
              <a:ext uri="{FF2B5EF4-FFF2-40B4-BE49-F238E27FC236}">
                <a16:creationId xmlns:a16="http://schemas.microsoft.com/office/drawing/2014/main" id="{67AEF96B-FCF5-485F-87F4-FE88253D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611" y="1938787"/>
            <a:ext cx="280724" cy="94950"/>
          </a:xfrm>
          <a:custGeom xmlns:a="http://schemas.openxmlformats.org/drawingml/2006/main">
            <a:pathLst>
              <a:path w="280724" h="94950">
                <a:moveTo>
                  <a:pt x="95274" y="94950"/>
                </a:moveTo>
                <a:lnTo>
                  <a:pt x="74418" y="94950"/>
                </a:lnTo>
                <a:lnTo>
                  <a:pt x="66128" y="73317"/>
                </a:lnTo>
                <a:lnTo>
                  <a:pt x="28174" y="73317"/>
                </a:lnTo>
                <a:lnTo>
                  <a:pt x="20337" y="94950"/>
                </a:lnTo>
                <a:lnTo>
                  <a:pt x="0" y="94950"/>
                </a:lnTo>
                <a:lnTo>
                  <a:pt x="36983" y="0"/>
                </a:lnTo>
                <a:lnTo>
                  <a:pt x="57255" y="0"/>
                </a:lnTo>
                <a:lnTo>
                  <a:pt x="95274" y="94950"/>
                </a:lnTo>
                <a:moveTo>
                  <a:pt x="59975" y="57255"/>
                </a:moveTo>
                <a:lnTo>
                  <a:pt x="46892" y="22151"/>
                </a:lnTo>
                <a:lnTo>
                  <a:pt x="34068" y="57255"/>
                </a:lnTo>
                <a:lnTo>
                  <a:pt x="59975" y="57255"/>
                </a:lnTo>
                <a:close/>
                <a:moveTo>
                  <a:pt x="105614" y="94950"/>
                </a:moveTo>
                <a:lnTo>
                  <a:pt x="105614" y="0"/>
                </a:lnTo>
                <a:lnTo>
                  <a:pt x="124268" y="0"/>
                </a:lnTo>
                <a:lnTo>
                  <a:pt x="163128" y="63543"/>
                </a:lnTo>
                <a:lnTo>
                  <a:pt x="163128" y="0"/>
                </a:lnTo>
                <a:lnTo>
                  <a:pt x="180940" y="0"/>
                </a:lnTo>
                <a:lnTo>
                  <a:pt x="180940" y="94950"/>
                </a:lnTo>
                <a:lnTo>
                  <a:pt x="161704" y="94950"/>
                </a:lnTo>
                <a:lnTo>
                  <a:pt x="123426" y="32858"/>
                </a:lnTo>
                <a:lnTo>
                  <a:pt x="123426" y="94950"/>
                </a:lnTo>
                <a:lnTo>
                  <a:pt x="105614" y="94950"/>
                </a:lnTo>
                <a:close/>
                <a:moveTo>
                  <a:pt x="201124" y="0"/>
                </a:moveTo>
                <a:lnTo>
                  <a:pt x="236164" y="0"/>
                </a:lnTo>
                <a:cubicBezTo>
                  <a:pt x="244066" y="0"/>
                  <a:pt x="250089" y="605"/>
                  <a:pt x="254234" y="1813"/>
                </a:cubicBezTo>
                <a:cubicBezTo>
                  <a:pt x="259804" y="3454"/>
                  <a:pt x="264576" y="6369"/>
                  <a:pt x="268548" y="10557"/>
                </a:cubicBezTo>
                <a:cubicBezTo>
                  <a:pt x="272520" y="14746"/>
                  <a:pt x="275543" y="19873"/>
                  <a:pt x="277615" y="25940"/>
                </a:cubicBezTo>
                <a:cubicBezTo>
                  <a:pt x="279688" y="32006"/>
                  <a:pt x="280724" y="39487"/>
                  <a:pt x="280724" y="48382"/>
                </a:cubicBezTo>
                <a:cubicBezTo>
                  <a:pt x="280724" y="56197"/>
                  <a:pt x="279753" y="62933"/>
                  <a:pt x="277810" y="68589"/>
                </a:cubicBezTo>
                <a:cubicBezTo>
                  <a:pt x="275435" y="75498"/>
                  <a:pt x="272045" y="81090"/>
                  <a:pt x="267641" y="85364"/>
                </a:cubicBezTo>
                <a:cubicBezTo>
                  <a:pt x="264316" y="88603"/>
                  <a:pt x="259826" y="91129"/>
                  <a:pt x="254169" y="92942"/>
                </a:cubicBezTo>
                <a:cubicBezTo>
                  <a:pt x="249938" y="94281"/>
                  <a:pt x="244282" y="94950"/>
                  <a:pt x="237200" y="94950"/>
                </a:cubicBezTo>
                <a:lnTo>
                  <a:pt x="201124" y="94950"/>
                </a:lnTo>
                <a:lnTo>
                  <a:pt x="201124" y="0"/>
                </a:lnTo>
                <a:moveTo>
                  <a:pt x="220296" y="16062"/>
                </a:moveTo>
                <a:lnTo>
                  <a:pt x="220296" y="78887"/>
                </a:lnTo>
                <a:lnTo>
                  <a:pt x="234610" y="78887"/>
                </a:lnTo>
                <a:cubicBezTo>
                  <a:pt x="239964" y="78887"/>
                  <a:pt x="243828" y="78585"/>
                  <a:pt x="246203" y="77981"/>
                </a:cubicBezTo>
                <a:cubicBezTo>
                  <a:pt x="249312" y="77205"/>
                  <a:pt x="251892" y="75890"/>
                  <a:pt x="253943" y="74036"/>
                </a:cubicBezTo>
                <a:cubicBezTo>
                  <a:pt x="255994" y="72181"/>
                  <a:pt x="257667" y="69128"/>
                  <a:pt x="258962" y="64879"/>
                </a:cubicBezTo>
                <a:cubicBezTo>
                  <a:pt x="260258" y="60630"/>
                  <a:pt x="260905" y="54840"/>
                  <a:pt x="260905" y="47507"/>
                </a:cubicBezTo>
                <a:cubicBezTo>
                  <a:pt x="260905" y="40175"/>
                  <a:pt x="260258" y="34546"/>
                  <a:pt x="258962" y="30621"/>
                </a:cubicBezTo>
                <a:cubicBezTo>
                  <a:pt x="257667" y="26696"/>
                  <a:pt x="255853" y="23634"/>
                  <a:pt x="253522" y="21434"/>
                </a:cubicBezTo>
                <a:cubicBezTo>
                  <a:pt x="251190" y="19233"/>
                  <a:pt x="248232" y="17745"/>
                  <a:pt x="244649" y="16969"/>
                </a:cubicBezTo>
                <a:cubicBezTo>
                  <a:pt x="241971" y="16365"/>
                  <a:pt x="236725" y="16062"/>
                  <a:pt x="228910" y="16062"/>
                </a:cubicBezTo>
                <a:lnTo>
                  <a:pt x="220296" y="160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(">
            <a:extLst xmlns:a="http://schemas.openxmlformats.org/drawingml/2006/main">
              <a:ext uri="{FF2B5EF4-FFF2-40B4-BE49-F238E27FC236}">
                <a16:creationId xmlns:a16="http://schemas.microsoft.com/office/drawing/2014/main" id="{A4DF0248-6DD8-4917-8E0C-43F871D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516" y="2439259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7C07E-4D28-41BA-A255-021F4746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959" y="2412723"/>
            <a:ext cx="37899" cy="151594"/>
          </a:xfrm>
          <a:custGeom xmlns:a="http://schemas.openxmlformats.org/drawingml/2006/main">
            <a:pathLst>
              <a:path w="37899" h="151594">
                <a:moveTo>
                  <a:pt x="0" y="0"/>
                </a:moveTo>
                <a:lnTo>
                  <a:pt x="37899" y="0"/>
                </a:lnTo>
                <a:lnTo>
                  <a:pt x="3789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201FA-F1EE-4847-8074-16BA5B1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858" y="2412723"/>
            <a:ext cx="322138" cy="151594"/>
          </a:xfrm>
          <a:custGeom xmlns:a="http://schemas.openxmlformats.org/drawingml/2006/main">
            <a:pathLst>
              <a:path w="322138" h="151594">
                <a:moveTo>
                  <a:pt x="0" y="0"/>
                </a:moveTo>
                <a:lnTo>
                  <a:pt x="322138" y="0"/>
                </a:lnTo>
                <a:lnTo>
                  <a:pt x="322138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AND">
            <a:extLst xmlns:a="http://schemas.openxmlformats.org/drawingml/2006/main">
              <a:ext uri="{FF2B5EF4-FFF2-40B4-BE49-F238E27FC236}">
                <a16:creationId xmlns:a16="http://schemas.microsoft.com/office/drawing/2014/main" id="{4C08B54A-F08E-4A53-83A4-1D3EF8FE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417" y="2440943"/>
            <a:ext cx="280724" cy="94950"/>
          </a:xfrm>
          <a:custGeom xmlns:a="http://schemas.openxmlformats.org/drawingml/2006/main">
            <a:pathLst>
              <a:path w="280724" h="94950">
                <a:moveTo>
                  <a:pt x="95274" y="94950"/>
                </a:moveTo>
                <a:lnTo>
                  <a:pt x="74418" y="94950"/>
                </a:lnTo>
                <a:lnTo>
                  <a:pt x="66128" y="73317"/>
                </a:lnTo>
                <a:lnTo>
                  <a:pt x="28174" y="73317"/>
                </a:lnTo>
                <a:lnTo>
                  <a:pt x="20337" y="94950"/>
                </a:lnTo>
                <a:lnTo>
                  <a:pt x="0" y="94950"/>
                </a:lnTo>
                <a:lnTo>
                  <a:pt x="36983" y="0"/>
                </a:lnTo>
                <a:lnTo>
                  <a:pt x="57255" y="0"/>
                </a:lnTo>
                <a:lnTo>
                  <a:pt x="95274" y="94950"/>
                </a:lnTo>
                <a:moveTo>
                  <a:pt x="59975" y="57255"/>
                </a:moveTo>
                <a:lnTo>
                  <a:pt x="46892" y="22151"/>
                </a:lnTo>
                <a:lnTo>
                  <a:pt x="34068" y="57255"/>
                </a:lnTo>
                <a:lnTo>
                  <a:pt x="59975" y="57255"/>
                </a:lnTo>
                <a:close/>
                <a:moveTo>
                  <a:pt x="105614" y="94950"/>
                </a:moveTo>
                <a:lnTo>
                  <a:pt x="105614" y="0"/>
                </a:lnTo>
                <a:lnTo>
                  <a:pt x="124267" y="0"/>
                </a:lnTo>
                <a:lnTo>
                  <a:pt x="163128" y="63543"/>
                </a:lnTo>
                <a:lnTo>
                  <a:pt x="163128" y="0"/>
                </a:lnTo>
                <a:lnTo>
                  <a:pt x="180939" y="0"/>
                </a:lnTo>
                <a:lnTo>
                  <a:pt x="180939" y="94950"/>
                </a:lnTo>
                <a:lnTo>
                  <a:pt x="161703" y="94950"/>
                </a:lnTo>
                <a:lnTo>
                  <a:pt x="123425" y="32858"/>
                </a:lnTo>
                <a:lnTo>
                  <a:pt x="123425" y="94950"/>
                </a:lnTo>
                <a:lnTo>
                  <a:pt x="105614" y="94950"/>
                </a:lnTo>
                <a:close/>
                <a:moveTo>
                  <a:pt x="201124" y="0"/>
                </a:moveTo>
                <a:lnTo>
                  <a:pt x="236163" y="0"/>
                </a:lnTo>
                <a:cubicBezTo>
                  <a:pt x="244065" y="0"/>
                  <a:pt x="250088" y="605"/>
                  <a:pt x="254234" y="1813"/>
                </a:cubicBezTo>
                <a:cubicBezTo>
                  <a:pt x="259804" y="3454"/>
                  <a:pt x="264575" y="6369"/>
                  <a:pt x="268547" y="10557"/>
                </a:cubicBezTo>
                <a:cubicBezTo>
                  <a:pt x="272520" y="14746"/>
                  <a:pt x="275542" y="19873"/>
                  <a:pt x="277615" y="25940"/>
                </a:cubicBezTo>
                <a:cubicBezTo>
                  <a:pt x="279687" y="32006"/>
                  <a:pt x="280724" y="39487"/>
                  <a:pt x="280724" y="48382"/>
                </a:cubicBezTo>
                <a:cubicBezTo>
                  <a:pt x="280724" y="56197"/>
                  <a:pt x="279752" y="62933"/>
                  <a:pt x="277809" y="68589"/>
                </a:cubicBezTo>
                <a:cubicBezTo>
                  <a:pt x="275434" y="75498"/>
                  <a:pt x="272045" y="81090"/>
                  <a:pt x="267641" y="85364"/>
                </a:cubicBezTo>
                <a:cubicBezTo>
                  <a:pt x="264316" y="88603"/>
                  <a:pt x="259825" y="91129"/>
                  <a:pt x="254169" y="92942"/>
                </a:cubicBezTo>
                <a:cubicBezTo>
                  <a:pt x="249937" y="94281"/>
                  <a:pt x="244281" y="94950"/>
                  <a:pt x="237200" y="94950"/>
                </a:cubicBezTo>
                <a:lnTo>
                  <a:pt x="201124" y="94950"/>
                </a:lnTo>
                <a:lnTo>
                  <a:pt x="201124" y="0"/>
                </a:lnTo>
                <a:moveTo>
                  <a:pt x="220295" y="16062"/>
                </a:moveTo>
                <a:lnTo>
                  <a:pt x="220295" y="78887"/>
                </a:lnTo>
                <a:lnTo>
                  <a:pt x="234609" y="78887"/>
                </a:lnTo>
                <a:cubicBezTo>
                  <a:pt x="239963" y="78887"/>
                  <a:pt x="243828" y="78585"/>
                  <a:pt x="246202" y="77981"/>
                </a:cubicBezTo>
                <a:cubicBezTo>
                  <a:pt x="249311" y="77205"/>
                  <a:pt x="251891" y="75890"/>
                  <a:pt x="253942" y="74036"/>
                </a:cubicBezTo>
                <a:cubicBezTo>
                  <a:pt x="255993" y="72181"/>
                  <a:pt x="257666" y="69128"/>
                  <a:pt x="258962" y="64879"/>
                </a:cubicBezTo>
                <a:cubicBezTo>
                  <a:pt x="260257" y="60630"/>
                  <a:pt x="260905" y="54840"/>
                  <a:pt x="260905" y="47507"/>
                </a:cubicBezTo>
                <a:cubicBezTo>
                  <a:pt x="260905" y="40175"/>
                  <a:pt x="260257" y="34546"/>
                  <a:pt x="258962" y="30621"/>
                </a:cubicBezTo>
                <a:cubicBezTo>
                  <a:pt x="257666" y="26696"/>
                  <a:pt x="255853" y="23634"/>
                  <a:pt x="253521" y="21434"/>
                </a:cubicBezTo>
                <a:cubicBezTo>
                  <a:pt x="251190" y="19233"/>
                  <a:pt x="248232" y="17745"/>
                  <a:pt x="244648" y="16969"/>
                </a:cubicBezTo>
                <a:cubicBezTo>
                  <a:pt x="241971" y="16365"/>
                  <a:pt x="236725" y="16062"/>
                  <a:pt x="228909" y="16062"/>
                </a:cubicBezTo>
                <a:lnTo>
                  <a:pt x="220295" y="160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D0DB3-D691-49F9-8C16-F96F47CC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6" y="2583266"/>
            <a:ext cx="3818277" cy="161069"/>
          </a:xfrm>
          <a:custGeom xmlns:a="http://schemas.openxmlformats.org/drawingml/2006/main">
            <a:pathLst>
              <a:path w="3818277" h="161069">
                <a:moveTo>
                  <a:pt x="0" y="0"/>
                </a:moveTo>
                <a:lnTo>
                  <a:pt x="3818277" y="0"/>
                </a:lnTo>
                <a:lnTo>
                  <a:pt x="3818277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thereasonableflagsofinertialnavigationmodules1istrue">
            <a:extLst xmlns:a="http://schemas.openxmlformats.org/drawingml/2006/main">
              <a:ext uri="{FF2B5EF4-FFF2-40B4-BE49-F238E27FC236}">
                <a16:creationId xmlns:a16="http://schemas.microsoft.com/office/drawing/2014/main" id="{064ED078-25A2-41DD-9EF9-EA88DF36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598" y="2609802"/>
            <a:ext cx="3737659" cy="124614"/>
          </a:xfrm>
          <a:custGeom xmlns:a="http://schemas.openxmlformats.org/drawingml/2006/main">
            <a:pathLst>
              <a:path w="3737659" h="124614">
                <a:moveTo>
                  <a:pt x="39055" y="27850"/>
                </a:moveTo>
                <a:lnTo>
                  <a:pt x="39055" y="42358"/>
                </a:lnTo>
                <a:lnTo>
                  <a:pt x="26620" y="42358"/>
                </a:lnTo>
                <a:lnTo>
                  <a:pt x="26620" y="70034"/>
                </a:lnTo>
                <a:cubicBezTo>
                  <a:pt x="26620" y="75640"/>
                  <a:pt x="26738" y="78906"/>
                  <a:pt x="26976" y="79833"/>
                </a:cubicBezTo>
                <a:cubicBezTo>
                  <a:pt x="27213" y="80758"/>
                  <a:pt x="27753" y="81523"/>
                  <a:pt x="28595" y="82128"/>
                </a:cubicBezTo>
                <a:cubicBezTo>
                  <a:pt x="29437" y="82731"/>
                  <a:pt x="30463" y="83033"/>
                  <a:pt x="31672" y="83033"/>
                </a:cubicBezTo>
                <a:cubicBezTo>
                  <a:pt x="33356" y="83033"/>
                  <a:pt x="35795" y="82450"/>
                  <a:pt x="38990" y="81284"/>
                </a:cubicBezTo>
                <a:lnTo>
                  <a:pt x="40545" y="95456"/>
                </a:lnTo>
                <a:cubicBezTo>
                  <a:pt x="36313" y="97277"/>
                  <a:pt x="31520" y="98188"/>
                  <a:pt x="26166" y="98188"/>
                </a:cubicBezTo>
                <a:cubicBezTo>
                  <a:pt x="22885" y="98188"/>
                  <a:pt x="19927" y="97638"/>
                  <a:pt x="17293" y="96537"/>
                </a:cubicBezTo>
                <a:cubicBezTo>
                  <a:pt x="14659" y="95436"/>
                  <a:pt x="12727" y="94011"/>
                  <a:pt x="11496" y="92262"/>
                </a:cubicBezTo>
                <a:cubicBezTo>
                  <a:pt x="10266" y="90513"/>
                  <a:pt x="9413" y="88149"/>
                  <a:pt x="8938" y="85170"/>
                </a:cubicBezTo>
                <a:cubicBezTo>
                  <a:pt x="8549" y="83054"/>
                  <a:pt x="8355" y="78779"/>
                  <a:pt x="8355" y="72346"/>
                </a:cubicBezTo>
                <a:lnTo>
                  <a:pt x="8355" y="42358"/>
                </a:lnTo>
                <a:lnTo>
                  <a:pt x="0" y="42358"/>
                </a:lnTo>
                <a:lnTo>
                  <a:pt x="0" y="27850"/>
                </a:lnTo>
                <a:lnTo>
                  <a:pt x="8355" y="27850"/>
                </a:lnTo>
                <a:lnTo>
                  <a:pt x="8355" y="14119"/>
                </a:lnTo>
                <a:lnTo>
                  <a:pt x="26620" y="3368"/>
                </a:lnTo>
                <a:lnTo>
                  <a:pt x="26620" y="27850"/>
                </a:lnTo>
                <a:lnTo>
                  <a:pt x="39055" y="27850"/>
                </a:lnTo>
                <a:close/>
                <a:moveTo>
                  <a:pt x="69819" y="1684"/>
                </a:moveTo>
                <a:lnTo>
                  <a:pt x="69819" y="36642"/>
                </a:lnTo>
                <a:cubicBezTo>
                  <a:pt x="75691" y="29745"/>
                  <a:pt x="82708" y="26296"/>
                  <a:pt x="90868" y="26296"/>
                </a:cubicBezTo>
                <a:cubicBezTo>
                  <a:pt x="95057" y="26296"/>
                  <a:pt x="98835" y="27073"/>
                  <a:pt x="102203" y="28627"/>
                </a:cubicBezTo>
                <a:cubicBezTo>
                  <a:pt x="105571" y="30182"/>
                  <a:pt x="108107" y="32168"/>
                  <a:pt x="109813" y="34586"/>
                </a:cubicBezTo>
                <a:cubicBezTo>
                  <a:pt x="111519" y="37004"/>
                  <a:pt x="112684" y="39681"/>
                  <a:pt x="113311" y="42617"/>
                </a:cubicBezTo>
                <a:cubicBezTo>
                  <a:pt x="113937" y="45553"/>
                  <a:pt x="114250" y="50109"/>
                  <a:pt x="114250" y="56283"/>
                </a:cubicBezTo>
                <a:lnTo>
                  <a:pt x="114250" y="96634"/>
                </a:lnTo>
                <a:lnTo>
                  <a:pt x="96050" y="96634"/>
                </a:lnTo>
                <a:lnTo>
                  <a:pt x="96050" y="60342"/>
                </a:lnTo>
                <a:cubicBezTo>
                  <a:pt x="96050" y="53139"/>
                  <a:pt x="95704" y="48567"/>
                  <a:pt x="95014" y="46627"/>
                </a:cubicBezTo>
                <a:cubicBezTo>
                  <a:pt x="94323" y="44685"/>
                  <a:pt x="93103" y="43143"/>
                  <a:pt x="91354" y="42000"/>
                </a:cubicBezTo>
                <a:cubicBezTo>
                  <a:pt x="89605" y="40857"/>
                  <a:pt x="87414" y="40286"/>
                  <a:pt x="84780" y="40286"/>
                </a:cubicBezTo>
                <a:cubicBezTo>
                  <a:pt x="81758" y="40286"/>
                  <a:pt x="79059" y="41019"/>
                  <a:pt x="76684" y="42486"/>
                </a:cubicBezTo>
                <a:cubicBezTo>
                  <a:pt x="74309" y="43953"/>
                  <a:pt x="72571" y="46163"/>
                  <a:pt x="71470" y="49116"/>
                </a:cubicBezTo>
                <a:cubicBezTo>
                  <a:pt x="70369" y="52070"/>
                  <a:pt x="69819" y="56437"/>
                  <a:pt x="69819" y="62218"/>
                </a:cubicBezTo>
                <a:lnTo>
                  <a:pt x="69819" y="96634"/>
                </a:lnTo>
                <a:lnTo>
                  <a:pt x="51619" y="96634"/>
                </a:lnTo>
                <a:lnTo>
                  <a:pt x="51619" y="1684"/>
                </a:lnTo>
                <a:lnTo>
                  <a:pt x="69819" y="1684"/>
                </a:lnTo>
                <a:close/>
                <a:moveTo>
                  <a:pt x="172562" y="74742"/>
                </a:moveTo>
                <a:lnTo>
                  <a:pt x="190697" y="77851"/>
                </a:lnTo>
                <a:cubicBezTo>
                  <a:pt x="188365" y="84479"/>
                  <a:pt x="184684" y="89526"/>
                  <a:pt x="179654" y="92991"/>
                </a:cubicBezTo>
                <a:cubicBezTo>
                  <a:pt x="174624" y="96456"/>
                  <a:pt x="168330" y="98188"/>
                  <a:pt x="160774" y="98188"/>
                </a:cubicBezTo>
                <a:cubicBezTo>
                  <a:pt x="148814" y="98188"/>
                  <a:pt x="139962" y="94281"/>
                  <a:pt x="134219" y="86465"/>
                </a:cubicBezTo>
                <a:cubicBezTo>
                  <a:pt x="129685" y="80204"/>
                  <a:pt x="127419" y="72303"/>
                  <a:pt x="127419" y="62760"/>
                </a:cubicBezTo>
                <a:cubicBezTo>
                  <a:pt x="127419" y="51361"/>
                  <a:pt x="130398" y="42434"/>
                  <a:pt x="136357" y="35979"/>
                </a:cubicBezTo>
                <a:cubicBezTo>
                  <a:pt x="142315" y="29523"/>
                  <a:pt x="149850" y="26296"/>
                  <a:pt x="158961" y="26296"/>
                </a:cubicBezTo>
                <a:cubicBezTo>
                  <a:pt x="169194" y="26296"/>
                  <a:pt x="177268" y="29675"/>
                  <a:pt x="183184" y="36432"/>
                </a:cubicBezTo>
                <a:cubicBezTo>
                  <a:pt x="189099" y="43189"/>
                  <a:pt x="191928" y="53542"/>
                  <a:pt x="191668" y="67488"/>
                </a:cubicBezTo>
                <a:lnTo>
                  <a:pt x="146072" y="67488"/>
                </a:lnTo>
                <a:cubicBezTo>
                  <a:pt x="146201" y="72886"/>
                  <a:pt x="147669" y="77085"/>
                  <a:pt x="150476" y="80086"/>
                </a:cubicBezTo>
                <a:cubicBezTo>
                  <a:pt x="153283" y="83087"/>
                  <a:pt x="156780" y="84587"/>
                  <a:pt x="160968" y="84587"/>
                </a:cubicBezTo>
                <a:cubicBezTo>
                  <a:pt x="163818" y="84587"/>
                  <a:pt x="166215" y="83810"/>
                  <a:pt x="168158" y="82255"/>
                </a:cubicBezTo>
                <a:cubicBezTo>
                  <a:pt x="170101" y="80701"/>
                  <a:pt x="171569" y="78197"/>
                  <a:pt x="172562" y="74742"/>
                </a:cubicBezTo>
                <a:moveTo>
                  <a:pt x="173598" y="56348"/>
                </a:moveTo>
                <a:cubicBezTo>
                  <a:pt x="173469" y="51102"/>
                  <a:pt x="172109" y="47113"/>
                  <a:pt x="169518" y="44382"/>
                </a:cubicBezTo>
                <a:cubicBezTo>
                  <a:pt x="166927" y="41651"/>
                  <a:pt x="163775" y="40286"/>
                  <a:pt x="160062" y="40286"/>
                </a:cubicBezTo>
                <a:cubicBezTo>
                  <a:pt x="156089" y="40286"/>
                  <a:pt x="152808" y="41726"/>
                  <a:pt x="150217" y="44607"/>
                </a:cubicBezTo>
                <a:cubicBezTo>
                  <a:pt x="147626" y="47489"/>
                  <a:pt x="146352" y="51403"/>
                  <a:pt x="146396" y="56348"/>
                </a:cubicBezTo>
                <a:lnTo>
                  <a:pt x="173598" y="56348"/>
                </a:lnTo>
                <a:close/>
                <a:moveTo>
                  <a:pt x="260778" y="96634"/>
                </a:moveTo>
                <a:lnTo>
                  <a:pt x="242578" y="96634"/>
                </a:lnTo>
                <a:lnTo>
                  <a:pt x="242578" y="27850"/>
                </a:lnTo>
                <a:lnTo>
                  <a:pt x="259483" y="27850"/>
                </a:lnTo>
                <a:lnTo>
                  <a:pt x="259483" y="37630"/>
                </a:lnTo>
                <a:cubicBezTo>
                  <a:pt x="262376" y="33010"/>
                  <a:pt x="264977" y="29966"/>
                  <a:pt x="267287" y="28498"/>
                </a:cubicBezTo>
                <a:cubicBezTo>
                  <a:pt x="269598" y="27030"/>
                  <a:pt x="272221" y="26296"/>
                  <a:pt x="275157" y="26296"/>
                </a:cubicBezTo>
                <a:cubicBezTo>
                  <a:pt x="279302" y="26296"/>
                  <a:pt x="283296" y="27440"/>
                  <a:pt x="287139" y="29729"/>
                </a:cubicBezTo>
                <a:lnTo>
                  <a:pt x="281504" y="45597"/>
                </a:lnTo>
                <a:cubicBezTo>
                  <a:pt x="278438" y="43610"/>
                  <a:pt x="275589" y="42617"/>
                  <a:pt x="272955" y="42617"/>
                </a:cubicBezTo>
                <a:cubicBezTo>
                  <a:pt x="270407" y="42617"/>
                  <a:pt x="268248" y="43319"/>
                  <a:pt x="266478" y="44722"/>
                </a:cubicBezTo>
                <a:cubicBezTo>
                  <a:pt x="264708" y="46126"/>
                  <a:pt x="263315" y="48662"/>
                  <a:pt x="262300" y="52333"/>
                </a:cubicBezTo>
                <a:cubicBezTo>
                  <a:pt x="261286" y="56003"/>
                  <a:pt x="260778" y="63689"/>
                  <a:pt x="260778" y="75390"/>
                </a:cubicBezTo>
                <a:lnTo>
                  <a:pt x="260778" y="96634"/>
                </a:lnTo>
                <a:close/>
                <a:moveTo>
                  <a:pt x="334787" y="74742"/>
                </a:moveTo>
                <a:lnTo>
                  <a:pt x="352922" y="77851"/>
                </a:lnTo>
                <a:cubicBezTo>
                  <a:pt x="350590" y="84479"/>
                  <a:pt x="346909" y="89526"/>
                  <a:pt x="341879" y="92991"/>
                </a:cubicBezTo>
                <a:cubicBezTo>
                  <a:pt x="336849" y="96456"/>
                  <a:pt x="330556" y="98188"/>
                  <a:pt x="322999" y="98188"/>
                </a:cubicBezTo>
                <a:cubicBezTo>
                  <a:pt x="311039" y="98188"/>
                  <a:pt x="302187" y="94281"/>
                  <a:pt x="296444" y="86465"/>
                </a:cubicBezTo>
                <a:cubicBezTo>
                  <a:pt x="291911" y="80204"/>
                  <a:pt x="289644" y="72303"/>
                  <a:pt x="289644" y="62760"/>
                </a:cubicBezTo>
                <a:cubicBezTo>
                  <a:pt x="289644" y="51361"/>
                  <a:pt x="292623" y="42434"/>
                  <a:pt x="298582" y="35979"/>
                </a:cubicBezTo>
                <a:cubicBezTo>
                  <a:pt x="304540" y="29523"/>
                  <a:pt x="312075" y="26296"/>
                  <a:pt x="321186" y="26296"/>
                </a:cubicBezTo>
                <a:cubicBezTo>
                  <a:pt x="331419" y="26296"/>
                  <a:pt x="339494" y="29675"/>
                  <a:pt x="345409" y="36432"/>
                </a:cubicBezTo>
                <a:cubicBezTo>
                  <a:pt x="351324" y="43189"/>
                  <a:pt x="354153" y="53542"/>
                  <a:pt x="353894" y="67488"/>
                </a:cubicBezTo>
                <a:lnTo>
                  <a:pt x="308297" y="67488"/>
                </a:lnTo>
                <a:cubicBezTo>
                  <a:pt x="308426" y="72886"/>
                  <a:pt x="309895" y="77085"/>
                  <a:pt x="312701" y="80086"/>
                </a:cubicBezTo>
                <a:cubicBezTo>
                  <a:pt x="315508" y="83087"/>
                  <a:pt x="319005" y="84587"/>
                  <a:pt x="323194" y="84587"/>
                </a:cubicBezTo>
                <a:cubicBezTo>
                  <a:pt x="326043" y="84587"/>
                  <a:pt x="328440" y="83810"/>
                  <a:pt x="330383" y="82255"/>
                </a:cubicBezTo>
                <a:cubicBezTo>
                  <a:pt x="332326" y="80701"/>
                  <a:pt x="333794" y="78197"/>
                  <a:pt x="334787" y="74742"/>
                </a:cubicBezTo>
                <a:moveTo>
                  <a:pt x="335823" y="56348"/>
                </a:moveTo>
                <a:cubicBezTo>
                  <a:pt x="335694" y="51102"/>
                  <a:pt x="334334" y="47113"/>
                  <a:pt x="331743" y="44382"/>
                </a:cubicBezTo>
                <a:cubicBezTo>
                  <a:pt x="329152" y="41651"/>
                  <a:pt x="326000" y="40286"/>
                  <a:pt x="322287" y="40286"/>
                </a:cubicBezTo>
                <a:cubicBezTo>
                  <a:pt x="318314" y="40286"/>
                  <a:pt x="315033" y="41726"/>
                  <a:pt x="312442" y="44607"/>
                </a:cubicBezTo>
                <a:cubicBezTo>
                  <a:pt x="309851" y="47489"/>
                  <a:pt x="308578" y="51403"/>
                  <a:pt x="308621" y="56348"/>
                </a:cubicBezTo>
                <a:lnTo>
                  <a:pt x="335823" y="56348"/>
                </a:lnTo>
                <a:close/>
                <a:moveTo>
                  <a:pt x="382306" y="49094"/>
                </a:moveTo>
                <a:lnTo>
                  <a:pt x="365790" y="46115"/>
                </a:lnTo>
                <a:cubicBezTo>
                  <a:pt x="367647" y="39378"/>
                  <a:pt x="370842" y="34390"/>
                  <a:pt x="375376" y="31153"/>
                </a:cubicBezTo>
                <a:cubicBezTo>
                  <a:pt x="379910" y="27915"/>
                  <a:pt x="386646" y="26296"/>
                  <a:pt x="395584" y="26296"/>
                </a:cubicBezTo>
                <a:cubicBezTo>
                  <a:pt x="403701" y="26296"/>
                  <a:pt x="409746" y="27257"/>
                  <a:pt x="413719" y="29178"/>
                </a:cubicBezTo>
                <a:cubicBezTo>
                  <a:pt x="417691" y="31099"/>
                  <a:pt x="420487" y="33539"/>
                  <a:pt x="422106" y="36497"/>
                </a:cubicBezTo>
                <a:cubicBezTo>
                  <a:pt x="423725" y="39455"/>
                  <a:pt x="424535" y="44884"/>
                  <a:pt x="424535" y="52786"/>
                </a:cubicBezTo>
                <a:lnTo>
                  <a:pt x="424341" y="74030"/>
                </a:lnTo>
                <a:cubicBezTo>
                  <a:pt x="424341" y="80075"/>
                  <a:pt x="424632" y="84533"/>
                  <a:pt x="425215" y="87404"/>
                </a:cubicBezTo>
                <a:cubicBezTo>
                  <a:pt x="425798" y="90276"/>
                  <a:pt x="426888" y="93352"/>
                  <a:pt x="428486" y="96634"/>
                </a:cubicBezTo>
                <a:lnTo>
                  <a:pt x="410480" y="96634"/>
                </a:lnTo>
                <a:cubicBezTo>
                  <a:pt x="410005" y="95425"/>
                  <a:pt x="409422" y="93633"/>
                  <a:pt x="408731" y="91258"/>
                </a:cubicBezTo>
                <a:cubicBezTo>
                  <a:pt x="408429" y="90179"/>
                  <a:pt x="408213" y="89466"/>
                  <a:pt x="408084" y="89121"/>
                </a:cubicBezTo>
                <a:cubicBezTo>
                  <a:pt x="404975" y="92143"/>
                  <a:pt x="401650" y="94410"/>
                  <a:pt x="398109" y="95921"/>
                </a:cubicBezTo>
                <a:cubicBezTo>
                  <a:pt x="394569" y="97433"/>
                  <a:pt x="390791" y="98188"/>
                  <a:pt x="386775" y="98188"/>
                </a:cubicBezTo>
                <a:cubicBezTo>
                  <a:pt x="379694" y="98188"/>
                  <a:pt x="374113" y="96275"/>
                  <a:pt x="370033" y="92448"/>
                </a:cubicBezTo>
                <a:cubicBezTo>
                  <a:pt x="365952" y="88622"/>
                  <a:pt x="363912" y="83784"/>
                  <a:pt x="363912" y="77936"/>
                </a:cubicBezTo>
                <a:cubicBezTo>
                  <a:pt x="363912" y="74066"/>
                  <a:pt x="364840" y="70616"/>
                  <a:pt x="366697" y="67585"/>
                </a:cubicBezTo>
                <a:cubicBezTo>
                  <a:pt x="368554" y="64553"/>
                  <a:pt x="371155" y="62231"/>
                  <a:pt x="374502" y="60619"/>
                </a:cubicBezTo>
                <a:cubicBezTo>
                  <a:pt x="377848" y="59006"/>
                  <a:pt x="382673" y="57598"/>
                  <a:pt x="388977" y="56395"/>
                </a:cubicBezTo>
                <a:cubicBezTo>
                  <a:pt x="397483" y="54804"/>
                  <a:pt x="403377" y="53320"/>
                  <a:pt x="406659" y="51944"/>
                </a:cubicBezTo>
                <a:lnTo>
                  <a:pt x="406659" y="50110"/>
                </a:lnTo>
                <a:cubicBezTo>
                  <a:pt x="406659" y="46574"/>
                  <a:pt x="405795" y="44052"/>
                  <a:pt x="404068" y="42546"/>
                </a:cubicBezTo>
                <a:cubicBezTo>
                  <a:pt x="402341" y="41039"/>
                  <a:pt x="399081" y="40286"/>
                  <a:pt x="394288" y="40286"/>
                </a:cubicBezTo>
                <a:cubicBezTo>
                  <a:pt x="391050" y="40286"/>
                  <a:pt x="388524" y="40937"/>
                  <a:pt x="386710" y="42241"/>
                </a:cubicBezTo>
                <a:cubicBezTo>
                  <a:pt x="384897" y="43543"/>
                  <a:pt x="383429" y="45827"/>
                  <a:pt x="382306" y="49094"/>
                </a:cubicBezTo>
                <a:moveTo>
                  <a:pt x="406659" y="63861"/>
                </a:moveTo>
                <a:cubicBezTo>
                  <a:pt x="404327" y="64629"/>
                  <a:pt x="400635" y="65547"/>
                  <a:pt x="395584" y="66614"/>
                </a:cubicBezTo>
                <a:cubicBezTo>
                  <a:pt x="390532" y="67680"/>
                  <a:pt x="387228" y="68725"/>
                  <a:pt x="385674" y="69749"/>
                </a:cubicBezTo>
                <a:cubicBezTo>
                  <a:pt x="383299" y="71413"/>
                  <a:pt x="382112" y="73524"/>
                  <a:pt x="382112" y="76084"/>
                </a:cubicBezTo>
                <a:cubicBezTo>
                  <a:pt x="382112" y="78602"/>
                  <a:pt x="383062" y="80779"/>
                  <a:pt x="384962" y="82614"/>
                </a:cubicBezTo>
                <a:cubicBezTo>
                  <a:pt x="386861" y="84447"/>
                  <a:pt x="389279" y="85364"/>
                  <a:pt x="392216" y="85364"/>
                </a:cubicBezTo>
                <a:cubicBezTo>
                  <a:pt x="395497" y="85364"/>
                  <a:pt x="398628" y="84298"/>
                  <a:pt x="401607" y="82164"/>
                </a:cubicBezTo>
                <a:cubicBezTo>
                  <a:pt x="403809" y="80544"/>
                  <a:pt x="405256" y="78560"/>
                  <a:pt x="405946" y="76212"/>
                </a:cubicBezTo>
                <a:cubicBezTo>
                  <a:pt x="406421" y="74676"/>
                  <a:pt x="406659" y="71754"/>
                  <a:pt x="406659" y="67446"/>
                </a:cubicBezTo>
                <a:lnTo>
                  <a:pt x="406659" y="63861"/>
                </a:lnTo>
                <a:close/>
                <a:moveTo>
                  <a:pt x="436043" y="77074"/>
                </a:moveTo>
                <a:lnTo>
                  <a:pt x="454307" y="74224"/>
                </a:lnTo>
                <a:cubicBezTo>
                  <a:pt x="455085" y="77743"/>
                  <a:pt x="456661" y="80415"/>
                  <a:pt x="459035" y="82239"/>
                </a:cubicBezTo>
                <a:cubicBezTo>
                  <a:pt x="461410" y="84063"/>
                  <a:pt x="464735" y="84976"/>
                  <a:pt x="469010" y="84976"/>
                </a:cubicBezTo>
                <a:cubicBezTo>
                  <a:pt x="473716" y="84976"/>
                  <a:pt x="477257" y="84113"/>
                  <a:pt x="479632" y="82389"/>
                </a:cubicBezTo>
                <a:cubicBezTo>
                  <a:pt x="481229" y="81181"/>
                  <a:pt x="482028" y="79564"/>
                  <a:pt x="482028" y="77537"/>
                </a:cubicBezTo>
                <a:cubicBezTo>
                  <a:pt x="482028" y="76157"/>
                  <a:pt x="481596" y="75014"/>
                  <a:pt x="480733" y="74109"/>
                </a:cubicBezTo>
                <a:cubicBezTo>
                  <a:pt x="479826" y="73247"/>
                  <a:pt x="477797" y="72449"/>
                  <a:pt x="474645" y="71716"/>
                </a:cubicBezTo>
                <a:cubicBezTo>
                  <a:pt x="459964" y="68483"/>
                  <a:pt x="450659" y="65530"/>
                  <a:pt x="446730" y="62855"/>
                </a:cubicBezTo>
                <a:cubicBezTo>
                  <a:pt x="441289" y="59145"/>
                  <a:pt x="438569" y="53990"/>
                  <a:pt x="438569" y="47390"/>
                </a:cubicBezTo>
                <a:cubicBezTo>
                  <a:pt x="438569" y="41437"/>
                  <a:pt x="440922" y="36433"/>
                  <a:pt x="445629" y="32378"/>
                </a:cubicBezTo>
                <a:cubicBezTo>
                  <a:pt x="450335" y="28323"/>
                  <a:pt x="457632" y="26296"/>
                  <a:pt x="467520" y="26296"/>
                </a:cubicBezTo>
                <a:cubicBezTo>
                  <a:pt x="476933" y="26296"/>
                  <a:pt x="483928" y="27823"/>
                  <a:pt x="488505" y="30878"/>
                </a:cubicBezTo>
                <a:cubicBezTo>
                  <a:pt x="493082" y="33933"/>
                  <a:pt x="496234" y="38451"/>
                  <a:pt x="497961" y="44431"/>
                </a:cubicBezTo>
                <a:lnTo>
                  <a:pt x="480798" y="47669"/>
                </a:lnTo>
                <a:cubicBezTo>
                  <a:pt x="480063" y="44992"/>
                  <a:pt x="478671" y="42941"/>
                  <a:pt x="476620" y="41516"/>
                </a:cubicBezTo>
                <a:cubicBezTo>
                  <a:pt x="474569" y="40091"/>
                  <a:pt x="471644" y="39379"/>
                  <a:pt x="467844" y="39379"/>
                </a:cubicBezTo>
                <a:cubicBezTo>
                  <a:pt x="463051" y="39379"/>
                  <a:pt x="459618" y="40048"/>
                  <a:pt x="457546" y="41385"/>
                </a:cubicBezTo>
                <a:cubicBezTo>
                  <a:pt x="456164" y="42332"/>
                  <a:pt x="455473" y="43561"/>
                  <a:pt x="455473" y="45070"/>
                </a:cubicBezTo>
                <a:cubicBezTo>
                  <a:pt x="455473" y="46363"/>
                  <a:pt x="456078" y="47462"/>
                  <a:pt x="457287" y="48368"/>
                </a:cubicBezTo>
                <a:cubicBezTo>
                  <a:pt x="458928" y="49575"/>
                  <a:pt x="464595" y="51279"/>
                  <a:pt x="474288" y="53478"/>
                </a:cubicBezTo>
                <a:cubicBezTo>
                  <a:pt x="483982" y="55678"/>
                  <a:pt x="490750" y="58376"/>
                  <a:pt x="494593" y="61572"/>
                </a:cubicBezTo>
                <a:cubicBezTo>
                  <a:pt x="498393" y="64813"/>
                  <a:pt x="500293" y="69328"/>
                  <a:pt x="500293" y="75117"/>
                </a:cubicBezTo>
                <a:cubicBezTo>
                  <a:pt x="500293" y="81425"/>
                  <a:pt x="497659" y="86847"/>
                  <a:pt x="492391" y="91384"/>
                </a:cubicBezTo>
                <a:cubicBezTo>
                  <a:pt x="487123" y="95920"/>
                  <a:pt x="479329" y="98188"/>
                  <a:pt x="469010" y="98188"/>
                </a:cubicBezTo>
                <a:cubicBezTo>
                  <a:pt x="459640" y="98188"/>
                  <a:pt x="452224" y="96294"/>
                  <a:pt x="446762" y="92507"/>
                </a:cubicBezTo>
                <a:cubicBezTo>
                  <a:pt x="441300" y="88718"/>
                  <a:pt x="437727" y="83574"/>
                  <a:pt x="436043" y="77074"/>
                </a:cubicBezTo>
                <a:close/>
                <a:moveTo>
                  <a:pt x="511996" y="61271"/>
                </a:moveTo>
                <a:cubicBezTo>
                  <a:pt x="511996" y="55226"/>
                  <a:pt x="513486" y="49375"/>
                  <a:pt x="516465" y="43718"/>
                </a:cubicBezTo>
                <a:cubicBezTo>
                  <a:pt x="519444" y="38062"/>
                  <a:pt x="523665" y="33744"/>
                  <a:pt x="529127" y="30765"/>
                </a:cubicBezTo>
                <a:cubicBezTo>
                  <a:pt x="534589" y="27785"/>
                  <a:pt x="540688" y="26296"/>
                  <a:pt x="547424" y="26296"/>
                </a:cubicBezTo>
                <a:cubicBezTo>
                  <a:pt x="557830" y="26296"/>
                  <a:pt x="566358" y="29675"/>
                  <a:pt x="573007" y="36432"/>
                </a:cubicBezTo>
                <a:cubicBezTo>
                  <a:pt x="579657" y="43189"/>
                  <a:pt x="582982" y="51728"/>
                  <a:pt x="582982" y="62048"/>
                </a:cubicBezTo>
                <a:cubicBezTo>
                  <a:pt x="582982" y="72454"/>
                  <a:pt x="579624" y="81079"/>
                  <a:pt x="572910" y="87923"/>
                </a:cubicBezTo>
                <a:cubicBezTo>
                  <a:pt x="566196" y="94766"/>
                  <a:pt x="557744" y="98188"/>
                  <a:pt x="547554" y="98188"/>
                </a:cubicBezTo>
                <a:cubicBezTo>
                  <a:pt x="541249" y="98188"/>
                  <a:pt x="535237" y="96763"/>
                  <a:pt x="529516" y="93914"/>
                </a:cubicBezTo>
                <a:cubicBezTo>
                  <a:pt x="523794" y="91064"/>
                  <a:pt x="519444" y="86886"/>
                  <a:pt x="516465" y="81381"/>
                </a:cubicBezTo>
                <a:cubicBezTo>
                  <a:pt x="513486" y="75876"/>
                  <a:pt x="511996" y="69172"/>
                  <a:pt x="511996" y="61271"/>
                </a:cubicBezTo>
                <a:moveTo>
                  <a:pt x="530649" y="62242"/>
                </a:moveTo>
                <a:cubicBezTo>
                  <a:pt x="530649" y="69043"/>
                  <a:pt x="532268" y="74251"/>
                  <a:pt x="535507" y="77867"/>
                </a:cubicBezTo>
                <a:cubicBezTo>
                  <a:pt x="538745" y="81484"/>
                  <a:pt x="542739" y="83292"/>
                  <a:pt x="547489" y="83292"/>
                </a:cubicBezTo>
                <a:cubicBezTo>
                  <a:pt x="552238" y="83292"/>
                  <a:pt x="556222" y="81484"/>
                  <a:pt x="559438" y="77867"/>
                </a:cubicBezTo>
                <a:cubicBezTo>
                  <a:pt x="562655" y="74251"/>
                  <a:pt x="564264" y="69000"/>
                  <a:pt x="564264" y="62113"/>
                </a:cubicBezTo>
                <a:cubicBezTo>
                  <a:pt x="564264" y="55398"/>
                  <a:pt x="562655" y="50233"/>
                  <a:pt x="559438" y="46617"/>
                </a:cubicBezTo>
                <a:cubicBezTo>
                  <a:pt x="556222" y="43001"/>
                  <a:pt x="552238" y="41192"/>
                  <a:pt x="547489" y="41192"/>
                </a:cubicBezTo>
                <a:cubicBezTo>
                  <a:pt x="542739" y="41192"/>
                  <a:pt x="538745" y="43001"/>
                  <a:pt x="535507" y="46617"/>
                </a:cubicBezTo>
                <a:cubicBezTo>
                  <a:pt x="532268" y="50233"/>
                  <a:pt x="530649" y="55441"/>
                  <a:pt x="530649" y="62242"/>
                </a:cubicBezTo>
                <a:close/>
                <a:moveTo>
                  <a:pt x="659818" y="96634"/>
                </a:moveTo>
                <a:lnTo>
                  <a:pt x="641619" y="96634"/>
                </a:lnTo>
                <a:lnTo>
                  <a:pt x="641619" y="61570"/>
                </a:lnTo>
                <a:cubicBezTo>
                  <a:pt x="641619" y="54151"/>
                  <a:pt x="641230" y="49353"/>
                  <a:pt x="640453" y="47175"/>
                </a:cubicBezTo>
                <a:cubicBezTo>
                  <a:pt x="639676" y="44998"/>
                  <a:pt x="638413" y="43305"/>
                  <a:pt x="636664" y="42097"/>
                </a:cubicBezTo>
                <a:cubicBezTo>
                  <a:pt x="634915" y="40890"/>
                  <a:pt x="632810" y="40286"/>
                  <a:pt x="630349" y="40286"/>
                </a:cubicBezTo>
                <a:cubicBezTo>
                  <a:pt x="627197" y="40286"/>
                  <a:pt x="624369" y="41149"/>
                  <a:pt x="621864" y="42874"/>
                </a:cubicBezTo>
                <a:cubicBezTo>
                  <a:pt x="619360" y="44599"/>
                  <a:pt x="617644" y="46885"/>
                  <a:pt x="616715" y="49732"/>
                </a:cubicBezTo>
                <a:cubicBezTo>
                  <a:pt x="615787" y="52577"/>
                  <a:pt x="615323" y="57839"/>
                  <a:pt x="615323" y="65517"/>
                </a:cubicBezTo>
                <a:lnTo>
                  <a:pt x="615323" y="96634"/>
                </a:lnTo>
                <a:lnTo>
                  <a:pt x="597123" y="96634"/>
                </a:lnTo>
                <a:lnTo>
                  <a:pt x="597123" y="27850"/>
                </a:lnTo>
                <a:lnTo>
                  <a:pt x="614027" y="27850"/>
                </a:lnTo>
                <a:lnTo>
                  <a:pt x="614027" y="37954"/>
                </a:lnTo>
                <a:cubicBezTo>
                  <a:pt x="620029" y="30182"/>
                  <a:pt x="627586" y="26296"/>
                  <a:pt x="636696" y="26296"/>
                </a:cubicBezTo>
                <a:cubicBezTo>
                  <a:pt x="640712" y="26296"/>
                  <a:pt x="644382" y="27019"/>
                  <a:pt x="647707" y="28466"/>
                </a:cubicBezTo>
                <a:cubicBezTo>
                  <a:pt x="651032" y="29912"/>
                  <a:pt x="653547" y="31758"/>
                  <a:pt x="655252" y="34003"/>
                </a:cubicBezTo>
                <a:cubicBezTo>
                  <a:pt x="656958" y="36248"/>
                  <a:pt x="658145" y="38796"/>
                  <a:pt x="658814" y="41646"/>
                </a:cubicBezTo>
                <a:cubicBezTo>
                  <a:pt x="659484" y="44496"/>
                  <a:pt x="659818" y="48576"/>
                  <a:pt x="659818" y="53887"/>
                </a:cubicBezTo>
                <a:lnTo>
                  <a:pt x="659818" y="96634"/>
                </a:lnTo>
                <a:close/>
                <a:moveTo>
                  <a:pt x="691899" y="49094"/>
                </a:moveTo>
                <a:lnTo>
                  <a:pt x="675383" y="46115"/>
                </a:lnTo>
                <a:cubicBezTo>
                  <a:pt x="677240" y="39378"/>
                  <a:pt x="680435" y="34390"/>
                  <a:pt x="684969" y="31153"/>
                </a:cubicBezTo>
                <a:cubicBezTo>
                  <a:pt x="689503" y="27915"/>
                  <a:pt x="696239" y="26296"/>
                  <a:pt x="705177" y="26296"/>
                </a:cubicBezTo>
                <a:cubicBezTo>
                  <a:pt x="713294" y="26296"/>
                  <a:pt x="719339" y="27257"/>
                  <a:pt x="723312" y="29178"/>
                </a:cubicBezTo>
                <a:cubicBezTo>
                  <a:pt x="727284" y="31099"/>
                  <a:pt x="730080" y="33539"/>
                  <a:pt x="731699" y="36497"/>
                </a:cubicBezTo>
                <a:cubicBezTo>
                  <a:pt x="733318" y="39455"/>
                  <a:pt x="734128" y="44884"/>
                  <a:pt x="734128" y="52786"/>
                </a:cubicBezTo>
                <a:lnTo>
                  <a:pt x="733933" y="74030"/>
                </a:lnTo>
                <a:cubicBezTo>
                  <a:pt x="733933" y="80075"/>
                  <a:pt x="734225" y="84533"/>
                  <a:pt x="734808" y="87404"/>
                </a:cubicBezTo>
                <a:cubicBezTo>
                  <a:pt x="735391" y="90276"/>
                  <a:pt x="736481" y="93352"/>
                  <a:pt x="738079" y="96634"/>
                </a:cubicBezTo>
                <a:lnTo>
                  <a:pt x="720073" y="96634"/>
                </a:lnTo>
                <a:cubicBezTo>
                  <a:pt x="719598" y="95425"/>
                  <a:pt x="719015" y="93633"/>
                  <a:pt x="718324" y="91258"/>
                </a:cubicBezTo>
                <a:cubicBezTo>
                  <a:pt x="718022" y="90179"/>
                  <a:pt x="717806" y="89466"/>
                  <a:pt x="717677" y="89121"/>
                </a:cubicBezTo>
                <a:cubicBezTo>
                  <a:pt x="714568" y="92143"/>
                  <a:pt x="711243" y="94410"/>
                  <a:pt x="707702" y="95921"/>
                </a:cubicBezTo>
                <a:cubicBezTo>
                  <a:pt x="704162" y="97433"/>
                  <a:pt x="700384" y="98188"/>
                  <a:pt x="696368" y="98188"/>
                </a:cubicBezTo>
                <a:cubicBezTo>
                  <a:pt x="689287" y="98188"/>
                  <a:pt x="683706" y="96275"/>
                  <a:pt x="679626" y="92448"/>
                </a:cubicBezTo>
                <a:cubicBezTo>
                  <a:pt x="675545" y="88622"/>
                  <a:pt x="673505" y="83784"/>
                  <a:pt x="673505" y="77936"/>
                </a:cubicBezTo>
                <a:cubicBezTo>
                  <a:pt x="673505" y="74066"/>
                  <a:pt x="674433" y="70616"/>
                  <a:pt x="676290" y="67585"/>
                </a:cubicBezTo>
                <a:cubicBezTo>
                  <a:pt x="678147" y="64553"/>
                  <a:pt x="680748" y="62231"/>
                  <a:pt x="684095" y="60619"/>
                </a:cubicBezTo>
                <a:cubicBezTo>
                  <a:pt x="687441" y="59006"/>
                  <a:pt x="692266" y="57598"/>
                  <a:pt x="698570" y="56395"/>
                </a:cubicBezTo>
                <a:cubicBezTo>
                  <a:pt x="707076" y="54804"/>
                  <a:pt x="712970" y="53320"/>
                  <a:pt x="716252" y="51944"/>
                </a:cubicBezTo>
                <a:lnTo>
                  <a:pt x="716252" y="50110"/>
                </a:lnTo>
                <a:cubicBezTo>
                  <a:pt x="716252" y="46574"/>
                  <a:pt x="715388" y="44052"/>
                  <a:pt x="713661" y="42546"/>
                </a:cubicBezTo>
                <a:cubicBezTo>
                  <a:pt x="711934" y="41039"/>
                  <a:pt x="708674" y="40286"/>
                  <a:pt x="703881" y="40286"/>
                </a:cubicBezTo>
                <a:cubicBezTo>
                  <a:pt x="700643" y="40286"/>
                  <a:pt x="698117" y="40937"/>
                  <a:pt x="696303" y="42241"/>
                </a:cubicBezTo>
                <a:cubicBezTo>
                  <a:pt x="694490" y="43543"/>
                  <a:pt x="693022" y="45827"/>
                  <a:pt x="691899" y="49094"/>
                </a:cubicBezTo>
                <a:moveTo>
                  <a:pt x="716252" y="63861"/>
                </a:moveTo>
                <a:cubicBezTo>
                  <a:pt x="713920" y="64629"/>
                  <a:pt x="710228" y="65547"/>
                  <a:pt x="705177" y="66614"/>
                </a:cubicBezTo>
                <a:cubicBezTo>
                  <a:pt x="700125" y="67680"/>
                  <a:pt x="696821" y="68725"/>
                  <a:pt x="695267" y="69749"/>
                </a:cubicBezTo>
                <a:cubicBezTo>
                  <a:pt x="692892" y="71413"/>
                  <a:pt x="691705" y="73524"/>
                  <a:pt x="691705" y="76084"/>
                </a:cubicBezTo>
                <a:cubicBezTo>
                  <a:pt x="691705" y="78602"/>
                  <a:pt x="692655" y="80779"/>
                  <a:pt x="694555" y="82614"/>
                </a:cubicBezTo>
                <a:cubicBezTo>
                  <a:pt x="696454" y="84447"/>
                  <a:pt x="698872" y="85364"/>
                  <a:pt x="701809" y="85364"/>
                </a:cubicBezTo>
                <a:cubicBezTo>
                  <a:pt x="705090" y="85364"/>
                  <a:pt x="708221" y="84298"/>
                  <a:pt x="711200" y="82164"/>
                </a:cubicBezTo>
                <a:cubicBezTo>
                  <a:pt x="713402" y="80544"/>
                  <a:pt x="714849" y="78560"/>
                  <a:pt x="715539" y="76212"/>
                </a:cubicBezTo>
                <a:cubicBezTo>
                  <a:pt x="716014" y="74676"/>
                  <a:pt x="716252" y="71754"/>
                  <a:pt x="716252" y="67446"/>
                </a:cubicBezTo>
                <a:lnTo>
                  <a:pt x="716252" y="63861"/>
                </a:lnTo>
                <a:close/>
                <a:moveTo>
                  <a:pt x="751272" y="96634"/>
                </a:moveTo>
                <a:lnTo>
                  <a:pt x="751272" y="1684"/>
                </a:lnTo>
                <a:lnTo>
                  <a:pt x="769472" y="1684"/>
                </a:lnTo>
                <a:lnTo>
                  <a:pt x="769472" y="35881"/>
                </a:lnTo>
                <a:cubicBezTo>
                  <a:pt x="775085" y="29491"/>
                  <a:pt x="781734" y="26296"/>
                  <a:pt x="789420" y="26296"/>
                </a:cubicBezTo>
                <a:cubicBezTo>
                  <a:pt x="797797" y="26296"/>
                  <a:pt x="804727" y="29329"/>
                  <a:pt x="810211" y="35396"/>
                </a:cubicBezTo>
                <a:cubicBezTo>
                  <a:pt x="815694" y="41462"/>
                  <a:pt x="818436" y="50174"/>
                  <a:pt x="818436" y="61530"/>
                </a:cubicBezTo>
                <a:cubicBezTo>
                  <a:pt x="818436" y="73274"/>
                  <a:pt x="815640" y="82320"/>
                  <a:pt x="810049" y="88667"/>
                </a:cubicBezTo>
                <a:cubicBezTo>
                  <a:pt x="804457" y="95015"/>
                  <a:pt x="797667" y="98188"/>
                  <a:pt x="789679" y="98188"/>
                </a:cubicBezTo>
                <a:cubicBezTo>
                  <a:pt x="785750" y="98188"/>
                  <a:pt x="781875" y="97206"/>
                  <a:pt x="778053" y="95241"/>
                </a:cubicBezTo>
                <a:cubicBezTo>
                  <a:pt x="774232" y="93277"/>
                  <a:pt x="770940" y="90373"/>
                  <a:pt x="768176" y="86530"/>
                </a:cubicBezTo>
                <a:lnTo>
                  <a:pt x="768176" y="96634"/>
                </a:lnTo>
                <a:lnTo>
                  <a:pt x="751272" y="96634"/>
                </a:lnTo>
                <a:moveTo>
                  <a:pt x="769342" y="60787"/>
                </a:moveTo>
                <a:cubicBezTo>
                  <a:pt x="769342" y="67900"/>
                  <a:pt x="770465" y="73160"/>
                  <a:pt x="772710" y="76566"/>
                </a:cubicBezTo>
                <a:cubicBezTo>
                  <a:pt x="775862" y="81395"/>
                  <a:pt x="780050" y="83810"/>
                  <a:pt x="785275" y="83810"/>
                </a:cubicBezTo>
                <a:cubicBezTo>
                  <a:pt x="789291" y="83810"/>
                  <a:pt x="792713" y="82096"/>
                  <a:pt x="795541" y="78669"/>
                </a:cubicBezTo>
                <a:cubicBezTo>
                  <a:pt x="798369" y="75242"/>
                  <a:pt x="799783" y="69841"/>
                  <a:pt x="799783" y="62469"/>
                </a:cubicBezTo>
                <a:cubicBezTo>
                  <a:pt x="799783" y="54621"/>
                  <a:pt x="798358" y="48962"/>
                  <a:pt x="795508" y="45491"/>
                </a:cubicBezTo>
                <a:cubicBezTo>
                  <a:pt x="792659" y="42021"/>
                  <a:pt x="789010" y="40286"/>
                  <a:pt x="784563" y="40286"/>
                </a:cubicBezTo>
                <a:cubicBezTo>
                  <a:pt x="780201" y="40286"/>
                  <a:pt x="776574" y="41978"/>
                  <a:pt x="773682" y="45364"/>
                </a:cubicBezTo>
                <a:cubicBezTo>
                  <a:pt x="770789" y="48748"/>
                  <a:pt x="769342" y="53889"/>
                  <a:pt x="769342" y="60787"/>
                </a:cubicBezTo>
                <a:close/>
                <a:moveTo>
                  <a:pt x="833094" y="96634"/>
                </a:moveTo>
                <a:lnTo>
                  <a:pt x="833094" y="1684"/>
                </a:lnTo>
                <a:lnTo>
                  <a:pt x="851294" y="1684"/>
                </a:lnTo>
                <a:lnTo>
                  <a:pt x="851294" y="96634"/>
                </a:lnTo>
                <a:lnTo>
                  <a:pt x="833094" y="96634"/>
                </a:lnTo>
                <a:close/>
                <a:moveTo>
                  <a:pt x="909803" y="74742"/>
                </a:moveTo>
                <a:lnTo>
                  <a:pt x="927938" y="77851"/>
                </a:lnTo>
                <a:cubicBezTo>
                  <a:pt x="925606" y="84479"/>
                  <a:pt x="921925" y="89526"/>
                  <a:pt x="916895" y="92991"/>
                </a:cubicBezTo>
                <a:cubicBezTo>
                  <a:pt x="911864" y="96456"/>
                  <a:pt x="905571" y="98188"/>
                  <a:pt x="898015" y="98188"/>
                </a:cubicBezTo>
                <a:cubicBezTo>
                  <a:pt x="886054" y="98188"/>
                  <a:pt x="877203" y="94281"/>
                  <a:pt x="871460" y="86465"/>
                </a:cubicBezTo>
                <a:cubicBezTo>
                  <a:pt x="866926" y="80204"/>
                  <a:pt x="864659" y="72303"/>
                  <a:pt x="864659" y="62760"/>
                </a:cubicBezTo>
                <a:cubicBezTo>
                  <a:pt x="864659" y="51361"/>
                  <a:pt x="867639" y="42434"/>
                  <a:pt x="873597" y="35979"/>
                </a:cubicBezTo>
                <a:cubicBezTo>
                  <a:pt x="879556" y="29523"/>
                  <a:pt x="887091" y="26296"/>
                  <a:pt x="896201" y="26296"/>
                </a:cubicBezTo>
                <a:cubicBezTo>
                  <a:pt x="906435" y="26296"/>
                  <a:pt x="914509" y="29675"/>
                  <a:pt x="920425" y="36432"/>
                </a:cubicBezTo>
                <a:cubicBezTo>
                  <a:pt x="926340" y="43189"/>
                  <a:pt x="929168" y="53542"/>
                  <a:pt x="928909" y="67488"/>
                </a:cubicBezTo>
                <a:lnTo>
                  <a:pt x="883313" y="67488"/>
                </a:lnTo>
                <a:cubicBezTo>
                  <a:pt x="883442" y="72886"/>
                  <a:pt x="884910" y="77085"/>
                  <a:pt x="887717" y="80086"/>
                </a:cubicBezTo>
                <a:cubicBezTo>
                  <a:pt x="890523" y="83087"/>
                  <a:pt x="894021" y="84587"/>
                  <a:pt x="898209" y="84587"/>
                </a:cubicBezTo>
                <a:cubicBezTo>
                  <a:pt x="901059" y="84587"/>
                  <a:pt x="903455" y="83810"/>
                  <a:pt x="905398" y="82255"/>
                </a:cubicBezTo>
                <a:cubicBezTo>
                  <a:pt x="907341" y="80701"/>
                  <a:pt x="908810" y="78197"/>
                  <a:pt x="909803" y="74742"/>
                </a:cubicBezTo>
                <a:moveTo>
                  <a:pt x="910839" y="56348"/>
                </a:moveTo>
                <a:cubicBezTo>
                  <a:pt x="910709" y="51102"/>
                  <a:pt x="909349" y="47113"/>
                  <a:pt x="906759" y="44382"/>
                </a:cubicBezTo>
                <a:cubicBezTo>
                  <a:pt x="904168" y="41651"/>
                  <a:pt x="901016" y="40286"/>
                  <a:pt x="897302" y="40286"/>
                </a:cubicBezTo>
                <a:cubicBezTo>
                  <a:pt x="893330" y="40286"/>
                  <a:pt x="890048" y="41726"/>
                  <a:pt x="887458" y="44607"/>
                </a:cubicBezTo>
                <a:cubicBezTo>
                  <a:pt x="884867" y="47489"/>
                  <a:pt x="883593" y="51403"/>
                  <a:pt x="883636" y="56348"/>
                </a:cubicBezTo>
                <a:lnTo>
                  <a:pt x="910839" y="56348"/>
                </a:lnTo>
                <a:close/>
                <a:moveTo>
                  <a:pt x="972630" y="27850"/>
                </a:moveTo>
                <a:lnTo>
                  <a:pt x="982734" y="27850"/>
                </a:lnTo>
                <a:lnTo>
                  <a:pt x="982734" y="22657"/>
                </a:lnTo>
                <a:cubicBezTo>
                  <a:pt x="982734" y="16857"/>
                  <a:pt x="983349" y="12529"/>
                  <a:pt x="984580" y="9673"/>
                </a:cubicBezTo>
                <a:cubicBezTo>
                  <a:pt x="985811" y="6816"/>
                  <a:pt x="988077" y="4490"/>
                  <a:pt x="991381" y="2694"/>
                </a:cubicBezTo>
                <a:cubicBezTo>
                  <a:pt x="994684" y="898"/>
                  <a:pt x="998861" y="0"/>
                  <a:pt x="1003913" y="0"/>
                </a:cubicBezTo>
                <a:cubicBezTo>
                  <a:pt x="1009095" y="0"/>
                  <a:pt x="1014168" y="777"/>
                  <a:pt x="1019134" y="2332"/>
                </a:cubicBezTo>
                <a:lnTo>
                  <a:pt x="1016672" y="15026"/>
                </a:lnTo>
                <a:cubicBezTo>
                  <a:pt x="1013780" y="14335"/>
                  <a:pt x="1010994" y="13990"/>
                  <a:pt x="1008317" y="13990"/>
                </a:cubicBezTo>
                <a:cubicBezTo>
                  <a:pt x="1005684" y="13990"/>
                  <a:pt x="1003794" y="14609"/>
                  <a:pt x="1002650" y="15846"/>
                </a:cubicBezTo>
                <a:cubicBezTo>
                  <a:pt x="1001506" y="17082"/>
                  <a:pt x="1000934" y="19457"/>
                  <a:pt x="1000934" y="22970"/>
                </a:cubicBezTo>
                <a:lnTo>
                  <a:pt x="1000934" y="27850"/>
                </a:lnTo>
                <a:lnTo>
                  <a:pt x="1014535" y="27850"/>
                </a:lnTo>
                <a:lnTo>
                  <a:pt x="1014535" y="42229"/>
                </a:lnTo>
                <a:lnTo>
                  <a:pt x="1000934" y="42229"/>
                </a:lnTo>
                <a:lnTo>
                  <a:pt x="1000934" y="96634"/>
                </a:lnTo>
                <a:lnTo>
                  <a:pt x="982734" y="96634"/>
                </a:lnTo>
                <a:lnTo>
                  <a:pt x="982734" y="42229"/>
                </a:lnTo>
                <a:lnTo>
                  <a:pt x="972630" y="42229"/>
                </a:lnTo>
                <a:lnTo>
                  <a:pt x="972630" y="27850"/>
                </a:lnTo>
                <a:close/>
                <a:moveTo>
                  <a:pt x="1024767" y="96634"/>
                </a:moveTo>
                <a:lnTo>
                  <a:pt x="1024767" y="1684"/>
                </a:lnTo>
                <a:lnTo>
                  <a:pt x="1042967" y="1684"/>
                </a:lnTo>
                <a:lnTo>
                  <a:pt x="1042967" y="96634"/>
                </a:lnTo>
                <a:lnTo>
                  <a:pt x="1024767" y="96634"/>
                </a:lnTo>
                <a:close/>
                <a:moveTo>
                  <a:pt x="1075244" y="49094"/>
                </a:moveTo>
                <a:lnTo>
                  <a:pt x="1058728" y="46115"/>
                </a:lnTo>
                <a:cubicBezTo>
                  <a:pt x="1060584" y="39378"/>
                  <a:pt x="1063780" y="34390"/>
                  <a:pt x="1068313" y="31153"/>
                </a:cubicBezTo>
                <a:cubicBezTo>
                  <a:pt x="1072847" y="27915"/>
                  <a:pt x="1079583" y="26296"/>
                  <a:pt x="1088521" y="26296"/>
                </a:cubicBezTo>
                <a:cubicBezTo>
                  <a:pt x="1096639" y="26296"/>
                  <a:pt x="1102684" y="27257"/>
                  <a:pt x="1106656" y="29178"/>
                </a:cubicBezTo>
                <a:cubicBezTo>
                  <a:pt x="1110628" y="31099"/>
                  <a:pt x="1113424" y="33539"/>
                  <a:pt x="1115043" y="36497"/>
                </a:cubicBezTo>
                <a:cubicBezTo>
                  <a:pt x="1116663" y="39455"/>
                  <a:pt x="1117472" y="44884"/>
                  <a:pt x="1117472" y="52786"/>
                </a:cubicBezTo>
                <a:lnTo>
                  <a:pt x="1117278" y="74030"/>
                </a:lnTo>
                <a:cubicBezTo>
                  <a:pt x="1117278" y="80075"/>
                  <a:pt x="1117569" y="84533"/>
                  <a:pt x="1118152" y="87404"/>
                </a:cubicBezTo>
                <a:cubicBezTo>
                  <a:pt x="1118735" y="90276"/>
                  <a:pt x="1119826" y="93352"/>
                  <a:pt x="1121423" y="96634"/>
                </a:cubicBezTo>
                <a:lnTo>
                  <a:pt x="1103418" y="96634"/>
                </a:lnTo>
                <a:cubicBezTo>
                  <a:pt x="1102943" y="95425"/>
                  <a:pt x="1102360" y="93633"/>
                  <a:pt x="1101669" y="91258"/>
                </a:cubicBezTo>
                <a:cubicBezTo>
                  <a:pt x="1101367" y="90179"/>
                  <a:pt x="1101151" y="89466"/>
                  <a:pt x="1101021" y="89121"/>
                </a:cubicBezTo>
                <a:cubicBezTo>
                  <a:pt x="1097912" y="92143"/>
                  <a:pt x="1094588" y="94410"/>
                  <a:pt x="1091047" y="95921"/>
                </a:cubicBezTo>
                <a:cubicBezTo>
                  <a:pt x="1087506" y="97433"/>
                  <a:pt x="1083728" y="98188"/>
                  <a:pt x="1079713" y="98188"/>
                </a:cubicBezTo>
                <a:cubicBezTo>
                  <a:pt x="1072631" y="98188"/>
                  <a:pt x="1067050" y="96275"/>
                  <a:pt x="1062970" y="92448"/>
                </a:cubicBezTo>
                <a:cubicBezTo>
                  <a:pt x="1058890" y="88622"/>
                  <a:pt x="1056849" y="83784"/>
                  <a:pt x="1056849" y="77936"/>
                </a:cubicBezTo>
                <a:cubicBezTo>
                  <a:pt x="1056849" y="74066"/>
                  <a:pt x="1057778" y="70616"/>
                  <a:pt x="1059634" y="67585"/>
                </a:cubicBezTo>
                <a:cubicBezTo>
                  <a:pt x="1061491" y="64553"/>
                  <a:pt x="1064093" y="62231"/>
                  <a:pt x="1067439" y="60619"/>
                </a:cubicBezTo>
                <a:cubicBezTo>
                  <a:pt x="1070785" y="59006"/>
                  <a:pt x="1075611" y="57598"/>
                  <a:pt x="1081915" y="56395"/>
                </a:cubicBezTo>
                <a:cubicBezTo>
                  <a:pt x="1090421" y="54804"/>
                  <a:pt x="1096315" y="53320"/>
                  <a:pt x="1099596" y="51944"/>
                </a:cubicBezTo>
                <a:lnTo>
                  <a:pt x="1099596" y="50110"/>
                </a:lnTo>
                <a:cubicBezTo>
                  <a:pt x="1099596" y="46574"/>
                  <a:pt x="1098733" y="44052"/>
                  <a:pt x="1097006" y="42546"/>
                </a:cubicBezTo>
                <a:cubicBezTo>
                  <a:pt x="1095278" y="41039"/>
                  <a:pt x="1092018" y="40286"/>
                  <a:pt x="1087226" y="40286"/>
                </a:cubicBezTo>
                <a:cubicBezTo>
                  <a:pt x="1083987" y="40286"/>
                  <a:pt x="1081461" y="40937"/>
                  <a:pt x="1079648" y="42241"/>
                </a:cubicBezTo>
                <a:cubicBezTo>
                  <a:pt x="1077834" y="43543"/>
                  <a:pt x="1076366" y="45827"/>
                  <a:pt x="1075244" y="49094"/>
                </a:cubicBezTo>
                <a:moveTo>
                  <a:pt x="1099596" y="63861"/>
                </a:moveTo>
                <a:cubicBezTo>
                  <a:pt x="1097265" y="64629"/>
                  <a:pt x="1093573" y="65547"/>
                  <a:pt x="1088521" y="66614"/>
                </a:cubicBezTo>
                <a:cubicBezTo>
                  <a:pt x="1083469" y="67680"/>
                  <a:pt x="1080166" y="68725"/>
                  <a:pt x="1078611" y="69749"/>
                </a:cubicBezTo>
                <a:cubicBezTo>
                  <a:pt x="1076237" y="71413"/>
                  <a:pt x="1075049" y="73524"/>
                  <a:pt x="1075049" y="76084"/>
                </a:cubicBezTo>
                <a:cubicBezTo>
                  <a:pt x="1075049" y="78602"/>
                  <a:pt x="1075999" y="80779"/>
                  <a:pt x="1077899" y="82614"/>
                </a:cubicBezTo>
                <a:cubicBezTo>
                  <a:pt x="1079799" y="84447"/>
                  <a:pt x="1082217" y="85364"/>
                  <a:pt x="1085153" y="85364"/>
                </a:cubicBezTo>
                <a:cubicBezTo>
                  <a:pt x="1088435" y="85364"/>
                  <a:pt x="1091565" y="84298"/>
                  <a:pt x="1094544" y="82164"/>
                </a:cubicBezTo>
                <a:cubicBezTo>
                  <a:pt x="1096747" y="80544"/>
                  <a:pt x="1098193" y="78560"/>
                  <a:pt x="1098884" y="76212"/>
                </a:cubicBezTo>
                <a:cubicBezTo>
                  <a:pt x="1099359" y="74676"/>
                  <a:pt x="1099596" y="71754"/>
                  <a:pt x="1099596" y="67446"/>
                </a:cubicBezTo>
                <a:lnTo>
                  <a:pt x="1099596" y="63861"/>
                </a:lnTo>
                <a:close/>
                <a:moveTo>
                  <a:pt x="1133710" y="101038"/>
                </a:moveTo>
                <a:lnTo>
                  <a:pt x="1154500" y="103629"/>
                </a:lnTo>
                <a:cubicBezTo>
                  <a:pt x="1154845" y="106070"/>
                  <a:pt x="1155644" y="107748"/>
                  <a:pt x="1156896" y="108662"/>
                </a:cubicBezTo>
                <a:cubicBezTo>
                  <a:pt x="1158624" y="109970"/>
                  <a:pt x="1161344" y="110624"/>
                  <a:pt x="1165057" y="110624"/>
                </a:cubicBezTo>
                <a:cubicBezTo>
                  <a:pt x="1169807" y="110624"/>
                  <a:pt x="1173369" y="109906"/>
                  <a:pt x="1175744" y="108470"/>
                </a:cubicBezTo>
                <a:cubicBezTo>
                  <a:pt x="1177342" y="107514"/>
                  <a:pt x="1178551" y="105970"/>
                  <a:pt x="1179371" y="103839"/>
                </a:cubicBezTo>
                <a:cubicBezTo>
                  <a:pt x="1179932" y="102317"/>
                  <a:pt x="1180213" y="99513"/>
                  <a:pt x="1180213" y="95426"/>
                </a:cubicBezTo>
                <a:lnTo>
                  <a:pt x="1180213" y="85314"/>
                </a:lnTo>
                <a:cubicBezTo>
                  <a:pt x="1174772" y="92860"/>
                  <a:pt x="1167907" y="96634"/>
                  <a:pt x="1159617" y="96634"/>
                </a:cubicBezTo>
                <a:cubicBezTo>
                  <a:pt x="1150376" y="96634"/>
                  <a:pt x="1143058" y="92726"/>
                  <a:pt x="1137660" y="84911"/>
                </a:cubicBezTo>
                <a:cubicBezTo>
                  <a:pt x="1133429" y="78736"/>
                  <a:pt x="1131313" y="71050"/>
                  <a:pt x="1131313" y="61853"/>
                </a:cubicBezTo>
                <a:cubicBezTo>
                  <a:pt x="1131313" y="50325"/>
                  <a:pt x="1134087" y="41516"/>
                  <a:pt x="1139636" y="35428"/>
                </a:cubicBezTo>
                <a:cubicBezTo>
                  <a:pt x="1145184" y="29340"/>
                  <a:pt x="1152082" y="26296"/>
                  <a:pt x="1160329" y="26296"/>
                </a:cubicBezTo>
                <a:cubicBezTo>
                  <a:pt x="1168835" y="26296"/>
                  <a:pt x="1175852" y="30048"/>
                  <a:pt x="1181379" y="37553"/>
                </a:cubicBezTo>
                <a:lnTo>
                  <a:pt x="1181379" y="27850"/>
                </a:lnTo>
                <a:lnTo>
                  <a:pt x="1198413" y="27850"/>
                </a:lnTo>
                <a:lnTo>
                  <a:pt x="1198413" y="89615"/>
                </a:lnTo>
                <a:cubicBezTo>
                  <a:pt x="1198413" y="97738"/>
                  <a:pt x="1197743" y="103808"/>
                  <a:pt x="1196405" y="107827"/>
                </a:cubicBezTo>
                <a:cubicBezTo>
                  <a:pt x="1195066" y="111845"/>
                  <a:pt x="1193188" y="114999"/>
                  <a:pt x="1190770" y="117289"/>
                </a:cubicBezTo>
                <a:cubicBezTo>
                  <a:pt x="1188352" y="119580"/>
                  <a:pt x="1185125" y="121373"/>
                  <a:pt x="1181087" y="122669"/>
                </a:cubicBezTo>
                <a:cubicBezTo>
                  <a:pt x="1177050" y="123965"/>
                  <a:pt x="1171944" y="124614"/>
                  <a:pt x="1165770" y="124614"/>
                </a:cubicBezTo>
                <a:cubicBezTo>
                  <a:pt x="1154111" y="124614"/>
                  <a:pt x="1145843" y="122600"/>
                  <a:pt x="1140964" y="118572"/>
                </a:cubicBezTo>
                <a:cubicBezTo>
                  <a:pt x="1136084" y="114546"/>
                  <a:pt x="1133645" y="109441"/>
                  <a:pt x="1133645" y="103258"/>
                </a:cubicBezTo>
                <a:cubicBezTo>
                  <a:pt x="1133645" y="102649"/>
                  <a:pt x="1133666" y="101908"/>
                  <a:pt x="1133710" y="101038"/>
                </a:cubicBezTo>
                <a:moveTo>
                  <a:pt x="1149966" y="60817"/>
                </a:moveTo>
                <a:cubicBezTo>
                  <a:pt x="1149966" y="68093"/>
                  <a:pt x="1151380" y="73420"/>
                  <a:pt x="1154209" y="76799"/>
                </a:cubicBezTo>
                <a:cubicBezTo>
                  <a:pt x="1157037" y="80177"/>
                  <a:pt x="1160523" y="81867"/>
                  <a:pt x="1164669" y="81867"/>
                </a:cubicBezTo>
                <a:cubicBezTo>
                  <a:pt x="1169116" y="81867"/>
                  <a:pt x="1172873" y="80134"/>
                  <a:pt x="1175938" y="76669"/>
                </a:cubicBezTo>
                <a:cubicBezTo>
                  <a:pt x="1179004" y="73204"/>
                  <a:pt x="1180537" y="68071"/>
                  <a:pt x="1180537" y="61271"/>
                </a:cubicBezTo>
                <a:cubicBezTo>
                  <a:pt x="1180537" y="54168"/>
                  <a:pt x="1179069" y="48894"/>
                  <a:pt x="1176133" y="45451"/>
                </a:cubicBezTo>
                <a:cubicBezTo>
                  <a:pt x="1173196" y="42007"/>
                  <a:pt x="1169483" y="40286"/>
                  <a:pt x="1164992" y="40286"/>
                </a:cubicBezTo>
                <a:cubicBezTo>
                  <a:pt x="1160631" y="40286"/>
                  <a:pt x="1157037" y="41975"/>
                  <a:pt x="1154209" y="45354"/>
                </a:cubicBezTo>
                <a:cubicBezTo>
                  <a:pt x="1151380" y="48733"/>
                  <a:pt x="1149966" y="53887"/>
                  <a:pt x="1149966" y="60817"/>
                </a:cubicBezTo>
                <a:close/>
                <a:moveTo>
                  <a:pt x="1210027" y="77074"/>
                </a:moveTo>
                <a:lnTo>
                  <a:pt x="1228292" y="74224"/>
                </a:lnTo>
                <a:cubicBezTo>
                  <a:pt x="1229069" y="77743"/>
                  <a:pt x="1230645" y="80415"/>
                  <a:pt x="1233020" y="82239"/>
                </a:cubicBezTo>
                <a:cubicBezTo>
                  <a:pt x="1235394" y="84063"/>
                  <a:pt x="1238719" y="84976"/>
                  <a:pt x="1242994" y="84976"/>
                </a:cubicBezTo>
                <a:cubicBezTo>
                  <a:pt x="1247700" y="84976"/>
                  <a:pt x="1251241" y="84113"/>
                  <a:pt x="1253616" y="82389"/>
                </a:cubicBezTo>
                <a:cubicBezTo>
                  <a:pt x="1255213" y="81181"/>
                  <a:pt x="1256012" y="79564"/>
                  <a:pt x="1256012" y="77537"/>
                </a:cubicBezTo>
                <a:cubicBezTo>
                  <a:pt x="1256012" y="76157"/>
                  <a:pt x="1255581" y="75014"/>
                  <a:pt x="1254717" y="74109"/>
                </a:cubicBezTo>
                <a:cubicBezTo>
                  <a:pt x="1253810" y="73247"/>
                  <a:pt x="1251781" y="72449"/>
                  <a:pt x="1248629" y="71716"/>
                </a:cubicBezTo>
                <a:cubicBezTo>
                  <a:pt x="1233948" y="68483"/>
                  <a:pt x="1224643" y="65530"/>
                  <a:pt x="1220714" y="62855"/>
                </a:cubicBezTo>
                <a:cubicBezTo>
                  <a:pt x="1215273" y="59145"/>
                  <a:pt x="1212553" y="53990"/>
                  <a:pt x="1212553" y="47390"/>
                </a:cubicBezTo>
                <a:cubicBezTo>
                  <a:pt x="1212553" y="41437"/>
                  <a:pt x="1214906" y="36433"/>
                  <a:pt x="1219613" y="32378"/>
                </a:cubicBezTo>
                <a:cubicBezTo>
                  <a:pt x="1224319" y="28323"/>
                  <a:pt x="1231616" y="26296"/>
                  <a:pt x="1241504" y="26296"/>
                </a:cubicBezTo>
                <a:cubicBezTo>
                  <a:pt x="1250917" y="26296"/>
                  <a:pt x="1257912" y="27823"/>
                  <a:pt x="1262489" y="30878"/>
                </a:cubicBezTo>
                <a:cubicBezTo>
                  <a:pt x="1267066" y="33933"/>
                  <a:pt x="1270218" y="38451"/>
                  <a:pt x="1271945" y="44431"/>
                </a:cubicBezTo>
                <a:lnTo>
                  <a:pt x="1254782" y="47669"/>
                </a:lnTo>
                <a:cubicBezTo>
                  <a:pt x="1254048" y="44992"/>
                  <a:pt x="1252655" y="42941"/>
                  <a:pt x="1250604" y="41516"/>
                </a:cubicBezTo>
                <a:cubicBezTo>
                  <a:pt x="1248553" y="40091"/>
                  <a:pt x="1245628" y="39379"/>
                  <a:pt x="1241828" y="39379"/>
                </a:cubicBezTo>
                <a:cubicBezTo>
                  <a:pt x="1237035" y="39379"/>
                  <a:pt x="1233603" y="40048"/>
                  <a:pt x="1231530" y="41385"/>
                </a:cubicBezTo>
                <a:cubicBezTo>
                  <a:pt x="1230148" y="42332"/>
                  <a:pt x="1229457" y="43561"/>
                  <a:pt x="1229457" y="45070"/>
                </a:cubicBezTo>
                <a:cubicBezTo>
                  <a:pt x="1229457" y="46363"/>
                  <a:pt x="1230062" y="47462"/>
                  <a:pt x="1231271" y="48368"/>
                </a:cubicBezTo>
                <a:cubicBezTo>
                  <a:pt x="1232912" y="49575"/>
                  <a:pt x="1238579" y="51279"/>
                  <a:pt x="1248273" y="53478"/>
                </a:cubicBezTo>
                <a:cubicBezTo>
                  <a:pt x="1257966" y="55678"/>
                  <a:pt x="1264734" y="58376"/>
                  <a:pt x="1268577" y="61572"/>
                </a:cubicBezTo>
                <a:cubicBezTo>
                  <a:pt x="1272377" y="64813"/>
                  <a:pt x="1274277" y="69328"/>
                  <a:pt x="1274277" y="75117"/>
                </a:cubicBezTo>
                <a:cubicBezTo>
                  <a:pt x="1274277" y="81425"/>
                  <a:pt x="1271643" y="86847"/>
                  <a:pt x="1266375" y="91384"/>
                </a:cubicBezTo>
                <a:cubicBezTo>
                  <a:pt x="1261107" y="95920"/>
                  <a:pt x="1253314" y="98188"/>
                  <a:pt x="1242994" y="98188"/>
                </a:cubicBezTo>
                <a:cubicBezTo>
                  <a:pt x="1233624" y="98188"/>
                  <a:pt x="1226208" y="96294"/>
                  <a:pt x="1220746" y="92507"/>
                </a:cubicBezTo>
                <a:cubicBezTo>
                  <a:pt x="1215284" y="88718"/>
                  <a:pt x="1211711" y="83574"/>
                  <a:pt x="1210027" y="77074"/>
                </a:cubicBezTo>
                <a:close/>
                <a:moveTo>
                  <a:pt x="1322855" y="61271"/>
                </a:moveTo>
                <a:cubicBezTo>
                  <a:pt x="1322855" y="55226"/>
                  <a:pt x="1324344" y="49375"/>
                  <a:pt x="1327324" y="43718"/>
                </a:cubicBezTo>
                <a:cubicBezTo>
                  <a:pt x="1330303" y="38062"/>
                  <a:pt x="1334524" y="33744"/>
                  <a:pt x="1339986" y="30765"/>
                </a:cubicBezTo>
                <a:cubicBezTo>
                  <a:pt x="1345448" y="27785"/>
                  <a:pt x="1351547" y="26296"/>
                  <a:pt x="1358283" y="26296"/>
                </a:cubicBezTo>
                <a:cubicBezTo>
                  <a:pt x="1368689" y="26296"/>
                  <a:pt x="1377217" y="29675"/>
                  <a:pt x="1383866" y="36432"/>
                </a:cubicBezTo>
                <a:cubicBezTo>
                  <a:pt x="1390516" y="43189"/>
                  <a:pt x="1393840" y="51728"/>
                  <a:pt x="1393840" y="62048"/>
                </a:cubicBezTo>
                <a:cubicBezTo>
                  <a:pt x="1393840" y="72454"/>
                  <a:pt x="1390483" y="81079"/>
                  <a:pt x="1383769" y="87923"/>
                </a:cubicBezTo>
                <a:cubicBezTo>
                  <a:pt x="1377055" y="94766"/>
                  <a:pt x="1368602" y="98188"/>
                  <a:pt x="1358412" y="98188"/>
                </a:cubicBezTo>
                <a:cubicBezTo>
                  <a:pt x="1352108" y="98188"/>
                  <a:pt x="1346096" y="96763"/>
                  <a:pt x="1340374" y="93914"/>
                </a:cubicBezTo>
                <a:cubicBezTo>
                  <a:pt x="1334653" y="91064"/>
                  <a:pt x="1330303" y="86886"/>
                  <a:pt x="1327324" y="81381"/>
                </a:cubicBezTo>
                <a:cubicBezTo>
                  <a:pt x="1324344" y="75876"/>
                  <a:pt x="1322855" y="69172"/>
                  <a:pt x="1322855" y="61271"/>
                </a:cubicBezTo>
                <a:moveTo>
                  <a:pt x="1341508" y="62242"/>
                </a:moveTo>
                <a:cubicBezTo>
                  <a:pt x="1341508" y="69043"/>
                  <a:pt x="1343127" y="74251"/>
                  <a:pt x="1346365" y="77867"/>
                </a:cubicBezTo>
                <a:cubicBezTo>
                  <a:pt x="1349604" y="81484"/>
                  <a:pt x="1353598" y="83292"/>
                  <a:pt x="1358348" y="83292"/>
                </a:cubicBezTo>
                <a:cubicBezTo>
                  <a:pt x="1363097" y="83292"/>
                  <a:pt x="1367080" y="81484"/>
                  <a:pt x="1370297" y="77867"/>
                </a:cubicBezTo>
                <a:cubicBezTo>
                  <a:pt x="1373514" y="74251"/>
                  <a:pt x="1375122" y="69000"/>
                  <a:pt x="1375122" y="62113"/>
                </a:cubicBezTo>
                <a:cubicBezTo>
                  <a:pt x="1375122" y="55398"/>
                  <a:pt x="1373514" y="50233"/>
                  <a:pt x="1370297" y="46617"/>
                </a:cubicBezTo>
                <a:cubicBezTo>
                  <a:pt x="1367080" y="43001"/>
                  <a:pt x="1363097" y="41192"/>
                  <a:pt x="1358348" y="41192"/>
                </a:cubicBezTo>
                <a:cubicBezTo>
                  <a:pt x="1353598" y="41192"/>
                  <a:pt x="1349604" y="43001"/>
                  <a:pt x="1346365" y="46617"/>
                </a:cubicBezTo>
                <a:cubicBezTo>
                  <a:pt x="1343127" y="50233"/>
                  <a:pt x="1341508" y="55441"/>
                  <a:pt x="1341508" y="62242"/>
                </a:cubicBezTo>
                <a:close/>
                <a:moveTo>
                  <a:pt x="1400145" y="27850"/>
                </a:moveTo>
                <a:lnTo>
                  <a:pt x="1410249" y="27850"/>
                </a:lnTo>
                <a:lnTo>
                  <a:pt x="1410249" y="22657"/>
                </a:lnTo>
                <a:cubicBezTo>
                  <a:pt x="1410249" y="16857"/>
                  <a:pt x="1410864" y="12529"/>
                  <a:pt x="1412095" y="9673"/>
                </a:cubicBezTo>
                <a:cubicBezTo>
                  <a:pt x="1413325" y="6816"/>
                  <a:pt x="1415592" y="4490"/>
                  <a:pt x="1418895" y="2694"/>
                </a:cubicBezTo>
                <a:cubicBezTo>
                  <a:pt x="1422199" y="898"/>
                  <a:pt x="1426376" y="0"/>
                  <a:pt x="1431428" y="0"/>
                </a:cubicBezTo>
                <a:cubicBezTo>
                  <a:pt x="1436609" y="0"/>
                  <a:pt x="1441683" y="777"/>
                  <a:pt x="1446649" y="2332"/>
                </a:cubicBezTo>
                <a:lnTo>
                  <a:pt x="1444187" y="15026"/>
                </a:lnTo>
                <a:cubicBezTo>
                  <a:pt x="1441294" y="14335"/>
                  <a:pt x="1438509" y="13990"/>
                  <a:pt x="1435832" y="13990"/>
                </a:cubicBezTo>
                <a:cubicBezTo>
                  <a:pt x="1433198" y="13990"/>
                  <a:pt x="1431309" y="14609"/>
                  <a:pt x="1430165" y="15846"/>
                </a:cubicBezTo>
                <a:cubicBezTo>
                  <a:pt x="1429021" y="17082"/>
                  <a:pt x="1428449" y="19457"/>
                  <a:pt x="1428449" y="22970"/>
                </a:cubicBezTo>
                <a:lnTo>
                  <a:pt x="1428449" y="27850"/>
                </a:lnTo>
                <a:lnTo>
                  <a:pt x="1442050" y="27850"/>
                </a:lnTo>
                <a:lnTo>
                  <a:pt x="1442050" y="42229"/>
                </a:lnTo>
                <a:lnTo>
                  <a:pt x="1428449" y="42229"/>
                </a:lnTo>
                <a:lnTo>
                  <a:pt x="1428449" y="96634"/>
                </a:lnTo>
                <a:lnTo>
                  <a:pt x="1410249" y="96634"/>
                </a:lnTo>
                <a:lnTo>
                  <a:pt x="1410249" y="42229"/>
                </a:lnTo>
                <a:lnTo>
                  <a:pt x="1400145" y="42229"/>
                </a:lnTo>
                <a:lnTo>
                  <a:pt x="1400145" y="27850"/>
                </a:lnTo>
                <a:close/>
                <a:moveTo>
                  <a:pt x="1489157" y="18524"/>
                </a:moveTo>
                <a:lnTo>
                  <a:pt x="1489157" y="1684"/>
                </a:lnTo>
                <a:lnTo>
                  <a:pt x="1507357" y="1684"/>
                </a:lnTo>
                <a:lnTo>
                  <a:pt x="1507357" y="18524"/>
                </a:lnTo>
                <a:lnTo>
                  <a:pt x="1489157" y="18524"/>
                </a:lnTo>
                <a:moveTo>
                  <a:pt x="1489157" y="96634"/>
                </a:moveTo>
                <a:lnTo>
                  <a:pt x="1489157" y="27850"/>
                </a:lnTo>
                <a:lnTo>
                  <a:pt x="1507357" y="27850"/>
                </a:lnTo>
                <a:lnTo>
                  <a:pt x="1507357" y="96634"/>
                </a:lnTo>
                <a:lnTo>
                  <a:pt x="1489157" y="96634"/>
                </a:lnTo>
                <a:close/>
                <a:moveTo>
                  <a:pt x="1588599" y="96634"/>
                </a:moveTo>
                <a:lnTo>
                  <a:pt x="1570399" y="96634"/>
                </a:lnTo>
                <a:lnTo>
                  <a:pt x="1570399" y="61570"/>
                </a:lnTo>
                <a:cubicBezTo>
                  <a:pt x="1570399" y="54151"/>
                  <a:pt x="1570011" y="49353"/>
                  <a:pt x="1569233" y="47175"/>
                </a:cubicBezTo>
                <a:cubicBezTo>
                  <a:pt x="1568456" y="44998"/>
                  <a:pt x="1567193" y="43305"/>
                  <a:pt x="1565444" y="42097"/>
                </a:cubicBezTo>
                <a:cubicBezTo>
                  <a:pt x="1563696" y="40890"/>
                  <a:pt x="1561591" y="40286"/>
                  <a:pt x="1559130" y="40286"/>
                </a:cubicBezTo>
                <a:cubicBezTo>
                  <a:pt x="1555978" y="40286"/>
                  <a:pt x="1553149" y="41149"/>
                  <a:pt x="1550645" y="42874"/>
                </a:cubicBezTo>
                <a:cubicBezTo>
                  <a:pt x="1548141" y="44599"/>
                  <a:pt x="1546424" y="46885"/>
                  <a:pt x="1545496" y="49732"/>
                </a:cubicBezTo>
                <a:cubicBezTo>
                  <a:pt x="1544568" y="52577"/>
                  <a:pt x="1544103" y="57839"/>
                  <a:pt x="1544103" y="65517"/>
                </a:cubicBezTo>
                <a:lnTo>
                  <a:pt x="1544103" y="96634"/>
                </a:lnTo>
                <a:lnTo>
                  <a:pt x="1525904" y="96634"/>
                </a:lnTo>
                <a:lnTo>
                  <a:pt x="1525904" y="27850"/>
                </a:lnTo>
                <a:lnTo>
                  <a:pt x="1542808" y="27850"/>
                </a:lnTo>
                <a:lnTo>
                  <a:pt x="1542808" y="37954"/>
                </a:lnTo>
                <a:cubicBezTo>
                  <a:pt x="1548810" y="30182"/>
                  <a:pt x="1556366" y="26296"/>
                  <a:pt x="1565477" y="26296"/>
                </a:cubicBezTo>
                <a:cubicBezTo>
                  <a:pt x="1569492" y="26296"/>
                  <a:pt x="1573163" y="27019"/>
                  <a:pt x="1576487" y="28466"/>
                </a:cubicBezTo>
                <a:cubicBezTo>
                  <a:pt x="1579812" y="29912"/>
                  <a:pt x="1582327" y="31758"/>
                  <a:pt x="1584033" y="34003"/>
                </a:cubicBezTo>
                <a:cubicBezTo>
                  <a:pt x="1585738" y="36248"/>
                  <a:pt x="1586926" y="38796"/>
                  <a:pt x="1587595" y="41646"/>
                </a:cubicBezTo>
                <a:cubicBezTo>
                  <a:pt x="1588264" y="44496"/>
                  <a:pt x="1588599" y="48576"/>
                  <a:pt x="1588599" y="53887"/>
                </a:cubicBezTo>
                <a:lnTo>
                  <a:pt x="1588599" y="96634"/>
                </a:lnTo>
                <a:close/>
                <a:moveTo>
                  <a:pt x="1646911" y="74742"/>
                </a:moveTo>
                <a:lnTo>
                  <a:pt x="1665046" y="77851"/>
                </a:lnTo>
                <a:cubicBezTo>
                  <a:pt x="1662715" y="84479"/>
                  <a:pt x="1659034" y="89526"/>
                  <a:pt x="1654003" y="92991"/>
                </a:cubicBezTo>
                <a:cubicBezTo>
                  <a:pt x="1648973" y="96456"/>
                  <a:pt x="1642680" y="98188"/>
                  <a:pt x="1635124" y="98188"/>
                </a:cubicBezTo>
                <a:cubicBezTo>
                  <a:pt x="1623163" y="98188"/>
                  <a:pt x="1614311" y="94281"/>
                  <a:pt x="1608569" y="86465"/>
                </a:cubicBezTo>
                <a:cubicBezTo>
                  <a:pt x="1604035" y="80204"/>
                  <a:pt x="1601768" y="72303"/>
                  <a:pt x="1601768" y="62760"/>
                </a:cubicBezTo>
                <a:cubicBezTo>
                  <a:pt x="1601768" y="51361"/>
                  <a:pt x="1604747" y="42434"/>
                  <a:pt x="1610706" y="35979"/>
                </a:cubicBezTo>
                <a:cubicBezTo>
                  <a:pt x="1616665" y="29523"/>
                  <a:pt x="1624199" y="26296"/>
                  <a:pt x="1633310" y="26296"/>
                </a:cubicBezTo>
                <a:cubicBezTo>
                  <a:pt x="1643543" y="26296"/>
                  <a:pt x="1651618" y="29675"/>
                  <a:pt x="1657533" y="36432"/>
                </a:cubicBezTo>
                <a:cubicBezTo>
                  <a:pt x="1663449" y="43189"/>
                  <a:pt x="1666277" y="53542"/>
                  <a:pt x="1666018" y="67488"/>
                </a:cubicBezTo>
                <a:lnTo>
                  <a:pt x="1620421" y="67488"/>
                </a:lnTo>
                <a:cubicBezTo>
                  <a:pt x="1620551" y="72886"/>
                  <a:pt x="1622019" y="77085"/>
                  <a:pt x="1624825" y="80086"/>
                </a:cubicBezTo>
                <a:cubicBezTo>
                  <a:pt x="1627632" y="83087"/>
                  <a:pt x="1631130" y="84587"/>
                  <a:pt x="1635318" y="84587"/>
                </a:cubicBezTo>
                <a:cubicBezTo>
                  <a:pt x="1638168" y="84587"/>
                  <a:pt x="1640564" y="83810"/>
                  <a:pt x="1642507" y="82255"/>
                </a:cubicBezTo>
                <a:cubicBezTo>
                  <a:pt x="1644450" y="80701"/>
                  <a:pt x="1645918" y="78197"/>
                  <a:pt x="1646911" y="74742"/>
                </a:cubicBezTo>
                <a:moveTo>
                  <a:pt x="1647948" y="56348"/>
                </a:moveTo>
                <a:cubicBezTo>
                  <a:pt x="1647818" y="51102"/>
                  <a:pt x="1646458" y="47113"/>
                  <a:pt x="1643867" y="44382"/>
                </a:cubicBezTo>
                <a:cubicBezTo>
                  <a:pt x="1641277" y="41651"/>
                  <a:pt x="1638124" y="40286"/>
                  <a:pt x="1634411" y="40286"/>
                </a:cubicBezTo>
                <a:cubicBezTo>
                  <a:pt x="1630439" y="40286"/>
                  <a:pt x="1627157" y="41726"/>
                  <a:pt x="1624566" y="44607"/>
                </a:cubicBezTo>
                <a:cubicBezTo>
                  <a:pt x="1621976" y="47489"/>
                  <a:pt x="1620702" y="51403"/>
                  <a:pt x="1620745" y="56348"/>
                </a:cubicBezTo>
                <a:lnTo>
                  <a:pt x="1647948" y="56348"/>
                </a:lnTo>
                <a:close/>
                <a:moveTo>
                  <a:pt x="1698253" y="96634"/>
                </a:moveTo>
                <a:lnTo>
                  <a:pt x="1680053" y="96634"/>
                </a:lnTo>
                <a:lnTo>
                  <a:pt x="1680053" y="27850"/>
                </a:lnTo>
                <a:lnTo>
                  <a:pt x="1696957" y="27850"/>
                </a:lnTo>
                <a:lnTo>
                  <a:pt x="1696957" y="37630"/>
                </a:lnTo>
                <a:cubicBezTo>
                  <a:pt x="1699850" y="33010"/>
                  <a:pt x="1702452" y="29966"/>
                  <a:pt x="1704762" y="28498"/>
                </a:cubicBezTo>
                <a:cubicBezTo>
                  <a:pt x="1707072" y="27030"/>
                  <a:pt x="1709695" y="26296"/>
                  <a:pt x="1712631" y="26296"/>
                </a:cubicBezTo>
                <a:cubicBezTo>
                  <a:pt x="1716776" y="26296"/>
                  <a:pt x="1720770" y="27440"/>
                  <a:pt x="1724613" y="29729"/>
                </a:cubicBezTo>
                <a:lnTo>
                  <a:pt x="1718978" y="45597"/>
                </a:lnTo>
                <a:cubicBezTo>
                  <a:pt x="1715913" y="43610"/>
                  <a:pt x="1713063" y="42617"/>
                  <a:pt x="1710429" y="42617"/>
                </a:cubicBezTo>
                <a:cubicBezTo>
                  <a:pt x="1707881" y="42617"/>
                  <a:pt x="1705722" y="43319"/>
                  <a:pt x="1703952" y="44722"/>
                </a:cubicBezTo>
                <a:cubicBezTo>
                  <a:pt x="1702182" y="46126"/>
                  <a:pt x="1700789" y="48662"/>
                  <a:pt x="1699775" y="52333"/>
                </a:cubicBezTo>
                <a:cubicBezTo>
                  <a:pt x="1698760" y="56003"/>
                  <a:pt x="1698253" y="63689"/>
                  <a:pt x="1698253" y="75390"/>
                </a:cubicBezTo>
                <a:lnTo>
                  <a:pt x="1698253" y="96634"/>
                </a:lnTo>
                <a:close/>
                <a:moveTo>
                  <a:pt x="1763970" y="27850"/>
                </a:moveTo>
                <a:lnTo>
                  <a:pt x="1763970" y="42358"/>
                </a:lnTo>
                <a:lnTo>
                  <a:pt x="1751535" y="42358"/>
                </a:lnTo>
                <a:lnTo>
                  <a:pt x="1751535" y="70034"/>
                </a:lnTo>
                <a:cubicBezTo>
                  <a:pt x="1751535" y="75640"/>
                  <a:pt x="1751654" y="78906"/>
                  <a:pt x="1751891" y="79833"/>
                </a:cubicBezTo>
                <a:cubicBezTo>
                  <a:pt x="1752129" y="80758"/>
                  <a:pt x="1752668" y="81523"/>
                  <a:pt x="1753510" y="82128"/>
                </a:cubicBezTo>
                <a:cubicBezTo>
                  <a:pt x="1754352" y="82731"/>
                  <a:pt x="1755378" y="83033"/>
                  <a:pt x="1756587" y="83033"/>
                </a:cubicBezTo>
                <a:cubicBezTo>
                  <a:pt x="1758271" y="83033"/>
                  <a:pt x="1760710" y="82450"/>
                  <a:pt x="1763906" y="81284"/>
                </a:cubicBezTo>
                <a:lnTo>
                  <a:pt x="1765460" y="95456"/>
                </a:lnTo>
                <a:cubicBezTo>
                  <a:pt x="1761229" y="97277"/>
                  <a:pt x="1756436" y="98188"/>
                  <a:pt x="1751082" y="98188"/>
                </a:cubicBezTo>
                <a:cubicBezTo>
                  <a:pt x="1747800" y="98188"/>
                  <a:pt x="1744842" y="97638"/>
                  <a:pt x="1742208" y="96537"/>
                </a:cubicBezTo>
                <a:cubicBezTo>
                  <a:pt x="1739574" y="95436"/>
                  <a:pt x="1737642" y="94011"/>
                  <a:pt x="1736412" y="92262"/>
                </a:cubicBezTo>
                <a:cubicBezTo>
                  <a:pt x="1735181" y="90513"/>
                  <a:pt x="1734328" y="88149"/>
                  <a:pt x="1733853" y="85170"/>
                </a:cubicBezTo>
                <a:cubicBezTo>
                  <a:pt x="1733465" y="83054"/>
                  <a:pt x="1733270" y="78779"/>
                  <a:pt x="1733270" y="72346"/>
                </a:cubicBezTo>
                <a:lnTo>
                  <a:pt x="1733270" y="42358"/>
                </a:lnTo>
                <a:lnTo>
                  <a:pt x="1724915" y="42358"/>
                </a:lnTo>
                <a:lnTo>
                  <a:pt x="1724915" y="27850"/>
                </a:lnTo>
                <a:lnTo>
                  <a:pt x="1733270" y="27850"/>
                </a:lnTo>
                <a:lnTo>
                  <a:pt x="1733270" y="14119"/>
                </a:lnTo>
                <a:lnTo>
                  <a:pt x="1751535" y="3368"/>
                </a:lnTo>
                <a:lnTo>
                  <a:pt x="1751535" y="27850"/>
                </a:lnTo>
                <a:lnTo>
                  <a:pt x="1763970" y="27850"/>
                </a:lnTo>
                <a:close/>
                <a:moveTo>
                  <a:pt x="1776599" y="18524"/>
                </a:moveTo>
                <a:lnTo>
                  <a:pt x="1776599" y="1684"/>
                </a:lnTo>
                <a:lnTo>
                  <a:pt x="1794799" y="1684"/>
                </a:lnTo>
                <a:lnTo>
                  <a:pt x="1794799" y="18524"/>
                </a:lnTo>
                <a:lnTo>
                  <a:pt x="1776599" y="18524"/>
                </a:lnTo>
                <a:moveTo>
                  <a:pt x="1776599" y="96634"/>
                </a:moveTo>
                <a:lnTo>
                  <a:pt x="1776599" y="27850"/>
                </a:lnTo>
                <a:lnTo>
                  <a:pt x="1794799" y="27850"/>
                </a:lnTo>
                <a:lnTo>
                  <a:pt x="1794799" y="96634"/>
                </a:lnTo>
                <a:lnTo>
                  <a:pt x="1776599" y="96634"/>
                </a:lnTo>
                <a:close/>
                <a:moveTo>
                  <a:pt x="1827076" y="49094"/>
                </a:moveTo>
                <a:lnTo>
                  <a:pt x="1810561" y="46115"/>
                </a:lnTo>
                <a:cubicBezTo>
                  <a:pt x="1812417" y="39378"/>
                  <a:pt x="1815612" y="34390"/>
                  <a:pt x="1820146" y="31153"/>
                </a:cubicBezTo>
                <a:cubicBezTo>
                  <a:pt x="1824680" y="27915"/>
                  <a:pt x="1831416" y="26296"/>
                  <a:pt x="1840354" y="26296"/>
                </a:cubicBezTo>
                <a:cubicBezTo>
                  <a:pt x="1848471" y="26296"/>
                  <a:pt x="1854516" y="27257"/>
                  <a:pt x="1858489" y="29178"/>
                </a:cubicBezTo>
                <a:cubicBezTo>
                  <a:pt x="1862461" y="31099"/>
                  <a:pt x="1865257" y="33539"/>
                  <a:pt x="1866876" y="36497"/>
                </a:cubicBezTo>
                <a:cubicBezTo>
                  <a:pt x="1868496" y="39455"/>
                  <a:pt x="1869305" y="44884"/>
                  <a:pt x="1869305" y="52786"/>
                </a:cubicBezTo>
                <a:lnTo>
                  <a:pt x="1869111" y="74030"/>
                </a:lnTo>
                <a:cubicBezTo>
                  <a:pt x="1869111" y="80075"/>
                  <a:pt x="1869402" y="84533"/>
                  <a:pt x="1869985" y="87404"/>
                </a:cubicBezTo>
                <a:cubicBezTo>
                  <a:pt x="1870568" y="90276"/>
                  <a:pt x="1871658" y="93352"/>
                  <a:pt x="1873256" y="96634"/>
                </a:cubicBezTo>
                <a:lnTo>
                  <a:pt x="1855250" y="96634"/>
                </a:lnTo>
                <a:cubicBezTo>
                  <a:pt x="1854775" y="95425"/>
                  <a:pt x="1854193" y="93633"/>
                  <a:pt x="1853502" y="91258"/>
                </a:cubicBezTo>
                <a:cubicBezTo>
                  <a:pt x="1853199" y="90179"/>
                  <a:pt x="1852984" y="89466"/>
                  <a:pt x="1852854" y="89121"/>
                </a:cubicBezTo>
                <a:cubicBezTo>
                  <a:pt x="1849745" y="92143"/>
                  <a:pt x="1846420" y="94410"/>
                  <a:pt x="1842880" y="95921"/>
                </a:cubicBezTo>
                <a:cubicBezTo>
                  <a:pt x="1839339" y="97433"/>
                  <a:pt x="1835561" y="98188"/>
                  <a:pt x="1831545" y="98188"/>
                </a:cubicBezTo>
                <a:cubicBezTo>
                  <a:pt x="1824464" y="98188"/>
                  <a:pt x="1818883" y="96275"/>
                  <a:pt x="1814803" y="92448"/>
                </a:cubicBezTo>
                <a:cubicBezTo>
                  <a:pt x="1810722" y="88622"/>
                  <a:pt x="1808682" y="83784"/>
                  <a:pt x="1808682" y="77936"/>
                </a:cubicBezTo>
                <a:cubicBezTo>
                  <a:pt x="1808682" y="74066"/>
                  <a:pt x="1809611" y="70616"/>
                  <a:pt x="1811467" y="67585"/>
                </a:cubicBezTo>
                <a:cubicBezTo>
                  <a:pt x="1813324" y="64553"/>
                  <a:pt x="1815925" y="62231"/>
                  <a:pt x="1819272" y="60619"/>
                </a:cubicBezTo>
                <a:cubicBezTo>
                  <a:pt x="1822618" y="59006"/>
                  <a:pt x="1827443" y="57598"/>
                  <a:pt x="1833747" y="56395"/>
                </a:cubicBezTo>
                <a:cubicBezTo>
                  <a:pt x="1842254" y="54804"/>
                  <a:pt x="1848148" y="53320"/>
                  <a:pt x="1851429" y="51944"/>
                </a:cubicBezTo>
                <a:lnTo>
                  <a:pt x="1851429" y="50110"/>
                </a:lnTo>
                <a:cubicBezTo>
                  <a:pt x="1851429" y="46574"/>
                  <a:pt x="1850566" y="44052"/>
                  <a:pt x="1848838" y="42546"/>
                </a:cubicBezTo>
                <a:cubicBezTo>
                  <a:pt x="1847111" y="41039"/>
                  <a:pt x="1843851" y="40286"/>
                  <a:pt x="1839058" y="40286"/>
                </a:cubicBezTo>
                <a:cubicBezTo>
                  <a:pt x="1835820" y="40286"/>
                  <a:pt x="1833294" y="40937"/>
                  <a:pt x="1831481" y="42241"/>
                </a:cubicBezTo>
                <a:cubicBezTo>
                  <a:pt x="1829667" y="43543"/>
                  <a:pt x="1828199" y="45827"/>
                  <a:pt x="1827076" y="49094"/>
                </a:cubicBezTo>
                <a:moveTo>
                  <a:pt x="1851429" y="63861"/>
                </a:moveTo>
                <a:cubicBezTo>
                  <a:pt x="1849097" y="64629"/>
                  <a:pt x="1845406" y="65547"/>
                  <a:pt x="1840354" y="66614"/>
                </a:cubicBezTo>
                <a:cubicBezTo>
                  <a:pt x="1835302" y="67680"/>
                  <a:pt x="1831999" y="68725"/>
                  <a:pt x="1830444" y="69749"/>
                </a:cubicBezTo>
                <a:cubicBezTo>
                  <a:pt x="1828069" y="71413"/>
                  <a:pt x="1826882" y="73524"/>
                  <a:pt x="1826882" y="76084"/>
                </a:cubicBezTo>
                <a:cubicBezTo>
                  <a:pt x="1826882" y="78602"/>
                  <a:pt x="1827832" y="80779"/>
                  <a:pt x="1829732" y="82614"/>
                </a:cubicBezTo>
                <a:cubicBezTo>
                  <a:pt x="1831632" y="84447"/>
                  <a:pt x="1834050" y="85364"/>
                  <a:pt x="1836986" y="85364"/>
                </a:cubicBezTo>
                <a:cubicBezTo>
                  <a:pt x="1840267" y="85364"/>
                  <a:pt x="1843398" y="84298"/>
                  <a:pt x="1846377" y="82164"/>
                </a:cubicBezTo>
                <a:cubicBezTo>
                  <a:pt x="1848579" y="80544"/>
                  <a:pt x="1850026" y="78560"/>
                  <a:pt x="1850717" y="76212"/>
                </a:cubicBezTo>
                <a:cubicBezTo>
                  <a:pt x="1851192" y="74676"/>
                  <a:pt x="1851429" y="71754"/>
                  <a:pt x="1851429" y="67446"/>
                </a:cubicBezTo>
                <a:lnTo>
                  <a:pt x="1851429" y="63861"/>
                </a:lnTo>
                <a:close/>
                <a:moveTo>
                  <a:pt x="1887225" y="96634"/>
                </a:moveTo>
                <a:lnTo>
                  <a:pt x="1887225" y="1684"/>
                </a:lnTo>
                <a:lnTo>
                  <a:pt x="1905425" y="1684"/>
                </a:lnTo>
                <a:lnTo>
                  <a:pt x="1905425" y="96634"/>
                </a:lnTo>
                <a:lnTo>
                  <a:pt x="1887225" y="96634"/>
                </a:lnTo>
                <a:close/>
                <a:moveTo>
                  <a:pt x="2023542" y="96634"/>
                </a:moveTo>
                <a:lnTo>
                  <a:pt x="2005342" y="96634"/>
                </a:lnTo>
                <a:lnTo>
                  <a:pt x="2005342" y="61570"/>
                </a:lnTo>
                <a:cubicBezTo>
                  <a:pt x="2005342" y="54151"/>
                  <a:pt x="2004954" y="49353"/>
                  <a:pt x="2004176" y="47175"/>
                </a:cubicBezTo>
                <a:cubicBezTo>
                  <a:pt x="2003399" y="44998"/>
                  <a:pt x="2002136" y="43305"/>
                  <a:pt x="2000387" y="42097"/>
                </a:cubicBezTo>
                <a:cubicBezTo>
                  <a:pt x="1998639" y="40890"/>
                  <a:pt x="1996534" y="40286"/>
                  <a:pt x="1994073" y="40286"/>
                </a:cubicBezTo>
                <a:cubicBezTo>
                  <a:pt x="1990921" y="40286"/>
                  <a:pt x="1988092" y="41149"/>
                  <a:pt x="1985588" y="42874"/>
                </a:cubicBezTo>
                <a:cubicBezTo>
                  <a:pt x="1983084" y="44599"/>
                  <a:pt x="1981367" y="46885"/>
                  <a:pt x="1980439" y="49732"/>
                </a:cubicBezTo>
                <a:cubicBezTo>
                  <a:pt x="1979511" y="52577"/>
                  <a:pt x="1979046" y="57839"/>
                  <a:pt x="1979046" y="65517"/>
                </a:cubicBezTo>
                <a:lnTo>
                  <a:pt x="1979046" y="96634"/>
                </a:lnTo>
                <a:lnTo>
                  <a:pt x="1960847" y="96634"/>
                </a:lnTo>
                <a:lnTo>
                  <a:pt x="1960847" y="27850"/>
                </a:lnTo>
                <a:lnTo>
                  <a:pt x="1977751" y="27850"/>
                </a:lnTo>
                <a:lnTo>
                  <a:pt x="1977751" y="37954"/>
                </a:lnTo>
                <a:cubicBezTo>
                  <a:pt x="1983753" y="30182"/>
                  <a:pt x="1991309" y="26296"/>
                  <a:pt x="2000420" y="26296"/>
                </a:cubicBezTo>
                <a:cubicBezTo>
                  <a:pt x="2004435" y="26296"/>
                  <a:pt x="2008106" y="27019"/>
                  <a:pt x="2011430" y="28466"/>
                </a:cubicBezTo>
                <a:cubicBezTo>
                  <a:pt x="2014755" y="29912"/>
                  <a:pt x="2017270" y="31758"/>
                  <a:pt x="2018976" y="34003"/>
                </a:cubicBezTo>
                <a:cubicBezTo>
                  <a:pt x="2020681" y="36248"/>
                  <a:pt x="2021869" y="38796"/>
                  <a:pt x="2022538" y="41646"/>
                </a:cubicBezTo>
                <a:cubicBezTo>
                  <a:pt x="2023207" y="44496"/>
                  <a:pt x="2023542" y="48576"/>
                  <a:pt x="2023542" y="53887"/>
                </a:cubicBezTo>
                <a:lnTo>
                  <a:pt x="2023542" y="96634"/>
                </a:lnTo>
                <a:close/>
                <a:moveTo>
                  <a:pt x="2055624" y="49094"/>
                </a:moveTo>
                <a:lnTo>
                  <a:pt x="2039108" y="46115"/>
                </a:lnTo>
                <a:cubicBezTo>
                  <a:pt x="2040965" y="39378"/>
                  <a:pt x="2044160" y="34390"/>
                  <a:pt x="2048694" y="31153"/>
                </a:cubicBezTo>
                <a:cubicBezTo>
                  <a:pt x="2053227" y="27915"/>
                  <a:pt x="2059963" y="26296"/>
                  <a:pt x="2068901" y="26296"/>
                </a:cubicBezTo>
                <a:cubicBezTo>
                  <a:pt x="2077019" y="26296"/>
                  <a:pt x="2083064" y="27257"/>
                  <a:pt x="2087036" y="29178"/>
                </a:cubicBezTo>
                <a:cubicBezTo>
                  <a:pt x="2091009" y="31099"/>
                  <a:pt x="2093805" y="33539"/>
                  <a:pt x="2095424" y="36497"/>
                </a:cubicBezTo>
                <a:cubicBezTo>
                  <a:pt x="2097043" y="39455"/>
                  <a:pt x="2097853" y="44884"/>
                  <a:pt x="2097853" y="52786"/>
                </a:cubicBezTo>
                <a:lnTo>
                  <a:pt x="2097658" y="74030"/>
                </a:lnTo>
                <a:cubicBezTo>
                  <a:pt x="2097658" y="80075"/>
                  <a:pt x="2097950" y="84533"/>
                  <a:pt x="2098533" y="87404"/>
                </a:cubicBezTo>
                <a:cubicBezTo>
                  <a:pt x="2099116" y="90276"/>
                  <a:pt x="2100206" y="93352"/>
                  <a:pt x="2101803" y="96634"/>
                </a:cubicBezTo>
                <a:lnTo>
                  <a:pt x="2083798" y="96634"/>
                </a:lnTo>
                <a:cubicBezTo>
                  <a:pt x="2083323" y="95425"/>
                  <a:pt x="2082740" y="93633"/>
                  <a:pt x="2082049" y="91258"/>
                </a:cubicBezTo>
                <a:cubicBezTo>
                  <a:pt x="2081747" y="90179"/>
                  <a:pt x="2081531" y="89466"/>
                  <a:pt x="2081401" y="89121"/>
                </a:cubicBezTo>
                <a:cubicBezTo>
                  <a:pt x="2078293" y="92143"/>
                  <a:pt x="2074968" y="94410"/>
                  <a:pt x="2071427" y="95921"/>
                </a:cubicBezTo>
                <a:cubicBezTo>
                  <a:pt x="2067887" y="97433"/>
                  <a:pt x="2064108" y="98188"/>
                  <a:pt x="2060093" y="98188"/>
                </a:cubicBezTo>
                <a:cubicBezTo>
                  <a:pt x="2053011" y="98188"/>
                  <a:pt x="2047431" y="96275"/>
                  <a:pt x="2043350" y="92448"/>
                </a:cubicBezTo>
                <a:cubicBezTo>
                  <a:pt x="2039270" y="88622"/>
                  <a:pt x="2037230" y="83784"/>
                  <a:pt x="2037230" y="77936"/>
                </a:cubicBezTo>
                <a:cubicBezTo>
                  <a:pt x="2037230" y="74066"/>
                  <a:pt x="2038158" y="70616"/>
                  <a:pt x="2040015" y="67585"/>
                </a:cubicBezTo>
                <a:cubicBezTo>
                  <a:pt x="2041871" y="64553"/>
                  <a:pt x="2044473" y="62231"/>
                  <a:pt x="2047819" y="60619"/>
                </a:cubicBezTo>
                <a:cubicBezTo>
                  <a:pt x="2051166" y="59006"/>
                  <a:pt x="2055991" y="57598"/>
                  <a:pt x="2062295" y="56395"/>
                </a:cubicBezTo>
                <a:cubicBezTo>
                  <a:pt x="2070801" y="54804"/>
                  <a:pt x="2076695" y="53320"/>
                  <a:pt x="2079977" y="51944"/>
                </a:cubicBezTo>
                <a:lnTo>
                  <a:pt x="2079977" y="50110"/>
                </a:lnTo>
                <a:cubicBezTo>
                  <a:pt x="2079977" y="46574"/>
                  <a:pt x="2079113" y="44052"/>
                  <a:pt x="2077386" y="42546"/>
                </a:cubicBezTo>
                <a:cubicBezTo>
                  <a:pt x="2075659" y="41039"/>
                  <a:pt x="2072399" y="40286"/>
                  <a:pt x="2067606" y="40286"/>
                </a:cubicBezTo>
                <a:cubicBezTo>
                  <a:pt x="2064367" y="40286"/>
                  <a:pt x="2061842" y="40937"/>
                  <a:pt x="2060028" y="42241"/>
                </a:cubicBezTo>
                <a:cubicBezTo>
                  <a:pt x="2058215" y="43543"/>
                  <a:pt x="2056746" y="45827"/>
                  <a:pt x="2055624" y="49094"/>
                </a:cubicBezTo>
                <a:moveTo>
                  <a:pt x="2079977" y="63861"/>
                </a:moveTo>
                <a:cubicBezTo>
                  <a:pt x="2077645" y="64629"/>
                  <a:pt x="2073953" y="65547"/>
                  <a:pt x="2068901" y="66614"/>
                </a:cubicBezTo>
                <a:cubicBezTo>
                  <a:pt x="2063849" y="67680"/>
                  <a:pt x="2060546" y="68725"/>
                  <a:pt x="2058992" y="69749"/>
                </a:cubicBezTo>
                <a:cubicBezTo>
                  <a:pt x="2056617" y="71413"/>
                  <a:pt x="2055429" y="73524"/>
                  <a:pt x="2055429" y="76084"/>
                </a:cubicBezTo>
                <a:cubicBezTo>
                  <a:pt x="2055429" y="78602"/>
                  <a:pt x="2056379" y="80779"/>
                  <a:pt x="2058279" y="82614"/>
                </a:cubicBezTo>
                <a:cubicBezTo>
                  <a:pt x="2060179" y="84447"/>
                  <a:pt x="2062597" y="85364"/>
                  <a:pt x="2065533" y="85364"/>
                </a:cubicBezTo>
                <a:cubicBezTo>
                  <a:pt x="2068815" y="85364"/>
                  <a:pt x="2071945" y="84298"/>
                  <a:pt x="2074925" y="82164"/>
                </a:cubicBezTo>
                <a:cubicBezTo>
                  <a:pt x="2077127" y="80544"/>
                  <a:pt x="2078573" y="78560"/>
                  <a:pt x="2079264" y="76212"/>
                </a:cubicBezTo>
                <a:cubicBezTo>
                  <a:pt x="2079739" y="74676"/>
                  <a:pt x="2079977" y="71754"/>
                  <a:pt x="2079977" y="67446"/>
                </a:cubicBezTo>
                <a:lnTo>
                  <a:pt x="2079977" y="63861"/>
                </a:lnTo>
                <a:close/>
                <a:moveTo>
                  <a:pt x="2134685" y="96634"/>
                </a:moveTo>
                <a:lnTo>
                  <a:pt x="2106964" y="27850"/>
                </a:lnTo>
                <a:lnTo>
                  <a:pt x="2126071" y="27850"/>
                </a:lnTo>
                <a:lnTo>
                  <a:pt x="2139025" y="62954"/>
                </a:lnTo>
                <a:lnTo>
                  <a:pt x="2142781" y="74677"/>
                </a:lnTo>
                <a:cubicBezTo>
                  <a:pt x="2143774" y="71698"/>
                  <a:pt x="2144400" y="69734"/>
                  <a:pt x="2144659" y="68784"/>
                </a:cubicBezTo>
                <a:cubicBezTo>
                  <a:pt x="2145264" y="66841"/>
                  <a:pt x="2145912" y="64898"/>
                  <a:pt x="2146602" y="62954"/>
                </a:cubicBezTo>
                <a:lnTo>
                  <a:pt x="2159686" y="27850"/>
                </a:lnTo>
                <a:lnTo>
                  <a:pt x="2178404" y="27850"/>
                </a:lnTo>
                <a:lnTo>
                  <a:pt x="2151071" y="96634"/>
                </a:lnTo>
                <a:lnTo>
                  <a:pt x="2134685" y="96634"/>
                </a:lnTo>
                <a:close/>
                <a:moveTo>
                  <a:pt x="2189523" y="18524"/>
                </a:moveTo>
                <a:lnTo>
                  <a:pt x="2189523" y="1684"/>
                </a:lnTo>
                <a:lnTo>
                  <a:pt x="2207723" y="1684"/>
                </a:lnTo>
                <a:lnTo>
                  <a:pt x="2207723" y="18524"/>
                </a:lnTo>
                <a:lnTo>
                  <a:pt x="2189523" y="18524"/>
                </a:lnTo>
                <a:moveTo>
                  <a:pt x="2189523" y="96634"/>
                </a:moveTo>
                <a:lnTo>
                  <a:pt x="2189523" y="27850"/>
                </a:lnTo>
                <a:lnTo>
                  <a:pt x="2207723" y="27850"/>
                </a:lnTo>
                <a:lnTo>
                  <a:pt x="2207723" y="96634"/>
                </a:lnTo>
                <a:lnTo>
                  <a:pt x="2189523" y="96634"/>
                </a:lnTo>
                <a:close/>
                <a:moveTo>
                  <a:pt x="2224715" y="101038"/>
                </a:moveTo>
                <a:lnTo>
                  <a:pt x="2245506" y="103629"/>
                </a:lnTo>
                <a:cubicBezTo>
                  <a:pt x="2245851" y="106070"/>
                  <a:pt x="2246650" y="107748"/>
                  <a:pt x="2247902" y="108662"/>
                </a:cubicBezTo>
                <a:cubicBezTo>
                  <a:pt x="2249629" y="109970"/>
                  <a:pt x="2252349" y="110624"/>
                  <a:pt x="2256063" y="110624"/>
                </a:cubicBezTo>
                <a:cubicBezTo>
                  <a:pt x="2260812" y="110624"/>
                  <a:pt x="2264375" y="109906"/>
                  <a:pt x="2266749" y="108470"/>
                </a:cubicBezTo>
                <a:cubicBezTo>
                  <a:pt x="2268347" y="107514"/>
                  <a:pt x="2269556" y="105970"/>
                  <a:pt x="2270376" y="103839"/>
                </a:cubicBezTo>
                <a:cubicBezTo>
                  <a:pt x="2270938" y="102317"/>
                  <a:pt x="2271218" y="99513"/>
                  <a:pt x="2271218" y="95426"/>
                </a:cubicBezTo>
                <a:lnTo>
                  <a:pt x="2271218" y="85314"/>
                </a:lnTo>
                <a:cubicBezTo>
                  <a:pt x="2265778" y="92860"/>
                  <a:pt x="2258913" y="96634"/>
                  <a:pt x="2250622" y="96634"/>
                </a:cubicBezTo>
                <a:cubicBezTo>
                  <a:pt x="2241382" y="96634"/>
                  <a:pt x="2234063" y="92726"/>
                  <a:pt x="2228666" y="84911"/>
                </a:cubicBezTo>
                <a:cubicBezTo>
                  <a:pt x="2224434" y="78736"/>
                  <a:pt x="2222319" y="71050"/>
                  <a:pt x="2222319" y="61853"/>
                </a:cubicBezTo>
                <a:cubicBezTo>
                  <a:pt x="2222319" y="50325"/>
                  <a:pt x="2225093" y="41516"/>
                  <a:pt x="2230641" y="35428"/>
                </a:cubicBezTo>
                <a:cubicBezTo>
                  <a:pt x="2236190" y="29340"/>
                  <a:pt x="2243088" y="26296"/>
                  <a:pt x="2251335" y="26296"/>
                </a:cubicBezTo>
                <a:cubicBezTo>
                  <a:pt x="2259841" y="26296"/>
                  <a:pt x="2266857" y="30048"/>
                  <a:pt x="2272384" y="37553"/>
                </a:cubicBezTo>
                <a:lnTo>
                  <a:pt x="2272384" y="27850"/>
                </a:lnTo>
                <a:lnTo>
                  <a:pt x="2289418" y="27850"/>
                </a:lnTo>
                <a:lnTo>
                  <a:pt x="2289418" y="89615"/>
                </a:lnTo>
                <a:cubicBezTo>
                  <a:pt x="2289418" y="97738"/>
                  <a:pt x="2288749" y="103808"/>
                  <a:pt x="2287410" y="107827"/>
                </a:cubicBezTo>
                <a:cubicBezTo>
                  <a:pt x="2286072" y="111845"/>
                  <a:pt x="2284194" y="114999"/>
                  <a:pt x="2281776" y="117289"/>
                </a:cubicBezTo>
                <a:cubicBezTo>
                  <a:pt x="2279358" y="119580"/>
                  <a:pt x="2276130" y="121373"/>
                  <a:pt x="2272093" y="122669"/>
                </a:cubicBezTo>
                <a:cubicBezTo>
                  <a:pt x="2268056" y="123965"/>
                  <a:pt x="2262950" y="124614"/>
                  <a:pt x="2256775" y="124614"/>
                </a:cubicBezTo>
                <a:cubicBezTo>
                  <a:pt x="2245117" y="124614"/>
                  <a:pt x="2236848" y="122600"/>
                  <a:pt x="2231969" y="118572"/>
                </a:cubicBezTo>
                <a:cubicBezTo>
                  <a:pt x="2227090" y="114546"/>
                  <a:pt x="2224650" y="109441"/>
                  <a:pt x="2224650" y="103258"/>
                </a:cubicBezTo>
                <a:cubicBezTo>
                  <a:pt x="2224650" y="102649"/>
                  <a:pt x="2224672" y="101908"/>
                  <a:pt x="2224715" y="101038"/>
                </a:cubicBezTo>
                <a:moveTo>
                  <a:pt x="2240972" y="60817"/>
                </a:moveTo>
                <a:cubicBezTo>
                  <a:pt x="2240972" y="68093"/>
                  <a:pt x="2242386" y="73420"/>
                  <a:pt x="2245214" y="76799"/>
                </a:cubicBezTo>
                <a:cubicBezTo>
                  <a:pt x="2248042" y="80177"/>
                  <a:pt x="2251529" y="81867"/>
                  <a:pt x="2255674" y="81867"/>
                </a:cubicBezTo>
                <a:cubicBezTo>
                  <a:pt x="2260122" y="81867"/>
                  <a:pt x="2263878" y="80134"/>
                  <a:pt x="2266944" y="76669"/>
                </a:cubicBezTo>
                <a:cubicBezTo>
                  <a:pt x="2270009" y="73204"/>
                  <a:pt x="2271542" y="68071"/>
                  <a:pt x="2271542" y="61271"/>
                </a:cubicBezTo>
                <a:cubicBezTo>
                  <a:pt x="2271542" y="54168"/>
                  <a:pt x="2270074" y="48894"/>
                  <a:pt x="2267138" y="45451"/>
                </a:cubicBezTo>
                <a:cubicBezTo>
                  <a:pt x="2264202" y="42007"/>
                  <a:pt x="2260489" y="40286"/>
                  <a:pt x="2255998" y="40286"/>
                </a:cubicBezTo>
                <a:cubicBezTo>
                  <a:pt x="2251637" y="40286"/>
                  <a:pt x="2248042" y="41975"/>
                  <a:pt x="2245214" y="45354"/>
                </a:cubicBezTo>
                <a:cubicBezTo>
                  <a:pt x="2242386" y="48733"/>
                  <a:pt x="2240972" y="53887"/>
                  <a:pt x="2240972" y="60817"/>
                </a:cubicBezTo>
                <a:close/>
                <a:moveTo>
                  <a:pt x="2321047" y="49094"/>
                </a:moveTo>
                <a:lnTo>
                  <a:pt x="2304531" y="46115"/>
                </a:lnTo>
                <a:cubicBezTo>
                  <a:pt x="2306388" y="39378"/>
                  <a:pt x="2309583" y="34390"/>
                  <a:pt x="2314117" y="31153"/>
                </a:cubicBezTo>
                <a:cubicBezTo>
                  <a:pt x="2318650" y="27915"/>
                  <a:pt x="2325386" y="26296"/>
                  <a:pt x="2334324" y="26296"/>
                </a:cubicBezTo>
                <a:cubicBezTo>
                  <a:pt x="2342442" y="26296"/>
                  <a:pt x="2348487" y="27257"/>
                  <a:pt x="2352459" y="29178"/>
                </a:cubicBezTo>
                <a:cubicBezTo>
                  <a:pt x="2356432" y="31099"/>
                  <a:pt x="2359227" y="33539"/>
                  <a:pt x="2360847" y="36497"/>
                </a:cubicBezTo>
                <a:cubicBezTo>
                  <a:pt x="2362466" y="39455"/>
                  <a:pt x="2363275" y="44884"/>
                  <a:pt x="2363275" y="52786"/>
                </a:cubicBezTo>
                <a:lnTo>
                  <a:pt x="2363081" y="74030"/>
                </a:lnTo>
                <a:cubicBezTo>
                  <a:pt x="2363081" y="80075"/>
                  <a:pt x="2363373" y="84533"/>
                  <a:pt x="2363955" y="87404"/>
                </a:cubicBezTo>
                <a:cubicBezTo>
                  <a:pt x="2364538" y="90276"/>
                  <a:pt x="2365629" y="93352"/>
                  <a:pt x="2367226" y="96634"/>
                </a:cubicBezTo>
                <a:lnTo>
                  <a:pt x="2349221" y="96634"/>
                </a:lnTo>
                <a:cubicBezTo>
                  <a:pt x="2348746" y="95425"/>
                  <a:pt x="2348163" y="93633"/>
                  <a:pt x="2347472" y="91258"/>
                </a:cubicBezTo>
                <a:cubicBezTo>
                  <a:pt x="2347170" y="90179"/>
                  <a:pt x="2346954" y="89466"/>
                  <a:pt x="2346824" y="89121"/>
                </a:cubicBezTo>
                <a:cubicBezTo>
                  <a:pt x="2343715" y="92143"/>
                  <a:pt x="2340391" y="94410"/>
                  <a:pt x="2336850" y="95921"/>
                </a:cubicBezTo>
                <a:cubicBezTo>
                  <a:pt x="2333309" y="97433"/>
                  <a:pt x="2329531" y="98188"/>
                  <a:pt x="2325516" y="98188"/>
                </a:cubicBezTo>
                <a:cubicBezTo>
                  <a:pt x="2318434" y="98188"/>
                  <a:pt x="2312854" y="96275"/>
                  <a:pt x="2308773" y="92448"/>
                </a:cubicBezTo>
                <a:cubicBezTo>
                  <a:pt x="2304693" y="88622"/>
                  <a:pt x="2302653" y="83784"/>
                  <a:pt x="2302653" y="77936"/>
                </a:cubicBezTo>
                <a:cubicBezTo>
                  <a:pt x="2302653" y="74066"/>
                  <a:pt x="2303581" y="70616"/>
                  <a:pt x="2305438" y="67585"/>
                </a:cubicBezTo>
                <a:cubicBezTo>
                  <a:pt x="2307294" y="64553"/>
                  <a:pt x="2309896" y="62231"/>
                  <a:pt x="2313242" y="60619"/>
                </a:cubicBezTo>
                <a:cubicBezTo>
                  <a:pt x="2316588" y="59006"/>
                  <a:pt x="2321414" y="57598"/>
                  <a:pt x="2327718" y="56395"/>
                </a:cubicBezTo>
                <a:cubicBezTo>
                  <a:pt x="2336224" y="54804"/>
                  <a:pt x="2342118" y="53320"/>
                  <a:pt x="2345399" y="51944"/>
                </a:cubicBezTo>
                <a:lnTo>
                  <a:pt x="2345399" y="50110"/>
                </a:lnTo>
                <a:cubicBezTo>
                  <a:pt x="2345399" y="46574"/>
                  <a:pt x="2344536" y="44052"/>
                  <a:pt x="2342809" y="42546"/>
                </a:cubicBezTo>
                <a:cubicBezTo>
                  <a:pt x="2341082" y="41039"/>
                  <a:pt x="2337822" y="40286"/>
                  <a:pt x="2333029" y="40286"/>
                </a:cubicBezTo>
                <a:cubicBezTo>
                  <a:pt x="2329790" y="40286"/>
                  <a:pt x="2327264" y="40937"/>
                  <a:pt x="2325451" y="42241"/>
                </a:cubicBezTo>
                <a:cubicBezTo>
                  <a:pt x="2323637" y="43543"/>
                  <a:pt x="2322169" y="45827"/>
                  <a:pt x="2321047" y="49094"/>
                </a:cubicBezTo>
                <a:moveTo>
                  <a:pt x="2345399" y="63861"/>
                </a:moveTo>
                <a:cubicBezTo>
                  <a:pt x="2343068" y="64629"/>
                  <a:pt x="2339376" y="65547"/>
                  <a:pt x="2334324" y="66614"/>
                </a:cubicBezTo>
                <a:cubicBezTo>
                  <a:pt x="2329272" y="67680"/>
                  <a:pt x="2325969" y="68725"/>
                  <a:pt x="2324415" y="69749"/>
                </a:cubicBezTo>
                <a:cubicBezTo>
                  <a:pt x="2322040" y="71413"/>
                  <a:pt x="2320852" y="73524"/>
                  <a:pt x="2320852" y="76084"/>
                </a:cubicBezTo>
                <a:cubicBezTo>
                  <a:pt x="2320852" y="78602"/>
                  <a:pt x="2321802" y="80779"/>
                  <a:pt x="2323702" y="82614"/>
                </a:cubicBezTo>
                <a:cubicBezTo>
                  <a:pt x="2325602" y="84447"/>
                  <a:pt x="2328020" y="85364"/>
                  <a:pt x="2330956" y="85364"/>
                </a:cubicBezTo>
                <a:cubicBezTo>
                  <a:pt x="2334238" y="85364"/>
                  <a:pt x="2337368" y="84298"/>
                  <a:pt x="2340348" y="82164"/>
                </a:cubicBezTo>
                <a:cubicBezTo>
                  <a:pt x="2342550" y="80544"/>
                  <a:pt x="2343996" y="78560"/>
                  <a:pt x="2344687" y="76212"/>
                </a:cubicBezTo>
                <a:cubicBezTo>
                  <a:pt x="2345162" y="74676"/>
                  <a:pt x="2345399" y="71754"/>
                  <a:pt x="2345399" y="67446"/>
                </a:cubicBezTo>
                <a:lnTo>
                  <a:pt x="2345399" y="63861"/>
                </a:lnTo>
                <a:close/>
                <a:moveTo>
                  <a:pt x="2412737" y="27850"/>
                </a:moveTo>
                <a:lnTo>
                  <a:pt x="2412737" y="42358"/>
                </a:lnTo>
                <a:lnTo>
                  <a:pt x="2400302" y="42358"/>
                </a:lnTo>
                <a:lnTo>
                  <a:pt x="2400302" y="70034"/>
                </a:lnTo>
                <a:cubicBezTo>
                  <a:pt x="2400302" y="75640"/>
                  <a:pt x="2400421" y="78906"/>
                  <a:pt x="2400658" y="79833"/>
                </a:cubicBezTo>
                <a:cubicBezTo>
                  <a:pt x="2400896" y="80758"/>
                  <a:pt x="2401435" y="81523"/>
                  <a:pt x="2402277" y="82128"/>
                </a:cubicBezTo>
                <a:cubicBezTo>
                  <a:pt x="2403119" y="82731"/>
                  <a:pt x="2404145" y="83033"/>
                  <a:pt x="2405354" y="83033"/>
                </a:cubicBezTo>
                <a:cubicBezTo>
                  <a:pt x="2407038" y="83033"/>
                  <a:pt x="2409478" y="82450"/>
                  <a:pt x="2412673" y="81284"/>
                </a:cubicBezTo>
                <a:lnTo>
                  <a:pt x="2414227" y="95456"/>
                </a:lnTo>
                <a:cubicBezTo>
                  <a:pt x="2409996" y="97277"/>
                  <a:pt x="2405203" y="98188"/>
                  <a:pt x="2399849" y="98188"/>
                </a:cubicBezTo>
                <a:cubicBezTo>
                  <a:pt x="2396567" y="98188"/>
                  <a:pt x="2393609" y="97638"/>
                  <a:pt x="2390975" y="96537"/>
                </a:cubicBezTo>
                <a:cubicBezTo>
                  <a:pt x="2388342" y="95436"/>
                  <a:pt x="2386409" y="94011"/>
                  <a:pt x="2385179" y="92262"/>
                </a:cubicBezTo>
                <a:cubicBezTo>
                  <a:pt x="2383948" y="90513"/>
                  <a:pt x="2383095" y="88149"/>
                  <a:pt x="2382620" y="85170"/>
                </a:cubicBezTo>
                <a:cubicBezTo>
                  <a:pt x="2382232" y="83054"/>
                  <a:pt x="2382037" y="78779"/>
                  <a:pt x="2382037" y="72346"/>
                </a:cubicBezTo>
                <a:lnTo>
                  <a:pt x="2382037" y="42358"/>
                </a:lnTo>
                <a:lnTo>
                  <a:pt x="2373682" y="42358"/>
                </a:lnTo>
                <a:lnTo>
                  <a:pt x="2373682" y="27850"/>
                </a:lnTo>
                <a:lnTo>
                  <a:pt x="2382037" y="27850"/>
                </a:lnTo>
                <a:lnTo>
                  <a:pt x="2382037" y="14119"/>
                </a:lnTo>
                <a:lnTo>
                  <a:pt x="2400302" y="3368"/>
                </a:lnTo>
                <a:lnTo>
                  <a:pt x="2400302" y="27850"/>
                </a:lnTo>
                <a:lnTo>
                  <a:pt x="2412737" y="27850"/>
                </a:lnTo>
                <a:close/>
                <a:moveTo>
                  <a:pt x="2425366" y="18524"/>
                </a:moveTo>
                <a:lnTo>
                  <a:pt x="2425366" y="1684"/>
                </a:lnTo>
                <a:lnTo>
                  <a:pt x="2443566" y="1684"/>
                </a:lnTo>
                <a:lnTo>
                  <a:pt x="2443566" y="18524"/>
                </a:lnTo>
                <a:lnTo>
                  <a:pt x="2425366" y="18524"/>
                </a:lnTo>
                <a:moveTo>
                  <a:pt x="2425366" y="96634"/>
                </a:moveTo>
                <a:lnTo>
                  <a:pt x="2425366" y="27850"/>
                </a:lnTo>
                <a:lnTo>
                  <a:pt x="2443566" y="27850"/>
                </a:lnTo>
                <a:lnTo>
                  <a:pt x="2443566" y="96634"/>
                </a:lnTo>
                <a:lnTo>
                  <a:pt x="2425366" y="96634"/>
                </a:lnTo>
                <a:close/>
                <a:moveTo>
                  <a:pt x="2458032" y="61271"/>
                </a:moveTo>
                <a:cubicBezTo>
                  <a:pt x="2458032" y="55226"/>
                  <a:pt x="2459522" y="49375"/>
                  <a:pt x="2462501" y="43718"/>
                </a:cubicBezTo>
                <a:cubicBezTo>
                  <a:pt x="2465481" y="38062"/>
                  <a:pt x="2469701" y="33744"/>
                  <a:pt x="2475163" y="30765"/>
                </a:cubicBezTo>
                <a:cubicBezTo>
                  <a:pt x="2480625" y="27785"/>
                  <a:pt x="2486724" y="26296"/>
                  <a:pt x="2493460" y="26296"/>
                </a:cubicBezTo>
                <a:cubicBezTo>
                  <a:pt x="2503866" y="26296"/>
                  <a:pt x="2512394" y="29675"/>
                  <a:pt x="2519044" y="36432"/>
                </a:cubicBezTo>
                <a:cubicBezTo>
                  <a:pt x="2525693" y="43189"/>
                  <a:pt x="2529018" y="51728"/>
                  <a:pt x="2529018" y="62048"/>
                </a:cubicBezTo>
                <a:cubicBezTo>
                  <a:pt x="2529018" y="72454"/>
                  <a:pt x="2525661" y="81079"/>
                  <a:pt x="2518947" y="87923"/>
                </a:cubicBezTo>
                <a:cubicBezTo>
                  <a:pt x="2512232" y="94766"/>
                  <a:pt x="2503780" y="98188"/>
                  <a:pt x="2493590" y="98188"/>
                </a:cubicBezTo>
                <a:cubicBezTo>
                  <a:pt x="2487286" y="98188"/>
                  <a:pt x="2481273" y="96763"/>
                  <a:pt x="2475552" y="93914"/>
                </a:cubicBezTo>
                <a:cubicBezTo>
                  <a:pt x="2469831" y="91064"/>
                  <a:pt x="2465481" y="86886"/>
                  <a:pt x="2462501" y="81381"/>
                </a:cubicBezTo>
                <a:cubicBezTo>
                  <a:pt x="2459522" y="75876"/>
                  <a:pt x="2458032" y="69172"/>
                  <a:pt x="2458032" y="61271"/>
                </a:cubicBezTo>
                <a:moveTo>
                  <a:pt x="2476685" y="62242"/>
                </a:moveTo>
                <a:cubicBezTo>
                  <a:pt x="2476685" y="69043"/>
                  <a:pt x="2478305" y="74251"/>
                  <a:pt x="2481543" y="77867"/>
                </a:cubicBezTo>
                <a:cubicBezTo>
                  <a:pt x="2484781" y="81484"/>
                  <a:pt x="2488775" y="83292"/>
                  <a:pt x="2493525" y="83292"/>
                </a:cubicBezTo>
                <a:cubicBezTo>
                  <a:pt x="2498275" y="83292"/>
                  <a:pt x="2502258" y="81484"/>
                  <a:pt x="2505475" y="77867"/>
                </a:cubicBezTo>
                <a:cubicBezTo>
                  <a:pt x="2508692" y="74251"/>
                  <a:pt x="2510300" y="69000"/>
                  <a:pt x="2510300" y="62113"/>
                </a:cubicBezTo>
                <a:cubicBezTo>
                  <a:pt x="2510300" y="55398"/>
                  <a:pt x="2508692" y="50233"/>
                  <a:pt x="2505475" y="46617"/>
                </a:cubicBezTo>
                <a:cubicBezTo>
                  <a:pt x="2502258" y="43001"/>
                  <a:pt x="2498275" y="41192"/>
                  <a:pt x="2493525" y="41192"/>
                </a:cubicBezTo>
                <a:cubicBezTo>
                  <a:pt x="2488775" y="41192"/>
                  <a:pt x="2484781" y="43001"/>
                  <a:pt x="2481543" y="46617"/>
                </a:cubicBezTo>
                <a:cubicBezTo>
                  <a:pt x="2478305" y="50233"/>
                  <a:pt x="2476685" y="55441"/>
                  <a:pt x="2476685" y="62242"/>
                </a:cubicBezTo>
                <a:close/>
                <a:moveTo>
                  <a:pt x="2605854" y="96634"/>
                </a:moveTo>
                <a:lnTo>
                  <a:pt x="2587654" y="96634"/>
                </a:lnTo>
                <a:lnTo>
                  <a:pt x="2587654" y="61570"/>
                </a:lnTo>
                <a:cubicBezTo>
                  <a:pt x="2587654" y="54151"/>
                  <a:pt x="2587265" y="49353"/>
                  <a:pt x="2586488" y="47175"/>
                </a:cubicBezTo>
                <a:cubicBezTo>
                  <a:pt x="2585711" y="44998"/>
                  <a:pt x="2584448" y="43305"/>
                  <a:pt x="2582699" y="42097"/>
                </a:cubicBezTo>
                <a:cubicBezTo>
                  <a:pt x="2580950" y="40890"/>
                  <a:pt x="2578845" y="40286"/>
                  <a:pt x="2576384" y="40286"/>
                </a:cubicBezTo>
                <a:cubicBezTo>
                  <a:pt x="2573232" y="40286"/>
                  <a:pt x="2570404" y="41149"/>
                  <a:pt x="2567900" y="42874"/>
                </a:cubicBezTo>
                <a:cubicBezTo>
                  <a:pt x="2565395" y="44599"/>
                  <a:pt x="2563679" y="46885"/>
                  <a:pt x="2562751" y="49732"/>
                </a:cubicBezTo>
                <a:cubicBezTo>
                  <a:pt x="2561822" y="52577"/>
                  <a:pt x="2561358" y="57839"/>
                  <a:pt x="2561358" y="65517"/>
                </a:cubicBezTo>
                <a:lnTo>
                  <a:pt x="2561358" y="96634"/>
                </a:lnTo>
                <a:lnTo>
                  <a:pt x="2543158" y="96634"/>
                </a:lnTo>
                <a:lnTo>
                  <a:pt x="2543158" y="27850"/>
                </a:lnTo>
                <a:lnTo>
                  <a:pt x="2560063" y="27850"/>
                </a:lnTo>
                <a:lnTo>
                  <a:pt x="2560063" y="37954"/>
                </a:lnTo>
                <a:cubicBezTo>
                  <a:pt x="2566064" y="30182"/>
                  <a:pt x="2573621" y="26296"/>
                  <a:pt x="2582731" y="26296"/>
                </a:cubicBezTo>
                <a:cubicBezTo>
                  <a:pt x="2586747" y="26296"/>
                  <a:pt x="2590417" y="27019"/>
                  <a:pt x="2593742" y="28466"/>
                </a:cubicBezTo>
                <a:cubicBezTo>
                  <a:pt x="2597067" y="29912"/>
                  <a:pt x="2599582" y="31758"/>
                  <a:pt x="2601287" y="34003"/>
                </a:cubicBezTo>
                <a:cubicBezTo>
                  <a:pt x="2602993" y="36248"/>
                  <a:pt x="2604180" y="38796"/>
                  <a:pt x="2604850" y="41646"/>
                </a:cubicBezTo>
                <a:cubicBezTo>
                  <a:pt x="2605519" y="44496"/>
                  <a:pt x="2605854" y="48576"/>
                  <a:pt x="2605854" y="53887"/>
                </a:cubicBezTo>
                <a:lnTo>
                  <a:pt x="2605854" y="96634"/>
                </a:lnTo>
                <a:close/>
                <a:moveTo>
                  <a:pt x="2659849" y="27850"/>
                </a:moveTo>
                <a:lnTo>
                  <a:pt x="2676624" y="27850"/>
                </a:lnTo>
                <a:lnTo>
                  <a:pt x="2676624" y="37242"/>
                </a:lnTo>
                <a:cubicBezTo>
                  <a:pt x="2682626" y="29944"/>
                  <a:pt x="2689772" y="26296"/>
                  <a:pt x="2698062" y="26296"/>
                </a:cubicBezTo>
                <a:cubicBezTo>
                  <a:pt x="2702467" y="26296"/>
                  <a:pt x="2706288" y="27207"/>
                  <a:pt x="2709526" y="29028"/>
                </a:cubicBezTo>
                <a:cubicBezTo>
                  <a:pt x="2712765" y="30850"/>
                  <a:pt x="2715420" y="33604"/>
                  <a:pt x="2717493" y="37292"/>
                </a:cubicBezTo>
                <a:cubicBezTo>
                  <a:pt x="2720515" y="33604"/>
                  <a:pt x="2723775" y="30850"/>
                  <a:pt x="2727273" y="29028"/>
                </a:cubicBezTo>
                <a:cubicBezTo>
                  <a:pt x="2730770" y="27207"/>
                  <a:pt x="2734505" y="26296"/>
                  <a:pt x="2738478" y="26296"/>
                </a:cubicBezTo>
                <a:cubicBezTo>
                  <a:pt x="2743529" y="26296"/>
                  <a:pt x="2747804" y="27321"/>
                  <a:pt x="2751302" y="29372"/>
                </a:cubicBezTo>
                <a:cubicBezTo>
                  <a:pt x="2754799" y="31423"/>
                  <a:pt x="2757411" y="34435"/>
                  <a:pt x="2759139" y="38407"/>
                </a:cubicBezTo>
                <a:cubicBezTo>
                  <a:pt x="2760391" y="41344"/>
                  <a:pt x="2761017" y="46093"/>
                  <a:pt x="2761017" y="52656"/>
                </a:cubicBezTo>
                <a:lnTo>
                  <a:pt x="2761017" y="96634"/>
                </a:lnTo>
                <a:lnTo>
                  <a:pt x="2742817" y="96634"/>
                </a:lnTo>
                <a:lnTo>
                  <a:pt x="2742817" y="57364"/>
                </a:lnTo>
                <a:cubicBezTo>
                  <a:pt x="2742817" y="50550"/>
                  <a:pt x="2742191" y="46151"/>
                  <a:pt x="2740939" y="44168"/>
                </a:cubicBezTo>
                <a:cubicBezTo>
                  <a:pt x="2739255" y="41580"/>
                  <a:pt x="2736664" y="40286"/>
                  <a:pt x="2733167" y="40286"/>
                </a:cubicBezTo>
                <a:cubicBezTo>
                  <a:pt x="2730619" y="40286"/>
                  <a:pt x="2728223" y="41062"/>
                  <a:pt x="2725977" y="42615"/>
                </a:cubicBezTo>
                <a:cubicBezTo>
                  <a:pt x="2723732" y="44167"/>
                  <a:pt x="2722113" y="46442"/>
                  <a:pt x="2721120" y="49440"/>
                </a:cubicBezTo>
                <a:cubicBezTo>
                  <a:pt x="2720127" y="52437"/>
                  <a:pt x="2719630" y="57171"/>
                  <a:pt x="2719630" y="63641"/>
                </a:cubicBezTo>
                <a:lnTo>
                  <a:pt x="2719630" y="96634"/>
                </a:lnTo>
                <a:lnTo>
                  <a:pt x="2701430" y="96634"/>
                </a:lnTo>
                <a:lnTo>
                  <a:pt x="2701430" y="58981"/>
                </a:lnTo>
                <a:cubicBezTo>
                  <a:pt x="2701430" y="52297"/>
                  <a:pt x="2701106" y="47984"/>
                  <a:pt x="2700459" y="46044"/>
                </a:cubicBezTo>
                <a:cubicBezTo>
                  <a:pt x="2699811" y="44102"/>
                  <a:pt x="2698807" y="42657"/>
                  <a:pt x="2697447" y="41709"/>
                </a:cubicBezTo>
                <a:cubicBezTo>
                  <a:pt x="2696087" y="40760"/>
                  <a:pt x="2694241" y="40286"/>
                  <a:pt x="2691909" y="40286"/>
                </a:cubicBezTo>
                <a:cubicBezTo>
                  <a:pt x="2689103" y="40286"/>
                  <a:pt x="2686577" y="41041"/>
                  <a:pt x="2684332" y="42551"/>
                </a:cubicBezTo>
                <a:cubicBezTo>
                  <a:pt x="2682086" y="44059"/>
                  <a:pt x="2680478" y="46237"/>
                  <a:pt x="2679506" y="49084"/>
                </a:cubicBezTo>
                <a:cubicBezTo>
                  <a:pt x="2678535" y="51931"/>
                  <a:pt x="2678049" y="56654"/>
                  <a:pt x="2678049" y="63252"/>
                </a:cubicBezTo>
                <a:lnTo>
                  <a:pt x="2678049" y="96634"/>
                </a:lnTo>
                <a:lnTo>
                  <a:pt x="2659849" y="96634"/>
                </a:lnTo>
                <a:lnTo>
                  <a:pt x="2659849" y="27850"/>
                </a:lnTo>
                <a:close/>
                <a:moveTo>
                  <a:pt x="2774921" y="61271"/>
                </a:moveTo>
                <a:cubicBezTo>
                  <a:pt x="2774921" y="55226"/>
                  <a:pt x="2776411" y="49375"/>
                  <a:pt x="2779390" y="43718"/>
                </a:cubicBezTo>
                <a:cubicBezTo>
                  <a:pt x="2782369" y="38062"/>
                  <a:pt x="2786590" y="33744"/>
                  <a:pt x="2792052" y="30765"/>
                </a:cubicBezTo>
                <a:cubicBezTo>
                  <a:pt x="2797514" y="27785"/>
                  <a:pt x="2803613" y="26296"/>
                  <a:pt x="2810349" y="26296"/>
                </a:cubicBezTo>
                <a:cubicBezTo>
                  <a:pt x="2820755" y="26296"/>
                  <a:pt x="2829283" y="29675"/>
                  <a:pt x="2835932" y="36432"/>
                </a:cubicBezTo>
                <a:cubicBezTo>
                  <a:pt x="2842582" y="43189"/>
                  <a:pt x="2845907" y="51728"/>
                  <a:pt x="2845907" y="62048"/>
                </a:cubicBezTo>
                <a:cubicBezTo>
                  <a:pt x="2845907" y="72454"/>
                  <a:pt x="2842550" y="81079"/>
                  <a:pt x="2835835" y="87923"/>
                </a:cubicBezTo>
                <a:cubicBezTo>
                  <a:pt x="2829121" y="94766"/>
                  <a:pt x="2820669" y="98188"/>
                  <a:pt x="2810479" y="98188"/>
                </a:cubicBezTo>
                <a:cubicBezTo>
                  <a:pt x="2804175" y="98188"/>
                  <a:pt x="2798162" y="96763"/>
                  <a:pt x="2792441" y="93914"/>
                </a:cubicBezTo>
                <a:cubicBezTo>
                  <a:pt x="2786720" y="91064"/>
                  <a:pt x="2782369" y="86886"/>
                  <a:pt x="2779390" y="81381"/>
                </a:cubicBezTo>
                <a:cubicBezTo>
                  <a:pt x="2776411" y="75876"/>
                  <a:pt x="2774921" y="69172"/>
                  <a:pt x="2774921" y="61271"/>
                </a:cubicBezTo>
                <a:moveTo>
                  <a:pt x="2793574" y="62242"/>
                </a:moveTo>
                <a:cubicBezTo>
                  <a:pt x="2793574" y="69043"/>
                  <a:pt x="2795193" y="74251"/>
                  <a:pt x="2798432" y="77867"/>
                </a:cubicBezTo>
                <a:cubicBezTo>
                  <a:pt x="2801670" y="81484"/>
                  <a:pt x="2805664" y="83292"/>
                  <a:pt x="2810414" y="83292"/>
                </a:cubicBezTo>
                <a:cubicBezTo>
                  <a:pt x="2815164" y="83292"/>
                  <a:pt x="2819147" y="81484"/>
                  <a:pt x="2822364" y="77867"/>
                </a:cubicBezTo>
                <a:cubicBezTo>
                  <a:pt x="2825580" y="74251"/>
                  <a:pt x="2827189" y="69000"/>
                  <a:pt x="2827189" y="62113"/>
                </a:cubicBezTo>
                <a:cubicBezTo>
                  <a:pt x="2827189" y="55398"/>
                  <a:pt x="2825580" y="50233"/>
                  <a:pt x="2822364" y="46617"/>
                </a:cubicBezTo>
                <a:cubicBezTo>
                  <a:pt x="2819147" y="43001"/>
                  <a:pt x="2815164" y="41192"/>
                  <a:pt x="2810414" y="41192"/>
                </a:cubicBezTo>
                <a:cubicBezTo>
                  <a:pt x="2805664" y="41192"/>
                  <a:pt x="2801670" y="43001"/>
                  <a:pt x="2798432" y="46617"/>
                </a:cubicBezTo>
                <a:cubicBezTo>
                  <a:pt x="2795193" y="50233"/>
                  <a:pt x="2793574" y="55441"/>
                  <a:pt x="2793574" y="62242"/>
                </a:cubicBezTo>
                <a:close/>
                <a:moveTo>
                  <a:pt x="2923260" y="96634"/>
                </a:moveTo>
                <a:lnTo>
                  <a:pt x="2906356" y="96634"/>
                </a:lnTo>
                <a:lnTo>
                  <a:pt x="2906356" y="86530"/>
                </a:lnTo>
                <a:cubicBezTo>
                  <a:pt x="2903549" y="90459"/>
                  <a:pt x="2900235" y="93385"/>
                  <a:pt x="2896414" y="95306"/>
                </a:cubicBezTo>
                <a:cubicBezTo>
                  <a:pt x="2892593" y="97228"/>
                  <a:pt x="2888739" y="98188"/>
                  <a:pt x="2884853" y="98188"/>
                </a:cubicBezTo>
                <a:cubicBezTo>
                  <a:pt x="2876951" y="98188"/>
                  <a:pt x="2870183" y="95004"/>
                  <a:pt x="2864548" y="88635"/>
                </a:cubicBezTo>
                <a:cubicBezTo>
                  <a:pt x="2858913" y="82266"/>
                  <a:pt x="2856096" y="73382"/>
                  <a:pt x="2856096" y="61983"/>
                </a:cubicBezTo>
                <a:cubicBezTo>
                  <a:pt x="2856096" y="50325"/>
                  <a:pt x="2858838" y="41462"/>
                  <a:pt x="2864321" y="35396"/>
                </a:cubicBezTo>
                <a:cubicBezTo>
                  <a:pt x="2869805" y="29329"/>
                  <a:pt x="2876735" y="26296"/>
                  <a:pt x="2885112" y="26296"/>
                </a:cubicBezTo>
                <a:cubicBezTo>
                  <a:pt x="2892798" y="26296"/>
                  <a:pt x="2899447" y="29491"/>
                  <a:pt x="2905060" y="35881"/>
                </a:cubicBezTo>
                <a:lnTo>
                  <a:pt x="2905060" y="1684"/>
                </a:lnTo>
                <a:lnTo>
                  <a:pt x="2923260" y="1684"/>
                </a:lnTo>
                <a:lnTo>
                  <a:pt x="2923260" y="96634"/>
                </a:lnTo>
                <a:moveTo>
                  <a:pt x="2874684" y="60787"/>
                </a:moveTo>
                <a:cubicBezTo>
                  <a:pt x="2874684" y="68116"/>
                  <a:pt x="2875699" y="73419"/>
                  <a:pt x="2877728" y="76695"/>
                </a:cubicBezTo>
                <a:cubicBezTo>
                  <a:pt x="2880664" y="81438"/>
                  <a:pt x="2884766" y="83810"/>
                  <a:pt x="2890034" y="83810"/>
                </a:cubicBezTo>
                <a:cubicBezTo>
                  <a:pt x="2894223" y="83810"/>
                  <a:pt x="2897785" y="82031"/>
                  <a:pt x="2900721" y="78475"/>
                </a:cubicBezTo>
                <a:cubicBezTo>
                  <a:pt x="2903657" y="74918"/>
                  <a:pt x="2905125" y="69604"/>
                  <a:pt x="2905125" y="62533"/>
                </a:cubicBezTo>
                <a:cubicBezTo>
                  <a:pt x="2905125" y="54643"/>
                  <a:pt x="2903700" y="48962"/>
                  <a:pt x="2900851" y="45491"/>
                </a:cubicBezTo>
                <a:cubicBezTo>
                  <a:pt x="2898001" y="42021"/>
                  <a:pt x="2894352" y="40286"/>
                  <a:pt x="2889905" y="40286"/>
                </a:cubicBezTo>
                <a:cubicBezTo>
                  <a:pt x="2885587" y="40286"/>
                  <a:pt x="2881971" y="41999"/>
                  <a:pt x="2879056" y="45427"/>
                </a:cubicBezTo>
                <a:cubicBezTo>
                  <a:pt x="2876142" y="48854"/>
                  <a:pt x="2874684" y="53974"/>
                  <a:pt x="2874684" y="60787"/>
                </a:cubicBezTo>
                <a:close/>
                <a:moveTo>
                  <a:pt x="2986495" y="96634"/>
                </a:moveTo>
                <a:lnTo>
                  <a:pt x="2986495" y="86336"/>
                </a:lnTo>
                <a:cubicBezTo>
                  <a:pt x="2983991" y="90006"/>
                  <a:pt x="2980698" y="92899"/>
                  <a:pt x="2976618" y="95015"/>
                </a:cubicBezTo>
                <a:cubicBezTo>
                  <a:pt x="2972537" y="97130"/>
                  <a:pt x="2968230" y="98188"/>
                  <a:pt x="2963697" y="98188"/>
                </a:cubicBezTo>
                <a:cubicBezTo>
                  <a:pt x="2959076" y="98188"/>
                  <a:pt x="2954931" y="97174"/>
                  <a:pt x="2951261" y="95144"/>
                </a:cubicBezTo>
                <a:cubicBezTo>
                  <a:pt x="2947591" y="93115"/>
                  <a:pt x="2944935" y="90265"/>
                  <a:pt x="2943295" y="86595"/>
                </a:cubicBezTo>
                <a:cubicBezTo>
                  <a:pt x="2941654" y="82925"/>
                  <a:pt x="2940833" y="77851"/>
                  <a:pt x="2940833" y="71374"/>
                </a:cubicBezTo>
                <a:lnTo>
                  <a:pt x="2940833" y="27850"/>
                </a:lnTo>
                <a:lnTo>
                  <a:pt x="2959033" y="27850"/>
                </a:lnTo>
                <a:lnTo>
                  <a:pt x="2959033" y="59384"/>
                </a:lnTo>
                <a:cubicBezTo>
                  <a:pt x="2959033" y="69035"/>
                  <a:pt x="2959368" y="74947"/>
                  <a:pt x="2960037" y="77122"/>
                </a:cubicBezTo>
                <a:cubicBezTo>
                  <a:pt x="2960706" y="79298"/>
                  <a:pt x="2961926" y="81021"/>
                  <a:pt x="2963697" y="82292"/>
                </a:cubicBezTo>
                <a:cubicBezTo>
                  <a:pt x="2965467" y="83563"/>
                  <a:pt x="2967712" y="84198"/>
                  <a:pt x="2970432" y="84198"/>
                </a:cubicBezTo>
                <a:cubicBezTo>
                  <a:pt x="2973541" y="84198"/>
                  <a:pt x="2976326" y="83348"/>
                  <a:pt x="2978787" y="81646"/>
                </a:cubicBezTo>
                <a:cubicBezTo>
                  <a:pt x="2981249" y="79945"/>
                  <a:pt x="2982933" y="77834"/>
                  <a:pt x="2983839" y="75313"/>
                </a:cubicBezTo>
                <a:cubicBezTo>
                  <a:pt x="2984746" y="72792"/>
                  <a:pt x="2985200" y="66621"/>
                  <a:pt x="2985200" y="56800"/>
                </a:cubicBezTo>
                <a:lnTo>
                  <a:pt x="2985200" y="27850"/>
                </a:lnTo>
                <a:lnTo>
                  <a:pt x="3003399" y="27850"/>
                </a:lnTo>
                <a:lnTo>
                  <a:pt x="3003399" y="96634"/>
                </a:lnTo>
                <a:lnTo>
                  <a:pt x="2986495" y="96634"/>
                </a:lnTo>
                <a:close/>
                <a:moveTo>
                  <a:pt x="3022268" y="96634"/>
                </a:moveTo>
                <a:lnTo>
                  <a:pt x="3022268" y="1684"/>
                </a:lnTo>
                <a:lnTo>
                  <a:pt x="3040468" y="1684"/>
                </a:lnTo>
                <a:lnTo>
                  <a:pt x="3040468" y="96634"/>
                </a:lnTo>
                <a:lnTo>
                  <a:pt x="3022268" y="96634"/>
                </a:lnTo>
                <a:close/>
                <a:moveTo>
                  <a:pt x="3098975" y="74742"/>
                </a:moveTo>
                <a:lnTo>
                  <a:pt x="3117110" y="77851"/>
                </a:lnTo>
                <a:cubicBezTo>
                  <a:pt x="3114778" y="84479"/>
                  <a:pt x="3111098" y="89526"/>
                  <a:pt x="3106067" y="92991"/>
                </a:cubicBezTo>
                <a:cubicBezTo>
                  <a:pt x="3101037" y="96456"/>
                  <a:pt x="3094744" y="98188"/>
                  <a:pt x="3087187" y="98188"/>
                </a:cubicBezTo>
                <a:cubicBezTo>
                  <a:pt x="3075227" y="98188"/>
                  <a:pt x="3066375" y="94281"/>
                  <a:pt x="3060632" y="86465"/>
                </a:cubicBezTo>
                <a:cubicBezTo>
                  <a:pt x="3056099" y="80204"/>
                  <a:pt x="3053832" y="72303"/>
                  <a:pt x="3053832" y="62760"/>
                </a:cubicBezTo>
                <a:cubicBezTo>
                  <a:pt x="3053832" y="51361"/>
                  <a:pt x="3056811" y="42434"/>
                  <a:pt x="3062770" y="35979"/>
                </a:cubicBezTo>
                <a:cubicBezTo>
                  <a:pt x="3068728" y="29523"/>
                  <a:pt x="3076263" y="26296"/>
                  <a:pt x="3085374" y="26296"/>
                </a:cubicBezTo>
                <a:cubicBezTo>
                  <a:pt x="3095607" y="26296"/>
                  <a:pt x="3103682" y="29675"/>
                  <a:pt x="3109597" y="36432"/>
                </a:cubicBezTo>
                <a:cubicBezTo>
                  <a:pt x="3115513" y="43189"/>
                  <a:pt x="3118341" y="53542"/>
                  <a:pt x="3118082" y="67488"/>
                </a:cubicBezTo>
                <a:lnTo>
                  <a:pt x="3072485" y="67488"/>
                </a:lnTo>
                <a:cubicBezTo>
                  <a:pt x="3072615" y="72886"/>
                  <a:pt x="3074083" y="77085"/>
                  <a:pt x="3076889" y="80086"/>
                </a:cubicBezTo>
                <a:cubicBezTo>
                  <a:pt x="3079696" y="83087"/>
                  <a:pt x="3083193" y="84587"/>
                  <a:pt x="3087382" y="84587"/>
                </a:cubicBezTo>
                <a:cubicBezTo>
                  <a:pt x="3090231" y="84587"/>
                  <a:pt x="3092628" y="83810"/>
                  <a:pt x="3094571" y="82255"/>
                </a:cubicBezTo>
                <a:cubicBezTo>
                  <a:pt x="3096514" y="80701"/>
                  <a:pt x="3097982" y="78197"/>
                  <a:pt x="3098975" y="74742"/>
                </a:cubicBezTo>
                <a:moveTo>
                  <a:pt x="3100011" y="56348"/>
                </a:moveTo>
                <a:cubicBezTo>
                  <a:pt x="3099882" y="51102"/>
                  <a:pt x="3098522" y="47113"/>
                  <a:pt x="3095931" y="44382"/>
                </a:cubicBezTo>
                <a:cubicBezTo>
                  <a:pt x="3093340" y="41651"/>
                  <a:pt x="3090188" y="40286"/>
                  <a:pt x="3086475" y="40286"/>
                </a:cubicBezTo>
                <a:cubicBezTo>
                  <a:pt x="3082502" y="40286"/>
                  <a:pt x="3079221" y="41726"/>
                  <a:pt x="3076630" y="44607"/>
                </a:cubicBezTo>
                <a:cubicBezTo>
                  <a:pt x="3074039" y="47489"/>
                  <a:pt x="3072766" y="51403"/>
                  <a:pt x="3072809" y="56348"/>
                </a:cubicBezTo>
                <a:lnTo>
                  <a:pt x="3100011" y="56348"/>
                </a:lnTo>
                <a:close/>
                <a:moveTo>
                  <a:pt x="3126482" y="77074"/>
                </a:moveTo>
                <a:lnTo>
                  <a:pt x="3144747" y="74224"/>
                </a:lnTo>
                <a:cubicBezTo>
                  <a:pt x="3145524" y="77743"/>
                  <a:pt x="3147100" y="80415"/>
                  <a:pt x="3149475" y="82239"/>
                </a:cubicBezTo>
                <a:cubicBezTo>
                  <a:pt x="3151849" y="84063"/>
                  <a:pt x="3155174" y="84976"/>
                  <a:pt x="3159449" y="84976"/>
                </a:cubicBezTo>
                <a:cubicBezTo>
                  <a:pt x="3164155" y="84976"/>
                  <a:pt x="3167696" y="84113"/>
                  <a:pt x="3170071" y="82389"/>
                </a:cubicBezTo>
                <a:cubicBezTo>
                  <a:pt x="3171668" y="81181"/>
                  <a:pt x="3172467" y="79564"/>
                  <a:pt x="3172467" y="77537"/>
                </a:cubicBezTo>
                <a:cubicBezTo>
                  <a:pt x="3172467" y="76157"/>
                  <a:pt x="3172035" y="75014"/>
                  <a:pt x="3171172" y="74109"/>
                </a:cubicBezTo>
                <a:cubicBezTo>
                  <a:pt x="3170265" y="73247"/>
                  <a:pt x="3168236" y="72449"/>
                  <a:pt x="3165084" y="71716"/>
                </a:cubicBezTo>
                <a:cubicBezTo>
                  <a:pt x="3150403" y="68483"/>
                  <a:pt x="3141098" y="65530"/>
                  <a:pt x="3137169" y="62855"/>
                </a:cubicBezTo>
                <a:cubicBezTo>
                  <a:pt x="3131728" y="59145"/>
                  <a:pt x="3129008" y="53990"/>
                  <a:pt x="3129008" y="47390"/>
                </a:cubicBezTo>
                <a:cubicBezTo>
                  <a:pt x="3129008" y="41437"/>
                  <a:pt x="3131361" y="36433"/>
                  <a:pt x="3136068" y="32378"/>
                </a:cubicBezTo>
                <a:cubicBezTo>
                  <a:pt x="3140774" y="28323"/>
                  <a:pt x="3148071" y="26296"/>
                  <a:pt x="3157959" y="26296"/>
                </a:cubicBezTo>
                <a:cubicBezTo>
                  <a:pt x="3167372" y="26296"/>
                  <a:pt x="3174367" y="27823"/>
                  <a:pt x="3178944" y="30878"/>
                </a:cubicBezTo>
                <a:cubicBezTo>
                  <a:pt x="3183521" y="33933"/>
                  <a:pt x="3186673" y="38451"/>
                  <a:pt x="3188400" y="44431"/>
                </a:cubicBezTo>
                <a:lnTo>
                  <a:pt x="3171237" y="47669"/>
                </a:lnTo>
                <a:cubicBezTo>
                  <a:pt x="3170503" y="44992"/>
                  <a:pt x="3169110" y="42941"/>
                  <a:pt x="3167059" y="41516"/>
                </a:cubicBezTo>
                <a:cubicBezTo>
                  <a:pt x="3165008" y="40091"/>
                  <a:pt x="3162083" y="39379"/>
                  <a:pt x="3158283" y="39379"/>
                </a:cubicBezTo>
                <a:cubicBezTo>
                  <a:pt x="3153490" y="39379"/>
                  <a:pt x="3150058" y="40048"/>
                  <a:pt x="3147985" y="41385"/>
                </a:cubicBezTo>
                <a:cubicBezTo>
                  <a:pt x="3146603" y="42332"/>
                  <a:pt x="3145912" y="43561"/>
                  <a:pt x="3145912" y="45070"/>
                </a:cubicBezTo>
                <a:cubicBezTo>
                  <a:pt x="3145912" y="46363"/>
                  <a:pt x="3146517" y="47462"/>
                  <a:pt x="3147726" y="48368"/>
                </a:cubicBezTo>
                <a:cubicBezTo>
                  <a:pt x="3149367" y="49575"/>
                  <a:pt x="3155034" y="51279"/>
                  <a:pt x="3164727" y="53478"/>
                </a:cubicBezTo>
                <a:cubicBezTo>
                  <a:pt x="3174421" y="55678"/>
                  <a:pt x="3181189" y="58376"/>
                  <a:pt x="3185032" y="61572"/>
                </a:cubicBezTo>
                <a:cubicBezTo>
                  <a:pt x="3188832" y="64813"/>
                  <a:pt x="3190732" y="69328"/>
                  <a:pt x="3190732" y="75117"/>
                </a:cubicBezTo>
                <a:cubicBezTo>
                  <a:pt x="3190732" y="81425"/>
                  <a:pt x="3188098" y="86847"/>
                  <a:pt x="3182830" y="91384"/>
                </a:cubicBezTo>
                <a:cubicBezTo>
                  <a:pt x="3177562" y="95920"/>
                  <a:pt x="3169769" y="98188"/>
                  <a:pt x="3159449" y="98188"/>
                </a:cubicBezTo>
                <a:cubicBezTo>
                  <a:pt x="3150079" y="98188"/>
                  <a:pt x="3142663" y="96294"/>
                  <a:pt x="3137201" y="92507"/>
                </a:cubicBezTo>
                <a:cubicBezTo>
                  <a:pt x="3131739" y="88718"/>
                  <a:pt x="3128166" y="83574"/>
                  <a:pt x="3126482" y="77074"/>
                </a:cubicBezTo>
                <a:close/>
                <a:moveTo>
                  <a:pt x="3286202" y="96634"/>
                </a:moveTo>
                <a:lnTo>
                  <a:pt x="3268002" y="96634"/>
                </a:lnTo>
                <a:lnTo>
                  <a:pt x="3268002" y="28119"/>
                </a:lnTo>
                <a:cubicBezTo>
                  <a:pt x="3261353" y="34361"/>
                  <a:pt x="3253516" y="38978"/>
                  <a:pt x="3244492" y="41970"/>
                </a:cubicBezTo>
                <a:lnTo>
                  <a:pt x="3244492" y="25389"/>
                </a:lnTo>
                <a:cubicBezTo>
                  <a:pt x="3249241" y="23831"/>
                  <a:pt x="3254401" y="20876"/>
                  <a:pt x="3259971" y="16526"/>
                </a:cubicBezTo>
                <a:cubicBezTo>
                  <a:pt x="3265541" y="12174"/>
                  <a:pt x="3269363" y="7097"/>
                  <a:pt x="3271435" y="1295"/>
                </a:cubicBezTo>
                <a:lnTo>
                  <a:pt x="3286202" y="1295"/>
                </a:lnTo>
                <a:lnTo>
                  <a:pt x="3286202" y="96634"/>
                </a:lnTo>
                <a:close/>
                <a:moveTo>
                  <a:pt x="3354145" y="18524"/>
                </a:moveTo>
                <a:lnTo>
                  <a:pt x="3354145" y="1684"/>
                </a:lnTo>
                <a:lnTo>
                  <a:pt x="3372345" y="1684"/>
                </a:lnTo>
                <a:lnTo>
                  <a:pt x="3372345" y="18524"/>
                </a:lnTo>
                <a:lnTo>
                  <a:pt x="3354145" y="18524"/>
                </a:lnTo>
                <a:moveTo>
                  <a:pt x="3354145" y="96634"/>
                </a:moveTo>
                <a:lnTo>
                  <a:pt x="3354145" y="27850"/>
                </a:lnTo>
                <a:lnTo>
                  <a:pt x="3372345" y="27850"/>
                </a:lnTo>
                <a:lnTo>
                  <a:pt x="3372345" y="96634"/>
                </a:lnTo>
                <a:lnTo>
                  <a:pt x="3354145" y="96634"/>
                </a:lnTo>
                <a:close/>
                <a:moveTo>
                  <a:pt x="3384608" y="77074"/>
                </a:moveTo>
                <a:lnTo>
                  <a:pt x="3402872" y="74224"/>
                </a:lnTo>
                <a:cubicBezTo>
                  <a:pt x="3403649" y="77743"/>
                  <a:pt x="3405225" y="80415"/>
                  <a:pt x="3407600" y="82239"/>
                </a:cubicBezTo>
                <a:cubicBezTo>
                  <a:pt x="3409975" y="84063"/>
                  <a:pt x="3413300" y="84976"/>
                  <a:pt x="3417575" y="84976"/>
                </a:cubicBezTo>
                <a:cubicBezTo>
                  <a:pt x="3422281" y="84976"/>
                  <a:pt x="3425822" y="84113"/>
                  <a:pt x="3428197" y="82389"/>
                </a:cubicBezTo>
                <a:cubicBezTo>
                  <a:pt x="3429794" y="81181"/>
                  <a:pt x="3430593" y="79564"/>
                  <a:pt x="3430593" y="77537"/>
                </a:cubicBezTo>
                <a:cubicBezTo>
                  <a:pt x="3430593" y="76157"/>
                  <a:pt x="3430161" y="75014"/>
                  <a:pt x="3429298" y="74109"/>
                </a:cubicBezTo>
                <a:cubicBezTo>
                  <a:pt x="3428391" y="73247"/>
                  <a:pt x="3426361" y="72449"/>
                  <a:pt x="3423209" y="71716"/>
                </a:cubicBezTo>
                <a:cubicBezTo>
                  <a:pt x="3408529" y="68483"/>
                  <a:pt x="3399224" y="65530"/>
                  <a:pt x="3395294" y="62855"/>
                </a:cubicBezTo>
                <a:cubicBezTo>
                  <a:pt x="3389854" y="59145"/>
                  <a:pt x="3387134" y="53990"/>
                  <a:pt x="3387134" y="47390"/>
                </a:cubicBezTo>
                <a:cubicBezTo>
                  <a:pt x="3387134" y="41437"/>
                  <a:pt x="3389487" y="36433"/>
                  <a:pt x="3394193" y="32378"/>
                </a:cubicBezTo>
                <a:cubicBezTo>
                  <a:pt x="3398900" y="28323"/>
                  <a:pt x="3406197" y="26296"/>
                  <a:pt x="3416085" y="26296"/>
                </a:cubicBezTo>
                <a:cubicBezTo>
                  <a:pt x="3425498" y="26296"/>
                  <a:pt x="3432493" y="27823"/>
                  <a:pt x="3437070" y="30878"/>
                </a:cubicBezTo>
                <a:cubicBezTo>
                  <a:pt x="3441647" y="33933"/>
                  <a:pt x="3444799" y="38451"/>
                  <a:pt x="3446526" y="44431"/>
                </a:cubicBezTo>
                <a:lnTo>
                  <a:pt x="3429362" y="47669"/>
                </a:lnTo>
                <a:cubicBezTo>
                  <a:pt x="3428628" y="44992"/>
                  <a:pt x="3427236" y="42941"/>
                  <a:pt x="3425185" y="41516"/>
                </a:cubicBezTo>
                <a:cubicBezTo>
                  <a:pt x="3423134" y="40091"/>
                  <a:pt x="3420208" y="39379"/>
                  <a:pt x="3416409" y="39379"/>
                </a:cubicBezTo>
                <a:cubicBezTo>
                  <a:pt x="3411616" y="39379"/>
                  <a:pt x="3408183" y="40048"/>
                  <a:pt x="3406111" y="41385"/>
                </a:cubicBezTo>
                <a:cubicBezTo>
                  <a:pt x="3404729" y="42332"/>
                  <a:pt x="3404038" y="43561"/>
                  <a:pt x="3404038" y="45070"/>
                </a:cubicBezTo>
                <a:cubicBezTo>
                  <a:pt x="3404038" y="46363"/>
                  <a:pt x="3404643" y="47462"/>
                  <a:pt x="3405852" y="48368"/>
                </a:cubicBezTo>
                <a:cubicBezTo>
                  <a:pt x="3407492" y="49575"/>
                  <a:pt x="3413160" y="51279"/>
                  <a:pt x="3422853" y="53478"/>
                </a:cubicBezTo>
                <a:cubicBezTo>
                  <a:pt x="3432547" y="55678"/>
                  <a:pt x="3439315" y="58376"/>
                  <a:pt x="3443158" y="61572"/>
                </a:cubicBezTo>
                <a:cubicBezTo>
                  <a:pt x="3446958" y="64813"/>
                  <a:pt x="3448858" y="69328"/>
                  <a:pt x="3448858" y="75117"/>
                </a:cubicBezTo>
                <a:cubicBezTo>
                  <a:pt x="3448858" y="81425"/>
                  <a:pt x="3446224" y="86847"/>
                  <a:pt x="3440956" y="91384"/>
                </a:cubicBezTo>
                <a:cubicBezTo>
                  <a:pt x="3435688" y="95920"/>
                  <a:pt x="3427894" y="98188"/>
                  <a:pt x="3417575" y="98188"/>
                </a:cubicBezTo>
                <a:cubicBezTo>
                  <a:pt x="3408205" y="98188"/>
                  <a:pt x="3400789" y="96294"/>
                  <a:pt x="3395327" y="92507"/>
                </a:cubicBezTo>
                <a:cubicBezTo>
                  <a:pt x="3389865" y="88718"/>
                  <a:pt x="3386292" y="83574"/>
                  <a:pt x="3384608" y="77074"/>
                </a:cubicBezTo>
                <a:close/>
                <a:moveTo>
                  <a:pt x="3533188" y="27850"/>
                </a:moveTo>
                <a:lnTo>
                  <a:pt x="3533188" y="42358"/>
                </a:lnTo>
                <a:lnTo>
                  <a:pt x="3520753" y="42358"/>
                </a:lnTo>
                <a:lnTo>
                  <a:pt x="3520753" y="70034"/>
                </a:lnTo>
                <a:cubicBezTo>
                  <a:pt x="3520753" y="75640"/>
                  <a:pt x="3520872" y="78906"/>
                  <a:pt x="3521109" y="79833"/>
                </a:cubicBezTo>
                <a:cubicBezTo>
                  <a:pt x="3521347" y="80758"/>
                  <a:pt x="3521886" y="81523"/>
                  <a:pt x="3522728" y="82128"/>
                </a:cubicBezTo>
                <a:cubicBezTo>
                  <a:pt x="3523570" y="82731"/>
                  <a:pt x="3524596" y="83033"/>
                  <a:pt x="3525805" y="83033"/>
                </a:cubicBezTo>
                <a:cubicBezTo>
                  <a:pt x="3527489" y="83033"/>
                  <a:pt x="3529928" y="82450"/>
                  <a:pt x="3533124" y="81284"/>
                </a:cubicBezTo>
                <a:lnTo>
                  <a:pt x="3534678" y="95456"/>
                </a:lnTo>
                <a:cubicBezTo>
                  <a:pt x="3530447" y="97277"/>
                  <a:pt x="3525654" y="98188"/>
                  <a:pt x="3520300" y="98188"/>
                </a:cubicBezTo>
                <a:cubicBezTo>
                  <a:pt x="3517018" y="98188"/>
                  <a:pt x="3514060" y="97638"/>
                  <a:pt x="3511426" y="96537"/>
                </a:cubicBezTo>
                <a:cubicBezTo>
                  <a:pt x="3508792" y="95436"/>
                  <a:pt x="3506860" y="94011"/>
                  <a:pt x="3505630" y="92262"/>
                </a:cubicBezTo>
                <a:cubicBezTo>
                  <a:pt x="3504399" y="90513"/>
                  <a:pt x="3503546" y="88149"/>
                  <a:pt x="3503071" y="85170"/>
                </a:cubicBezTo>
                <a:cubicBezTo>
                  <a:pt x="3502683" y="83054"/>
                  <a:pt x="3502488" y="78779"/>
                  <a:pt x="3502488" y="72346"/>
                </a:cubicBezTo>
                <a:lnTo>
                  <a:pt x="3502488" y="42358"/>
                </a:lnTo>
                <a:lnTo>
                  <a:pt x="3494133" y="42358"/>
                </a:lnTo>
                <a:lnTo>
                  <a:pt x="3494133" y="27850"/>
                </a:lnTo>
                <a:lnTo>
                  <a:pt x="3502488" y="27850"/>
                </a:lnTo>
                <a:lnTo>
                  <a:pt x="3502488" y="14119"/>
                </a:lnTo>
                <a:lnTo>
                  <a:pt x="3520753" y="3368"/>
                </a:lnTo>
                <a:lnTo>
                  <a:pt x="3520753" y="27850"/>
                </a:lnTo>
                <a:lnTo>
                  <a:pt x="3533188" y="27850"/>
                </a:lnTo>
                <a:close/>
                <a:moveTo>
                  <a:pt x="3563240" y="96634"/>
                </a:moveTo>
                <a:lnTo>
                  <a:pt x="3545040" y="96634"/>
                </a:lnTo>
                <a:lnTo>
                  <a:pt x="3545040" y="27850"/>
                </a:lnTo>
                <a:lnTo>
                  <a:pt x="3561944" y="27850"/>
                </a:lnTo>
                <a:lnTo>
                  <a:pt x="3561944" y="37630"/>
                </a:lnTo>
                <a:cubicBezTo>
                  <a:pt x="3564837" y="33010"/>
                  <a:pt x="3567439" y="29966"/>
                  <a:pt x="3569749" y="28498"/>
                </a:cubicBezTo>
                <a:cubicBezTo>
                  <a:pt x="3572059" y="27030"/>
                  <a:pt x="3574682" y="26296"/>
                  <a:pt x="3577618" y="26296"/>
                </a:cubicBezTo>
                <a:cubicBezTo>
                  <a:pt x="3581763" y="26296"/>
                  <a:pt x="3585757" y="27440"/>
                  <a:pt x="3589600" y="29729"/>
                </a:cubicBezTo>
                <a:lnTo>
                  <a:pt x="3583965" y="45597"/>
                </a:lnTo>
                <a:cubicBezTo>
                  <a:pt x="3580900" y="43610"/>
                  <a:pt x="3578050" y="42617"/>
                  <a:pt x="3575416" y="42617"/>
                </a:cubicBezTo>
                <a:cubicBezTo>
                  <a:pt x="3572868" y="42617"/>
                  <a:pt x="3570710" y="43319"/>
                  <a:pt x="3568939" y="44722"/>
                </a:cubicBezTo>
                <a:cubicBezTo>
                  <a:pt x="3567169" y="46126"/>
                  <a:pt x="3565776" y="48662"/>
                  <a:pt x="3564762" y="52333"/>
                </a:cubicBezTo>
                <a:cubicBezTo>
                  <a:pt x="3563747" y="56003"/>
                  <a:pt x="3563240" y="63689"/>
                  <a:pt x="3563240" y="75390"/>
                </a:cubicBezTo>
                <a:lnTo>
                  <a:pt x="3563240" y="96634"/>
                </a:lnTo>
                <a:close/>
                <a:moveTo>
                  <a:pt x="3642689" y="96634"/>
                </a:moveTo>
                <a:lnTo>
                  <a:pt x="3642689" y="86336"/>
                </a:lnTo>
                <a:cubicBezTo>
                  <a:pt x="3640185" y="90006"/>
                  <a:pt x="3636892" y="92899"/>
                  <a:pt x="3632812" y="95015"/>
                </a:cubicBezTo>
                <a:cubicBezTo>
                  <a:pt x="3628732" y="97130"/>
                  <a:pt x="3624425" y="98188"/>
                  <a:pt x="3619891" y="98188"/>
                </a:cubicBezTo>
                <a:cubicBezTo>
                  <a:pt x="3615271" y="98188"/>
                  <a:pt x="3611126" y="97174"/>
                  <a:pt x="3607455" y="95144"/>
                </a:cubicBezTo>
                <a:cubicBezTo>
                  <a:pt x="3603785" y="93115"/>
                  <a:pt x="3601130" y="90265"/>
                  <a:pt x="3599489" y="86595"/>
                </a:cubicBezTo>
                <a:cubicBezTo>
                  <a:pt x="3597848" y="82925"/>
                  <a:pt x="3597028" y="77851"/>
                  <a:pt x="3597028" y="71374"/>
                </a:cubicBezTo>
                <a:lnTo>
                  <a:pt x="3597028" y="27850"/>
                </a:lnTo>
                <a:lnTo>
                  <a:pt x="3615228" y="27850"/>
                </a:lnTo>
                <a:lnTo>
                  <a:pt x="3615228" y="59384"/>
                </a:lnTo>
                <a:cubicBezTo>
                  <a:pt x="3615228" y="69035"/>
                  <a:pt x="3615562" y="74947"/>
                  <a:pt x="3616231" y="77122"/>
                </a:cubicBezTo>
                <a:cubicBezTo>
                  <a:pt x="3616901" y="79298"/>
                  <a:pt x="3618121" y="81021"/>
                  <a:pt x="3619891" y="82292"/>
                </a:cubicBezTo>
                <a:cubicBezTo>
                  <a:pt x="3621661" y="83563"/>
                  <a:pt x="3623906" y="84198"/>
                  <a:pt x="3626627" y="84198"/>
                </a:cubicBezTo>
                <a:cubicBezTo>
                  <a:pt x="3629736" y="84198"/>
                  <a:pt x="3632521" y="83348"/>
                  <a:pt x="3634982" y="81646"/>
                </a:cubicBezTo>
                <a:cubicBezTo>
                  <a:pt x="3637443" y="79945"/>
                  <a:pt x="3639127" y="77834"/>
                  <a:pt x="3640034" y="75313"/>
                </a:cubicBezTo>
                <a:cubicBezTo>
                  <a:pt x="3640940" y="72792"/>
                  <a:pt x="3641394" y="66621"/>
                  <a:pt x="3641394" y="56800"/>
                </a:cubicBezTo>
                <a:lnTo>
                  <a:pt x="3641394" y="27850"/>
                </a:lnTo>
                <a:lnTo>
                  <a:pt x="3659594" y="27850"/>
                </a:lnTo>
                <a:lnTo>
                  <a:pt x="3659594" y="96634"/>
                </a:lnTo>
                <a:lnTo>
                  <a:pt x="3642689" y="96634"/>
                </a:lnTo>
                <a:close/>
                <a:moveTo>
                  <a:pt x="3718294" y="74742"/>
                </a:moveTo>
                <a:lnTo>
                  <a:pt x="3736429" y="77851"/>
                </a:lnTo>
                <a:cubicBezTo>
                  <a:pt x="3734097" y="84479"/>
                  <a:pt x="3730416" y="89526"/>
                  <a:pt x="3725386" y="92991"/>
                </a:cubicBezTo>
                <a:cubicBezTo>
                  <a:pt x="3720355" y="96456"/>
                  <a:pt x="3714062" y="98188"/>
                  <a:pt x="3706506" y="98188"/>
                </a:cubicBezTo>
                <a:cubicBezTo>
                  <a:pt x="3694545" y="98188"/>
                  <a:pt x="3685694" y="94281"/>
                  <a:pt x="3679951" y="86465"/>
                </a:cubicBezTo>
                <a:cubicBezTo>
                  <a:pt x="3675417" y="80204"/>
                  <a:pt x="3673150" y="72303"/>
                  <a:pt x="3673150" y="62760"/>
                </a:cubicBezTo>
                <a:cubicBezTo>
                  <a:pt x="3673150" y="51361"/>
                  <a:pt x="3676130" y="42434"/>
                  <a:pt x="3682088" y="35979"/>
                </a:cubicBezTo>
                <a:cubicBezTo>
                  <a:pt x="3688047" y="29523"/>
                  <a:pt x="3695582" y="26296"/>
                  <a:pt x="3704692" y="26296"/>
                </a:cubicBezTo>
                <a:cubicBezTo>
                  <a:pt x="3714926" y="26296"/>
                  <a:pt x="3723000" y="29675"/>
                  <a:pt x="3728916" y="36432"/>
                </a:cubicBezTo>
                <a:cubicBezTo>
                  <a:pt x="3734831" y="43189"/>
                  <a:pt x="3737659" y="53542"/>
                  <a:pt x="3737400" y="67488"/>
                </a:cubicBezTo>
                <a:lnTo>
                  <a:pt x="3691804" y="67488"/>
                </a:lnTo>
                <a:cubicBezTo>
                  <a:pt x="3691933" y="72886"/>
                  <a:pt x="3693401" y="77085"/>
                  <a:pt x="3696208" y="80086"/>
                </a:cubicBezTo>
                <a:cubicBezTo>
                  <a:pt x="3699014" y="83087"/>
                  <a:pt x="3702512" y="84587"/>
                  <a:pt x="3706700" y="84587"/>
                </a:cubicBezTo>
                <a:cubicBezTo>
                  <a:pt x="3709550" y="84587"/>
                  <a:pt x="3711946" y="83810"/>
                  <a:pt x="3713889" y="82255"/>
                </a:cubicBezTo>
                <a:cubicBezTo>
                  <a:pt x="3715832" y="80701"/>
                  <a:pt x="3717301" y="78197"/>
                  <a:pt x="3718294" y="74742"/>
                </a:cubicBezTo>
                <a:moveTo>
                  <a:pt x="3719330" y="56348"/>
                </a:moveTo>
                <a:cubicBezTo>
                  <a:pt x="3719200" y="51102"/>
                  <a:pt x="3717840" y="47113"/>
                  <a:pt x="3715250" y="44382"/>
                </a:cubicBezTo>
                <a:cubicBezTo>
                  <a:pt x="3712659" y="41651"/>
                  <a:pt x="3709507" y="40286"/>
                  <a:pt x="3705793" y="40286"/>
                </a:cubicBezTo>
                <a:cubicBezTo>
                  <a:pt x="3701821" y="40286"/>
                  <a:pt x="3698539" y="41726"/>
                  <a:pt x="3695949" y="44607"/>
                </a:cubicBezTo>
                <a:cubicBezTo>
                  <a:pt x="3693358" y="47489"/>
                  <a:pt x="3692084" y="51403"/>
                  <a:pt x="3692127" y="56348"/>
                </a:cubicBezTo>
                <a:lnTo>
                  <a:pt x="3719330" y="563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(">
            <a:extLst xmlns:a="http://schemas.openxmlformats.org/drawingml/2006/main">
              <a:ext uri="{FF2B5EF4-FFF2-40B4-BE49-F238E27FC236}">
                <a16:creationId xmlns:a16="http://schemas.microsoft.com/office/drawing/2014/main" id="{DE4450A3-BC83-4E8A-9F10-748293CA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21" y="1283354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99299-C7DA-4D40-A0DF-D85BCC40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463" y="1256817"/>
            <a:ext cx="170543" cy="151594"/>
          </a:xfrm>
          <a:custGeom xmlns:a="http://schemas.openxmlformats.org/drawingml/2006/main">
            <a:pathLst>
              <a:path w="170543" h="151594">
                <a:moveTo>
                  <a:pt x="0" y="0"/>
                </a:moveTo>
                <a:lnTo>
                  <a:pt x="170543" y="0"/>
                </a:lnTo>
                <a:lnTo>
                  <a:pt x="170543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G">
            <a:extLst xmlns:a="http://schemas.openxmlformats.org/drawingml/2006/main">
              <a:ext uri="{FF2B5EF4-FFF2-40B4-BE49-F238E27FC236}">
                <a16:creationId xmlns:a16="http://schemas.microsoft.com/office/drawing/2014/main" id="{03D7C506-5324-40F5-9079-F9AE8A7F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29" y="1283354"/>
            <a:ext cx="88797" cy="98318"/>
          </a:xfrm>
          <a:custGeom xmlns:a="http://schemas.openxmlformats.org/drawingml/2006/main">
            <a:pathLst>
              <a:path w="88797" h="98318">
                <a:moveTo>
                  <a:pt x="47475" y="61789"/>
                </a:moveTo>
                <a:lnTo>
                  <a:pt x="47475" y="45726"/>
                </a:lnTo>
                <a:lnTo>
                  <a:pt x="88797" y="45726"/>
                </a:lnTo>
                <a:lnTo>
                  <a:pt x="88797" y="83557"/>
                </a:lnTo>
                <a:cubicBezTo>
                  <a:pt x="84781" y="87458"/>
                  <a:pt x="78963" y="90893"/>
                  <a:pt x="71342" y="93863"/>
                </a:cubicBezTo>
                <a:cubicBezTo>
                  <a:pt x="63721" y="96833"/>
                  <a:pt x="56003" y="98318"/>
                  <a:pt x="48187" y="98318"/>
                </a:cubicBezTo>
                <a:cubicBezTo>
                  <a:pt x="38256" y="98318"/>
                  <a:pt x="29599" y="96232"/>
                  <a:pt x="22215" y="92060"/>
                </a:cubicBezTo>
                <a:cubicBezTo>
                  <a:pt x="14832" y="87887"/>
                  <a:pt x="9283" y="81921"/>
                  <a:pt x="5570" y="74161"/>
                </a:cubicBezTo>
                <a:cubicBezTo>
                  <a:pt x="1857" y="66400"/>
                  <a:pt x="0" y="57958"/>
                  <a:pt x="0" y="48835"/>
                </a:cubicBezTo>
                <a:cubicBezTo>
                  <a:pt x="0" y="38934"/>
                  <a:pt x="2073" y="30135"/>
                  <a:pt x="6218" y="22440"/>
                </a:cubicBezTo>
                <a:cubicBezTo>
                  <a:pt x="10363" y="14743"/>
                  <a:pt x="16429" y="8841"/>
                  <a:pt x="24418" y="4734"/>
                </a:cubicBezTo>
                <a:cubicBezTo>
                  <a:pt x="30506" y="1578"/>
                  <a:pt x="38084" y="0"/>
                  <a:pt x="47151" y="0"/>
                </a:cubicBezTo>
                <a:cubicBezTo>
                  <a:pt x="58939" y="0"/>
                  <a:pt x="68147" y="2478"/>
                  <a:pt x="74775" y="7434"/>
                </a:cubicBezTo>
                <a:cubicBezTo>
                  <a:pt x="81403" y="12389"/>
                  <a:pt x="85666" y="19237"/>
                  <a:pt x="87566" y="27980"/>
                </a:cubicBezTo>
                <a:lnTo>
                  <a:pt x="68525" y="31607"/>
                </a:lnTo>
                <a:cubicBezTo>
                  <a:pt x="67186" y="26923"/>
                  <a:pt x="64671" y="23227"/>
                  <a:pt x="60979" y="20517"/>
                </a:cubicBezTo>
                <a:cubicBezTo>
                  <a:pt x="57287" y="17806"/>
                  <a:pt x="52678" y="16451"/>
                  <a:pt x="47151" y="16451"/>
                </a:cubicBezTo>
                <a:cubicBezTo>
                  <a:pt x="38774" y="16451"/>
                  <a:pt x="32114" y="19107"/>
                  <a:pt x="27170" y="24418"/>
                </a:cubicBezTo>
                <a:cubicBezTo>
                  <a:pt x="22226" y="29729"/>
                  <a:pt x="19754" y="37609"/>
                  <a:pt x="19754" y="48058"/>
                </a:cubicBezTo>
                <a:cubicBezTo>
                  <a:pt x="19754" y="59327"/>
                  <a:pt x="22259" y="67780"/>
                  <a:pt x="27267" y="73415"/>
                </a:cubicBezTo>
                <a:cubicBezTo>
                  <a:pt x="32276" y="79049"/>
                  <a:pt x="38839" y="81867"/>
                  <a:pt x="46957" y="81867"/>
                </a:cubicBezTo>
                <a:cubicBezTo>
                  <a:pt x="50972" y="81867"/>
                  <a:pt x="54999" y="81081"/>
                  <a:pt x="59036" y="79511"/>
                </a:cubicBezTo>
                <a:cubicBezTo>
                  <a:pt x="63073" y="77940"/>
                  <a:pt x="66538" y="76036"/>
                  <a:pt x="69431" y="73797"/>
                </a:cubicBezTo>
                <a:lnTo>
                  <a:pt x="69431" y="61789"/>
                </a:lnTo>
                <a:lnTo>
                  <a:pt x="47475" y="617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3224B-2306-4CB0-99E8-874F8DC4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76" y="843297"/>
            <a:ext cx="233929" cy="265053"/>
          </a:xfrm>
          <a:custGeom xmlns:a="http://schemas.openxmlformats.org/drawingml/2006/main">
            <a:pathLst>
              <a:path w="233929" h="265053">
                <a:moveTo>
                  <a:pt x="47871" y="193638"/>
                </a:moveTo>
                <a:cubicBezTo>
                  <a:pt x="44768" y="181581"/>
                  <a:pt x="43797" y="152849"/>
                  <a:pt x="44768" y="139869"/>
                </a:cubicBezTo>
                <a:cubicBezTo>
                  <a:pt x="51684" y="46047"/>
                  <a:pt x="158297" y="0"/>
                  <a:pt x="233929" y="19210"/>
                </a:cubicBezTo>
                <a:cubicBezTo>
                  <a:pt x="176986" y="38964"/>
                  <a:pt x="119072" y="92780"/>
                  <a:pt x="118646" y="156521"/>
                </a:cubicBezTo>
                <a:cubicBezTo>
                  <a:pt x="118599" y="164361"/>
                  <a:pt x="119215" y="172036"/>
                  <a:pt x="120375" y="179568"/>
                </a:cubicBezTo>
                <a:lnTo>
                  <a:pt x="181510" y="173125"/>
                </a:lnTo>
                <a:lnTo>
                  <a:pt x="141883" y="219077"/>
                </a:lnTo>
                <a:lnTo>
                  <a:pt x="102279" y="265053"/>
                </a:lnTo>
                <a:lnTo>
                  <a:pt x="51139" y="232389"/>
                </a:lnTo>
                <a:lnTo>
                  <a:pt x="0" y="199773"/>
                </a:lnTo>
                <a:lnTo>
                  <a:pt x="47871" y="1936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5C906-C82A-4BF5-A481-D90F92B7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969" y="897705"/>
            <a:ext cx="229262" cy="266379"/>
          </a:xfrm>
          <a:custGeom xmlns:a="http://schemas.openxmlformats.org/drawingml/2006/main">
            <a:pathLst>
              <a:path w="229262" h="266379">
                <a:moveTo>
                  <a:pt x="181558" y="70041"/>
                </a:moveTo>
                <a:cubicBezTo>
                  <a:pt x="184992" y="81979"/>
                  <a:pt x="186650" y="110711"/>
                  <a:pt x="186034" y="123691"/>
                </a:cubicBezTo>
                <a:cubicBezTo>
                  <a:pt x="181510" y="217680"/>
                  <a:pt x="76081" y="266379"/>
                  <a:pt x="0" y="249112"/>
                </a:cubicBezTo>
                <a:cubicBezTo>
                  <a:pt x="56445" y="227889"/>
                  <a:pt x="112961" y="172651"/>
                  <a:pt x="111777" y="108935"/>
                </a:cubicBezTo>
                <a:cubicBezTo>
                  <a:pt x="111611" y="101094"/>
                  <a:pt x="110806" y="93420"/>
                  <a:pt x="109456" y="85959"/>
                </a:cubicBezTo>
                <a:lnTo>
                  <a:pt x="48510" y="93870"/>
                </a:lnTo>
                <a:lnTo>
                  <a:pt x="86930" y="46970"/>
                </a:lnTo>
                <a:lnTo>
                  <a:pt x="125349" y="0"/>
                </a:lnTo>
                <a:lnTo>
                  <a:pt x="177294" y="31314"/>
                </a:lnTo>
                <a:lnTo>
                  <a:pt x="229262" y="62675"/>
                </a:lnTo>
                <a:lnTo>
                  <a:pt x="181558" y="700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FB722-FE1C-467E-BA15-C12C8AC3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6" y="2763284"/>
            <a:ext cx="3818277" cy="161069"/>
          </a:xfrm>
          <a:custGeom xmlns:a="http://schemas.openxmlformats.org/drawingml/2006/main">
            <a:pathLst>
              <a:path w="3818277" h="161069">
                <a:moveTo>
                  <a:pt x="0" y="0"/>
                </a:moveTo>
                <a:lnTo>
                  <a:pt x="3818277" y="0"/>
                </a:lnTo>
                <a:lnTo>
                  <a:pt x="3818277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thereasonableflagsofinertialnavigationmodules2istrue">
            <a:extLst xmlns:a="http://schemas.openxmlformats.org/drawingml/2006/main">
              <a:ext uri="{FF2B5EF4-FFF2-40B4-BE49-F238E27FC236}">
                <a16:creationId xmlns:a16="http://schemas.microsoft.com/office/drawing/2014/main" id="{1A42088A-B64F-4AE1-97BB-B6B4E31C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598" y="2789820"/>
            <a:ext cx="3737659" cy="124614"/>
          </a:xfrm>
          <a:custGeom xmlns:a="http://schemas.openxmlformats.org/drawingml/2006/main">
            <a:pathLst>
              <a:path w="3737659" h="124614">
                <a:moveTo>
                  <a:pt x="39055" y="27850"/>
                </a:moveTo>
                <a:lnTo>
                  <a:pt x="39055" y="42358"/>
                </a:lnTo>
                <a:lnTo>
                  <a:pt x="26620" y="42358"/>
                </a:lnTo>
                <a:lnTo>
                  <a:pt x="26620" y="70034"/>
                </a:lnTo>
                <a:cubicBezTo>
                  <a:pt x="26620" y="75640"/>
                  <a:pt x="26738" y="78906"/>
                  <a:pt x="26976" y="79833"/>
                </a:cubicBezTo>
                <a:cubicBezTo>
                  <a:pt x="27213" y="80758"/>
                  <a:pt x="27753" y="81523"/>
                  <a:pt x="28595" y="82128"/>
                </a:cubicBezTo>
                <a:cubicBezTo>
                  <a:pt x="29437" y="82731"/>
                  <a:pt x="30463" y="83033"/>
                  <a:pt x="31672" y="83033"/>
                </a:cubicBezTo>
                <a:cubicBezTo>
                  <a:pt x="33356" y="83033"/>
                  <a:pt x="35795" y="82450"/>
                  <a:pt x="38990" y="81284"/>
                </a:cubicBezTo>
                <a:lnTo>
                  <a:pt x="40545" y="95456"/>
                </a:lnTo>
                <a:cubicBezTo>
                  <a:pt x="36313" y="97277"/>
                  <a:pt x="31520" y="98188"/>
                  <a:pt x="26166" y="98188"/>
                </a:cubicBezTo>
                <a:cubicBezTo>
                  <a:pt x="22885" y="98188"/>
                  <a:pt x="19927" y="97638"/>
                  <a:pt x="17293" y="96537"/>
                </a:cubicBezTo>
                <a:cubicBezTo>
                  <a:pt x="14659" y="95436"/>
                  <a:pt x="12727" y="94011"/>
                  <a:pt x="11496" y="92262"/>
                </a:cubicBezTo>
                <a:cubicBezTo>
                  <a:pt x="10266" y="90513"/>
                  <a:pt x="9413" y="88149"/>
                  <a:pt x="8938" y="85170"/>
                </a:cubicBezTo>
                <a:cubicBezTo>
                  <a:pt x="8549" y="83054"/>
                  <a:pt x="8355" y="78779"/>
                  <a:pt x="8355" y="72346"/>
                </a:cubicBezTo>
                <a:lnTo>
                  <a:pt x="8355" y="42358"/>
                </a:lnTo>
                <a:lnTo>
                  <a:pt x="0" y="42358"/>
                </a:lnTo>
                <a:lnTo>
                  <a:pt x="0" y="27850"/>
                </a:lnTo>
                <a:lnTo>
                  <a:pt x="8355" y="27850"/>
                </a:lnTo>
                <a:lnTo>
                  <a:pt x="8355" y="14119"/>
                </a:lnTo>
                <a:lnTo>
                  <a:pt x="26620" y="3368"/>
                </a:lnTo>
                <a:lnTo>
                  <a:pt x="26620" y="27850"/>
                </a:lnTo>
                <a:lnTo>
                  <a:pt x="39055" y="27850"/>
                </a:lnTo>
                <a:close/>
                <a:moveTo>
                  <a:pt x="69819" y="1684"/>
                </a:moveTo>
                <a:lnTo>
                  <a:pt x="69819" y="36642"/>
                </a:lnTo>
                <a:cubicBezTo>
                  <a:pt x="75691" y="29745"/>
                  <a:pt x="82708" y="26296"/>
                  <a:pt x="90868" y="26296"/>
                </a:cubicBezTo>
                <a:cubicBezTo>
                  <a:pt x="95057" y="26296"/>
                  <a:pt x="98835" y="27073"/>
                  <a:pt x="102203" y="28627"/>
                </a:cubicBezTo>
                <a:cubicBezTo>
                  <a:pt x="105571" y="30182"/>
                  <a:pt x="108107" y="32168"/>
                  <a:pt x="109813" y="34586"/>
                </a:cubicBezTo>
                <a:cubicBezTo>
                  <a:pt x="111519" y="37004"/>
                  <a:pt x="112684" y="39681"/>
                  <a:pt x="113311" y="42617"/>
                </a:cubicBezTo>
                <a:cubicBezTo>
                  <a:pt x="113937" y="45553"/>
                  <a:pt x="114250" y="50109"/>
                  <a:pt x="114250" y="56283"/>
                </a:cubicBezTo>
                <a:lnTo>
                  <a:pt x="114250" y="96634"/>
                </a:lnTo>
                <a:lnTo>
                  <a:pt x="96050" y="96634"/>
                </a:lnTo>
                <a:lnTo>
                  <a:pt x="96050" y="60342"/>
                </a:lnTo>
                <a:cubicBezTo>
                  <a:pt x="96050" y="53139"/>
                  <a:pt x="95704" y="48567"/>
                  <a:pt x="95014" y="46627"/>
                </a:cubicBezTo>
                <a:cubicBezTo>
                  <a:pt x="94323" y="44685"/>
                  <a:pt x="93103" y="43143"/>
                  <a:pt x="91354" y="42000"/>
                </a:cubicBezTo>
                <a:cubicBezTo>
                  <a:pt x="89605" y="40857"/>
                  <a:pt x="87414" y="40286"/>
                  <a:pt x="84780" y="40286"/>
                </a:cubicBezTo>
                <a:cubicBezTo>
                  <a:pt x="81758" y="40286"/>
                  <a:pt x="79059" y="41019"/>
                  <a:pt x="76684" y="42486"/>
                </a:cubicBezTo>
                <a:cubicBezTo>
                  <a:pt x="74309" y="43953"/>
                  <a:pt x="72571" y="46163"/>
                  <a:pt x="71470" y="49116"/>
                </a:cubicBezTo>
                <a:cubicBezTo>
                  <a:pt x="70369" y="52070"/>
                  <a:pt x="69819" y="56437"/>
                  <a:pt x="69819" y="62218"/>
                </a:cubicBezTo>
                <a:lnTo>
                  <a:pt x="69819" y="96634"/>
                </a:lnTo>
                <a:lnTo>
                  <a:pt x="51619" y="96634"/>
                </a:lnTo>
                <a:lnTo>
                  <a:pt x="51619" y="1684"/>
                </a:lnTo>
                <a:lnTo>
                  <a:pt x="69819" y="1684"/>
                </a:lnTo>
                <a:close/>
                <a:moveTo>
                  <a:pt x="172562" y="74742"/>
                </a:moveTo>
                <a:lnTo>
                  <a:pt x="190697" y="77851"/>
                </a:lnTo>
                <a:cubicBezTo>
                  <a:pt x="188365" y="84479"/>
                  <a:pt x="184684" y="89526"/>
                  <a:pt x="179654" y="92991"/>
                </a:cubicBezTo>
                <a:cubicBezTo>
                  <a:pt x="174624" y="96456"/>
                  <a:pt x="168330" y="98188"/>
                  <a:pt x="160774" y="98188"/>
                </a:cubicBezTo>
                <a:cubicBezTo>
                  <a:pt x="148814" y="98188"/>
                  <a:pt x="139962" y="94281"/>
                  <a:pt x="134219" y="86465"/>
                </a:cubicBezTo>
                <a:cubicBezTo>
                  <a:pt x="129685" y="80204"/>
                  <a:pt x="127419" y="72303"/>
                  <a:pt x="127419" y="62760"/>
                </a:cubicBezTo>
                <a:cubicBezTo>
                  <a:pt x="127419" y="51361"/>
                  <a:pt x="130398" y="42434"/>
                  <a:pt x="136357" y="35979"/>
                </a:cubicBezTo>
                <a:cubicBezTo>
                  <a:pt x="142315" y="29523"/>
                  <a:pt x="149850" y="26296"/>
                  <a:pt x="158961" y="26296"/>
                </a:cubicBezTo>
                <a:cubicBezTo>
                  <a:pt x="169194" y="26296"/>
                  <a:pt x="177268" y="29675"/>
                  <a:pt x="183184" y="36432"/>
                </a:cubicBezTo>
                <a:cubicBezTo>
                  <a:pt x="189099" y="43189"/>
                  <a:pt x="191928" y="53542"/>
                  <a:pt x="191668" y="67488"/>
                </a:cubicBezTo>
                <a:lnTo>
                  <a:pt x="146072" y="67488"/>
                </a:lnTo>
                <a:cubicBezTo>
                  <a:pt x="146201" y="72886"/>
                  <a:pt x="147669" y="77085"/>
                  <a:pt x="150476" y="80086"/>
                </a:cubicBezTo>
                <a:cubicBezTo>
                  <a:pt x="153283" y="83087"/>
                  <a:pt x="156780" y="84587"/>
                  <a:pt x="160968" y="84587"/>
                </a:cubicBezTo>
                <a:cubicBezTo>
                  <a:pt x="163818" y="84587"/>
                  <a:pt x="166215" y="83810"/>
                  <a:pt x="168158" y="82255"/>
                </a:cubicBezTo>
                <a:cubicBezTo>
                  <a:pt x="170101" y="80701"/>
                  <a:pt x="171569" y="78197"/>
                  <a:pt x="172562" y="74742"/>
                </a:cubicBezTo>
                <a:moveTo>
                  <a:pt x="173598" y="56348"/>
                </a:moveTo>
                <a:cubicBezTo>
                  <a:pt x="173469" y="51102"/>
                  <a:pt x="172109" y="47113"/>
                  <a:pt x="169518" y="44382"/>
                </a:cubicBezTo>
                <a:cubicBezTo>
                  <a:pt x="166927" y="41651"/>
                  <a:pt x="163775" y="40286"/>
                  <a:pt x="160062" y="40286"/>
                </a:cubicBezTo>
                <a:cubicBezTo>
                  <a:pt x="156089" y="40286"/>
                  <a:pt x="152808" y="41726"/>
                  <a:pt x="150217" y="44607"/>
                </a:cubicBezTo>
                <a:cubicBezTo>
                  <a:pt x="147626" y="47489"/>
                  <a:pt x="146352" y="51403"/>
                  <a:pt x="146396" y="56348"/>
                </a:cubicBezTo>
                <a:lnTo>
                  <a:pt x="173598" y="56348"/>
                </a:lnTo>
                <a:close/>
                <a:moveTo>
                  <a:pt x="260778" y="96634"/>
                </a:moveTo>
                <a:lnTo>
                  <a:pt x="242578" y="96634"/>
                </a:lnTo>
                <a:lnTo>
                  <a:pt x="242578" y="27850"/>
                </a:lnTo>
                <a:lnTo>
                  <a:pt x="259483" y="27850"/>
                </a:lnTo>
                <a:lnTo>
                  <a:pt x="259483" y="37630"/>
                </a:lnTo>
                <a:cubicBezTo>
                  <a:pt x="262376" y="33010"/>
                  <a:pt x="264977" y="29966"/>
                  <a:pt x="267287" y="28498"/>
                </a:cubicBezTo>
                <a:cubicBezTo>
                  <a:pt x="269598" y="27030"/>
                  <a:pt x="272221" y="26296"/>
                  <a:pt x="275157" y="26296"/>
                </a:cubicBezTo>
                <a:cubicBezTo>
                  <a:pt x="279302" y="26296"/>
                  <a:pt x="283296" y="27440"/>
                  <a:pt x="287139" y="29729"/>
                </a:cubicBezTo>
                <a:lnTo>
                  <a:pt x="281504" y="45597"/>
                </a:lnTo>
                <a:cubicBezTo>
                  <a:pt x="278438" y="43610"/>
                  <a:pt x="275589" y="42617"/>
                  <a:pt x="272955" y="42617"/>
                </a:cubicBezTo>
                <a:cubicBezTo>
                  <a:pt x="270407" y="42617"/>
                  <a:pt x="268248" y="43319"/>
                  <a:pt x="266478" y="44722"/>
                </a:cubicBezTo>
                <a:cubicBezTo>
                  <a:pt x="264708" y="46126"/>
                  <a:pt x="263315" y="48662"/>
                  <a:pt x="262300" y="52333"/>
                </a:cubicBezTo>
                <a:cubicBezTo>
                  <a:pt x="261286" y="56003"/>
                  <a:pt x="260778" y="63689"/>
                  <a:pt x="260778" y="75390"/>
                </a:cubicBezTo>
                <a:lnTo>
                  <a:pt x="260778" y="96634"/>
                </a:lnTo>
                <a:close/>
                <a:moveTo>
                  <a:pt x="334787" y="74742"/>
                </a:moveTo>
                <a:lnTo>
                  <a:pt x="352922" y="77851"/>
                </a:lnTo>
                <a:cubicBezTo>
                  <a:pt x="350590" y="84479"/>
                  <a:pt x="346909" y="89526"/>
                  <a:pt x="341879" y="92991"/>
                </a:cubicBezTo>
                <a:cubicBezTo>
                  <a:pt x="336849" y="96456"/>
                  <a:pt x="330556" y="98188"/>
                  <a:pt x="322999" y="98188"/>
                </a:cubicBezTo>
                <a:cubicBezTo>
                  <a:pt x="311039" y="98188"/>
                  <a:pt x="302187" y="94281"/>
                  <a:pt x="296444" y="86465"/>
                </a:cubicBezTo>
                <a:cubicBezTo>
                  <a:pt x="291911" y="80204"/>
                  <a:pt x="289644" y="72303"/>
                  <a:pt x="289644" y="62760"/>
                </a:cubicBezTo>
                <a:cubicBezTo>
                  <a:pt x="289644" y="51361"/>
                  <a:pt x="292623" y="42434"/>
                  <a:pt x="298582" y="35979"/>
                </a:cubicBezTo>
                <a:cubicBezTo>
                  <a:pt x="304540" y="29523"/>
                  <a:pt x="312075" y="26296"/>
                  <a:pt x="321186" y="26296"/>
                </a:cubicBezTo>
                <a:cubicBezTo>
                  <a:pt x="331419" y="26296"/>
                  <a:pt x="339494" y="29675"/>
                  <a:pt x="345409" y="36432"/>
                </a:cubicBezTo>
                <a:cubicBezTo>
                  <a:pt x="351324" y="43189"/>
                  <a:pt x="354153" y="53542"/>
                  <a:pt x="353894" y="67488"/>
                </a:cubicBezTo>
                <a:lnTo>
                  <a:pt x="308297" y="67488"/>
                </a:lnTo>
                <a:cubicBezTo>
                  <a:pt x="308426" y="72886"/>
                  <a:pt x="309895" y="77085"/>
                  <a:pt x="312701" y="80086"/>
                </a:cubicBezTo>
                <a:cubicBezTo>
                  <a:pt x="315508" y="83087"/>
                  <a:pt x="319005" y="84587"/>
                  <a:pt x="323194" y="84587"/>
                </a:cubicBezTo>
                <a:cubicBezTo>
                  <a:pt x="326043" y="84587"/>
                  <a:pt x="328440" y="83810"/>
                  <a:pt x="330383" y="82255"/>
                </a:cubicBezTo>
                <a:cubicBezTo>
                  <a:pt x="332326" y="80701"/>
                  <a:pt x="333794" y="78197"/>
                  <a:pt x="334787" y="74742"/>
                </a:cubicBezTo>
                <a:moveTo>
                  <a:pt x="335823" y="56348"/>
                </a:moveTo>
                <a:cubicBezTo>
                  <a:pt x="335694" y="51102"/>
                  <a:pt x="334334" y="47113"/>
                  <a:pt x="331743" y="44382"/>
                </a:cubicBezTo>
                <a:cubicBezTo>
                  <a:pt x="329152" y="41651"/>
                  <a:pt x="326000" y="40286"/>
                  <a:pt x="322287" y="40286"/>
                </a:cubicBezTo>
                <a:cubicBezTo>
                  <a:pt x="318314" y="40286"/>
                  <a:pt x="315033" y="41726"/>
                  <a:pt x="312442" y="44607"/>
                </a:cubicBezTo>
                <a:cubicBezTo>
                  <a:pt x="309851" y="47489"/>
                  <a:pt x="308578" y="51403"/>
                  <a:pt x="308621" y="56348"/>
                </a:cubicBezTo>
                <a:lnTo>
                  <a:pt x="335823" y="56348"/>
                </a:lnTo>
                <a:close/>
                <a:moveTo>
                  <a:pt x="382306" y="49094"/>
                </a:moveTo>
                <a:lnTo>
                  <a:pt x="365790" y="46115"/>
                </a:lnTo>
                <a:cubicBezTo>
                  <a:pt x="367647" y="39378"/>
                  <a:pt x="370842" y="34390"/>
                  <a:pt x="375376" y="31153"/>
                </a:cubicBezTo>
                <a:cubicBezTo>
                  <a:pt x="379910" y="27915"/>
                  <a:pt x="386646" y="26296"/>
                  <a:pt x="395584" y="26296"/>
                </a:cubicBezTo>
                <a:cubicBezTo>
                  <a:pt x="403701" y="26296"/>
                  <a:pt x="409746" y="27257"/>
                  <a:pt x="413719" y="29178"/>
                </a:cubicBezTo>
                <a:cubicBezTo>
                  <a:pt x="417691" y="31099"/>
                  <a:pt x="420487" y="33539"/>
                  <a:pt x="422106" y="36497"/>
                </a:cubicBezTo>
                <a:cubicBezTo>
                  <a:pt x="423725" y="39455"/>
                  <a:pt x="424535" y="44884"/>
                  <a:pt x="424535" y="52786"/>
                </a:cubicBezTo>
                <a:lnTo>
                  <a:pt x="424341" y="74030"/>
                </a:lnTo>
                <a:cubicBezTo>
                  <a:pt x="424341" y="80075"/>
                  <a:pt x="424632" y="84533"/>
                  <a:pt x="425215" y="87404"/>
                </a:cubicBezTo>
                <a:cubicBezTo>
                  <a:pt x="425798" y="90276"/>
                  <a:pt x="426888" y="93352"/>
                  <a:pt x="428486" y="96634"/>
                </a:cubicBezTo>
                <a:lnTo>
                  <a:pt x="410480" y="96634"/>
                </a:lnTo>
                <a:cubicBezTo>
                  <a:pt x="410005" y="95425"/>
                  <a:pt x="409422" y="93633"/>
                  <a:pt x="408731" y="91258"/>
                </a:cubicBezTo>
                <a:cubicBezTo>
                  <a:pt x="408429" y="90179"/>
                  <a:pt x="408213" y="89466"/>
                  <a:pt x="408084" y="89121"/>
                </a:cubicBezTo>
                <a:cubicBezTo>
                  <a:pt x="404975" y="92143"/>
                  <a:pt x="401650" y="94410"/>
                  <a:pt x="398109" y="95921"/>
                </a:cubicBezTo>
                <a:cubicBezTo>
                  <a:pt x="394569" y="97433"/>
                  <a:pt x="390791" y="98188"/>
                  <a:pt x="386775" y="98188"/>
                </a:cubicBezTo>
                <a:cubicBezTo>
                  <a:pt x="379694" y="98188"/>
                  <a:pt x="374113" y="96275"/>
                  <a:pt x="370033" y="92448"/>
                </a:cubicBezTo>
                <a:cubicBezTo>
                  <a:pt x="365952" y="88622"/>
                  <a:pt x="363912" y="83784"/>
                  <a:pt x="363912" y="77936"/>
                </a:cubicBezTo>
                <a:cubicBezTo>
                  <a:pt x="363912" y="74066"/>
                  <a:pt x="364840" y="70616"/>
                  <a:pt x="366697" y="67585"/>
                </a:cubicBezTo>
                <a:cubicBezTo>
                  <a:pt x="368554" y="64553"/>
                  <a:pt x="371155" y="62231"/>
                  <a:pt x="374502" y="60619"/>
                </a:cubicBezTo>
                <a:cubicBezTo>
                  <a:pt x="377848" y="59006"/>
                  <a:pt x="382673" y="57598"/>
                  <a:pt x="388977" y="56395"/>
                </a:cubicBezTo>
                <a:cubicBezTo>
                  <a:pt x="397483" y="54804"/>
                  <a:pt x="403377" y="53320"/>
                  <a:pt x="406659" y="51944"/>
                </a:cubicBezTo>
                <a:lnTo>
                  <a:pt x="406659" y="50110"/>
                </a:lnTo>
                <a:cubicBezTo>
                  <a:pt x="406659" y="46574"/>
                  <a:pt x="405795" y="44052"/>
                  <a:pt x="404068" y="42546"/>
                </a:cubicBezTo>
                <a:cubicBezTo>
                  <a:pt x="402341" y="41039"/>
                  <a:pt x="399081" y="40286"/>
                  <a:pt x="394288" y="40286"/>
                </a:cubicBezTo>
                <a:cubicBezTo>
                  <a:pt x="391050" y="40286"/>
                  <a:pt x="388524" y="40937"/>
                  <a:pt x="386710" y="42241"/>
                </a:cubicBezTo>
                <a:cubicBezTo>
                  <a:pt x="384897" y="43543"/>
                  <a:pt x="383429" y="45827"/>
                  <a:pt x="382306" y="49094"/>
                </a:cubicBezTo>
                <a:moveTo>
                  <a:pt x="406659" y="63861"/>
                </a:moveTo>
                <a:cubicBezTo>
                  <a:pt x="404327" y="64629"/>
                  <a:pt x="400635" y="65547"/>
                  <a:pt x="395584" y="66614"/>
                </a:cubicBezTo>
                <a:cubicBezTo>
                  <a:pt x="390532" y="67680"/>
                  <a:pt x="387228" y="68725"/>
                  <a:pt x="385674" y="69749"/>
                </a:cubicBezTo>
                <a:cubicBezTo>
                  <a:pt x="383299" y="71413"/>
                  <a:pt x="382112" y="73524"/>
                  <a:pt x="382112" y="76084"/>
                </a:cubicBezTo>
                <a:cubicBezTo>
                  <a:pt x="382112" y="78602"/>
                  <a:pt x="383062" y="80779"/>
                  <a:pt x="384962" y="82614"/>
                </a:cubicBezTo>
                <a:cubicBezTo>
                  <a:pt x="386861" y="84447"/>
                  <a:pt x="389279" y="85364"/>
                  <a:pt x="392216" y="85364"/>
                </a:cubicBezTo>
                <a:cubicBezTo>
                  <a:pt x="395497" y="85364"/>
                  <a:pt x="398628" y="84298"/>
                  <a:pt x="401607" y="82164"/>
                </a:cubicBezTo>
                <a:cubicBezTo>
                  <a:pt x="403809" y="80544"/>
                  <a:pt x="405256" y="78560"/>
                  <a:pt x="405946" y="76212"/>
                </a:cubicBezTo>
                <a:cubicBezTo>
                  <a:pt x="406421" y="74676"/>
                  <a:pt x="406659" y="71754"/>
                  <a:pt x="406659" y="67446"/>
                </a:cubicBezTo>
                <a:lnTo>
                  <a:pt x="406659" y="63861"/>
                </a:lnTo>
                <a:close/>
                <a:moveTo>
                  <a:pt x="436043" y="77074"/>
                </a:moveTo>
                <a:lnTo>
                  <a:pt x="454307" y="74224"/>
                </a:lnTo>
                <a:cubicBezTo>
                  <a:pt x="455085" y="77743"/>
                  <a:pt x="456661" y="80415"/>
                  <a:pt x="459035" y="82239"/>
                </a:cubicBezTo>
                <a:cubicBezTo>
                  <a:pt x="461410" y="84063"/>
                  <a:pt x="464735" y="84976"/>
                  <a:pt x="469010" y="84976"/>
                </a:cubicBezTo>
                <a:cubicBezTo>
                  <a:pt x="473716" y="84976"/>
                  <a:pt x="477257" y="84113"/>
                  <a:pt x="479632" y="82389"/>
                </a:cubicBezTo>
                <a:cubicBezTo>
                  <a:pt x="481229" y="81181"/>
                  <a:pt x="482028" y="79564"/>
                  <a:pt x="482028" y="77537"/>
                </a:cubicBezTo>
                <a:cubicBezTo>
                  <a:pt x="482028" y="76157"/>
                  <a:pt x="481596" y="75014"/>
                  <a:pt x="480733" y="74109"/>
                </a:cubicBezTo>
                <a:cubicBezTo>
                  <a:pt x="479826" y="73247"/>
                  <a:pt x="477797" y="72449"/>
                  <a:pt x="474645" y="71716"/>
                </a:cubicBezTo>
                <a:cubicBezTo>
                  <a:pt x="459964" y="68483"/>
                  <a:pt x="450659" y="65530"/>
                  <a:pt x="446730" y="62855"/>
                </a:cubicBezTo>
                <a:cubicBezTo>
                  <a:pt x="441289" y="59145"/>
                  <a:pt x="438569" y="53990"/>
                  <a:pt x="438569" y="47390"/>
                </a:cubicBezTo>
                <a:cubicBezTo>
                  <a:pt x="438569" y="41437"/>
                  <a:pt x="440922" y="36433"/>
                  <a:pt x="445629" y="32378"/>
                </a:cubicBezTo>
                <a:cubicBezTo>
                  <a:pt x="450335" y="28323"/>
                  <a:pt x="457632" y="26296"/>
                  <a:pt x="467520" y="26296"/>
                </a:cubicBezTo>
                <a:cubicBezTo>
                  <a:pt x="476933" y="26296"/>
                  <a:pt x="483928" y="27823"/>
                  <a:pt x="488505" y="30878"/>
                </a:cubicBezTo>
                <a:cubicBezTo>
                  <a:pt x="493082" y="33933"/>
                  <a:pt x="496234" y="38451"/>
                  <a:pt x="497961" y="44431"/>
                </a:cubicBezTo>
                <a:lnTo>
                  <a:pt x="480798" y="47669"/>
                </a:lnTo>
                <a:cubicBezTo>
                  <a:pt x="480063" y="44992"/>
                  <a:pt x="478671" y="42941"/>
                  <a:pt x="476620" y="41516"/>
                </a:cubicBezTo>
                <a:cubicBezTo>
                  <a:pt x="474569" y="40091"/>
                  <a:pt x="471644" y="39379"/>
                  <a:pt x="467844" y="39379"/>
                </a:cubicBezTo>
                <a:cubicBezTo>
                  <a:pt x="463051" y="39379"/>
                  <a:pt x="459618" y="40048"/>
                  <a:pt x="457546" y="41385"/>
                </a:cubicBezTo>
                <a:cubicBezTo>
                  <a:pt x="456164" y="42332"/>
                  <a:pt x="455473" y="43561"/>
                  <a:pt x="455473" y="45070"/>
                </a:cubicBezTo>
                <a:cubicBezTo>
                  <a:pt x="455473" y="46363"/>
                  <a:pt x="456078" y="47462"/>
                  <a:pt x="457287" y="48368"/>
                </a:cubicBezTo>
                <a:cubicBezTo>
                  <a:pt x="458928" y="49575"/>
                  <a:pt x="464595" y="51279"/>
                  <a:pt x="474288" y="53478"/>
                </a:cubicBezTo>
                <a:cubicBezTo>
                  <a:pt x="483982" y="55678"/>
                  <a:pt x="490750" y="58376"/>
                  <a:pt x="494593" y="61572"/>
                </a:cubicBezTo>
                <a:cubicBezTo>
                  <a:pt x="498393" y="64813"/>
                  <a:pt x="500293" y="69328"/>
                  <a:pt x="500293" y="75117"/>
                </a:cubicBezTo>
                <a:cubicBezTo>
                  <a:pt x="500293" y="81425"/>
                  <a:pt x="497659" y="86847"/>
                  <a:pt x="492391" y="91384"/>
                </a:cubicBezTo>
                <a:cubicBezTo>
                  <a:pt x="487123" y="95920"/>
                  <a:pt x="479329" y="98188"/>
                  <a:pt x="469010" y="98188"/>
                </a:cubicBezTo>
                <a:cubicBezTo>
                  <a:pt x="459640" y="98188"/>
                  <a:pt x="452224" y="96294"/>
                  <a:pt x="446762" y="92507"/>
                </a:cubicBezTo>
                <a:cubicBezTo>
                  <a:pt x="441300" y="88718"/>
                  <a:pt x="437727" y="83574"/>
                  <a:pt x="436043" y="77074"/>
                </a:cubicBezTo>
                <a:close/>
                <a:moveTo>
                  <a:pt x="511996" y="61271"/>
                </a:moveTo>
                <a:cubicBezTo>
                  <a:pt x="511996" y="55226"/>
                  <a:pt x="513486" y="49375"/>
                  <a:pt x="516465" y="43718"/>
                </a:cubicBezTo>
                <a:cubicBezTo>
                  <a:pt x="519444" y="38062"/>
                  <a:pt x="523665" y="33744"/>
                  <a:pt x="529127" y="30765"/>
                </a:cubicBezTo>
                <a:cubicBezTo>
                  <a:pt x="534589" y="27785"/>
                  <a:pt x="540688" y="26296"/>
                  <a:pt x="547424" y="26296"/>
                </a:cubicBezTo>
                <a:cubicBezTo>
                  <a:pt x="557830" y="26296"/>
                  <a:pt x="566358" y="29675"/>
                  <a:pt x="573007" y="36432"/>
                </a:cubicBezTo>
                <a:cubicBezTo>
                  <a:pt x="579657" y="43189"/>
                  <a:pt x="582982" y="51728"/>
                  <a:pt x="582982" y="62048"/>
                </a:cubicBezTo>
                <a:cubicBezTo>
                  <a:pt x="582982" y="72454"/>
                  <a:pt x="579624" y="81079"/>
                  <a:pt x="572910" y="87923"/>
                </a:cubicBezTo>
                <a:cubicBezTo>
                  <a:pt x="566196" y="94766"/>
                  <a:pt x="557744" y="98188"/>
                  <a:pt x="547554" y="98188"/>
                </a:cubicBezTo>
                <a:cubicBezTo>
                  <a:pt x="541249" y="98188"/>
                  <a:pt x="535237" y="96763"/>
                  <a:pt x="529516" y="93914"/>
                </a:cubicBezTo>
                <a:cubicBezTo>
                  <a:pt x="523794" y="91064"/>
                  <a:pt x="519444" y="86886"/>
                  <a:pt x="516465" y="81381"/>
                </a:cubicBezTo>
                <a:cubicBezTo>
                  <a:pt x="513486" y="75876"/>
                  <a:pt x="511996" y="69172"/>
                  <a:pt x="511996" y="61271"/>
                </a:cubicBezTo>
                <a:moveTo>
                  <a:pt x="530649" y="62242"/>
                </a:moveTo>
                <a:cubicBezTo>
                  <a:pt x="530649" y="69043"/>
                  <a:pt x="532268" y="74251"/>
                  <a:pt x="535507" y="77867"/>
                </a:cubicBezTo>
                <a:cubicBezTo>
                  <a:pt x="538745" y="81484"/>
                  <a:pt x="542739" y="83292"/>
                  <a:pt x="547489" y="83292"/>
                </a:cubicBezTo>
                <a:cubicBezTo>
                  <a:pt x="552238" y="83292"/>
                  <a:pt x="556222" y="81484"/>
                  <a:pt x="559438" y="77867"/>
                </a:cubicBezTo>
                <a:cubicBezTo>
                  <a:pt x="562655" y="74251"/>
                  <a:pt x="564264" y="69000"/>
                  <a:pt x="564264" y="62113"/>
                </a:cubicBezTo>
                <a:cubicBezTo>
                  <a:pt x="564264" y="55398"/>
                  <a:pt x="562655" y="50233"/>
                  <a:pt x="559438" y="46617"/>
                </a:cubicBezTo>
                <a:cubicBezTo>
                  <a:pt x="556222" y="43001"/>
                  <a:pt x="552238" y="41192"/>
                  <a:pt x="547489" y="41192"/>
                </a:cubicBezTo>
                <a:cubicBezTo>
                  <a:pt x="542739" y="41192"/>
                  <a:pt x="538745" y="43001"/>
                  <a:pt x="535507" y="46617"/>
                </a:cubicBezTo>
                <a:cubicBezTo>
                  <a:pt x="532268" y="50233"/>
                  <a:pt x="530649" y="55441"/>
                  <a:pt x="530649" y="62242"/>
                </a:cubicBezTo>
                <a:close/>
                <a:moveTo>
                  <a:pt x="659818" y="96634"/>
                </a:moveTo>
                <a:lnTo>
                  <a:pt x="641619" y="96634"/>
                </a:lnTo>
                <a:lnTo>
                  <a:pt x="641619" y="61570"/>
                </a:lnTo>
                <a:cubicBezTo>
                  <a:pt x="641619" y="54151"/>
                  <a:pt x="641230" y="49353"/>
                  <a:pt x="640453" y="47175"/>
                </a:cubicBezTo>
                <a:cubicBezTo>
                  <a:pt x="639676" y="44998"/>
                  <a:pt x="638413" y="43305"/>
                  <a:pt x="636664" y="42097"/>
                </a:cubicBezTo>
                <a:cubicBezTo>
                  <a:pt x="634915" y="40890"/>
                  <a:pt x="632810" y="40286"/>
                  <a:pt x="630349" y="40286"/>
                </a:cubicBezTo>
                <a:cubicBezTo>
                  <a:pt x="627197" y="40286"/>
                  <a:pt x="624369" y="41149"/>
                  <a:pt x="621864" y="42874"/>
                </a:cubicBezTo>
                <a:cubicBezTo>
                  <a:pt x="619360" y="44599"/>
                  <a:pt x="617644" y="46885"/>
                  <a:pt x="616715" y="49732"/>
                </a:cubicBezTo>
                <a:cubicBezTo>
                  <a:pt x="615787" y="52577"/>
                  <a:pt x="615323" y="57839"/>
                  <a:pt x="615323" y="65517"/>
                </a:cubicBezTo>
                <a:lnTo>
                  <a:pt x="615323" y="96634"/>
                </a:lnTo>
                <a:lnTo>
                  <a:pt x="597123" y="96634"/>
                </a:lnTo>
                <a:lnTo>
                  <a:pt x="597123" y="27850"/>
                </a:lnTo>
                <a:lnTo>
                  <a:pt x="614027" y="27850"/>
                </a:lnTo>
                <a:lnTo>
                  <a:pt x="614027" y="37954"/>
                </a:lnTo>
                <a:cubicBezTo>
                  <a:pt x="620029" y="30182"/>
                  <a:pt x="627586" y="26296"/>
                  <a:pt x="636696" y="26296"/>
                </a:cubicBezTo>
                <a:cubicBezTo>
                  <a:pt x="640712" y="26296"/>
                  <a:pt x="644382" y="27019"/>
                  <a:pt x="647707" y="28466"/>
                </a:cubicBezTo>
                <a:cubicBezTo>
                  <a:pt x="651032" y="29912"/>
                  <a:pt x="653547" y="31758"/>
                  <a:pt x="655252" y="34003"/>
                </a:cubicBezTo>
                <a:cubicBezTo>
                  <a:pt x="656958" y="36248"/>
                  <a:pt x="658145" y="38796"/>
                  <a:pt x="658814" y="41646"/>
                </a:cubicBezTo>
                <a:cubicBezTo>
                  <a:pt x="659484" y="44496"/>
                  <a:pt x="659818" y="48576"/>
                  <a:pt x="659818" y="53887"/>
                </a:cubicBezTo>
                <a:lnTo>
                  <a:pt x="659818" y="96634"/>
                </a:lnTo>
                <a:close/>
                <a:moveTo>
                  <a:pt x="691899" y="49094"/>
                </a:moveTo>
                <a:lnTo>
                  <a:pt x="675383" y="46115"/>
                </a:lnTo>
                <a:cubicBezTo>
                  <a:pt x="677240" y="39378"/>
                  <a:pt x="680435" y="34390"/>
                  <a:pt x="684969" y="31153"/>
                </a:cubicBezTo>
                <a:cubicBezTo>
                  <a:pt x="689503" y="27915"/>
                  <a:pt x="696239" y="26296"/>
                  <a:pt x="705177" y="26296"/>
                </a:cubicBezTo>
                <a:cubicBezTo>
                  <a:pt x="713294" y="26296"/>
                  <a:pt x="719339" y="27257"/>
                  <a:pt x="723312" y="29178"/>
                </a:cubicBezTo>
                <a:cubicBezTo>
                  <a:pt x="727284" y="31099"/>
                  <a:pt x="730080" y="33539"/>
                  <a:pt x="731699" y="36497"/>
                </a:cubicBezTo>
                <a:cubicBezTo>
                  <a:pt x="733318" y="39455"/>
                  <a:pt x="734128" y="44884"/>
                  <a:pt x="734128" y="52786"/>
                </a:cubicBezTo>
                <a:lnTo>
                  <a:pt x="733933" y="74030"/>
                </a:lnTo>
                <a:cubicBezTo>
                  <a:pt x="733933" y="80075"/>
                  <a:pt x="734225" y="84533"/>
                  <a:pt x="734808" y="87404"/>
                </a:cubicBezTo>
                <a:cubicBezTo>
                  <a:pt x="735391" y="90276"/>
                  <a:pt x="736481" y="93352"/>
                  <a:pt x="738079" y="96634"/>
                </a:cubicBezTo>
                <a:lnTo>
                  <a:pt x="720073" y="96634"/>
                </a:lnTo>
                <a:cubicBezTo>
                  <a:pt x="719598" y="95425"/>
                  <a:pt x="719015" y="93633"/>
                  <a:pt x="718324" y="91258"/>
                </a:cubicBezTo>
                <a:cubicBezTo>
                  <a:pt x="718022" y="90179"/>
                  <a:pt x="717806" y="89466"/>
                  <a:pt x="717677" y="89121"/>
                </a:cubicBezTo>
                <a:cubicBezTo>
                  <a:pt x="714568" y="92143"/>
                  <a:pt x="711243" y="94410"/>
                  <a:pt x="707702" y="95921"/>
                </a:cubicBezTo>
                <a:cubicBezTo>
                  <a:pt x="704162" y="97433"/>
                  <a:pt x="700384" y="98188"/>
                  <a:pt x="696368" y="98188"/>
                </a:cubicBezTo>
                <a:cubicBezTo>
                  <a:pt x="689287" y="98188"/>
                  <a:pt x="683706" y="96275"/>
                  <a:pt x="679626" y="92448"/>
                </a:cubicBezTo>
                <a:cubicBezTo>
                  <a:pt x="675545" y="88622"/>
                  <a:pt x="673505" y="83784"/>
                  <a:pt x="673505" y="77936"/>
                </a:cubicBezTo>
                <a:cubicBezTo>
                  <a:pt x="673505" y="74066"/>
                  <a:pt x="674433" y="70616"/>
                  <a:pt x="676290" y="67585"/>
                </a:cubicBezTo>
                <a:cubicBezTo>
                  <a:pt x="678147" y="64553"/>
                  <a:pt x="680748" y="62231"/>
                  <a:pt x="684095" y="60619"/>
                </a:cubicBezTo>
                <a:cubicBezTo>
                  <a:pt x="687441" y="59006"/>
                  <a:pt x="692266" y="57598"/>
                  <a:pt x="698570" y="56395"/>
                </a:cubicBezTo>
                <a:cubicBezTo>
                  <a:pt x="707076" y="54804"/>
                  <a:pt x="712970" y="53320"/>
                  <a:pt x="716252" y="51944"/>
                </a:cubicBezTo>
                <a:lnTo>
                  <a:pt x="716252" y="50110"/>
                </a:lnTo>
                <a:cubicBezTo>
                  <a:pt x="716252" y="46574"/>
                  <a:pt x="715388" y="44052"/>
                  <a:pt x="713661" y="42546"/>
                </a:cubicBezTo>
                <a:cubicBezTo>
                  <a:pt x="711934" y="41039"/>
                  <a:pt x="708674" y="40286"/>
                  <a:pt x="703881" y="40286"/>
                </a:cubicBezTo>
                <a:cubicBezTo>
                  <a:pt x="700643" y="40286"/>
                  <a:pt x="698117" y="40937"/>
                  <a:pt x="696303" y="42241"/>
                </a:cubicBezTo>
                <a:cubicBezTo>
                  <a:pt x="694490" y="43543"/>
                  <a:pt x="693022" y="45827"/>
                  <a:pt x="691899" y="49094"/>
                </a:cubicBezTo>
                <a:moveTo>
                  <a:pt x="716252" y="63861"/>
                </a:moveTo>
                <a:cubicBezTo>
                  <a:pt x="713920" y="64629"/>
                  <a:pt x="710228" y="65547"/>
                  <a:pt x="705177" y="66614"/>
                </a:cubicBezTo>
                <a:cubicBezTo>
                  <a:pt x="700125" y="67680"/>
                  <a:pt x="696821" y="68725"/>
                  <a:pt x="695267" y="69749"/>
                </a:cubicBezTo>
                <a:cubicBezTo>
                  <a:pt x="692892" y="71413"/>
                  <a:pt x="691705" y="73524"/>
                  <a:pt x="691705" y="76084"/>
                </a:cubicBezTo>
                <a:cubicBezTo>
                  <a:pt x="691705" y="78602"/>
                  <a:pt x="692655" y="80779"/>
                  <a:pt x="694555" y="82614"/>
                </a:cubicBezTo>
                <a:cubicBezTo>
                  <a:pt x="696454" y="84447"/>
                  <a:pt x="698872" y="85364"/>
                  <a:pt x="701809" y="85364"/>
                </a:cubicBezTo>
                <a:cubicBezTo>
                  <a:pt x="705090" y="85364"/>
                  <a:pt x="708221" y="84298"/>
                  <a:pt x="711200" y="82164"/>
                </a:cubicBezTo>
                <a:cubicBezTo>
                  <a:pt x="713402" y="80544"/>
                  <a:pt x="714849" y="78560"/>
                  <a:pt x="715539" y="76212"/>
                </a:cubicBezTo>
                <a:cubicBezTo>
                  <a:pt x="716014" y="74676"/>
                  <a:pt x="716252" y="71754"/>
                  <a:pt x="716252" y="67446"/>
                </a:cubicBezTo>
                <a:lnTo>
                  <a:pt x="716252" y="63861"/>
                </a:lnTo>
                <a:close/>
                <a:moveTo>
                  <a:pt x="751272" y="96634"/>
                </a:moveTo>
                <a:lnTo>
                  <a:pt x="751272" y="1684"/>
                </a:lnTo>
                <a:lnTo>
                  <a:pt x="769472" y="1684"/>
                </a:lnTo>
                <a:lnTo>
                  <a:pt x="769472" y="35881"/>
                </a:lnTo>
                <a:cubicBezTo>
                  <a:pt x="775085" y="29491"/>
                  <a:pt x="781734" y="26296"/>
                  <a:pt x="789420" y="26296"/>
                </a:cubicBezTo>
                <a:cubicBezTo>
                  <a:pt x="797797" y="26296"/>
                  <a:pt x="804727" y="29329"/>
                  <a:pt x="810211" y="35396"/>
                </a:cubicBezTo>
                <a:cubicBezTo>
                  <a:pt x="815694" y="41462"/>
                  <a:pt x="818436" y="50174"/>
                  <a:pt x="818436" y="61530"/>
                </a:cubicBezTo>
                <a:cubicBezTo>
                  <a:pt x="818436" y="73274"/>
                  <a:pt x="815640" y="82320"/>
                  <a:pt x="810049" y="88667"/>
                </a:cubicBezTo>
                <a:cubicBezTo>
                  <a:pt x="804457" y="95015"/>
                  <a:pt x="797667" y="98188"/>
                  <a:pt x="789679" y="98188"/>
                </a:cubicBezTo>
                <a:cubicBezTo>
                  <a:pt x="785750" y="98188"/>
                  <a:pt x="781875" y="97206"/>
                  <a:pt x="778053" y="95241"/>
                </a:cubicBezTo>
                <a:cubicBezTo>
                  <a:pt x="774232" y="93277"/>
                  <a:pt x="770940" y="90373"/>
                  <a:pt x="768176" y="86530"/>
                </a:cubicBezTo>
                <a:lnTo>
                  <a:pt x="768176" y="96634"/>
                </a:lnTo>
                <a:lnTo>
                  <a:pt x="751272" y="96634"/>
                </a:lnTo>
                <a:moveTo>
                  <a:pt x="769342" y="60787"/>
                </a:moveTo>
                <a:cubicBezTo>
                  <a:pt x="769342" y="67900"/>
                  <a:pt x="770465" y="73160"/>
                  <a:pt x="772710" y="76566"/>
                </a:cubicBezTo>
                <a:cubicBezTo>
                  <a:pt x="775862" y="81395"/>
                  <a:pt x="780050" y="83810"/>
                  <a:pt x="785275" y="83810"/>
                </a:cubicBezTo>
                <a:cubicBezTo>
                  <a:pt x="789291" y="83810"/>
                  <a:pt x="792713" y="82096"/>
                  <a:pt x="795541" y="78669"/>
                </a:cubicBezTo>
                <a:cubicBezTo>
                  <a:pt x="798369" y="75242"/>
                  <a:pt x="799783" y="69841"/>
                  <a:pt x="799783" y="62469"/>
                </a:cubicBezTo>
                <a:cubicBezTo>
                  <a:pt x="799783" y="54621"/>
                  <a:pt x="798358" y="48962"/>
                  <a:pt x="795508" y="45491"/>
                </a:cubicBezTo>
                <a:cubicBezTo>
                  <a:pt x="792659" y="42021"/>
                  <a:pt x="789010" y="40286"/>
                  <a:pt x="784563" y="40286"/>
                </a:cubicBezTo>
                <a:cubicBezTo>
                  <a:pt x="780201" y="40286"/>
                  <a:pt x="776574" y="41978"/>
                  <a:pt x="773682" y="45364"/>
                </a:cubicBezTo>
                <a:cubicBezTo>
                  <a:pt x="770789" y="48748"/>
                  <a:pt x="769342" y="53889"/>
                  <a:pt x="769342" y="60787"/>
                </a:cubicBezTo>
                <a:close/>
                <a:moveTo>
                  <a:pt x="833094" y="96634"/>
                </a:moveTo>
                <a:lnTo>
                  <a:pt x="833094" y="1684"/>
                </a:lnTo>
                <a:lnTo>
                  <a:pt x="851294" y="1684"/>
                </a:lnTo>
                <a:lnTo>
                  <a:pt x="851294" y="96634"/>
                </a:lnTo>
                <a:lnTo>
                  <a:pt x="833094" y="96634"/>
                </a:lnTo>
                <a:close/>
                <a:moveTo>
                  <a:pt x="909803" y="74742"/>
                </a:moveTo>
                <a:lnTo>
                  <a:pt x="927938" y="77851"/>
                </a:lnTo>
                <a:cubicBezTo>
                  <a:pt x="925606" y="84479"/>
                  <a:pt x="921925" y="89526"/>
                  <a:pt x="916895" y="92991"/>
                </a:cubicBezTo>
                <a:cubicBezTo>
                  <a:pt x="911864" y="96456"/>
                  <a:pt x="905571" y="98188"/>
                  <a:pt x="898015" y="98188"/>
                </a:cubicBezTo>
                <a:cubicBezTo>
                  <a:pt x="886054" y="98188"/>
                  <a:pt x="877203" y="94281"/>
                  <a:pt x="871460" y="86465"/>
                </a:cubicBezTo>
                <a:cubicBezTo>
                  <a:pt x="866926" y="80204"/>
                  <a:pt x="864659" y="72303"/>
                  <a:pt x="864659" y="62760"/>
                </a:cubicBezTo>
                <a:cubicBezTo>
                  <a:pt x="864659" y="51361"/>
                  <a:pt x="867639" y="42434"/>
                  <a:pt x="873597" y="35979"/>
                </a:cubicBezTo>
                <a:cubicBezTo>
                  <a:pt x="879556" y="29523"/>
                  <a:pt x="887091" y="26296"/>
                  <a:pt x="896201" y="26296"/>
                </a:cubicBezTo>
                <a:cubicBezTo>
                  <a:pt x="906435" y="26296"/>
                  <a:pt x="914509" y="29675"/>
                  <a:pt x="920425" y="36432"/>
                </a:cubicBezTo>
                <a:cubicBezTo>
                  <a:pt x="926340" y="43189"/>
                  <a:pt x="929168" y="53542"/>
                  <a:pt x="928909" y="67488"/>
                </a:cubicBezTo>
                <a:lnTo>
                  <a:pt x="883313" y="67488"/>
                </a:lnTo>
                <a:cubicBezTo>
                  <a:pt x="883442" y="72886"/>
                  <a:pt x="884910" y="77085"/>
                  <a:pt x="887717" y="80086"/>
                </a:cubicBezTo>
                <a:cubicBezTo>
                  <a:pt x="890523" y="83087"/>
                  <a:pt x="894021" y="84587"/>
                  <a:pt x="898209" y="84587"/>
                </a:cubicBezTo>
                <a:cubicBezTo>
                  <a:pt x="901059" y="84587"/>
                  <a:pt x="903455" y="83810"/>
                  <a:pt x="905398" y="82255"/>
                </a:cubicBezTo>
                <a:cubicBezTo>
                  <a:pt x="907341" y="80701"/>
                  <a:pt x="908810" y="78197"/>
                  <a:pt x="909803" y="74742"/>
                </a:cubicBezTo>
                <a:moveTo>
                  <a:pt x="910839" y="56348"/>
                </a:moveTo>
                <a:cubicBezTo>
                  <a:pt x="910709" y="51102"/>
                  <a:pt x="909349" y="47113"/>
                  <a:pt x="906759" y="44382"/>
                </a:cubicBezTo>
                <a:cubicBezTo>
                  <a:pt x="904168" y="41651"/>
                  <a:pt x="901016" y="40286"/>
                  <a:pt x="897302" y="40286"/>
                </a:cubicBezTo>
                <a:cubicBezTo>
                  <a:pt x="893330" y="40286"/>
                  <a:pt x="890048" y="41726"/>
                  <a:pt x="887458" y="44607"/>
                </a:cubicBezTo>
                <a:cubicBezTo>
                  <a:pt x="884867" y="47489"/>
                  <a:pt x="883593" y="51403"/>
                  <a:pt x="883636" y="56348"/>
                </a:cubicBezTo>
                <a:lnTo>
                  <a:pt x="910839" y="56348"/>
                </a:lnTo>
                <a:close/>
                <a:moveTo>
                  <a:pt x="972630" y="27850"/>
                </a:moveTo>
                <a:lnTo>
                  <a:pt x="982734" y="27850"/>
                </a:lnTo>
                <a:lnTo>
                  <a:pt x="982734" y="22657"/>
                </a:lnTo>
                <a:cubicBezTo>
                  <a:pt x="982734" y="16857"/>
                  <a:pt x="983349" y="12529"/>
                  <a:pt x="984580" y="9673"/>
                </a:cubicBezTo>
                <a:cubicBezTo>
                  <a:pt x="985811" y="6816"/>
                  <a:pt x="988077" y="4490"/>
                  <a:pt x="991381" y="2694"/>
                </a:cubicBezTo>
                <a:cubicBezTo>
                  <a:pt x="994684" y="898"/>
                  <a:pt x="998861" y="0"/>
                  <a:pt x="1003913" y="0"/>
                </a:cubicBezTo>
                <a:cubicBezTo>
                  <a:pt x="1009095" y="0"/>
                  <a:pt x="1014168" y="777"/>
                  <a:pt x="1019134" y="2332"/>
                </a:cubicBezTo>
                <a:lnTo>
                  <a:pt x="1016672" y="15026"/>
                </a:lnTo>
                <a:cubicBezTo>
                  <a:pt x="1013780" y="14335"/>
                  <a:pt x="1010994" y="13990"/>
                  <a:pt x="1008317" y="13990"/>
                </a:cubicBezTo>
                <a:cubicBezTo>
                  <a:pt x="1005684" y="13990"/>
                  <a:pt x="1003794" y="14609"/>
                  <a:pt x="1002650" y="15846"/>
                </a:cubicBezTo>
                <a:cubicBezTo>
                  <a:pt x="1001506" y="17082"/>
                  <a:pt x="1000934" y="19457"/>
                  <a:pt x="1000934" y="22970"/>
                </a:cubicBezTo>
                <a:lnTo>
                  <a:pt x="1000934" y="27850"/>
                </a:lnTo>
                <a:lnTo>
                  <a:pt x="1014535" y="27850"/>
                </a:lnTo>
                <a:lnTo>
                  <a:pt x="1014535" y="42229"/>
                </a:lnTo>
                <a:lnTo>
                  <a:pt x="1000934" y="42229"/>
                </a:lnTo>
                <a:lnTo>
                  <a:pt x="1000934" y="96634"/>
                </a:lnTo>
                <a:lnTo>
                  <a:pt x="982734" y="96634"/>
                </a:lnTo>
                <a:lnTo>
                  <a:pt x="982734" y="42229"/>
                </a:lnTo>
                <a:lnTo>
                  <a:pt x="972630" y="42229"/>
                </a:lnTo>
                <a:lnTo>
                  <a:pt x="972630" y="27850"/>
                </a:lnTo>
                <a:close/>
                <a:moveTo>
                  <a:pt x="1024767" y="96634"/>
                </a:moveTo>
                <a:lnTo>
                  <a:pt x="1024767" y="1684"/>
                </a:lnTo>
                <a:lnTo>
                  <a:pt x="1042967" y="1684"/>
                </a:lnTo>
                <a:lnTo>
                  <a:pt x="1042967" y="96634"/>
                </a:lnTo>
                <a:lnTo>
                  <a:pt x="1024767" y="96634"/>
                </a:lnTo>
                <a:close/>
                <a:moveTo>
                  <a:pt x="1075244" y="49094"/>
                </a:moveTo>
                <a:lnTo>
                  <a:pt x="1058728" y="46115"/>
                </a:lnTo>
                <a:cubicBezTo>
                  <a:pt x="1060584" y="39378"/>
                  <a:pt x="1063780" y="34390"/>
                  <a:pt x="1068313" y="31153"/>
                </a:cubicBezTo>
                <a:cubicBezTo>
                  <a:pt x="1072847" y="27915"/>
                  <a:pt x="1079583" y="26296"/>
                  <a:pt x="1088521" y="26296"/>
                </a:cubicBezTo>
                <a:cubicBezTo>
                  <a:pt x="1096639" y="26296"/>
                  <a:pt x="1102684" y="27257"/>
                  <a:pt x="1106656" y="29178"/>
                </a:cubicBezTo>
                <a:cubicBezTo>
                  <a:pt x="1110628" y="31099"/>
                  <a:pt x="1113424" y="33539"/>
                  <a:pt x="1115043" y="36497"/>
                </a:cubicBezTo>
                <a:cubicBezTo>
                  <a:pt x="1116663" y="39455"/>
                  <a:pt x="1117472" y="44884"/>
                  <a:pt x="1117472" y="52786"/>
                </a:cubicBezTo>
                <a:lnTo>
                  <a:pt x="1117278" y="74030"/>
                </a:lnTo>
                <a:cubicBezTo>
                  <a:pt x="1117278" y="80075"/>
                  <a:pt x="1117569" y="84533"/>
                  <a:pt x="1118152" y="87404"/>
                </a:cubicBezTo>
                <a:cubicBezTo>
                  <a:pt x="1118735" y="90276"/>
                  <a:pt x="1119826" y="93352"/>
                  <a:pt x="1121423" y="96634"/>
                </a:cubicBezTo>
                <a:lnTo>
                  <a:pt x="1103418" y="96634"/>
                </a:lnTo>
                <a:cubicBezTo>
                  <a:pt x="1102943" y="95425"/>
                  <a:pt x="1102360" y="93633"/>
                  <a:pt x="1101669" y="91258"/>
                </a:cubicBezTo>
                <a:cubicBezTo>
                  <a:pt x="1101367" y="90179"/>
                  <a:pt x="1101151" y="89466"/>
                  <a:pt x="1101021" y="89121"/>
                </a:cubicBezTo>
                <a:cubicBezTo>
                  <a:pt x="1097912" y="92143"/>
                  <a:pt x="1094588" y="94410"/>
                  <a:pt x="1091047" y="95921"/>
                </a:cubicBezTo>
                <a:cubicBezTo>
                  <a:pt x="1087506" y="97433"/>
                  <a:pt x="1083728" y="98188"/>
                  <a:pt x="1079713" y="98188"/>
                </a:cubicBezTo>
                <a:cubicBezTo>
                  <a:pt x="1072631" y="98188"/>
                  <a:pt x="1067050" y="96275"/>
                  <a:pt x="1062970" y="92448"/>
                </a:cubicBezTo>
                <a:cubicBezTo>
                  <a:pt x="1058890" y="88622"/>
                  <a:pt x="1056849" y="83784"/>
                  <a:pt x="1056849" y="77936"/>
                </a:cubicBezTo>
                <a:cubicBezTo>
                  <a:pt x="1056849" y="74066"/>
                  <a:pt x="1057778" y="70616"/>
                  <a:pt x="1059634" y="67585"/>
                </a:cubicBezTo>
                <a:cubicBezTo>
                  <a:pt x="1061491" y="64553"/>
                  <a:pt x="1064093" y="62231"/>
                  <a:pt x="1067439" y="60619"/>
                </a:cubicBezTo>
                <a:cubicBezTo>
                  <a:pt x="1070785" y="59006"/>
                  <a:pt x="1075611" y="57598"/>
                  <a:pt x="1081915" y="56395"/>
                </a:cubicBezTo>
                <a:cubicBezTo>
                  <a:pt x="1090421" y="54804"/>
                  <a:pt x="1096315" y="53320"/>
                  <a:pt x="1099596" y="51944"/>
                </a:cubicBezTo>
                <a:lnTo>
                  <a:pt x="1099596" y="50110"/>
                </a:lnTo>
                <a:cubicBezTo>
                  <a:pt x="1099596" y="46574"/>
                  <a:pt x="1098733" y="44052"/>
                  <a:pt x="1097006" y="42546"/>
                </a:cubicBezTo>
                <a:cubicBezTo>
                  <a:pt x="1095278" y="41039"/>
                  <a:pt x="1092018" y="40286"/>
                  <a:pt x="1087226" y="40286"/>
                </a:cubicBezTo>
                <a:cubicBezTo>
                  <a:pt x="1083987" y="40286"/>
                  <a:pt x="1081461" y="40937"/>
                  <a:pt x="1079648" y="42241"/>
                </a:cubicBezTo>
                <a:cubicBezTo>
                  <a:pt x="1077834" y="43543"/>
                  <a:pt x="1076366" y="45827"/>
                  <a:pt x="1075244" y="49094"/>
                </a:cubicBezTo>
                <a:moveTo>
                  <a:pt x="1099596" y="63861"/>
                </a:moveTo>
                <a:cubicBezTo>
                  <a:pt x="1097265" y="64629"/>
                  <a:pt x="1093573" y="65547"/>
                  <a:pt x="1088521" y="66614"/>
                </a:cubicBezTo>
                <a:cubicBezTo>
                  <a:pt x="1083469" y="67680"/>
                  <a:pt x="1080166" y="68725"/>
                  <a:pt x="1078611" y="69749"/>
                </a:cubicBezTo>
                <a:cubicBezTo>
                  <a:pt x="1076237" y="71413"/>
                  <a:pt x="1075049" y="73524"/>
                  <a:pt x="1075049" y="76084"/>
                </a:cubicBezTo>
                <a:cubicBezTo>
                  <a:pt x="1075049" y="78602"/>
                  <a:pt x="1075999" y="80779"/>
                  <a:pt x="1077899" y="82614"/>
                </a:cubicBezTo>
                <a:cubicBezTo>
                  <a:pt x="1079799" y="84447"/>
                  <a:pt x="1082217" y="85364"/>
                  <a:pt x="1085153" y="85364"/>
                </a:cubicBezTo>
                <a:cubicBezTo>
                  <a:pt x="1088435" y="85364"/>
                  <a:pt x="1091565" y="84298"/>
                  <a:pt x="1094544" y="82164"/>
                </a:cubicBezTo>
                <a:cubicBezTo>
                  <a:pt x="1096747" y="80544"/>
                  <a:pt x="1098193" y="78560"/>
                  <a:pt x="1098884" y="76212"/>
                </a:cubicBezTo>
                <a:cubicBezTo>
                  <a:pt x="1099359" y="74676"/>
                  <a:pt x="1099596" y="71754"/>
                  <a:pt x="1099596" y="67446"/>
                </a:cubicBezTo>
                <a:lnTo>
                  <a:pt x="1099596" y="63861"/>
                </a:lnTo>
                <a:close/>
                <a:moveTo>
                  <a:pt x="1133710" y="101038"/>
                </a:moveTo>
                <a:lnTo>
                  <a:pt x="1154500" y="103629"/>
                </a:lnTo>
                <a:cubicBezTo>
                  <a:pt x="1154845" y="106070"/>
                  <a:pt x="1155644" y="107748"/>
                  <a:pt x="1156896" y="108662"/>
                </a:cubicBezTo>
                <a:cubicBezTo>
                  <a:pt x="1158624" y="109970"/>
                  <a:pt x="1161344" y="110624"/>
                  <a:pt x="1165057" y="110624"/>
                </a:cubicBezTo>
                <a:cubicBezTo>
                  <a:pt x="1169807" y="110624"/>
                  <a:pt x="1173369" y="109906"/>
                  <a:pt x="1175744" y="108470"/>
                </a:cubicBezTo>
                <a:cubicBezTo>
                  <a:pt x="1177342" y="107514"/>
                  <a:pt x="1178551" y="105970"/>
                  <a:pt x="1179371" y="103839"/>
                </a:cubicBezTo>
                <a:cubicBezTo>
                  <a:pt x="1179932" y="102317"/>
                  <a:pt x="1180213" y="99513"/>
                  <a:pt x="1180213" y="95426"/>
                </a:cubicBezTo>
                <a:lnTo>
                  <a:pt x="1180213" y="85314"/>
                </a:lnTo>
                <a:cubicBezTo>
                  <a:pt x="1174772" y="92860"/>
                  <a:pt x="1167907" y="96634"/>
                  <a:pt x="1159617" y="96634"/>
                </a:cubicBezTo>
                <a:cubicBezTo>
                  <a:pt x="1150376" y="96634"/>
                  <a:pt x="1143058" y="92726"/>
                  <a:pt x="1137660" y="84911"/>
                </a:cubicBezTo>
                <a:cubicBezTo>
                  <a:pt x="1133429" y="78736"/>
                  <a:pt x="1131313" y="71050"/>
                  <a:pt x="1131313" y="61853"/>
                </a:cubicBezTo>
                <a:cubicBezTo>
                  <a:pt x="1131313" y="50325"/>
                  <a:pt x="1134087" y="41516"/>
                  <a:pt x="1139636" y="35428"/>
                </a:cubicBezTo>
                <a:cubicBezTo>
                  <a:pt x="1145184" y="29340"/>
                  <a:pt x="1152082" y="26296"/>
                  <a:pt x="1160329" y="26296"/>
                </a:cubicBezTo>
                <a:cubicBezTo>
                  <a:pt x="1168835" y="26296"/>
                  <a:pt x="1175852" y="30048"/>
                  <a:pt x="1181379" y="37553"/>
                </a:cubicBezTo>
                <a:lnTo>
                  <a:pt x="1181379" y="27850"/>
                </a:lnTo>
                <a:lnTo>
                  <a:pt x="1198413" y="27850"/>
                </a:lnTo>
                <a:lnTo>
                  <a:pt x="1198413" y="89615"/>
                </a:lnTo>
                <a:cubicBezTo>
                  <a:pt x="1198413" y="97738"/>
                  <a:pt x="1197743" y="103808"/>
                  <a:pt x="1196405" y="107827"/>
                </a:cubicBezTo>
                <a:cubicBezTo>
                  <a:pt x="1195066" y="111845"/>
                  <a:pt x="1193188" y="114999"/>
                  <a:pt x="1190770" y="117289"/>
                </a:cubicBezTo>
                <a:cubicBezTo>
                  <a:pt x="1188352" y="119580"/>
                  <a:pt x="1185125" y="121373"/>
                  <a:pt x="1181087" y="122669"/>
                </a:cubicBezTo>
                <a:cubicBezTo>
                  <a:pt x="1177050" y="123965"/>
                  <a:pt x="1171944" y="124614"/>
                  <a:pt x="1165770" y="124614"/>
                </a:cubicBezTo>
                <a:cubicBezTo>
                  <a:pt x="1154111" y="124614"/>
                  <a:pt x="1145843" y="122600"/>
                  <a:pt x="1140964" y="118572"/>
                </a:cubicBezTo>
                <a:cubicBezTo>
                  <a:pt x="1136084" y="114546"/>
                  <a:pt x="1133645" y="109441"/>
                  <a:pt x="1133645" y="103258"/>
                </a:cubicBezTo>
                <a:cubicBezTo>
                  <a:pt x="1133645" y="102649"/>
                  <a:pt x="1133666" y="101908"/>
                  <a:pt x="1133710" y="101038"/>
                </a:cubicBezTo>
                <a:moveTo>
                  <a:pt x="1149966" y="60817"/>
                </a:moveTo>
                <a:cubicBezTo>
                  <a:pt x="1149966" y="68093"/>
                  <a:pt x="1151380" y="73420"/>
                  <a:pt x="1154209" y="76799"/>
                </a:cubicBezTo>
                <a:cubicBezTo>
                  <a:pt x="1157037" y="80177"/>
                  <a:pt x="1160523" y="81867"/>
                  <a:pt x="1164669" y="81867"/>
                </a:cubicBezTo>
                <a:cubicBezTo>
                  <a:pt x="1169116" y="81867"/>
                  <a:pt x="1172873" y="80134"/>
                  <a:pt x="1175938" y="76669"/>
                </a:cubicBezTo>
                <a:cubicBezTo>
                  <a:pt x="1179004" y="73204"/>
                  <a:pt x="1180537" y="68071"/>
                  <a:pt x="1180537" y="61271"/>
                </a:cubicBezTo>
                <a:cubicBezTo>
                  <a:pt x="1180537" y="54168"/>
                  <a:pt x="1179069" y="48894"/>
                  <a:pt x="1176133" y="45451"/>
                </a:cubicBezTo>
                <a:cubicBezTo>
                  <a:pt x="1173196" y="42007"/>
                  <a:pt x="1169483" y="40286"/>
                  <a:pt x="1164992" y="40286"/>
                </a:cubicBezTo>
                <a:cubicBezTo>
                  <a:pt x="1160631" y="40286"/>
                  <a:pt x="1157037" y="41975"/>
                  <a:pt x="1154209" y="45354"/>
                </a:cubicBezTo>
                <a:cubicBezTo>
                  <a:pt x="1151380" y="48733"/>
                  <a:pt x="1149966" y="53887"/>
                  <a:pt x="1149966" y="60817"/>
                </a:cubicBezTo>
                <a:close/>
                <a:moveTo>
                  <a:pt x="1210027" y="77074"/>
                </a:moveTo>
                <a:lnTo>
                  <a:pt x="1228292" y="74224"/>
                </a:lnTo>
                <a:cubicBezTo>
                  <a:pt x="1229069" y="77743"/>
                  <a:pt x="1230645" y="80415"/>
                  <a:pt x="1233020" y="82239"/>
                </a:cubicBezTo>
                <a:cubicBezTo>
                  <a:pt x="1235394" y="84063"/>
                  <a:pt x="1238719" y="84976"/>
                  <a:pt x="1242994" y="84976"/>
                </a:cubicBezTo>
                <a:cubicBezTo>
                  <a:pt x="1247700" y="84976"/>
                  <a:pt x="1251241" y="84113"/>
                  <a:pt x="1253616" y="82389"/>
                </a:cubicBezTo>
                <a:cubicBezTo>
                  <a:pt x="1255213" y="81181"/>
                  <a:pt x="1256012" y="79564"/>
                  <a:pt x="1256012" y="77537"/>
                </a:cubicBezTo>
                <a:cubicBezTo>
                  <a:pt x="1256012" y="76157"/>
                  <a:pt x="1255581" y="75014"/>
                  <a:pt x="1254717" y="74109"/>
                </a:cubicBezTo>
                <a:cubicBezTo>
                  <a:pt x="1253810" y="73247"/>
                  <a:pt x="1251781" y="72449"/>
                  <a:pt x="1248629" y="71716"/>
                </a:cubicBezTo>
                <a:cubicBezTo>
                  <a:pt x="1233948" y="68483"/>
                  <a:pt x="1224643" y="65530"/>
                  <a:pt x="1220714" y="62855"/>
                </a:cubicBezTo>
                <a:cubicBezTo>
                  <a:pt x="1215273" y="59145"/>
                  <a:pt x="1212553" y="53990"/>
                  <a:pt x="1212553" y="47390"/>
                </a:cubicBezTo>
                <a:cubicBezTo>
                  <a:pt x="1212553" y="41437"/>
                  <a:pt x="1214906" y="36433"/>
                  <a:pt x="1219613" y="32378"/>
                </a:cubicBezTo>
                <a:cubicBezTo>
                  <a:pt x="1224319" y="28323"/>
                  <a:pt x="1231616" y="26296"/>
                  <a:pt x="1241504" y="26296"/>
                </a:cubicBezTo>
                <a:cubicBezTo>
                  <a:pt x="1250917" y="26296"/>
                  <a:pt x="1257912" y="27823"/>
                  <a:pt x="1262489" y="30878"/>
                </a:cubicBezTo>
                <a:cubicBezTo>
                  <a:pt x="1267066" y="33933"/>
                  <a:pt x="1270218" y="38451"/>
                  <a:pt x="1271945" y="44431"/>
                </a:cubicBezTo>
                <a:lnTo>
                  <a:pt x="1254782" y="47669"/>
                </a:lnTo>
                <a:cubicBezTo>
                  <a:pt x="1254048" y="44992"/>
                  <a:pt x="1252655" y="42941"/>
                  <a:pt x="1250604" y="41516"/>
                </a:cubicBezTo>
                <a:cubicBezTo>
                  <a:pt x="1248553" y="40091"/>
                  <a:pt x="1245628" y="39379"/>
                  <a:pt x="1241828" y="39379"/>
                </a:cubicBezTo>
                <a:cubicBezTo>
                  <a:pt x="1237035" y="39379"/>
                  <a:pt x="1233603" y="40048"/>
                  <a:pt x="1231530" y="41385"/>
                </a:cubicBezTo>
                <a:cubicBezTo>
                  <a:pt x="1230148" y="42332"/>
                  <a:pt x="1229457" y="43561"/>
                  <a:pt x="1229457" y="45070"/>
                </a:cubicBezTo>
                <a:cubicBezTo>
                  <a:pt x="1229457" y="46363"/>
                  <a:pt x="1230062" y="47462"/>
                  <a:pt x="1231271" y="48368"/>
                </a:cubicBezTo>
                <a:cubicBezTo>
                  <a:pt x="1232912" y="49575"/>
                  <a:pt x="1238579" y="51279"/>
                  <a:pt x="1248273" y="53478"/>
                </a:cubicBezTo>
                <a:cubicBezTo>
                  <a:pt x="1257966" y="55678"/>
                  <a:pt x="1264734" y="58376"/>
                  <a:pt x="1268577" y="61572"/>
                </a:cubicBezTo>
                <a:cubicBezTo>
                  <a:pt x="1272377" y="64813"/>
                  <a:pt x="1274277" y="69328"/>
                  <a:pt x="1274277" y="75117"/>
                </a:cubicBezTo>
                <a:cubicBezTo>
                  <a:pt x="1274277" y="81425"/>
                  <a:pt x="1271643" y="86847"/>
                  <a:pt x="1266375" y="91384"/>
                </a:cubicBezTo>
                <a:cubicBezTo>
                  <a:pt x="1261107" y="95920"/>
                  <a:pt x="1253314" y="98188"/>
                  <a:pt x="1242994" y="98188"/>
                </a:cubicBezTo>
                <a:cubicBezTo>
                  <a:pt x="1233624" y="98188"/>
                  <a:pt x="1226208" y="96294"/>
                  <a:pt x="1220746" y="92507"/>
                </a:cubicBezTo>
                <a:cubicBezTo>
                  <a:pt x="1215284" y="88718"/>
                  <a:pt x="1211711" y="83574"/>
                  <a:pt x="1210027" y="77074"/>
                </a:cubicBezTo>
                <a:close/>
                <a:moveTo>
                  <a:pt x="1322855" y="61271"/>
                </a:moveTo>
                <a:cubicBezTo>
                  <a:pt x="1322855" y="55226"/>
                  <a:pt x="1324344" y="49375"/>
                  <a:pt x="1327324" y="43718"/>
                </a:cubicBezTo>
                <a:cubicBezTo>
                  <a:pt x="1330303" y="38062"/>
                  <a:pt x="1334524" y="33744"/>
                  <a:pt x="1339986" y="30765"/>
                </a:cubicBezTo>
                <a:cubicBezTo>
                  <a:pt x="1345448" y="27785"/>
                  <a:pt x="1351547" y="26296"/>
                  <a:pt x="1358283" y="26296"/>
                </a:cubicBezTo>
                <a:cubicBezTo>
                  <a:pt x="1368689" y="26296"/>
                  <a:pt x="1377217" y="29675"/>
                  <a:pt x="1383866" y="36432"/>
                </a:cubicBezTo>
                <a:cubicBezTo>
                  <a:pt x="1390516" y="43189"/>
                  <a:pt x="1393840" y="51728"/>
                  <a:pt x="1393840" y="62048"/>
                </a:cubicBezTo>
                <a:cubicBezTo>
                  <a:pt x="1393840" y="72454"/>
                  <a:pt x="1390483" y="81079"/>
                  <a:pt x="1383769" y="87923"/>
                </a:cubicBezTo>
                <a:cubicBezTo>
                  <a:pt x="1377055" y="94766"/>
                  <a:pt x="1368602" y="98188"/>
                  <a:pt x="1358412" y="98188"/>
                </a:cubicBezTo>
                <a:cubicBezTo>
                  <a:pt x="1352108" y="98188"/>
                  <a:pt x="1346096" y="96763"/>
                  <a:pt x="1340374" y="93914"/>
                </a:cubicBezTo>
                <a:cubicBezTo>
                  <a:pt x="1334653" y="91064"/>
                  <a:pt x="1330303" y="86886"/>
                  <a:pt x="1327324" y="81381"/>
                </a:cubicBezTo>
                <a:cubicBezTo>
                  <a:pt x="1324344" y="75876"/>
                  <a:pt x="1322855" y="69172"/>
                  <a:pt x="1322855" y="61271"/>
                </a:cubicBezTo>
                <a:moveTo>
                  <a:pt x="1341508" y="62242"/>
                </a:moveTo>
                <a:cubicBezTo>
                  <a:pt x="1341508" y="69043"/>
                  <a:pt x="1343127" y="74251"/>
                  <a:pt x="1346365" y="77867"/>
                </a:cubicBezTo>
                <a:cubicBezTo>
                  <a:pt x="1349604" y="81484"/>
                  <a:pt x="1353598" y="83292"/>
                  <a:pt x="1358348" y="83292"/>
                </a:cubicBezTo>
                <a:cubicBezTo>
                  <a:pt x="1363097" y="83292"/>
                  <a:pt x="1367080" y="81484"/>
                  <a:pt x="1370297" y="77867"/>
                </a:cubicBezTo>
                <a:cubicBezTo>
                  <a:pt x="1373514" y="74251"/>
                  <a:pt x="1375122" y="69000"/>
                  <a:pt x="1375122" y="62113"/>
                </a:cubicBezTo>
                <a:cubicBezTo>
                  <a:pt x="1375122" y="55398"/>
                  <a:pt x="1373514" y="50233"/>
                  <a:pt x="1370297" y="46617"/>
                </a:cubicBezTo>
                <a:cubicBezTo>
                  <a:pt x="1367080" y="43001"/>
                  <a:pt x="1363097" y="41192"/>
                  <a:pt x="1358348" y="41192"/>
                </a:cubicBezTo>
                <a:cubicBezTo>
                  <a:pt x="1353598" y="41192"/>
                  <a:pt x="1349604" y="43001"/>
                  <a:pt x="1346365" y="46617"/>
                </a:cubicBezTo>
                <a:cubicBezTo>
                  <a:pt x="1343127" y="50233"/>
                  <a:pt x="1341508" y="55441"/>
                  <a:pt x="1341508" y="62242"/>
                </a:cubicBezTo>
                <a:close/>
                <a:moveTo>
                  <a:pt x="1400145" y="27850"/>
                </a:moveTo>
                <a:lnTo>
                  <a:pt x="1410249" y="27850"/>
                </a:lnTo>
                <a:lnTo>
                  <a:pt x="1410249" y="22657"/>
                </a:lnTo>
                <a:cubicBezTo>
                  <a:pt x="1410249" y="16857"/>
                  <a:pt x="1410864" y="12529"/>
                  <a:pt x="1412095" y="9673"/>
                </a:cubicBezTo>
                <a:cubicBezTo>
                  <a:pt x="1413325" y="6816"/>
                  <a:pt x="1415592" y="4490"/>
                  <a:pt x="1418895" y="2694"/>
                </a:cubicBezTo>
                <a:cubicBezTo>
                  <a:pt x="1422199" y="898"/>
                  <a:pt x="1426376" y="0"/>
                  <a:pt x="1431428" y="0"/>
                </a:cubicBezTo>
                <a:cubicBezTo>
                  <a:pt x="1436609" y="0"/>
                  <a:pt x="1441683" y="777"/>
                  <a:pt x="1446649" y="2332"/>
                </a:cubicBezTo>
                <a:lnTo>
                  <a:pt x="1444187" y="15026"/>
                </a:lnTo>
                <a:cubicBezTo>
                  <a:pt x="1441294" y="14335"/>
                  <a:pt x="1438509" y="13990"/>
                  <a:pt x="1435832" y="13990"/>
                </a:cubicBezTo>
                <a:cubicBezTo>
                  <a:pt x="1433198" y="13990"/>
                  <a:pt x="1431309" y="14609"/>
                  <a:pt x="1430165" y="15846"/>
                </a:cubicBezTo>
                <a:cubicBezTo>
                  <a:pt x="1429021" y="17082"/>
                  <a:pt x="1428449" y="19457"/>
                  <a:pt x="1428449" y="22970"/>
                </a:cubicBezTo>
                <a:lnTo>
                  <a:pt x="1428449" y="27850"/>
                </a:lnTo>
                <a:lnTo>
                  <a:pt x="1442050" y="27850"/>
                </a:lnTo>
                <a:lnTo>
                  <a:pt x="1442050" y="42229"/>
                </a:lnTo>
                <a:lnTo>
                  <a:pt x="1428449" y="42229"/>
                </a:lnTo>
                <a:lnTo>
                  <a:pt x="1428449" y="96634"/>
                </a:lnTo>
                <a:lnTo>
                  <a:pt x="1410249" y="96634"/>
                </a:lnTo>
                <a:lnTo>
                  <a:pt x="1410249" y="42229"/>
                </a:lnTo>
                <a:lnTo>
                  <a:pt x="1400145" y="42229"/>
                </a:lnTo>
                <a:lnTo>
                  <a:pt x="1400145" y="27850"/>
                </a:lnTo>
                <a:close/>
                <a:moveTo>
                  <a:pt x="1489157" y="18524"/>
                </a:moveTo>
                <a:lnTo>
                  <a:pt x="1489157" y="1684"/>
                </a:lnTo>
                <a:lnTo>
                  <a:pt x="1507357" y="1684"/>
                </a:lnTo>
                <a:lnTo>
                  <a:pt x="1507357" y="18524"/>
                </a:lnTo>
                <a:lnTo>
                  <a:pt x="1489157" y="18524"/>
                </a:lnTo>
                <a:moveTo>
                  <a:pt x="1489157" y="96634"/>
                </a:moveTo>
                <a:lnTo>
                  <a:pt x="1489157" y="27850"/>
                </a:lnTo>
                <a:lnTo>
                  <a:pt x="1507357" y="27850"/>
                </a:lnTo>
                <a:lnTo>
                  <a:pt x="1507357" y="96634"/>
                </a:lnTo>
                <a:lnTo>
                  <a:pt x="1489157" y="96634"/>
                </a:lnTo>
                <a:close/>
                <a:moveTo>
                  <a:pt x="1588599" y="96634"/>
                </a:moveTo>
                <a:lnTo>
                  <a:pt x="1570399" y="96634"/>
                </a:lnTo>
                <a:lnTo>
                  <a:pt x="1570399" y="61570"/>
                </a:lnTo>
                <a:cubicBezTo>
                  <a:pt x="1570399" y="54151"/>
                  <a:pt x="1570011" y="49353"/>
                  <a:pt x="1569233" y="47175"/>
                </a:cubicBezTo>
                <a:cubicBezTo>
                  <a:pt x="1568456" y="44998"/>
                  <a:pt x="1567193" y="43305"/>
                  <a:pt x="1565444" y="42097"/>
                </a:cubicBezTo>
                <a:cubicBezTo>
                  <a:pt x="1563696" y="40890"/>
                  <a:pt x="1561591" y="40286"/>
                  <a:pt x="1559130" y="40286"/>
                </a:cubicBezTo>
                <a:cubicBezTo>
                  <a:pt x="1555978" y="40286"/>
                  <a:pt x="1553149" y="41149"/>
                  <a:pt x="1550645" y="42874"/>
                </a:cubicBezTo>
                <a:cubicBezTo>
                  <a:pt x="1548141" y="44599"/>
                  <a:pt x="1546424" y="46885"/>
                  <a:pt x="1545496" y="49732"/>
                </a:cubicBezTo>
                <a:cubicBezTo>
                  <a:pt x="1544568" y="52577"/>
                  <a:pt x="1544103" y="57839"/>
                  <a:pt x="1544103" y="65517"/>
                </a:cubicBezTo>
                <a:lnTo>
                  <a:pt x="1544103" y="96634"/>
                </a:lnTo>
                <a:lnTo>
                  <a:pt x="1525904" y="96634"/>
                </a:lnTo>
                <a:lnTo>
                  <a:pt x="1525904" y="27850"/>
                </a:lnTo>
                <a:lnTo>
                  <a:pt x="1542808" y="27850"/>
                </a:lnTo>
                <a:lnTo>
                  <a:pt x="1542808" y="37954"/>
                </a:lnTo>
                <a:cubicBezTo>
                  <a:pt x="1548810" y="30182"/>
                  <a:pt x="1556366" y="26296"/>
                  <a:pt x="1565477" y="26296"/>
                </a:cubicBezTo>
                <a:cubicBezTo>
                  <a:pt x="1569492" y="26296"/>
                  <a:pt x="1573163" y="27019"/>
                  <a:pt x="1576487" y="28466"/>
                </a:cubicBezTo>
                <a:cubicBezTo>
                  <a:pt x="1579812" y="29912"/>
                  <a:pt x="1582327" y="31758"/>
                  <a:pt x="1584033" y="34003"/>
                </a:cubicBezTo>
                <a:cubicBezTo>
                  <a:pt x="1585738" y="36248"/>
                  <a:pt x="1586926" y="38796"/>
                  <a:pt x="1587595" y="41646"/>
                </a:cubicBezTo>
                <a:cubicBezTo>
                  <a:pt x="1588264" y="44496"/>
                  <a:pt x="1588599" y="48576"/>
                  <a:pt x="1588599" y="53887"/>
                </a:cubicBezTo>
                <a:lnTo>
                  <a:pt x="1588599" y="96634"/>
                </a:lnTo>
                <a:close/>
                <a:moveTo>
                  <a:pt x="1646911" y="74742"/>
                </a:moveTo>
                <a:lnTo>
                  <a:pt x="1665046" y="77851"/>
                </a:lnTo>
                <a:cubicBezTo>
                  <a:pt x="1662715" y="84479"/>
                  <a:pt x="1659034" y="89526"/>
                  <a:pt x="1654003" y="92991"/>
                </a:cubicBezTo>
                <a:cubicBezTo>
                  <a:pt x="1648973" y="96456"/>
                  <a:pt x="1642680" y="98188"/>
                  <a:pt x="1635124" y="98188"/>
                </a:cubicBezTo>
                <a:cubicBezTo>
                  <a:pt x="1623163" y="98188"/>
                  <a:pt x="1614311" y="94281"/>
                  <a:pt x="1608569" y="86465"/>
                </a:cubicBezTo>
                <a:cubicBezTo>
                  <a:pt x="1604035" y="80204"/>
                  <a:pt x="1601768" y="72303"/>
                  <a:pt x="1601768" y="62760"/>
                </a:cubicBezTo>
                <a:cubicBezTo>
                  <a:pt x="1601768" y="51361"/>
                  <a:pt x="1604747" y="42434"/>
                  <a:pt x="1610706" y="35979"/>
                </a:cubicBezTo>
                <a:cubicBezTo>
                  <a:pt x="1616665" y="29523"/>
                  <a:pt x="1624199" y="26296"/>
                  <a:pt x="1633310" y="26296"/>
                </a:cubicBezTo>
                <a:cubicBezTo>
                  <a:pt x="1643543" y="26296"/>
                  <a:pt x="1651618" y="29675"/>
                  <a:pt x="1657533" y="36432"/>
                </a:cubicBezTo>
                <a:cubicBezTo>
                  <a:pt x="1663449" y="43189"/>
                  <a:pt x="1666277" y="53542"/>
                  <a:pt x="1666018" y="67488"/>
                </a:cubicBezTo>
                <a:lnTo>
                  <a:pt x="1620421" y="67488"/>
                </a:lnTo>
                <a:cubicBezTo>
                  <a:pt x="1620551" y="72886"/>
                  <a:pt x="1622019" y="77085"/>
                  <a:pt x="1624825" y="80086"/>
                </a:cubicBezTo>
                <a:cubicBezTo>
                  <a:pt x="1627632" y="83087"/>
                  <a:pt x="1631130" y="84587"/>
                  <a:pt x="1635318" y="84587"/>
                </a:cubicBezTo>
                <a:cubicBezTo>
                  <a:pt x="1638168" y="84587"/>
                  <a:pt x="1640564" y="83810"/>
                  <a:pt x="1642507" y="82255"/>
                </a:cubicBezTo>
                <a:cubicBezTo>
                  <a:pt x="1644450" y="80701"/>
                  <a:pt x="1645918" y="78197"/>
                  <a:pt x="1646911" y="74742"/>
                </a:cubicBezTo>
                <a:moveTo>
                  <a:pt x="1647948" y="56348"/>
                </a:moveTo>
                <a:cubicBezTo>
                  <a:pt x="1647818" y="51102"/>
                  <a:pt x="1646458" y="47113"/>
                  <a:pt x="1643867" y="44382"/>
                </a:cubicBezTo>
                <a:cubicBezTo>
                  <a:pt x="1641277" y="41651"/>
                  <a:pt x="1638124" y="40286"/>
                  <a:pt x="1634411" y="40286"/>
                </a:cubicBezTo>
                <a:cubicBezTo>
                  <a:pt x="1630439" y="40286"/>
                  <a:pt x="1627157" y="41726"/>
                  <a:pt x="1624566" y="44607"/>
                </a:cubicBezTo>
                <a:cubicBezTo>
                  <a:pt x="1621976" y="47489"/>
                  <a:pt x="1620702" y="51403"/>
                  <a:pt x="1620745" y="56348"/>
                </a:cubicBezTo>
                <a:lnTo>
                  <a:pt x="1647948" y="56348"/>
                </a:lnTo>
                <a:close/>
                <a:moveTo>
                  <a:pt x="1698253" y="96634"/>
                </a:moveTo>
                <a:lnTo>
                  <a:pt x="1680053" y="96634"/>
                </a:lnTo>
                <a:lnTo>
                  <a:pt x="1680053" y="27850"/>
                </a:lnTo>
                <a:lnTo>
                  <a:pt x="1696957" y="27850"/>
                </a:lnTo>
                <a:lnTo>
                  <a:pt x="1696957" y="37630"/>
                </a:lnTo>
                <a:cubicBezTo>
                  <a:pt x="1699850" y="33010"/>
                  <a:pt x="1702452" y="29966"/>
                  <a:pt x="1704762" y="28498"/>
                </a:cubicBezTo>
                <a:cubicBezTo>
                  <a:pt x="1707072" y="27030"/>
                  <a:pt x="1709695" y="26296"/>
                  <a:pt x="1712631" y="26296"/>
                </a:cubicBezTo>
                <a:cubicBezTo>
                  <a:pt x="1716776" y="26296"/>
                  <a:pt x="1720770" y="27440"/>
                  <a:pt x="1724613" y="29729"/>
                </a:cubicBezTo>
                <a:lnTo>
                  <a:pt x="1718978" y="45597"/>
                </a:lnTo>
                <a:cubicBezTo>
                  <a:pt x="1715913" y="43610"/>
                  <a:pt x="1713063" y="42617"/>
                  <a:pt x="1710429" y="42617"/>
                </a:cubicBezTo>
                <a:cubicBezTo>
                  <a:pt x="1707881" y="42617"/>
                  <a:pt x="1705722" y="43319"/>
                  <a:pt x="1703952" y="44722"/>
                </a:cubicBezTo>
                <a:cubicBezTo>
                  <a:pt x="1702182" y="46126"/>
                  <a:pt x="1700789" y="48662"/>
                  <a:pt x="1699775" y="52333"/>
                </a:cubicBezTo>
                <a:cubicBezTo>
                  <a:pt x="1698760" y="56003"/>
                  <a:pt x="1698253" y="63689"/>
                  <a:pt x="1698253" y="75390"/>
                </a:cubicBezTo>
                <a:lnTo>
                  <a:pt x="1698253" y="96634"/>
                </a:lnTo>
                <a:close/>
                <a:moveTo>
                  <a:pt x="1763970" y="27850"/>
                </a:moveTo>
                <a:lnTo>
                  <a:pt x="1763970" y="42358"/>
                </a:lnTo>
                <a:lnTo>
                  <a:pt x="1751535" y="42358"/>
                </a:lnTo>
                <a:lnTo>
                  <a:pt x="1751535" y="70034"/>
                </a:lnTo>
                <a:cubicBezTo>
                  <a:pt x="1751535" y="75640"/>
                  <a:pt x="1751654" y="78906"/>
                  <a:pt x="1751891" y="79833"/>
                </a:cubicBezTo>
                <a:cubicBezTo>
                  <a:pt x="1752129" y="80758"/>
                  <a:pt x="1752668" y="81523"/>
                  <a:pt x="1753510" y="82128"/>
                </a:cubicBezTo>
                <a:cubicBezTo>
                  <a:pt x="1754352" y="82731"/>
                  <a:pt x="1755378" y="83033"/>
                  <a:pt x="1756587" y="83033"/>
                </a:cubicBezTo>
                <a:cubicBezTo>
                  <a:pt x="1758271" y="83033"/>
                  <a:pt x="1760710" y="82450"/>
                  <a:pt x="1763906" y="81284"/>
                </a:cubicBezTo>
                <a:lnTo>
                  <a:pt x="1765460" y="95456"/>
                </a:lnTo>
                <a:cubicBezTo>
                  <a:pt x="1761229" y="97277"/>
                  <a:pt x="1756436" y="98188"/>
                  <a:pt x="1751082" y="98188"/>
                </a:cubicBezTo>
                <a:cubicBezTo>
                  <a:pt x="1747800" y="98188"/>
                  <a:pt x="1744842" y="97638"/>
                  <a:pt x="1742208" y="96537"/>
                </a:cubicBezTo>
                <a:cubicBezTo>
                  <a:pt x="1739574" y="95436"/>
                  <a:pt x="1737642" y="94011"/>
                  <a:pt x="1736412" y="92262"/>
                </a:cubicBezTo>
                <a:cubicBezTo>
                  <a:pt x="1735181" y="90513"/>
                  <a:pt x="1734328" y="88149"/>
                  <a:pt x="1733853" y="85170"/>
                </a:cubicBezTo>
                <a:cubicBezTo>
                  <a:pt x="1733465" y="83054"/>
                  <a:pt x="1733270" y="78779"/>
                  <a:pt x="1733270" y="72346"/>
                </a:cubicBezTo>
                <a:lnTo>
                  <a:pt x="1733270" y="42358"/>
                </a:lnTo>
                <a:lnTo>
                  <a:pt x="1724915" y="42358"/>
                </a:lnTo>
                <a:lnTo>
                  <a:pt x="1724915" y="27850"/>
                </a:lnTo>
                <a:lnTo>
                  <a:pt x="1733270" y="27850"/>
                </a:lnTo>
                <a:lnTo>
                  <a:pt x="1733270" y="14119"/>
                </a:lnTo>
                <a:lnTo>
                  <a:pt x="1751535" y="3368"/>
                </a:lnTo>
                <a:lnTo>
                  <a:pt x="1751535" y="27850"/>
                </a:lnTo>
                <a:lnTo>
                  <a:pt x="1763970" y="27850"/>
                </a:lnTo>
                <a:close/>
                <a:moveTo>
                  <a:pt x="1776599" y="18524"/>
                </a:moveTo>
                <a:lnTo>
                  <a:pt x="1776599" y="1684"/>
                </a:lnTo>
                <a:lnTo>
                  <a:pt x="1794799" y="1684"/>
                </a:lnTo>
                <a:lnTo>
                  <a:pt x="1794799" y="18524"/>
                </a:lnTo>
                <a:lnTo>
                  <a:pt x="1776599" y="18524"/>
                </a:lnTo>
                <a:moveTo>
                  <a:pt x="1776599" y="96634"/>
                </a:moveTo>
                <a:lnTo>
                  <a:pt x="1776599" y="27850"/>
                </a:lnTo>
                <a:lnTo>
                  <a:pt x="1794799" y="27850"/>
                </a:lnTo>
                <a:lnTo>
                  <a:pt x="1794799" y="96634"/>
                </a:lnTo>
                <a:lnTo>
                  <a:pt x="1776599" y="96634"/>
                </a:lnTo>
                <a:close/>
                <a:moveTo>
                  <a:pt x="1827076" y="49094"/>
                </a:moveTo>
                <a:lnTo>
                  <a:pt x="1810561" y="46115"/>
                </a:lnTo>
                <a:cubicBezTo>
                  <a:pt x="1812417" y="39378"/>
                  <a:pt x="1815612" y="34390"/>
                  <a:pt x="1820146" y="31153"/>
                </a:cubicBezTo>
                <a:cubicBezTo>
                  <a:pt x="1824680" y="27915"/>
                  <a:pt x="1831416" y="26296"/>
                  <a:pt x="1840354" y="26296"/>
                </a:cubicBezTo>
                <a:cubicBezTo>
                  <a:pt x="1848471" y="26296"/>
                  <a:pt x="1854516" y="27257"/>
                  <a:pt x="1858489" y="29178"/>
                </a:cubicBezTo>
                <a:cubicBezTo>
                  <a:pt x="1862461" y="31099"/>
                  <a:pt x="1865257" y="33539"/>
                  <a:pt x="1866876" y="36497"/>
                </a:cubicBezTo>
                <a:cubicBezTo>
                  <a:pt x="1868496" y="39455"/>
                  <a:pt x="1869305" y="44884"/>
                  <a:pt x="1869305" y="52786"/>
                </a:cubicBezTo>
                <a:lnTo>
                  <a:pt x="1869111" y="74030"/>
                </a:lnTo>
                <a:cubicBezTo>
                  <a:pt x="1869111" y="80075"/>
                  <a:pt x="1869402" y="84533"/>
                  <a:pt x="1869985" y="87404"/>
                </a:cubicBezTo>
                <a:cubicBezTo>
                  <a:pt x="1870568" y="90276"/>
                  <a:pt x="1871658" y="93352"/>
                  <a:pt x="1873256" y="96634"/>
                </a:cubicBezTo>
                <a:lnTo>
                  <a:pt x="1855250" y="96634"/>
                </a:lnTo>
                <a:cubicBezTo>
                  <a:pt x="1854775" y="95425"/>
                  <a:pt x="1854193" y="93633"/>
                  <a:pt x="1853502" y="91258"/>
                </a:cubicBezTo>
                <a:cubicBezTo>
                  <a:pt x="1853199" y="90179"/>
                  <a:pt x="1852984" y="89466"/>
                  <a:pt x="1852854" y="89121"/>
                </a:cubicBezTo>
                <a:cubicBezTo>
                  <a:pt x="1849745" y="92143"/>
                  <a:pt x="1846420" y="94410"/>
                  <a:pt x="1842880" y="95921"/>
                </a:cubicBezTo>
                <a:cubicBezTo>
                  <a:pt x="1839339" y="97433"/>
                  <a:pt x="1835561" y="98188"/>
                  <a:pt x="1831545" y="98188"/>
                </a:cubicBezTo>
                <a:cubicBezTo>
                  <a:pt x="1824464" y="98188"/>
                  <a:pt x="1818883" y="96275"/>
                  <a:pt x="1814803" y="92448"/>
                </a:cubicBezTo>
                <a:cubicBezTo>
                  <a:pt x="1810722" y="88622"/>
                  <a:pt x="1808682" y="83784"/>
                  <a:pt x="1808682" y="77936"/>
                </a:cubicBezTo>
                <a:cubicBezTo>
                  <a:pt x="1808682" y="74066"/>
                  <a:pt x="1809611" y="70616"/>
                  <a:pt x="1811467" y="67585"/>
                </a:cubicBezTo>
                <a:cubicBezTo>
                  <a:pt x="1813324" y="64553"/>
                  <a:pt x="1815925" y="62231"/>
                  <a:pt x="1819272" y="60619"/>
                </a:cubicBezTo>
                <a:cubicBezTo>
                  <a:pt x="1822618" y="59006"/>
                  <a:pt x="1827443" y="57598"/>
                  <a:pt x="1833747" y="56395"/>
                </a:cubicBezTo>
                <a:cubicBezTo>
                  <a:pt x="1842254" y="54804"/>
                  <a:pt x="1848148" y="53320"/>
                  <a:pt x="1851429" y="51944"/>
                </a:cubicBezTo>
                <a:lnTo>
                  <a:pt x="1851429" y="50110"/>
                </a:lnTo>
                <a:cubicBezTo>
                  <a:pt x="1851429" y="46574"/>
                  <a:pt x="1850566" y="44052"/>
                  <a:pt x="1848838" y="42546"/>
                </a:cubicBezTo>
                <a:cubicBezTo>
                  <a:pt x="1847111" y="41039"/>
                  <a:pt x="1843851" y="40286"/>
                  <a:pt x="1839058" y="40286"/>
                </a:cubicBezTo>
                <a:cubicBezTo>
                  <a:pt x="1835820" y="40286"/>
                  <a:pt x="1833294" y="40937"/>
                  <a:pt x="1831481" y="42241"/>
                </a:cubicBezTo>
                <a:cubicBezTo>
                  <a:pt x="1829667" y="43543"/>
                  <a:pt x="1828199" y="45827"/>
                  <a:pt x="1827076" y="49094"/>
                </a:cubicBezTo>
                <a:moveTo>
                  <a:pt x="1851429" y="63861"/>
                </a:moveTo>
                <a:cubicBezTo>
                  <a:pt x="1849097" y="64629"/>
                  <a:pt x="1845406" y="65547"/>
                  <a:pt x="1840354" y="66614"/>
                </a:cubicBezTo>
                <a:cubicBezTo>
                  <a:pt x="1835302" y="67680"/>
                  <a:pt x="1831999" y="68725"/>
                  <a:pt x="1830444" y="69749"/>
                </a:cubicBezTo>
                <a:cubicBezTo>
                  <a:pt x="1828069" y="71413"/>
                  <a:pt x="1826882" y="73524"/>
                  <a:pt x="1826882" y="76084"/>
                </a:cubicBezTo>
                <a:cubicBezTo>
                  <a:pt x="1826882" y="78602"/>
                  <a:pt x="1827832" y="80779"/>
                  <a:pt x="1829732" y="82614"/>
                </a:cubicBezTo>
                <a:cubicBezTo>
                  <a:pt x="1831632" y="84447"/>
                  <a:pt x="1834050" y="85364"/>
                  <a:pt x="1836986" y="85364"/>
                </a:cubicBezTo>
                <a:cubicBezTo>
                  <a:pt x="1840267" y="85364"/>
                  <a:pt x="1843398" y="84298"/>
                  <a:pt x="1846377" y="82164"/>
                </a:cubicBezTo>
                <a:cubicBezTo>
                  <a:pt x="1848579" y="80544"/>
                  <a:pt x="1850026" y="78560"/>
                  <a:pt x="1850717" y="76212"/>
                </a:cubicBezTo>
                <a:cubicBezTo>
                  <a:pt x="1851192" y="74676"/>
                  <a:pt x="1851429" y="71754"/>
                  <a:pt x="1851429" y="67446"/>
                </a:cubicBezTo>
                <a:lnTo>
                  <a:pt x="1851429" y="63861"/>
                </a:lnTo>
                <a:close/>
                <a:moveTo>
                  <a:pt x="1887225" y="96634"/>
                </a:moveTo>
                <a:lnTo>
                  <a:pt x="1887225" y="1684"/>
                </a:lnTo>
                <a:lnTo>
                  <a:pt x="1905425" y="1684"/>
                </a:lnTo>
                <a:lnTo>
                  <a:pt x="1905425" y="96634"/>
                </a:lnTo>
                <a:lnTo>
                  <a:pt x="1887225" y="96634"/>
                </a:lnTo>
                <a:close/>
                <a:moveTo>
                  <a:pt x="2023542" y="96634"/>
                </a:moveTo>
                <a:lnTo>
                  <a:pt x="2005342" y="96634"/>
                </a:lnTo>
                <a:lnTo>
                  <a:pt x="2005342" y="61570"/>
                </a:lnTo>
                <a:cubicBezTo>
                  <a:pt x="2005342" y="54151"/>
                  <a:pt x="2004954" y="49353"/>
                  <a:pt x="2004176" y="47175"/>
                </a:cubicBezTo>
                <a:cubicBezTo>
                  <a:pt x="2003399" y="44998"/>
                  <a:pt x="2002136" y="43305"/>
                  <a:pt x="2000387" y="42097"/>
                </a:cubicBezTo>
                <a:cubicBezTo>
                  <a:pt x="1998639" y="40890"/>
                  <a:pt x="1996534" y="40286"/>
                  <a:pt x="1994073" y="40286"/>
                </a:cubicBezTo>
                <a:cubicBezTo>
                  <a:pt x="1990921" y="40286"/>
                  <a:pt x="1988092" y="41149"/>
                  <a:pt x="1985588" y="42874"/>
                </a:cubicBezTo>
                <a:cubicBezTo>
                  <a:pt x="1983084" y="44599"/>
                  <a:pt x="1981367" y="46885"/>
                  <a:pt x="1980439" y="49732"/>
                </a:cubicBezTo>
                <a:cubicBezTo>
                  <a:pt x="1979511" y="52577"/>
                  <a:pt x="1979046" y="57839"/>
                  <a:pt x="1979046" y="65517"/>
                </a:cubicBezTo>
                <a:lnTo>
                  <a:pt x="1979046" y="96634"/>
                </a:lnTo>
                <a:lnTo>
                  <a:pt x="1960847" y="96634"/>
                </a:lnTo>
                <a:lnTo>
                  <a:pt x="1960847" y="27850"/>
                </a:lnTo>
                <a:lnTo>
                  <a:pt x="1977751" y="27850"/>
                </a:lnTo>
                <a:lnTo>
                  <a:pt x="1977751" y="37954"/>
                </a:lnTo>
                <a:cubicBezTo>
                  <a:pt x="1983753" y="30182"/>
                  <a:pt x="1991309" y="26296"/>
                  <a:pt x="2000420" y="26296"/>
                </a:cubicBezTo>
                <a:cubicBezTo>
                  <a:pt x="2004435" y="26296"/>
                  <a:pt x="2008106" y="27019"/>
                  <a:pt x="2011430" y="28466"/>
                </a:cubicBezTo>
                <a:cubicBezTo>
                  <a:pt x="2014755" y="29912"/>
                  <a:pt x="2017270" y="31758"/>
                  <a:pt x="2018976" y="34003"/>
                </a:cubicBezTo>
                <a:cubicBezTo>
                  <a:pt x="2020681" y="36248"/>
                  <a:pt x="2021869" y="38796"/>
                  <a:pt x="2022538" y="41646"/>
                </a:cubicBezTo>
                <a:cubicBezTo>
                  <a:pt x="2023207" y="44496"/>
                  <a:pt x="2023542" y="48576"/>
                  <a:pt x="2023542" y="53887"/>
                </a:cubicBezTo>
                <a:lnTo>
                  <a:pt x="2023542" y="96634"/>
                </a:lnTo>
                <a:close/>
                <a:moveTo>
                  <a:pt x="2055624" y="49094"/>
                </a:moveTo>
                <a:lnTo>
                  <a:pt x="2039108" y="46115"/>
                </a:lnTo>
                <a:cubicBezTo>
                  <a:pt x="2040965" y="39378"/>
                  <a:pt x="2044160" y="34390"/>
                  <a:pt x="2048694" y="31153"/>
                </a:cubicBezTo>
                <a:cubicBezTo>
                  <a:pt x="2053227" y="27915"/>
                  <a:pt x="2059963" y="26296"/>
                  <a:pt x="2068901" y="26296"/>
                </a:cubicBezTo>
                <a:cubicBezTo>
                  <a:pt x="2077019" y="26296"/>
                  <a:pt x="2083064" y="27257"/>
                  <a:pt x="2087036" y="29178"/>
                </a:cubicBezTo>
                <a:cubicBezTo>
                  <a:pt x="2091009" y="31099"/>
                  <a:pt x="2093805" y="33539"/>
                  <a:pt x="2095424" y="36497"/>
                </a:cubicBezTo>
                <a:cubicBezTo>
                  <a:pt x="2097043" y="39455"/>
                  <a:pt x="2097853" y="44884"/>
                  <a:pt x="2097853" y="52786"/>
                </a:cubicBezTo>
                <a:lnTo>
                  <a:pt x="2097658" y="74030"/>
                </a:lnTo>
                <a:cubicBezTo>
                  <a:pt x="2097658" y="80075"/>
                  <a:pt x="2097950" y="84533"/>
                  <a:pt x="2098533" y="87404"/>
                </a:cubicBezTo>
                <a:cubicBezTo>
                  <a:pt x="2099116" y="90276"/>
                  <a:pt x="2100206" y="93352"/>
                  <a:pt x="2101803" y="96634"/>
                </a:cubicBezTo>
                <a:lnTo>
                  <a:pt x="2083798" y="96634"/>
                </a:lnTo>
                <a:cubicBezTo>
                  <a:pt x="2083323" y="95425"/>
                  <a:pt x="2082740" y="93633"/>
                  <a:pt x="2082049" y="91258"/>
                </a:cubicBezTo>
                <a:cubicBezTo>
                  <a:pt x="2081747" y="90179"/>
                  <a:pt x="2081531" y="89466"/>
                  <a:pt x="2081401" y="89121"/>
                </a:cubicBezTo>
                <a:cubicBezTo>
                  <a:pt x="2078293" y="92143"/>
                  <a:pt x="2074968" y="94410"/>
                  <a:pt x="2071427" y="95921"/>
                </a:cubicBezTo>
                <a:cubicBezTo>
                  <a:pt x="2067887" y="97433"/>
                  <a:pt x="2064108" y="98188"/>
                  <a:pt x="2060093" y="98188"/>
                </a:cubicBezTo>
                <a:cubicBezTo>
                  <a:pt x="2053011" y="98188"/>
                  <a:pt x="2047431" y="96275"/>
                  <a:pt x="2043350" y="92448"/>
                </a:cubicBezTo>
                <a:cubicBezTo>
                  <a:pt x="2039270" y="88622"/>
                  <a:pt x="2037230" y="83784"/>
                  <a:pt x="2037230" y="77936"/>
                </a:cubicBezTo>
                <a:cubicBezTo>
                  <a:pt x="2037230" y="74066"/>
                  <a:pt x="2038158" y="70616"/>
                  <a:pt x="2040015" y="67585"/>
                </a:cubicBezTo>
                <a:cubicBezTo>
                  <a:pt x="2041871" y="64553"/>
                  <a:pt x="2044473" y="62231"/>
                  <a:pt x="2047819" y="60619"/>
                </a:cubicBezTo>
                <a:cubicBezTo>
                  <a:pt x="2051166" y="59006"/>
                  <a:pt x="2055991" y="57598"/>
                  <a:pt x="2062295" y="56395"/>
                </a:cubicBezTo>
                <a:cubicBezTo>
                  <a:pt x="2070801" y="54804"/>
                  <a:pt x="2076695" y="53320"/>
                  <a:pt x="2079977" y="51944"/>
                </a:cubicBezTo>
                <a:lnTo>
                  <a:pt x="2079977" y="50110"/>
                </a:lnTo>
                <a:cubicBezTo>
                  <a:pt x="2079977" y="46574"/>
                  <a:pt x="2079113" y="44052"/>
                  <a:pt x="2077386" y="42546"/>
                </a:cubicBezTo>
                <a:cubicBezTo>
                  <a:pt x="2075659" y="41039"/>
                  <a:pt x="2072399" y="40286"/>
                  <a:pt x="2067606" y="40286"/>
                </a:cubicBezTo>
                <a:cubicBezTo>
                  <a:pt x="2064367" y="40286"/>
                  <a:pt x="2061842" y="40937"/>
                  <a:pt x="2060028" y="42241"/>
                </a:cubicBezTo>
                <a:cubicBezTo>
                  <a:pt x="2058215" y="43543"/>
                  <a:pt x="2056746" y="45827"/>
                  <a:pt x="2055624" y="49094"/>
                </a:cubicBezTo>
                <a:moveTo>
                  <a:pt x="2079977" y="63861"/>
                </a:moveTo>
                <a:cubicBezTo>
                  <a:pt x="2077645" y="64629"/>
                  <a:pt x="2073953" y="65547"/>
                  <a:pt x="2068901" y="66614"/>
                </a:cubicBezTo>
                <a:cubicBezTo>
                  <a:pt x="2063849" y="67680"/>
                  <a:pt x="2060546" y="68725"/>
                  <a:pt x="2058992" y="69749"/>
                </a:cubicBezTo>
                <a:cubicBezTo>
                  <a:pt x="2056617" y="71413"/>
                  <a:pt x="2055429" y="73524"/>
                  <a:pt x="2055429" y="76084"/>
                </a:cubicBezTo>
                <a:cubicBezTo>
                  <a:pt x="2055429" y="78602"/>
                  <a:pt x="2056379" y="80779"/>
                  <a:pt x="2058279" y="82614"/>
                </a:cubicBezTo>
                <a:cubicBezTo>
                  <a:pt x="2060179" y="84447"/>
                  <a:pt x="2062597" y="85364"/>
                  <a:pt x="2065533" y="85364"/>
                </a:cubicBezTo>
                <a:cubicBezTo>
                  <a:pt x="2068815" y="85364"/>
                  <a:pt x="2071945" y="84298"/>
                  <a:pt x="2074925" y="82164"/>
                </a:cubicBezTo>
                <a:cubicBezTo>
                  <a:pt x="2077127" y="80544"/>
                  <a:pt x="2078573" y="78560"/>
                  <a:pt x="2079264" y="76212"/>
                </a:cubicBezTo>
                <a:cubicBezTo>
                  <a:pt x="2079739" y="74676"/>
                  <a:pt x="2079977" y="71754"/>
                  <a:pt x="2079977" y="67446"/>
                </a:cubicBezTo>
                <a:lnTo>
                  <a:pt x="2079977" y="63861"/>
                </a:lnTo>
                <a:close/>
                <a:moveTo>
                  <a:pt x="2134685" y="96634"/>
                </a:moveTo>
                <a:lnTo>
                  <a:pt x="2106964" y="27850"/>
                </a:lnTo>
                <a:lnTo>
                  <a:pt x="2126071" y="27850"/>
                </a:lnTo>
                <a:lnTo>
                  <a:pt x="2139025" y="62954"/>
                </a:lnTo>
                <a:lnTo>
                  <a:pt x="2142781" y="74677"/>
                </a:lnTo>
                <a:cubicBezTo>
                  <a:pt x="2143774" y="71698"/>
                  <a:pt x="2144400" y="69734"/>
                  <a:pt x="2144659" y="68784"/>
                </a:cubicBezTo>
                <a:cubicBezTo>
                  <a:pt x="2145264" y="66841"/>
                  <a:pt x="2145912" y="64898"/>
                  <a:pt x="2146602" y="62954"/>
                </a:cubicBezTo>
                <a:lnTo>
                  <a:pt x="2159686" y="27850"/>
                </a:lnTo>
                <a:lnTo>
                  <a:pt x="2178404" y="27850"/>
                </a:lnTo>
                <a:lnTo>
                  <a:pt x="2151071" y="96634"/>
                </a:lnTo>
                <a:lnTo>
                  <a:pt x="2134685" y="96634"/>
                </a:lnTo>
                <a:close/>
                <a:moveTo>
                  <a:pt x="2189523" y="18524"/>
                </a:moveTo>
                <a:lnTo>
                  <a:pt x="2189523" y="1684"/>
                </a:lnTo>
                <a:lnTo>
                  <a:pt x="2207723" y="1684"/>
                </a:lnTo>
                <a:lnTo>
                  <a:pt x="2207723" y="18524"/>
                </a:lnTo>
                <a:lnTo>
                  <a:pt x="2189523" y="18524"/>
                </a:lnTo>
                <a:moveTo>
                  <a:pt x="2189523" y="96634"/>
                </a:moveTo>
                <a:lnTo>
                  <a:pt x="2189523" y="27850"/>
                </a:lnTo>
                <a:lnTo>
                  <a:pt x="2207723" y="27850"/>
                </a:lnTo>
                <a:lnTo>
                  <a:pt x="2207723" y="96634"/>
                </a:lnTo>
                <a:lnTo>
                  <a:pt x="2189523" y="96634"/>
                </a:lnTo>
                <a:close/>
                <a:moveTo>
                  <a:pt x="2224715" y="101038"/>
                </a:moveTo>
                <a:lnTo>
                  <a:pt x="2245506" y="103629"/>
                </a:lnTo>
                <a:cubicBezTo>
                  <a:pt x="2245851" y="106070"/>
                  <a:pt x="2246650" y="107748"/>
                  <a:pt x="2247902" y="108662"/>
                </a:cubicBezTo>
                <a:cubicBezTo>
                  <a:pt x="2249629" y="109970"/>
                  <a:pt x="2252349" y="110624"/>
                  <a:pt x="2256063" y="110624"/>
                </a:cubicBezTo>
                <a:cubicBezTo>
                  <a:pt x="2260812" y="110624"/>
                  <a:pt x="2264375" y="109906"/>
                  <a:pt x="2266749" y="108470"/>
                </a:cubicBezTo>
                <a:cubicBezTo>
                  <a:pt x="2268347" y="107514"/>
                  <a:pt x="2269556" y="105970"/>
                  <a:pt x="2270376" y="103839"/>
                </a:cubicBezTo>
                <a:cubicBezTo>
                  <a:pt x="2270938" y="102317"/>
                  <a:pt x="2271218" y="99513"/>
                  <a:pt x="2271218" y="95426"/>
                </a:cubicBezTo>
                <a:lnTo>
                  <a:pt x="2271218" y="85314"/>
                </a:lnTo>
                <a:cubicBezTo>
                  <a:pt x="2265778" y="92860"/>
                  <a:pt x="2258913" y="96634"/>
                  <a:pt x="2250622" y="96634"/>
                </a:cubicBezTo>
                <a:cubicBezTo>
                  <a:pt x="2241382" y="96634"/>
                  <a:pt x="2234063" y="92726"/>
                  <a:pt x="2228666" y="84911"/>
                </a:cubicBezTo>
                <a:cubicBezTo>
                  <a:pt x="2224434" y="78736"/>
                  <a:pt x="2222319" y="71050"/>
                  <a:pt x="2222319" y="61853"/>
                </a:cubicBezTo>
                <a:cubicBezTo>
                  <a:pt x="2222319" y="50325"/>
                  <a:pt x="2225093" y="41516"/>
                  <a:pt x="2230641" y="35428"/>
                </a:cubicBezTo>
                <a:cubicBezTo>
                  <a:pt x="2236190" y="29340"/>
                  <a:pt x="2243088" y="26296"/>
                  <a:pt x="2251335" y="26296"/>
                </a:cubicBezTo>
                <a:cubicBezTo>
                  <a:pt x="2259841" y="26296"/>
                  <a:pt x="2266857" y="30048"/>
                  <a:pt x="2272384" y="37553"/>
                </a:cubicBezTo>
                <a:lnTo>
                  <a:pt x="2272384" y="27850"/>
                </a:lnTo>
                <a:lnTo>
                  <a:pt x="2289418" y="27850"/>
                </a:lnTo>
                <a:lnTo>
                  <a:pt x="2289418" y="89615"/>
                </a:lnTo>
                <a:cubicBezTo>
                  <a:pt x="2289418" y="97738"/>
                  <a:pt x="2288749" y="103808"/>
                  <a:pt x="2287410" y="107827"/>
                </a:cubicBezTo>
                <a:cubicBezTo>
                  <a:pt x="2286072" y="111845"/>
                  <a:pt x="2284194" y="114999"/>
                  <a:pt x="2281776" y="117289"/>
                </a:cubicBezTo>
                <a:cubicBezTo>
                  <a:pt x="2279358" y="119580"/>
                  <a:pt x="2276130" y="121373"/>
                  <a:pt x="2272093" y="122669"/>
                </a:cubicBezTo>
                <a:cubicBezTo>
                  <a:pt x="2268056" y="123965"/>
                  <a:pt x="2262950" y="124614"/>
                  <a:pt x="2256775" y="124614"/>
                </a:cubicBezTo>
                <a:cubicBezTo>
                  <a:pt x="2245117" y="124614"/>
                  <a:pt x="2236848" y="122600"/>
                  <a:pt x="2231969" y="118572"/>
                </a:cubicBezTo>
                <a:cubicBezTo>
                  <a:pt x="2227090" y="114546"/>
                  <a:pt x="2224650" y="109441"/>
                  <a:pt x="2224650" y="103258"/>
                </a:cubicBezTo>
                <a:cubicBezTo>
                  <a:pt x="2224650" y="102649"/>
                  <a:pt x="2224672" y="101908"/>
                  <a:pt x="2224715" y="101038"/>
                </a:cubicBezTo>
                <a:moveTo>
                  <a:pt x="2240972" y="60817"/>
                </a:moveTo>
                <a:cubicBezTo>
                  <a:pt x="2240972" y="68093"/>
                  <a:pt x="2242386" y="73420"/>
                  <a:pt x="2245214" y="76799"/>
                </a:cubicBezTo>
                <a:cubicBezTo>
                  <a:pt x="2248042" y="80177"/>
                  <a:pt x="2251529" y="81867"/>
                  <a:pt x="2255674" y="81867"/>
                </a:cubicBezTo>
                <a:cubicBezTo>
                  <a:pt x="2260122" y="81867"/>
                  <a:pt x="2263878" y="80134"/>
                  <a:pt x="2266944" y="76669"/>
                </a:cubicBezTo>
                <a:cubicBezTo>
                  <a:pt x="2270009" y="73204"/>
                  <a:pt x="2271542" y="68071"/>
                  <a:pt x="2271542" y="61271"/>
                </a:cubicBezTo>
                <a:cubicBezTo>
                  <a:pt x="2271542" y="54168"/>
                  <a:pt x="2270074" y="48894"/>
                  <a:pt x="2267138" y="45451"/>
                </a:cubicBezTo>
                <a:cubicBezTo>
                  <a:pt x="2264202" y="42007"/>
                  <a:pt x="2260489" y="40286"/>
                  <a:pt x="2255998" y="40286"/>
                </a:cubicBezTo>
                <a:cubicBezTo>
                  <a:pt x="2251637" y="40286"/>
                  <a:pt x="2248042" y="41975"/>
                  <a:pt x="2245214" y="45354"/>
                </a:cubicBezTo>
                <a:cubicBezTo>
                  <a:pt x="2242386" y="48733"/>
                  <a:pt x="2240972" y="53887"/>
                  <a:pt x="2240972" y="60817"/>
                </a:cubicBezTo>
                <a:close/>
                <a:moveTo>
                  <a:pt x="2321047" y="49094"/>
                </a:moveTo>
                <a:lnTo>
                  <a:pt x="2304531" y="46115"/>
                </a:lnTo>
                <a:cubicBezTo>
                  <a:pt x="2306388" y="39378"/>
                  <a:pt x="2309583" y="34390"/>
                  <a:pt x="2314117" y="31153"/>
                </a:cubicBezTo>
                <a:cubicBezTo>
                  <a:pt x="2318650" y="27915"/>
                  <a:pt x="2325386" y="26296"/>
                  <a:pt x="2334324" y="26296"/>
                </a:cubicBezTo>
                <a:cubicBezTo>
                  <a:pt x="2342442" y="26296"/>
                  <a:pt x="2348487" y="27257"/>
                  <a:pt x="2352459" y="29178"/>
                </a:cubicBezTo>
                <a:cubicBezTo>
                  <a:pt x="2356432" y="31099"/>
                  <a:pt x="2359227" y="33539"/>
                  <a:pt x="2360847" y="36497"/>
                </a:cubicBezTo>
                <a:cubicBezTo>
                  <a:pt x="2362466" y="39455"/>
                  <a:pt x="2363275" y="44884"/>
                  <a:pt x="2363275" y="52786"/>
                </a:cubicBezTo>
                <a:lnTo>
                  <a:pt x="2363081" y="74030"/>
                </a:lnTo>
                <a:cubicBezTo>
                  <a:pt x="2363081" y="80075"/>
                  <a:pt x="2363373" y="84533"/>
                  <a:pt x="2363955" y="87404"/>
                </a:cubicBezTo>
                <a:cubicBezTo>
                  <a:pt x="2364538" y="90276"/>
                  <a:pt x="2365629" y="93352"/>
                  <a:pt x="2367226" y="96634"/>
                </a:cubicBezTo>
                <a:lnTo>
                  <a:pt x="2349221" y="96634"/>
                </a:lnTo>
                <a:cubicBezTo>
                  <a:pt x="2348746" y="95425"/>
                  <a:pt x="2348163" y="93633"/>
                  <a:pt x="2347472" y="91258"/>
                </a:cubicBezTo>
                <a:cubicBezTo>
                  <a:pt x="2347170" y="90179"/>
                  <a:pt x="2346954" y="89466"/>
                  <a:pt x="2346824" y="89121"/>
                </a:cubicBezTo>
                <a:cubicBezTo>
                  <a:pt x="2343715" y="92143"/>
                  <a:pt x="2340391" y="94410"/>
                  <a:pt x="2336850" y="95921"/>
                </a:cubicBezTo>
                <a:cubicBezTo>
                  <a:pt x="2333309" y="97433"/>
                  <a:pt x="2329531" y="98188"/>
                  <a:pt x="2325516" y="98188"/>
                </a:cubicBezTo>
                <a:cubicBezTo>
                  <a:pt x="2318434" y="98188"/>
                  <a:pt x="2312854" y="96275"/>
                  <a:pt x="2308773" y="92448"/>
                </a:cubicBezTo>
                <a:cubicBezTo>
                  <a:pt x="2304693" y="88622"/>
                  <a:pt x="2302653" y="83784"/>
                  <a:pt x="2302653" y="77936"/>
                </a:cubicBezTo>
                <a:cubicBezTo>
                  <a:pt x="2302653" y="74066"/>
                  <a:pt x="2303581" y="70616"/>
                  <a:pt x="2305438" y="67585"/>
                </a:cubicBezTo>
                <a:cubicBezTo>
                  <a:pt x="2307294" y="64553"/>
                  <a:pt x="2309896" y="62231"/>
                  <a:pt x="2313242" y="60619"/>
                </a:cubicBezTo>
                <a:cubicBezTo>
                  <a:pt x="2316588" y="59006"/>
                  <a:pt x="2321414" y="57598"/>
                  <a:pt x="2327718" y="56395"/>
                </a:cubicBezTo>
                <a:cubicBezTo>
                  <a:pt x="2336224" y="54804"/>
                  <a:pt x="2342118" y="53320"/>
                  <a:pt x="2345399" y="51944"/>
                </a:cubicBezTo>
                <a:lnTo>
                  <a:pt x="2345399" y="50110"/>
                </a:lnTo>
                <a:cubicBezTo>
                  <a:pt x="2345399" y="46574"/>
                  <a:pt x="2344536" y="44052"/>
                  <a:pt x="2342809" y="42546"/>
                </a:cubicBezTo>
                <a:cubicBezTo>
                  <a:pt x="2341082" y="41039"/>
                  <a:pt x="2337822" y="40286"/>
                  <a:pt x="2333029" y="40286"/>
                </a:cubicBezTo>
                <a:cubicBezTo>
                  <a:pt x="2329790" y="40286"/>
                  <a:pt x="2327264" y="40937"/>
                  <a:pt x="2325451" y="42241"/>
                </a:cubicBezTo>
                <a:cubicBezTo>
                  <a:pt x="2323637" y="43543"/>
                  <a:pt x="2322169" y="45827"/>
                  <a:pt x="2321047" y="49094"/>
                </a:cubicBezTo>
                <a:moveTo>
                  <a:pt x="2345399" y="63861"/>
                </a:moveTo>
                <a:cubicBezTo>
                  <a:pt x="2343068" y="64629"/>
                  <a:pt x="2339376" y="65547"/>
                  <a:pt x="2334324" y="66614"/>
                </a:cubicBezTo>
                <a:cubicBezTo>
                  <a:pt x="2329272" y="67680"/>
                  <a:pt x="2325969" y="68725"/>
                  <a:pt x="2324415" y="69749"/>
                </a:cubicBezTo>
                <a:cubicBezTo>
                  <a:pt x="2322040" y="71413"/>
                  <a:pt x="2320852" y="73524"/>
                  <a:pt x="2320852" y="76084"/>
                </a:cubicBezTo>
                <a:cubicBezTo>
                  <a:pt x="2320852" y="78602"/>
                  <a:pt x="2321802" y="80779"/>
                  <a:pt x="2323702" y="82614"/>
                </a:cubicBezTo>
                <a:cubicBezTo>
                  <a:pt x="2325602" y="84447"/>
                  <a:pt x="2328020" y="85364"/>
                  <a:pt x="2330956" y="85364"/>
                </a:cubicBezTo>
                <a:cubicBezTo>
                  <a:pt x="2334238" y="85364"/>
                  <a:pt x="2337368" y="84298"/>
                  <a:pt x="2340348" y="82164"/>
                </a:cubicBezTo>
                <a:cubicBezTo>
                  <a:pt x="2342550" y="80544"/>
                  <a:pt x="2343996" y="78560"/>
                  <a:pt x="2344687" y="76212"/>
                </a:cubicBezTo>
                <a:cubicBezTo>
                  <a:pt x="2345162" y="74676"/>
                  <a:pt x="2345399" y="71754"/>
                  <a:pt x="2345399" y="67446"/>
                </a:cubicBezTo>
                <a:lnTo>
                  <a:pt x="2345399" y="63861"/>
                </a:lnTo>
                <a:close/>
                <a:moveTo>
                  <a:pt x="2412737" y="27850"/>
                </a:moveTo>
                <a:lnTo>
                  <a:pt x="2412737" y="42358"/>
                </a:lnTo>
                <a:lnTo>
                  <a:pt x="2400302" y="42358"/>
                </a:lnTo>
                <a:lnTo>
                  <a:pt x="2400302" y="70034"/>
                </a:lnTo>
                <a:cubicBezTo>
                  <a:pt x="2400302" y="75640"/>
                  <a:pt x="2400421" y="78906"/>
                  <a:pt x="2400658" y="79833"/>
                </a:cubicBezTo>
                <a:cubicBezTo>
                  <a:pt x="2400896" y="80758"/>
                  <a:pt x="2401435" y="81523"/>
                  <a:pt x="2402277" y="82128"/>
                </a:cubicBezTo>
                <a:cubicBezTo>
                  <a:pt x="2403119" y="82731"/>
                  <a:pt x="2404145" y="83033"/>
                  <a:pt x="2405354" y="83033"/>
                </a:cubicBezTo>
                <a:cubicBezTo>
                  <a:pt x="2407038" y="83033"/>
                  <a:pt x="2409478" y="82450"/>
                  <a:pt x="2412673" y="81284"/>
                </a:cubicBezTo>
                <a:lnTo>
                  <a:pt x="2414227" y="95456"/>
                </a:lnTo>
                <a:cubicBezTo>
                  <a:pt x="2409996" y="97277"/>
                  <a:pt x="2405203" y="98188"/>
                  <a:pt x="2399849" y="98188"/>
                </a:cubicBezTo>
                <a:cubicBezTo>
                  <a:pt x="2396567" y="98188"/>
                  <a:pt x="2393609" y="97638"/>
                  <a:pt x="2390975" y="96537"/>
                </a:cubicBezTo>
                <a:cubicBezTo>
                  <a:pt x="2388342" y="95436"/>
                  <a:pt x="2386409" y="94011"/>
                  <a:pt x="2385179" y="92262"/>
                </a:cubicBezTo>
                <a:cubicBezTo>
                  <a:pt x="2383948" y="90513"/>
                  <a:pt x="2383095" y="88149"/>
                  <a:pt x="2382620" y="85170"/>
                </a:cubicBezTo>
                <a:cubicBezTo>
                  <a:pt x="2382232" y="83054"/>
                  <a:pt x="2382037" y="78779"/>
                  <a:pt x="2382037" y="72346"/>
                </a:cubicBezTo>
                <a:lnTo>
                  <a:pt x="2382037" y="42358"/>
                </a:lnTo>
                <a:lnTo>
                  <a:pt x="2373682" y="42358"/>
                </a:lnTo>
                <a:lnTo>
                  <a:pt x="2373682" y="27850"/>
                </a:lnTo>
                <a:lnTo>
                  <a:pt x="2382037" y="27850"/>
                </a:lnTo>
                <a:lnTo>
                  <a:pt x="2382037" y="14119"/>
                </a:lnTo>
                <a:lnTo>
                  <a:pt x="2400302" y="3368"/>
                </a:lnTo>
                <a:lnTo>
                  <a:pt x="2400302" y="27850"/>
                </a:lnTo>
                <a:lnTo>
                  <a:pt x="2412737" y="27850"/>
                </a:lnTo>
                <a:close/>
                <a:moveTo>
                  <a:pt x="2425366" y="18524"/>
                </a:moveTo>
                <a:lnTo>
                  <a:pt x="2425366" y="1684"/>
                </a:lnTo>
                <a:lnTo>
                  <a:pt x="2443566" y="1684"/>
                </a:lnTo>
                <a:lnTo>
                  <a:pt x="2443566" y="18524"/>
                </a:lnTo>
                <a:lnTo>
                  <a:pt x="2425366" y="18524"/>
                </a:lnTo>
                <a:moveTo>
                  <a:pt x="2425366" y="96634"/>
                </a:moveTo>
                <a:lnTo>
                  <a:pt x="2425366" y="27850"/>
                </a:lnTo>
                <a:lnTo>
                  <a:pt x="2443566" y="27850"/>
                </a:lnTo>
                <a:lnTo>
                  <a:pt x="2443566" y="96634"/>
                </a:lnTo>
                <a:lnTo>
                  <a:pt x="2425366" y="96634"/>
                </a:lnTo>
                <a:close/>
                <a:moveTo>
                  <a:pt x="2458032" y="61271"/>
                </a:moveTo>
                <a:cubicBezTo>
                  <a:pt x="2458032" y="55226"/>
                  <a:pt x="2459522" y="49375"/>
                  <a:pt x="2462501" y="43718"/>
                </a:cubicBezTo>
                <a:cubicBezTo>
                  <a:pt x="2465481" y="38062"/>
                  <a:pt x="2469701" y="33744"/>
                  <a:pt x="2475163" y="30765"/>
                </a:cubicBezTo>
                <a:cubicBezTo>
                  <a:pt x="2480625" y="27785"/>
                  <a:pt x="2486724" y="26296"/>
                  <a:pt x="2493460" y="26296"/>
                </a:cubicBezTo>
                <a:cubicBezTo>
                  <a:pt x="2503866" y="26296"/>
                  <a:pt x="2512394" y="29675"/>
                  <a:pt x="2519044" y="36432"/>
                </a:cubicBezTo>
                <a:cubicBezTo>
                  <a:pt x="2525693" y="43189"/>
                  <a:pt x="2529018" y="51728"/>
                  <a:pt x="2529018" y="62048"/>
                </a:cubicBezTo>
                <a:cubicBezTo>
                  <a:pt x="2529018" y="72454"/>
                  <a:pt x="2525661" y="81079"/>
                  <a:pt x="2518947" y="87923"/>
                </a:cubicBezTo>
                <a:cubicBezTo>
                  <a:pt x="2512232" y="94766"/>
                  <a:pt x="2503780" y="98188"/>
                  <a:pt x="2493590" y="98188"/>
                </a:cubicBezTo>
                <a:cubicBezTo>
                  <a:pt x="2487286" y="98188"/>
                  <a:pt x="2481273" y="96763"/>
                  <a:pt x="2475552" y="93914"/>
                </a:cubicBezTo>
                <a:cubicBezTo>
                  <a:pt x="2469831" y="91064"/>
                  <a:pt x="2465481" y="86886"/>
                  <a:pt x="2462501" y="81381"/>
                </a:cubicBezTo>
                <a:cubicBezTo>
                  <a:pt x="2459522" y="75876"/>
                  <a:pt x="2458032" y="69172"/>
                  <a:pt x="2458032" y="61271"/>
                </a:cubicBezTo>
                <a:moveTo>
                  <a:pt x="2476685" y="62242"/>
                </a:moveTo>
                <a:cubicBezTo>
                  <a:pt x="2476685" y="69043"/>
                  <a:pt x="2478305" y="74251"/>
                  <a:pt x="2481543" y="77867"/>
                </a:cubicBezTo>
                <a:cubicBezTo>
                  <a:pt x="2484781" y="81484"/>
                  <a:pt x="2488775" y="83292"/>
                  <a:pt x="2493525" y="83292"/>
                </a:cubicBezTo>
                <a:cubicBezTo>
                  <a:pt x="2498275" y="83292"/>
                  <a:pt x="2502258" y="81484"/>
                  <a:pt x="2505475" y="77867"/>
                </a:cubicBezTo>
                <a:cubicBezTo>
                  <a:pt x="2508692" y="74251"/>
                  <a:pt x="2510300" y="69000"/>
                  <a:pt x="2510300" y="62113"/>
                </a:cubicBezTo>
                <a:cubicBezTo>
                  <a:pt x="2510300" y="55398"/>
                  <a:pt x="2508692" y="50233"/>
                  <a:pt x="2505475" y="46617"/>
                </a:cubicBezTo>
                <a:cubicBezTo>
                  <a:pt x="2502258" y="43001"/>
                  <a:pt x="2498275" y="41192"/>
                  <a:pt x="2493525" y="41192"/>
                </a:cubicBezTo>
                <a:cubicBezTo>
                  <a:pt x="2488775" y="41192"/>
                  <a:pt x="2484781" y="43001"/>
                  <a:pt x="2481543" y="46617"/>
                </a:cubicBezTo>
                <a:cubicBezTo>
                  <a:pt x="2478305" y="50233"/>
                  <a:pt x="2476685" y="55441"/>
                  <a:pt x="2476685" y="62242"/>
                </a:cubicBezTo>
                <a:close/>
                <a:moveTo>
                  <a:pt x="2605854" y="96634"/>
                </a:moveTo>
                <a:lnTo>
                  <a:pt x="2587654" y="96634"/>
                </a:lnTo>
                <a:lnTo>
                  <a:pt x="2587654" y="61570"/>
                </a:lnTo>
                <a:cubicBezTo>
                  <a:pt x="2587654" y="54151"/>
                  <a:pt x="2587265" y="49353"/>
                  <a:pt x="2586488" y="47175"/>
                </a:cubicBezTo>
                <a:cubicBezTo>
                  <a:pt x="2585711" y="44998"/>
                  <a:pt x="2584448" y="43305"/>
                  <a:pt x="2582699" y="42097"/>
                </a:cubicBezTo>
                <a:cubicBezTo>
                  <a:pt x="2580950" y="40890"/>
                  <a:pt x="2578845" y="40286"/>
                  <a:pt x="2576384" y="40286"/>
                </a:cubicBezTo>
                <a:cubicBezTo>
                  <a:pt x="2573232" y="40286"/>
                  <a:pt x="2570404" y="41149"/>
                  <a:pt x="2567900" y="42874"/>
                </a:cubicBezTo>
                <a:cubicBezTo>
                  <a:pt x="2565395" y="44599"/>
                  <a:pt x="2563679" y="46885"/>
                  <a:pt x="2562751" y="49732"/>
                </a:cubicBezTo>
                <a:cubicBezTo>
                  <a:pt x="2561822" y="52577"/>
                  <a:pt x="2561358" y="57839"/>
                  <a:pt x="2561358" y="65517"/>
                </a:cubicBezTo>
                <a:lnTo>
                  <a:pt x="2561358" y="96634"/>
                </a:lnTo>
                <a:lnTo>
                  <a:pt x="2543158" y="96634"/>
                </a:lnTo>
                <a:lnTo>
                  <a:pt x="2543158" y="27850"/>
                </a:lnTo>
                <a:lnTo>
                  <a:pt x="2560063" y="27850"/>
                </a:lnTo>
                <a:lnTo>
                  <a:pt x="2560063" y="37954"/>
                </a:lnTo>
                <a:cubicBezTo>
                  <a:pt x="2566064" y="30182"/>
                  <a:pt x="2573621" y="26296"/>
                  <a:pt x="2582731" y="26296"/>
                </a:cubicBezTo>
                <a:cubicBezTo>
                  <a:pt x="2586747" y="26296"/>
                  <a:pt x="2590417" y="27019"/>
                  <a:pt x="2593742" y="28466"/>
                </a:cubicBezTo>
                <a:cubicBezTo>
                  <a:pt x="2597067" y="29912"/>
                  <a:pt x="2599582" y="31758"/>
                  <a:pt x="2601287" y="34003"/>
                </a:cubicBezTo>
                <a:cubicBezTo>
                  <a:pt x="2602993" y="36248"/>
                  <a:pt x="2604180" y="38796"/>
                  <a:pt x="2604850" y="41646"/>
                </a:cubicBezTo>
                <a:cubicBezTo>
                  <a:pt x="2605519" y="44496"/>
                  <a:pt x="2605854" y="48576"/>
                  <a:pt x="2605854" y="53887"/>
                </a:cubicBezTo>
                <a:lnTo>
                  <a:pt x="2605854" y="96634"/>
                </a:lnTo>
                <a:close/>
                <a:moveTo>
                  <a:pt x="2659849" y="27850"/>
                </a:moveTo>
                <a:lnTo>
                  <a:pt x="2676624" y="27850"/>
                </a:lnTo>
                <a:lnTo>
                  <a:pt x="2676624" y="37242"/>
                </a:lnTo>
                <a:cubicBezTo>
                  <a:pt x="2682626" y="29944"/>
                  <a:pt x="2689772" y="26296"/>
                  <a:pt x="2698062" y="26296"/>
                </a:cubicBezTo>
                <a:cubicBezTo>
                  <a:pt x="2702467" y="26296"/>
                  <a:pt x="2706288" y="27207"/>
                  <a:pt x="2709526" y="29028"/>
                </a:cubicBezTo>
                <a:cubicBezTo>
                  <a:pt x="2712765" y="30850"/>
                  <a:pt x="2715420" y="33604"/>
                  <a:pt x="2717493" y="37292"/>
                </a:cubicBezTo>
                <a:cubicBezTo>
                  <a:pt x="2720515" y="33604"/>
                  <a:pt x="2723775" y="30850"/>
                  <a:pt x="2727273" y="29028"/>
                </a:cubicBezTo>
                <a:cubicBezTo>
                  <a:pt x="2730770" y="27207"/>
                  <a:pt x="2734505" y="26296"/>
                  <a:pt x="2738478" y="26296"/>
                </a:cubicBezTo>
                <a:cubicBezTo>
                  <a:pt x="2743529" y="26296"/>
                  <a:pt x="2747804" y="27321"/>
                  <a:pt x="2751302" y="29372"/>
                </a:cubicBezTo>
                <a:cubicBezTo>
                  <a:pt x="2754799" y="31423"/>
                  <a:pt x="2757411" y="34435"/>
                  <a:pt x="2759139" y="38407"/>
                </a:cubicBezTo>
                <a:cubicBezTo>
                  <a:pt x="2760391" y="41344"/>
                  <a:pt x="2761017" y="46093"/>
                  <a:pt x="2761017" y="52656"/>
                </a:cubicBezTo>
                <a:lnTo>
                  <a:pt x="2761017" y="96634"/>
                </a:lnTo>
                <a:lnTo>
                  <a:pt x="2742817" y="96634"/>
                </a:lnTo>
                <a:lnTo>
                  <a:pt x="2742817" y="57364"/>
                </a:lnTo>
                <a:cubicBezTo>
                  <a:pt x="2742817" y="50550"/>
                  <a:pt x="2742191" y="46151"/>
                  <a:pt x="2740939" y="44168"/>
                </a:cubicBezTo>
                <a:cubicBezTo>
                  <a:pt x="2739255" y="41580"/>
                  <a:pt x="2736664" y="40286"/>
                  <a:pt x="2733167" y="40286"/>
                </a:cubicBezTo>
                <a:cubicBezTo>
                  <a:pt x="2730619" y="40286"/>
                  <a:pt x="2728223" y="41062"/>
                  <a:pt x="2725977" y="42615"/>
                </a:cubicBezTo>
                <a:cubicBezTo>
                  <a:pt x="2723732" y="44167"/>
                  <a:pt x="2722113" y="46442"/>
                  <a:pt x="2721120" y="49440"/>
                </a:cubicBezTo>
                <a:cubicBezTo>
                  <a:pt x="2720127" y="52437"/>
                  <a:pt x="2719630" y="57171"/>
                  <a:pt x="2719630" y="63641"/>
                </a:cubicBezTo>
                <a:lnTo>
                  <a:pt x="2719630" y="96634"/>
                </a:lnTo>
                <a:lnTo>
                  <a:pt x="2701430" y="96634"/>
                </a:lnTo>
                <a:lnTo>
                  <a:pt x="2701430" y="58981"/>
                </a:lnTo>
                <a:cubicBezTo>
                  <a:pt x="2701430" y="52297"/>
                  <a:pt x="2701106" y="47984"/>
                  <a:pt x="2700459" y="46044"/>
                </a:cubicBezTo>
                <a:cubicBezTo>
                  <a:pt x="2699811" y="44102"/>
                  <a:pt x="2698807" y="42657"/>
                  <a:pt x="2697447" y="41709"/>
                </a:cubicBezTo>
                <a:cubicBezTo>
                  <a:pt x="2696087" y="40760"/>
                  <a:pt x="2694241" y="40286"/>
                  <a:pt x="2691909" y="40286"/>
                </a:cubicBezTo>
                <a:cubicBezTo>
                  <a:pt x="2689103" y="40286"/>
                  <a:pt x="2686577" y="41041"/>
                  <a:pt x="2684332" y="42551"/>
                </a:cubicBezTo>
                <a:cubicBezTo>
                  <a:pt x="2682086" y="44059"/>
                  <a:pt x="2680478" y="46237"/>
                  <a:pt x="2679506" y="49084"/>
                </a:cubicBezTo>
                <a:cubicBezTo>
                  <a:pt x="2678535" y="51931"/>
                  <a:pt x="2678049" y="56654"/>
                  <a:pt x="2678049" y="63252"/>
                </a:cubicBezTo>
                <a:lnTo>
                  <a:pt x="2678049" y="96634"/>
                </a:lnTo>
                <a:lnTo>
                  <a:pt x="2659849" y="96634"/>
                </a:lnTo>
                <a:lnTo>
                  <a:pt x="2659849" y="27850"/>
                </a:lnTo>
                <a:close/>
                <a:moveTo>
                  <a:pt x="2774921" y="61271"/>
                </a:moveTo>
                <a:cubicBezTo>
                  <a:pt x="2774921" y="55226"/>
                  <a:pt x="2776411" y="49375"/>
                  <a:pt x="2779390" y="43718"/>
                </a:cubicBezTo>
                <a:cubicBezTo>
                  <a:pt x="2782369" y="38062"/>
                  <a:pt x="2786590" y="33744"/>
                  <a:pt x="2792052" y="30765"/>
                </a:cubicBezTo>
                <a:cubicBezTo>
                  <a:pt x="2797514" y="27785"/>
                  <a:pt x="2803613" y="26296"/>
                  <a:pt x="2810349" y="26296"/>
                </a:cubicBezTo>
                <a:cubicBezTo>
                  <a:pt x="2820755" y="26296"/>
                  <a:pt x="2829283" y="29675"/>
                  <a:pt x="2835932" y="36432"/>
                </a:cubicBezTo>
                <a:cubicBezTo>
                  <a:pt x="2842582" y="43189"/>
                  <a:pt x="2845907" y="51728"/>
                  <a:pt x="2845907" y="62048"/>
                </a:cubicBezTo>
                <a:cubicBezTo>
                  <a:pt x="2845907" y="72454"/>
                  <a:pt x="2842550" y="81079"/>
                  <a:pt x="2835835" y="87923"/>
                </a:cubicBezTo>
                <a:cubicBezTo>
                  <a:pt x="2829121" y="94766"/>
                  <a:pt x="2820669" y="98188"/>
                  <a:pt x="2810479" y="98188"/>
                </a:cubicBezTo>
                <a:cubicBezTo>
                  <a:pt x="2804175" y="98188"/>
                  <a:pt x="2798162" y="96763"/>
                  <a:pt x="2792441" y="93914"/>
                </a:cubicBezTo>
                <a:cubicBezTo>
                  <a:pt x="2786720" y="91064"/>
                  <a:pt x="2782369" y="86886"/>
                  <a:pt x="2779390" y="81381"/>
                </a:cubicBezTo>
                <a:cubicBezTo>
                  <a:pt x="2776411" y="75876"/>
                  <a:pt x="2774921" y="69172"/>
                  <a:pt x="2774921" y="61271"/>
                </a:cubicBezTo>
                <a:moveTo>
                  <a:pt x="2793574" y="62242"/>
                </a:moveTo>
                <a:cubicBezTo>
                  <a:pt x="2793574" y="69043"/>
                  <a:pt x="2795193" y="74251"/>
                  <a:pt x="2798432" y="77867"/>
                </a:cubicBezTo>
                <a:cubicBezTo>
                  <a:pt x="2801670" y="81484"/>
                  <a:pt x="2805664" y="83292"/>
                  <a:pt x="2810414" y="83292"/>
                </a:cubicBezTo>
                <a:cubicBezTo>
                  <a:pt x="2815164" y="83292"/>
                  <a:pt x="2819147" y="81484"/>
                  <a:pt x="2822364" y="77867"/>
                </a:cubicBezTo>
                <a:cubicBezTo>
                  <a:pt x="2825580" y="74251"/>
                  <a:pt x="2827189" y="69000"/>
                  <a:pt x="2827189" y="62113"/>
                </a:cubicBezTo>
                <a:cubicBezTo>
                  <a:pt x="2827189" y="55398"/>
                  <a:pt x="2825580" y="50233"/>
                  <a:pt x="2822364" y="46617"/>
                </a:cubicBezTo>
                <a:cubicBezTo>
                  <a:pt x="2819147" y="43001"/>
                  <a:pt x="2815164" y="41192"/>
                  <a:pt x="2810414" y="41192"/>
                </a:cubicBezTo>
                <a:cubicBezTo>
                  <a:pt x="2805664" y="41192"/>
                  <a:pt x="2801670" y="43001"/>
                  <a:pt x="2798432" y="46617"/>
                </a:cubicBezTo>
                <a:cubicBezTo>
                  <a:pt x="2795193" y="50233"/>
                  <a:pt x="2793574" y="55441"/>
                  <a:pt x="2793574" y="62242"/>
                </a:cubicBezTo>
                <a:close/>
                <a:moveTo>
                  <a:pt x="2923260" y="96634"/>
                </a:moveTo>
                <a:lnTo>
                  <a:pt x="2906356" y="96634"/>
                </a:lnTo>
                <a:lnTo>
                  <a:pt x="2906356" y="86530"/>
                </a:lnTo>
                <a:cubicBezTo>
                  <a:pt x="2903549" y="90459"/>
                  <a:pt x="2900235" y="93385"/>
                  <a:pt x="2896414" y="95306"/>
                </a:cubicBezTo>
                <a:cubicBezTo>
                  <a:pt x="2892593" y="97228"/>
                  <a:pt x="2888739" y="98188"/>
                  <a:pt x="2884853" y="98188"/>
                </a:cubicBezTo>
                <a:cubicBezTo>
                  <a:pt x="2876951" y="98188"/>
                  <a:pt x="2870183" y="95004"/>
                  <a:pt x="2864548" y="88635"/>
                </a:cubicBezTo>
                <a:cubicBezTo>
                  <a:pt x="2858913" y="82266"/>
                  <a:pt x="2856096" y="73382"/>
                  <a:pt x="2856096" y="61983"/>
                </a:cubicBezTo>
                <a:cubicBezTo>
                  <a:pt x="2856096" y="50325"/>
                  <a:pt x="2858838" y="41462"/>
                  <a:pt x="2864321" y="35396"/>
                </a:cubicBezTo>
                <a:cubicBezTo>
                  <a:pt x="2869805" y="29329"/>
                  <a:pt x="2876735" y="26296"/>
                  <a:pt x="2885112" y="26296"/>
                </a:cubicBezTo>
                <a:cubicBezTo>
                  <a:pt x="2892798" y="26296"/>
                  <a:pt x="2899447" y="29491"/>
                  <a:pt x="2905060" y="35881"/>
                </a:cubicBezTo>
                <a:lnTo>
                  <a:pt x="2905060" y="1684"/>
                </a:lnTo>
                <a:lnTo>
                  <a:pt x="2923260" y="1684"/>
                </a:lnTo>
                <a:lnTo>
                  <a:pt x="2923260" y="96634"/>
                </a:lnTo>
                <a:moveTo>
                  <a:pt x="2874684" y="60787"/>
                </a:moveTo>
                <a:cubicBezTo>
                  <a:pt x="2874684" y="68116"/>
                  <a:pt x="2875699" y="73419"/>
                  <a:pt x="2877728" y="76695"/>
                </a:cubicBezTo>
                <a:cubicBezTo>
                  <a:pt x="2880664" y="81438"/>
                  <a:pt x="2884766" y="83810"/>
                  <a:pt x="2890034" y="83810"/>
                </a:cubicBezTo>
                <a:cubicBezTo>
                  <a:pt x="2894223" y="83810"/>
                  <a:pt x="2897785" y="82031"/>
                  <a:pt x="2900721" y="78475"/>
                </a:cubicBezTo>
                <a:cubicBezTo>
                  <a:pt x="2903657" y="74918"/>
                  <a:pt x="2905125" y="69604"/>
                  <a:pt x="2905125" y="62533"/>
                </a:cubicBezTo>
                <a:cubicBezTo>
                  <a:pt x="2905125" y="54643"/>
                  <a:pt x="2903700" y="48962"/>
                  <a:pt x="2900851" y="45491"/>
                </a:cubicBezTo>
                <a:cubicBezTo>
                  <a:pt x="2898001" y="42021"/>
                  <a:pt x="2894352" y="40286"/>
                  <a:pt x="2889905" y="40286"/>
                </a:cubicBezTo>
                <a:cubicBezTo>
                  <a:pt x="2885587" y="40286"/>
                  <a:pt x="2881971" y="41999"/>
                  <a:pt x="2879056" y="45427"/>
                </a:cubicBezTo>
                <a:cubicBezTo>
                  <a:pt x="2876142" y="48854"/>
                  <a:pt x="2874684" y="53974"/>
                  <a:pt x="2874684" y="60787"/>
                </a:cubicBezTo>
                <a:close/>
                <a:moveTo>
                  <a:pt x="2986495" y="96634"/>
                </a:moveTo>
                <a:lnTo>
                  <a:pt x="2986495" y="86336"/>
                </a:lnTo>
                <a:cubicBezTo>
                  <a:pt x="2983991" y="90006"/>
                  <a:pt x="2980698" y="92899"/>
                  <a:pt x="2976618" y="95015"/>
                </a:cubicBezTo>
                <a:cubicBezTo>
                  <a:pt x="2972537" y="97130"/>
                  <a:pt x="2968230" y="98188"/>
                  <a:pt x="2963697" y="98188"/>
                </a:cubicBezTo>
                <a:cubicBezTo>
                  <a:pt x="2959076" y="98188"/>
                  <a:pt x="2954931" y="97174"/>
                  <a:pt x="2951261" y="95144"/>
                </a:cubicBezTo>
                <a:cubicBezTo>
                  <a:pt x="2947591" y="93115"/>
                  <a:pt x="2944935" y="90265"/>
                  <a:pt x="2943295" y="86595"/>
                </a:cubicBezTo>
                <a:cubicBezTo>
                  <a:pt x="2941654" y="82925"/>
                  <a:pt x="2940833" y="77851"/>
                  <a:pt x="2940833" y="71374"/>
                </a:cubicBezTo>
                <a:lnTo>
                  <a:pt x="2940833" y="27850"/>
                </a:lnTo>
                <a:lnTo>
                  <a:pt x="2959033" y="27850"/>
                </a:lnTo>
                <a:lnTo>
                  <a:pt x="2959033" y="59384"/>
                </a:lnTo>
                <a:cubicBezTo>
                  <a:pt x="2959033" y="69035"/>
                  <a:pt x="2959368" y="74947"/>
                  <a:pt x="2960037" y="77122"/>
                </a:cubicBezTo>
                <a:cubicBezTo>
                  <a:pt x="2960706" y="79298"/>
                  <a:pt x="2961926" y="81021"/>
                  <a:pt x="2963697" y="82292"/>
                </a:cubicBezTo>
                <a:cubicBezTo>
                  <a:pt x="2965467" y="83563"/>
                  <a:pt x="2967712" y="84198"/>
                  <a:pt x="2970432" y="84198"/>
                </a:cubicBezTo>
                <a:cubicBezTo>
                  <a:pt x="2973541" y="84198"/>
                  <a:pt x="2976326" y="83348"/>
                  <a:pt x="2978787" y="81646"/>
                </a:cubicBezTo>
                <a:cubicBezTo>
                  <a:pt x="2981249" y="79945"/>
                  <a:pt x="2982933" y="77834"/>
                  <a:pt x="2983839" y="75313"/>
                </a:cubicBezTo>
                <a:cubicBezTo>
                  <a:pt x="2984746" y="72792"/>
                  <a:pt x="2985200" y="66621"/>
                  <a:pt x="2985200" y="56800"/>
                </a:cubicBezTo>
                <a:lnTo>
                  <a:pt x="2985200" y="27850"/>
                </a:lnTo>
                <a:lnTo>
                  <a:pt x="3003399" y="27850"/>
                </a:lnTo>
                <a:lnTo>
                  <a:pt x="3003399" y="96634"/>
                </a:lnTo>
                <a:lnTo>
                  <a:pt x="2986495" y="96634"/>
                </a:lnTo>
                <a:close/>
                <a:moveTo>
                  <a:pt x="3022268" y="96634"/>
                </a:moveTo>
                <a:lnTo>
                  <a:pt x="3022268" y="1684"/>
                </a:lnTo>
                <a:lnTo>
                  <a:pt x="3040468" y="1684"/>
                </a:lnTo>
                <a:lnTo>
                  <a:pt x="3040468" y="96634"/>
                </a:lnTo>
                <a:lnTo>
                  <a:pt x="3022268" y="96634"/>
                </a:lnTo>
                <a:close/>
                <a:moveTo>
                  <a:pt x="3098975" y="74742"/>
                </a:moveTo>
                <a:lnTo>
                  <a:pt x="3117110" y="77851"/>
                </a:lnTo>
                <a:cubicBezTo>
                  <a:pt x="3114778" y="84479"/>
                  <a:pt x="3111098" y="89526"/>
                  <a:pt x="3106067" y="92991"/>
                </a:cubicBezTo>
                <a:cubicBezTo>
                  <a:pt x="3101037" y="96456"/>
                  <a:pt x="3094744" y="98188"/>
                  <a:pt x="3087187" y="98188"/>
                </a:cubicBezTo>
                <a:cubicBezTo>
                  <a:pt x="3075227" y="98188"/>
                  <a:pt x="3066375" y="94281"/>
                  <a:pt x="3060632" y="86465"/>
                </a:cubicBezTo>
                <a:cubicBezTo>
                  <a:pt x="3056099" y="80204"/>
                  <a:pt x="3053832" y="72303"/>
                  <a:pt x="3053832" y="62760"/>
                </a:cubicBezTo>
                <a:cubicBezTo>
                  <a:pt x="3053832" y="51361"/>
                  <a:pt x="3056811" y="42434"/>
                  <a:pt x="3062770" y="35979"/>
                </a:cubicBezTo>
                <a:cubicBezTo>
                  <a:pt x="3068728" y="29523"/>
                  <a:pt x="3076263" y="26296"/>
                  <a:pt x="3085374" y="26296"/>
                </a:cubicBezTo>
                <a:cubicBezTo>
                  <a:pt x="3095607" y="26296"/>
                  <a:pt x="3103682" y="29675"/>
                  <a:pt x="3109597" y="36432"/>
                </a:cubicBezTo>
                <a:cubicBezTo>
                  <a:pt x="3115513" y="43189"/>
                  <a:pt x="3118341" y="53542"/>
                  <a:pt x="3118082" y="67488"/>
                </a:cubicBezTo>
                <a:lnTo>
                  <a:pt x="3072485" y="67488"/>
                </a:lnTo>
                <a:cubicBezTo>
                  <a:pt x="3072615" y="72886"/>
                  <a:pt x="3074083" y="77085"/>
                  <a:pt x="3076889" y="80086"/>
                </a:cubicBezTo>
                <a:cubicBezTo>
                  <a:pt x="3079696" y="83087"/>
                  <a:pt x="3083193" y="84587"/>
                  <a:pt x="3087382" y="84587"/>
                </a:cubicBezTo>
                <a:cubicBezTo>
                  <a:pt x="3090231" y="84587"/>
                  <a:pt x="3092628" y="83810"/>
                  <a:pt x="3094571" y="82255"/>
                </a:cubicBezTo>
                <a:cubicBezTo>
                  <a:pt x="3096514" y="80701"/>
                  <a:pt x="3097982" y="78197"/>
                  <a:pt x="3098975" y="74742"/>
                </a:cubicBezTo>
                <a:moveTo>
                  <a:pt x="3100011" y="56348"/>
                </a:moveTo>
                <a:cubicBezTo>
                  <a:pt x="3099882" y="51102"/>
                  <a:pt x="3098522" y="47113"/>
                  <a:pt x="3095931" y="44382"/>
                </a:cubicBezTo>
                <a:cubicBezTo>
                  <a:pt x="3093340" y="41651"/>
                  <a:pt x="3090188" y="40286"/>
                  <a:pt x="3086475" y="40286"/>
                </a:cubicBezTo>
                <a:cubicBezTo>
                  <a:pt x="3082502" y="40286"/>
                  <a:pt x="3079221" y="41726"/>
                  <a:pt x="3076630" y="44607"/>
                </a:cubicBezTo>
                <a:cubicBezTo>
                  <a:pt x="3074039" y="47489"/>
                  <a:pt x="3072766" y="51403"/>
                  <a:pt x="3072809" y="56348"/>
                </a:cubicBezTo>
                <a:lnTo>
                  <a:pt x="3100011" y="56348"/>
                </a:lnTo>
                <a:close/>
                <a:moveTo>
                  <a:pt x="3126482" y="77074"/>
                </a:moveTo>
                <a:lnTo>
                  <a:pt x="3144747" y="74224"/>
                </a:lnTo>
                <a:cubicBezTo>
                  <a:pt x="3145524" y="77743"/>
                  <a:pt x="3147100" y="80415"/>
                  <a:pt x="3149475" y="82239"/>
                </a:cubicBezTo>
                <a:cubicBezTo>
                  <a:pt x="3151849" y="84063"/>
                  <a:pt x="3155174" y="84976"/>
                  <a:pt x="3159449" y="84976"/>
                </a:cubicBezTo>
                <a:cubicBezTo>
                  <a:pt x="3164155" y="84976"/>
                  <a:pt x="3167696" y="84113"/>
                  <a:pt x="3170071" y="82389"/>
                </a:cubicBezTo>
                <a:cubicBezTo>
                  <a:pt x="3171668" y="81181"/>
                  <a:pt x="3172467" y="79564"/>
                  <a:pt x="3172467" y="77537"/>
                </a:cubicBezTo>
                <a:cubicBezTo>
                  <a:pt x="3172467" y="76157"/>
                  <a:pt x="3172035" y="75014"/>
                  <a:pt x="3171172" y="74109"/>
                </a:cubicBezTo>
                <a:cubicBezTo>
                  <a:pt x="3170265" y="73247"/>
                  <a:pt x="3168236" y="72449"/>
                  <a:pt x="3165084" y="71716"/>
                </a:cubicBezTo>
                <a:cubicBezTo>
                  <a:pt x="3150403" y="68483"/>
                  <a:pt x="3141098" y="65530"/>
                  <a:pt x="3137169" y="62855"/>
                </a:cubicBezTo>
                <a:cubicBezTo>
                  <a:pt x="3131728" y="59145"/>
                  <a:pt x="3129008" y="53990"/>
                  <a:pt x="3129008" y="47390"/>
                </a:cubicBezTo>
                <a:cubicBezTo>
                  <a:pt x="3129008" y="41437"/>
                  <a:pt x="3131361" y="36433"/>
                  <a:pt x="3136068" y="32378"/>
                </a:cubicBezTo>
                <a:cubicBezTo>
                  <a:pt x="3140774" y="28323"/>
                  <a:pt x="3148071" y="26296"/>
                  <a:pt x="3157959" y="26296"/>
                </a:cubicBezTo>
                <a:cubicBezTo>
                  <a:pt x="3167372" y="26296"/>
                  <a:pt x="3174367" y="27823"/>
                  <a:pt x="3178944" y="30878"/>
                </a:cubicBezTo>
                <a:cubicBezTo>
                  <a:pt x="3183521" y="33933"/>
                  <a:pt x="3186673" y="38451"/>
                  <a:pt x="3188400" y="44431"/>
                </a:cubicBezTo>
                <a:lnTo>
                  <a:pt x="3171237" y="47669"/>
                </a:lnTo>
                <a:cubicBezTo>
                  <a:pt x="3170503" y="44992"/>
                  <a:pt x="3169110" y="42941"/>
                  <a:pt x="3167059" y="41516"/>
                </a:cubicBezTo>
                <a:cubicBezTo>
                  <a:pt x="3165008" y="40091"/>
                  <a:pt x="3162083" y="39379"/>
                  <a:pt x="3158283" y="39379"/>
                </a:cubicBezTo>
                <a:cubicBezTo>
                  <a:pt x="3153490" y="39379"/>
                  <a:pt x="3150058" y="40048"/>
                  <a:pt x="3147985" y="41385"/>
                </a:cubicBezTo>
                <a:cubicBezTo>
                  <a:pt x="3146603" y="42332"/>
                  <a:pt x="3145912" y="43561"/>
                  <a:pt x="3145912" y="45070"/>
                </a:cubicBezTo>
                <a:cubicBezTo>
                  <a:pt x="3145912" y="46363"/>
                  <a:pt x="3146517" y="47462"/>
                  <a:pt x="3147726" y="48368"/>
                </a:cubicBezTo>
                <a:cubicBezTo>
                  <a:pt x="3149367" y="49575"/>
                  <a:pt x="3155034" y="51279"/>
                  <a:pt x="3164727" y="53478"/>
                </a:cubicBezTo>
                <a:cubicBezTo>
                  <a:pt x="3174421" y="55678"/>
                  <a:pt x="3181189" y="58376"/>
                  <a:pt x="3185032" y="61572"/>
                </a:cubicBezTo>
                <a:cubicBezTo>
                  <a:pt x="3188832" y="64813"/>
                  <a:pt x="3190732" y="69328"/>
                  <a:pt x="3190732" y="75117"/>
                </a:cubicBezTo>
                <a:cubicBezTo>
                  <a:pt x="3190732" y="81425"/>
                  <a:pt x="3188098" y="86847"/>
                  <a:pt x="3182830" y="91384"/>
                </a:cubicBezTo>
                <a:cubicBezTo>
                  <a:pt x="3177562" y="95920"/>
                  <a:pt x="3169769" y="98188"/>
                  <a:pt x="3159449" y="98188"/>
                </a:cubicBezTo>
                <a:cubicBezTo>
                  <a:pt x="3150079" y="98188"/>
                  <a:pt x="3142663" y="96294"/>
                  <a:pt x="3137201" y="92507"/>
                </a:cubicBezTo>
                <a:cubicBezTo>
                  <a:pt x="3131739" y="88718"/>
                  <a:pt x="3128166" y="83574"/>
                  <a:pt x="3126482" y="77074"/>
                </a:cubicBezTo>
                <a:close/>
                <a:moveTo>
                  <a:pt x="3301099" y="79665"/>
                </a:moveTo>
                <a:lnTo>
                  <a:pt x="3301099" y="96634"/>
                </a:lnTo>
                <a:lnTo>
                  <a:pt x="3237302" y="96634"/>
                </a:lnTo>
                <a:cubicBezTo>
                  <a:pt x="3237993" y="90249"/>
                  <a:pt x="3240066" y="84198"/>
                  <a:pt x="3243520" y="78483"/>
                </a:cubicBezTo>
                <a:cubicBezTo>
                  <a:pt x="3246974" y="72765"/>
                  <a:pt x="3253797" y="65182"/>
                  <a:pt x="3263987" y="55733"/>
                </a:cubicBezTo>
                <a:cubicBezTo>
                  <a:pt x="3272191" y="48097"/>
                  <a:pt x="3277221" y="42920"/>
                  <a:pt x="3279078" y="40203"/>
                </a:cubicBezTo>
                <a:cubicBezTo>
                  <a:pt x="3281582" y="36449"/>
                  <a:pt x="3282834" y="32738"/>
                  <a:pt x="3282834" y="29071"/>
                </a:cubicBezTo>
                <a:cubicBezTo>
                  <a:pt x="3282834" y="25015"/>
                  <a:pt x="3281744" y="21898"/>
                  <a:pt x="3279564" y="19720"/>
                </a:cubicBezTo>
                <a:cubicBezTo>
                  <a:pt x="3277383" y="17541"/>
                  <a:pt x="3274371" y="16451"/>
                  <a:pt x="3270528" y="16451"/>
                </a:cubicBezTo>
                <a:cubicBezTo>
                  <a:pt x="3266729" y="16451"/>
                  <a:pt x="3263706" y="17601"/>
                  <a:pt x="3261461" y="19900"/>
                </a:cubicBezTo>
                <a:cubicBezTo>
                  <a:pt x="3259216" y="22198"/>
                  <a:pt x="3257920" y="26014"/>
                  <a:pt x="3257575" y="31348"/>
                </a:cubicBezTo>
                <a:lnTo>
                  <a:pt x="3239440" y="29526"/>
                </a:lnTo>
                <a:cubicBezTo>
                  <a:pt x="3240519" y="19465"/>
                  <a:pt x="3243909" y="12245"/>
                  <a:pt x="3249608" y="7865"/>
                </a:cubicBezTo>
                <a:cubicBezTo>
                  <a:pt x="3255308" y="3485"/>
                  <a:pt x="3262432" y="1295"/>
                  <a:pt x="3270982" y="1295"/>
                </a:cubicBezTo>
                <a:cubicBezTo>
                  <a:pt x="3280352" y="1295"/>
                  <a:pt x="3287713" y="3819"/>
                  <a:pt x="3293068" y="8867"/>
                </a:cubicBezTo>
                <a:cubicBezTo>
                  <a:pt x="3298422" y="13915"/>
                  <a:pt x="3301099" y="20192"/>
                  <a:pt x="3301099" y="27698"/>
                </a:cubicBezTo>
                <a:cubicBezTo>
                  <a:pt x="3301099" y="31970"/>
                  <a:pt x="3300332" y="36037"/>
                  <a:pt x="3298800" y="39899"/>
                </a:cubicBezTo>
                <a:cubicBezTo>
                  <a:pt x="3297267" y="43760"/>
                  <a:pt x="3294838" y="47804"/>
                  <a:pt x="3291513" y="52031"/>
                </a:cubicBezTo>
                <a:cubicBezTo>
                  <a:pt x="3289311" y="54836"/>
                  <a:pt x="3285339" y="58871"/>
                  <a:pt x="3279596" y="64134"/>
                </a:cubicBezTo>
                <a:cubicBezTo>
                  <a:pt x="3273853" y="69397"/>
                  <a:pt x="3270215" y="72891"/>
                  <a:pt x="3268682" y="74617"/>
                </a:cubicBezTo>
                <a:cubicBezTo>
                  <a:pt x="3267150" y="76343"/>
                  <a:pt x="3265908" y="78025"/>
                  <a:pt x="3264958" y="79665"/>
                </a:cubicBezTo>
                <a:lnTo>
                  <a:pt x="3301099" y="79665"/>
                </a:lnTo>
                <a:close/>
                <a:moveTo>
                  <a:pt x="3354145" y="18524"/>
                </a:moveTo>
                <a:lnTo>
                  <a:pt x="3354145" y="1684"/>
                </a:lnTo>
                <a:lnTo>
                  <a:pt x="3372345" y="1684"/>
                </a:lnTo>
                <a:lnTo>
                  <a:pt x="3372345" y="18524"/>
                </a:lnTo>
                <a:lnTo>
                  <a:pt x="3354145" y="18524"/>
                </a:lnTo>
                <a:moveTo>
                  <a:pt x="3354145" y="96634"/>
                </a:moveTo>
                <a:lnTo>
                  <a:pt x="3354145" y="27850"/>
                </a:lnTo>
                <a:lnTo>
                  <a:pt x="3372345" y="27850"/>
                </a:lnTo>
                <a:lnTo>
                  <a:pt x="3372345" y="96634"/>
                </a:lnTo>
                <a:lnTo>
                  <a:pt x="3354145" y="96634"/>
                </a:lnTo>
                <a:close/>
                <a:moveTo>
                  <a:pt x="3384608" y="77074"/>
                </a:moveTo>
                <a:lnTo>
                  <a:pt x="3402872" y="74224"/>
                </a:lnTo>
                <a:cubicBezTo>
                  <a:pt x="3403649" y="77743"/>
                  <a:pt x="3405225" y="80415"/>
                  <a:pt x="3407600" y="82239"/>
                </a:cubicBezTo>
                <a:cubicBezTo>
                  <a:pt x="3409975" y="84063"/>
                  <a:pt x="3413300" y="84976"/>
                  <a:pt x="3417575" y="84976"/>
                </a:cubicBezTo>
                <a:cubicBezTo>
                  <a:pt x="3422281" y="84976"/>
                  <a:pt x="3425822" y="84113"/>
                  <a:pt x="3428197" y="82389"/>
                </a:cubicBezTo>
                <a:cubicBezTo>
                  <a:pt x="3429794" y="81181"/>
                  <a:pt x="3430593" y="79564"/>
                  <a:pt x="3430593" y="77537"/>
                </a:cubicBezTo>
                <a:cubicBezTo>
                  <a:pt x="3430593" y="76157"/>
                  <a:pt x="3430161" y="75014"/>
                  <a:pt x="3429298" y="74109"/>
                </a:cubicBezTo>
                <a:cubicBezTo>
                  <a:pt x="3428391" y="73247"/>
                  <a:pt x="3426361" y="72449"/>
                  <a:pt x="3423209" y="71716"/>
                </a:cubicBezTo>
                <a:cubicBezTo>
                  <a:pt x="3408529" y="68483"/>
                  <a:pt x="3399224" y="65530"/>
                  <a:pt x="3395294" y="62855"/>
                </a:cubicBezTo>
                <a:cubicBezTo>
                  <a:pt x="3389854" y="59145"/>
                  <a:pt x="3387134" y="53990"/>
                  <a:pt x="3387134" y="47390"/>
                </a:cubicBezTo>
                <a:cubicBezTo>
                  <a:pt x="3387134" y="41437"/>
                  <a:pt x="3389487" y="36433"/>
                  <a:pt x="3394193" y="32378"/>
                </a:cubicBezTo>
                <a:cubicBezTo>
                  <a:pt x="3398900" y="28323"/>
                  <a:pt x="3406197" y="26296"/>
                  <a:pt x="3416085" y="26296"/>
                </a:cubicBezTo>
                <a:cubicBezTo>
                  <a:pt x="3425498" y="26296"/>
                  <a:pt x="3432493" y="27823"/>
                  <a:pt x="3437070" y="30878"/>
                </a:cubicBezTo>
                <a:cubicBezTo>
                  <a:pt x="3441647" y="33933"/>
                  <a:pt x="3444799" y="38451"/>
                  <a:pt x="3446526" y="44431"/>
                </a:cubicBezTo>
                <a:lnTo>
                  <a:pt x="3429362" y="47669"/>
                </a:lnTo>
                <a:cubicBezTo>
                  <a:pt x="3428628" y="44992"/>
                  <a:pt x="3427236" y="42941"/>
                  <a:pt x="3425185" y="41516"/>
                </a:cubicBezTo>
                <a:cubicBezTo>
                  <a:pt x="3423134" y="40091"/>
                  <a:pt x="3420208" y="39379"/>
                  <a:pt x="3416409" y="39379"/>
                </a:cubicBezTo>
                <a:cubicBezTo>
                  <a:pt x="3411616" y="39379"/>
                  <a:pt x="3408183" y="40048"/>
                  <a:pt x="3406111" y="41385"/>
                </a:cubicBezTo>
                <a:cubicBezTo>
                  <a:pt x="3404729" y="42332"/>
                  <a:pt x="3404038" y="43561"/>
                  <a:pt x="3404038" y="45070"/>
                </a:cubicBezTo>
                <a:cubicBezTo>
                  <a:pt x="3404038" y="46363"/>
                  <a:pt x="3404643" y="47462"/>
                  <a:pt x="3405852" y="48368"/>
                </a:cubicBezTo>
                <a:cubicBezTo>
                  <a:pt x="3407492" y="49575"/>
                  <a:pt x="3413160" y="51279"/>
                  <a:pt x="3422853" y="53478"/>
                </a:cubicBezTo>
                <a:cubicBezTo>
                  <a:pt x="3432547" y="55678"/>
                  <a:pt x="3439315" y="58376"/>
                  <a:pt x="3443158" y="61572"/>
                </a:cubicBezTo>
                <a:cubicBezTo>
                  <a:pt x="3446958" y="64813"/>
                  <a:pt x="3448858" y="69328"/>
                  <a:pt x="3448858" y="75117"/>
                </a:cubicBezTo>
                <a:cubicBezTo>
                  <a:pt x="3448858" y="81425"/>
                  <a:pt x="3446224" y="86847"/>
                  <a:pt x="3440956" y="91384"/>
                </a:cubicBezTo>
                <a:cubicBezTo>
                  <a:pt x="3435688" y="95920"/>
                  <a:pt x="3427894" y="98188"/>
                  <a:pt x="3417575" y="98188"/>
                </a:cubicBezTo>
                <a:cubicBezTo>
                  <a:pt x="3408205" y="98188"/>
                  <a:pt x="3400789" y="96294"/>
                  <a:pt x="3395327" y="92507"/>
                </a:cubicBezTo>
                <a:cubicBezTo>
                  <a:pt x="3389865" y="88718"/>
                  <a:pt x="3386292" y="83574"/>
                  <a:pt x="3384608" y="77074"/>
                </a:cubicBezTo>
                <a:close/>
                <a:moveTo>
                  <a:pt x="3533188" y="27850"/>
                </a:moveTo>
                <a:lnTo>
                  <a:pt x="3533188" y="42358"/>
                </a:lnTo>
                <a:lnTo>
                  <a:pt x="3520753" y="42358"/>
                </a:lnTo>
                <a:lnTo>
                  <a:pt x="3520753" y="70034"/>
                </a:lnTo>
                <a:cubicBezTo>
                  <a:pt x="3520753" y="75640"/>
                  <a:pt x="3520872" y="78906"/>
                  <a:pt x="3521109" y="79833"/>
                </a:cubicBezTo>
                <a:cubicBezTo>
                  <a:pt x="3521347" y="80758"/>
                  <a:pt x="3521886" y="81523"/>
                  <a:pt x="3522728" y="82128"/>
                </a:cubicBezTo>
                <a:cubicBezTo>
                  <a:pt x="3523570" y="82731"/>
                  <a:pt x="3524596" y="83033"/>
                  <a:pt x="3525805" y="83033"/>
                </a:cubicBezTo>
                <a:cubicBezTo>
                  <a:pt x="3527489" y="83033"/>
                  <a:pt x="3529928" y="82450"/>
                  <a:pt x="3533124" y="81284"/>
                </a:cubicBezTo>
                <a:lnTo>
                  <a:pt x="3534678" y="95456"/>
                </a:lnTo>
                <a:cubicBezTo>
                  <a:pt x="3530447" y="97277"/>
                  <a:pt x="3525654" y="98188"/>
                  <a:pt x="3520300" y="98188"/>
                </a:cubicBezTo>
                <a:cubicBezTo>
                  <a:pt x="3517018" y="98188"/>
                  <a:pt x="3514060" y="97638"/>
                  <a:pt x="3511426" y="96537"/>
                </a:cubicBezTo>
                <a:cubicBezTo>
                  <a:pt x="3508792" y="95436"/>
                  <a:pt x="3506860" y="94011"/>
                  <a:pt x="3505630" y="92262"/>
                </a:cubicBezTo>
                <a:cubicBezTo>
                  <a:pt x="3504399" y="90513"/>
                  <a:pt x="3503546" y="88149"/>
                  <a:pt x="3503071" y="85170"/>
                </a:cubicBezTo>
                <a:cubicBezTo>
                  <a:pt x="3502683" y="83054"/>
                  <a:pt x="3502488" y="78779"/>
                  <a:pt x="3502488" y="72346"/>
                </a:cubicBezTo>
                <a:lnTo>
                  <a:pt x="3502488" y="42358"/>
                </a:lnTo>
                <a:lnTo>
                  <a:pt x="3494133" y="42358"/>
                </a:lnTo>
                <a:lnTo>
                  <a:pt x="3494133" y="27850"/>
                </a:lnTo>
                <a:lnTo>
                  <a:pt x="3502488" y="27850"/>
                </a:lnTo>
                <a:lnTo>
                  <a:pt x="3502488" y="14119"/>
                </a:lnTo>
                <a:lnTo>
                  <a:pt x="3520753" y="3368"/>
                </a:lnTo>
                <a:lnTo>
                  <a:pt x="3520753" y="27850"/>
                </a:lnTo>
                <a:lnTo>
                  <a:pt x="3533188" y="27850"/>
                </a:lnTo>
                <a:close/>
                <a:moveTo>
                  <a:pt x="3563240" y="96634"/>
                </a:moveTo>
                <a:lnTo>
                  <a:pt x="3545040" y="96634"/>
                </a:lnTo>
                <a:lnTo>
                  <a:pt x="3545040" y="27850"/>
                </a:lnTo>
                <a:lnTo>
                  <a:pt x="3561944" y="27850"/>
                </a:lnTo>
                <a:lnTo>
                  <a:pt x="3561944" y="37630"/>
                </a:lnTo>
                <a:cubicBezTo>
                  <a:pt x="3564837" y="33010"/>
                  <a:pt x="3567439" y="29966"/>
                  <a:pt x="3569749" y="28498"/>
                </a:cubicBezTo>
                <a:cubicBezTo>
                  <a:pt x="3572059" y="27030"/>
                  <a:pt x="3574682" y="26296"/>
                  <a:pt x="3577618" y="26296"/>
                </a:cubicBezTo>
                <a:cubicBezTo>
                  <a:pt x="3581763" y="26296"/>
                  <a:pt x="3585757" y="27440"/>
                  <a:pt x="3589600" y="29729"/>
                </a:cubicBezTo>
                <a:lnTo>
                  <a:pt x="3583965" y="45597"/>
                </a:lnTo>
                <a:cubicBezTo>
                  <a:pt x="3580900" y="43610"/>
                  <a:pt x="3578050" y="42617"/>
                  <a:pt x="3575416" y="42617"/>
                </a:cubicBezTo>
                <a:cubicBezTo>
                  <a:pt x="3572868" y="42617"/>
                  <a:pt x="3570710" y="43319"/>
                  <a:pt x="3568939" y="44722"/>
                </a:cubicBezTo>
                <a:cubicBezTo>
                  <a:pt x="3567169" y="46126"/>
                  <a:pt x="3565776" y="48662"/>
                  <a:pt x="3564762" y="52333"/>
                </a:cubicBezTo>
                <a:cubicBezTo>
                  <a:pt x="3563747" y="56003"/>
                  <a:pt x="3563240" y="63689"/>
                  <a:pt x="3563240" y="75390"/>
                </a:cubicBezTo>
                <a:lnTo>
                  <a:pt x="3563240" y="96634"/>
                </a:lnTo>
                <a:close/>
                <a:moveTo>
                  <a:pt x="3642689" y="96634"/>
                </a:moveTo>
                <a:lnTo>
                  <a:pt x="3642689" y="86336"/>
                </a:lnTo>
                <a:cubicBezTo>
                  <a:pt x="3640185" y="90006"/>
                  <a:pt x="3636892" y="92899"/>
                  <a:pt x="3632812" y="95015"/>
                </a:cubicBezTo>
                <a:cubicBezTo>
                  <a:pt x="3628732" y="97130"/>
                  <a:pt x="3624425" y="98188"/>
                  <a:pt x="3619891" y="98188"/>
                </a:cubicBezTo>
                <a:cubicBezTo>
                  <a:pt x="3615271" y="98188"/>
                  <a:pt x="3611126" y="97174"/>
                  <a:pt x="3607455" y="95144"/>
                </a:cubicBezTo>
                <a:cubicBezTo>
                  <a:pt x="3603785" y="93115"/>
                  <a:pt x="3601130" y="90265"/>
                  <a:pt x="3599489" y="86595"/>
                </a:cubicBezTo>
                <a:cubicBezTo>
                  <a:pt x="3597848" y="82925"/>
                  <a:pt x="3597028" y="77851"/>
                  <a:pt x="3597028" y="71374"/>
                </a:cubicBezTo>
                <a:lnTo>
                  <a:pt x="3597028" y="27850"/>
                </a:lnTo>
                <a:lnTo>
                  <a:pt x="3615228" y="27850"/>
                </a:lnTo>
                <a:lnTo>
                  <a:pt x="3615228" y="59384"/>
                </a:lnTo>
                <a:cubicBezTo>
                  <a:pt x="3615228" y="69035"/>
                  <a:pt x="3615562" y="74947"/>
                  <a:pt x="3616231" y="77122"/>
                </a:cubicBezTo>
                <a:cubicBezTo>
                  <a:pt x="3616901" y="79298"/>
                  <a:pt x="3618121" y="81021"/>
                  <a:pt x="3619891" y="82292"/>
                </a:cubicBezTo>
                <a:cubicBezTo>
                  <a:pt x="3621661" y="83563"/>
                  <a:pt x="3623906" y="84198"/>
                  <a:pt x="3626627" y="84198"/>
                </a:cubicBezTo>
                <a:cubicBezTo>
                  <a:pt x="3629736" y="84198"/>
                  <a:pt x="3632521" y="83348"/>
                  <a:pt x="3634982" y="81646"/>
                </a:cubicBezTo>
                <a:cubicBezTo>
                  <a:pt x="3637443" y="79945"/>
                  <a:pt x="3639127" y="77834"/>
                  <a:pt x="3640034" y="75313"/>
                </a:cubicBezTo>
                <a:cubicBezTo>
                  <a:pt x="3640940" y="72792"/>
                  <a:pt x="3641394" y="66621"/>
                  <a:pt x="3641394" y="56800"/>
                </a:cubicBezTo>
                <a:lnTo>
                  <a:pt x="3641394" y="27850"/>
                </a:lnTo>
                <a:lnTo>
                  <a:pt x="3659594" y="27850"/>
                </a:lnTo>
                <a:lnTo>
                  <a:pt x="3659594" y="96634"/>
                </a:lnTo>
                <a:lnTo>
                  <a:pt x="3642689" y="96634"/>
                </a:lnTo>
                <a:close/>
                <a:moveTo>
                  <a:pt x="3718294" y="74742"/>
                </a:moveTo>
                <a:lnTo>
                  <a:pt x="3736429" y="77851"/>
                </a:lnTo>
                <a:cubicBezTo>
                  <a:pt x="3734097" y="84479"/>
                  <a:pt x="3730416" y="89526"/>
                  <a:pt x="3725386" y="92991"/>
                </a:cubicBezTo>
                <a:cubicBezTo>
                  <a:pt x="3720355" y="96456"/>
                  <a:pt x="3714062" y="98188"/>
                  <a:pt x="3706506" y="98188"/>
                </a:cubicBezTo>
                <a:cubicBezTo>
                  <a:pt x="3694545" y="98188"/>
                  <a:pt x="3685694" y="94281"/>
                  <a:pt x="3679951" y="86465"/>
                </a:cubicBezTo>
                <a:cubicBezTo>
                  <a:pt x="3675417" y="80204"/>
                  <a:pt x="3673150" y="72303"/>
                  <a:pt x="3673150" y="62760"/>
                </a:cubicBezTo>
                <a:cubicBezTo>
                  <a:pt x="3673150" y="51361"/>
                  <a:pt x="3676130" y="42434"/>
                  <a:pt x="3682088" y="35979"/>
                </a:cubicBezTo>
                <a:cubicBezTo>
                  <a:pt x="3688047" y="29523"/>
                  <a:pt x="3695582" y="26296"/>
                  <a:pt x="3704692" y="26296"/>
                </a:cubicBezTo>
                <a:cubicBezTo>
                  <a:pt x="3714926" y="26296"/>
                  <a:pt x="3723000" y="29675"/>
                  <a:pt x="3728916" y="36432"/>
                </a:cubicBezTo>
                <a:cubicBezTo>
                  <a:pt x="3734831" y="43189"/>
                  <a:pt x="3737659" y="53542"/>
                  <a:pt x="3737400" y="67488"/>
                </a:cubicBezTo>
                <a:lnTo>
                  <a:pt x="3691804" y="67488"/>
                </a:lnTo>
                <a:cubicBezTo>
                  <a:pt x="3691933" y="72886"/>
                  <a:pt x="3693401" y="77085"/>
                  <a:pt x="3696208" y="80086"/>
                </a:cubicBezTo>
                <a:cubicBezTo>
                  <a:pt x="3699014" y="83087"/>
                  <a:pt x="3702512" y="84587"/>
                  <a:pt x="3706700" y="84587"/>
                </a:cubicBezTo>
                <a:cubicBezTo>
                  <a:pt x="3709550" y="84587"/>
                  <a:pt x="3711946" y="83810"/>
                  <a:pt x="3713889" y="82255"/>
                </a:cubicBezTo>
                <a:cubicBezTo>
                  <a:pt x="3715832" y="80701"/>
                  <a:pt x="3717301" y="78197"/>
                  <a:pt x="3718294" y="74742"/>
                </a:cubicBezTo>
                <a:moveTo>
                  <a:pt x="3719330" y="56348"/>
                </a:moveTo>
                <a:cubicBezTo>
                  <a:pt x="3719200" y="51102"/>
                  <a:pt x="3717840" y="47113"/>
                  <a:pt x="3715250" y="44382"/>
                </a:cubicBezTo>
                <a:cubicBezTo>
                  <a:pt x="3712659" y="41651"/>
                  <a:pt x="3709507" y="40286"/>
                  <a:pt x="3705793" y="40286"/>
                </a:cubicBezTo>
                <a:cubicBezTo>
                  <a:pt x="3701821" y="40286"/>
                  <a:pt x="3698539" y="41726"/>
                  <a:pt x="3695949" y="44607"/>
                </a:cubicBezTo>
                <a:cubicBezTo>
                  <a:pt x="3693358" y="47489"/>
                  <a:pt x="3692084" y="51403"/>
                  <a:pt x="3692127" y="56348"/>
                </a:cubicBezTo>
                <a:lnTo>
                  <a:pt x="3719330" y="563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735AB-3203-4D12-9EA9-94661CFC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051" y="2763284"/>
            <a:ext cx="265290" cy="161069"/>
          </a:xfrm>
          <a:custGeom xmlns:a="http://schemas.openxmlformats.org/drawingml/2006/main">
            <a:pathLst>
              <a:path w="265290" h="161069">
                <a:moveTo>
                  <a:pt x="0" y="0"/>
                </a:moveTo>
                <a:lnTo>
                  <a:pt x="265290" y="0"/>
                </a:lnTo>
                <a:lnTo>
                  <a:pt x="265290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))))))">
            <a:extLst xmlns:a="http://schemas.openxmlformats.org/drawingml/2006/main">
              <a:ext uri="{FF2B5EF4-FFF2-40B4-BE49-F238E27FC236}">
                <a16:creationId xmlns:a16="http://schemas.microsoft.com/office/drawing/2014/main" id="{80016504-E3E4-4159-8E63-84FA652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390" y="2789820"/>
            <a:ext cx="253820" cy="124614"/>
          </a:xfrm>
          <a:custGeom xmlns:a="http://schemas.openxmlformats.org/drawingml/2006/main">
            <a:pathLst>
              <a:path w="253820" h="124614">
                <a:moveTo>
                  <a:pt x="130" y="124614"/>
                </a:moveTo>
                <a:cubicBezTo>
                  <a:pt x="3713" y="116920"/>
                  <a:pt x="6239" y="111020"/>
                  <a:pt x="7707" y="106914"/>
                </a:cubicBezTo>
                <a:cubicBezTo>
                  <a:pt x="9175" y="102808"/>
                  <a:pt x="10536" y="98075"/>
                  <a:pt x="11788" y="92715"/>
                </a:cubicBezTo>
                <a:cubicBezTo>
                  <a:pt x="13040" y="87354"/>
                  <a:pt x="13968" y="82265"/>
                  <a:pt x="14573" y="77446"/>
                </a:cubicBezTo>
                <a:cubicBezTo>
                  <a:pt x="15177" y="72627"/>
                  <a:pt x="15480" y="67688"/>
                  <a:pt x="15480" y="62631"/>
                </a:cubicBezTo>
                <a:cubicBezTo>
                  <a:pt x="15480" y="52343"/>
                  <a:pt x="14378" y="42607"/>
                  <a:pt x="12176" y="33422"/>
                </a:cubicBezTo>
                <a:cubicBezTo>
                  <a:pt x="9974" y="24237"/>
                  <a:pt x="5915" y="13097"/>
                  <a:pt x="0" y="0"/>
                </a:cubicBezTo>
                <a:lnTo>
                  <a:pt x="12371" y="0"/>
                </a:lnTo>
                <a:cubicBezTo>
                  <a:pt x="18891" y="9293"/>
                  <a:pt x="23953" y="19148"/>
                  <a:pt x="27559" y="29565"/>
                </a:cubicBezTo>
                <a:cubicBezTo>
                  <a:pt x="31164" y="39981"/>
                  <a:pt x="32967" y="50549"/>
                  <a:pt x="32967" y="61268"/>
                </a:cubicBezTo>
                <a:cubicBezTo>
                  <a:pt x="32967" y="70302"/>
                  <a:pt x="31542" y="79984"/>
                  <a:pt x="28692" y="90315"/>
                </a:cubicBezTo>
                <a:cubicBezTo>
                  <a:pt x="25454" y="101899"/>
                  <a:pt x="20121" y="113332"/>
                  <a:pt x="12695" y="124614"/>
                </a:cubicBezTo>
                <a:lnTo>
                  <a:pt x="130" y="124614"/>
                </a:lnTo>
                <a:close/>
                <a:moveTo>
                  <a:pt x="44300" y="124614"/>
                </a:moveTo>
                <a:cubicBezTo>
                  <a:pt x="47884" y="116920"/>
                  <a:pt x="50410" y="111020"/>
                  <a:pt x="51878" y="106914"/>
                </a:cubicBezTo>
                <a:cubicBezTo>
                  <a:pt x="53346" y="102808"/>
                  <a:pt x="54706" y="98075"/>
                  <a:pt x="55958" y="92715"/>
                </a:cubicBezTo>
                <a:cubicBezTo>
                  <a:pt x="57211" y="87354"/>
                  <a:pt x="58139" y="82265"/>
                  <a:pt x="58743" y="77446"/>
                </a:cubicBezTo>
                <a:cubicBezTo>
                  <a:pt x="59348" y="72627"/>
                  <a:pt x="59650" y="67688"/>
                  <a:pt x="59650" y="62631"/>
                </a:cubicBezTo>
                <a:cubicBezTo>
                  <a:pt x="59650" y="52343"/>
                  <a:pt x="58549" y="42607"/>
                  <a:pt x="56347" y="33422"/>
                </a:cubicBezTo>
                <a:cubicBezTo>
                  <a:pt x="54145" y="24237"/>
                  <a:pt x="50086" y="13097"/>
                  <a:pt x="44171" y="0"/>
                </a:cubicBezTo>
                <a:lnTo>
                  <a:pt x="56541" y="0"/>
                </a:lnTo>
                <a:cubicBezTo>
                  <a:pt x="63061" y="9293"/>
                  <a:pt x="68124" y="19148"/>
                  <a:pt x="71729" y="29565"/>
                </a:cubicBezTo>
                <a:cubicBezTo>
                  <a:pt x="75335" y="39981"/>
                  <a:pt x="77138" y="50549"/>
                  <a:pt x="77138" y="61268"/>
                </a:cubicBezTo>
                <a:cubicBezTo>
                  <a:pt x="77138" y="70302"/>
                  <a:pt x="75713" y="79984"/>
                  <a:pt x="72863" y="90315"/>
                </a:cubicBezTo>
                <a:cubicBezTo>
                  <a:pt x="69624" y="101899"/>
                  <a:pt x="64292" y="113332"/>
                  <a:pt x="56865" y="124614"/>
                </a:cubicBezTo>
                <a:lnTo>
                  <a:pt x="44300" y="124614"/>
                </a:lnTo>
                <a:close/>
                <a:moveTo>
                  <a:pt x="88471" y="124614"/>
                </a:moveTo>
                <a:cubicBezTo>
                  <a:pt x="92054" y="116920"/>
                  <a:pt x="94580" y="111020"/>
                  <a:pt x="96048" y="106914"/>
                </a:cubicBezTo>
                <a:cubicBezTo>
                  <a:pt x="97517" y="102808"/>
                  <a:pt x="98877" y="98075"/>
                  <a:pt x="100129" y="92715"/>
                </a:cubicBezTo>
                <a:cubicBezTo>
                  <a:pt x="101381" y="87354"/>
                  <a:pt x="102309" y="82265"/>
                  <a:pt x="102914" y="77446"/>
                </a:cubicBezTo>
                <a:cubicBezTo>
                  <a:pt x="103518" y="72627"/>
                  <a:pt x="103821" y="67688"/>
                  <a:pt x="103821" y="62631"/>
                </a:cubicBezTo>
                <a:cubicBezTo>
                  <a:pt x="103821" y="52343"/>
                  <a:pt x="102720" y="42607"/>
                  <a:pt x="100517" y="33422"/>
                </a:cubicBezTo>
                <a:cubicBezTo>
                  <a:pt x="98315" y="24237"/>
                  <a:pt x="94257" y="13097"/>
                  <a:pt x="88341" y="0"/>
                </a:cubicBezTo>
                <a:lnTo>
                  <a:pt x="100712" y="0"/>
                </a:lnTo>
                <a:cubicBezTo>
                  <a:pt x="107232" y="9293"/>
                  <a:pt x="112294" y="19148"/>
                  <a:pt x="115900" y="29565"/>
                </a:cubicBezTo>
                <a:cubicBezTo>
                  <a:pt x="119505" y="39981"/>
                  <a:pt x="121308" y="50549"/>
                  <a:pt x="121308" y="61268"/>
                </a:cubicBezTo>
                <a:cubicBezTo>
                  <a:pt x="121308" y="70302"/>
                  <a:pt x="119883" y="79984"/>
                  <a:pt x="117033" y="90315"/>
                </a:cubicBezTo>
                <a:cubicBezTo>
                  <a:pt x="113795" y="101899"/>
                  <a:pt x="108462" y="113332"/>
                  <a:pt x="101036" y="124614"/>
                </a:cubicBezTo>
                <a:lnTo>
                  <a:pt x="88471" y="124614"/>
                </a:lnTo>
                <a:close/>
                <a:moveTo>
                  <a:pt x="132641" y="124614"/>
                </a:moveTo>
                <a:cubicBezTo>
                  <a:pt x="136224" y="116920"/>
                  <a:pt x="138750" y="111020"/>
                  <a:pt x="140219" y="106914"/>
                </a:cubicBezTo>
                <a:cubicBezTo>
                  <a:pt x="141687" y="102808"/>
                  <a:pt x="143047" y="98075"/>
                  <a:pt x="144299" y="92715"/>
                </a:cubicBezTo>
                <a:cubicBezTo>
                  <a:pt x="145551" y="87354"/>
                  <a:pt x="146479" y="82265"/>
                  <a:pt x="147084" y="77446"/>
                </a:cubicBezTo>
                <a:cubicBezTo>
                  <a:pt x="147688" y="72627"/>
                  <a:pt x="147991" y="67688"/>
                  <a:pt x="147991" y="62631"/>
                </a:cubicBezTo>
                <a:cubicBezTo>
                  <a:pt x="147991" y="52343"/>
                  <a:pt x="146890" y="42607"/>
                  <a:pt x="144688" y="33422"/>
                </a:cubicBezTo>
                <a:cubicBezTo>
                  <a:pt x="142485" y="24237"/>
                  <a:pt x="138427" y="13097"/>
                  <a:pt x="132511" y="0"/>
                </a:cubicBezTo>
                <a:lnTo>
                  <a:pt x="144882" y="0"/>
                </a:lnTo>
                <a:cubicBezTo>
                  <a:pt x="151402" y="9293"/>
                  <a:pt x="156464" y="19148"/>
                  <a:pt x="160070" y="29565"/>
                </a:cubicBezTo>
                <a:cubicBezTo>
                  <a:pt x="163675" y="39981"/>
                  <a:pt x="165478" y="50549"/>
                  <a:pt x="165478" y="61268"/>
                </a:cubicBezTo>
                <a:cubicBezTo>
                  <a:pt x="165478" y="70302"/>
                  <a:pt x="164053" y="79984"/>
                  <a:pt x="161203" y="90315"/>
                </a:cubicBezTo>
                <a:cubicBezTo>
                  <a:pt x="157965" y="101899"/>
                  <a:pt x="152632" y="113332"/>
                  <a:pt x="145206" y="124614"/>
                </a:cubicBezTo>
                <a:lnTo>
                  <a:pt x="132641" y="124614"/>
                </a:lnTo>
                <a:close/>
                <a:moveTo>
                  <a:pt x="176812" y="124614"/>
                </a:moveTo>
                <a:cubicBezTo>
                  <a:pt x="180396" y="116920"/>
                  <a:pt x="182922" y="111020"/>
                  <a:pt x="184390" y="106914"/>
                </a:cubicBezTo>
                <a:cubicBezTo>
                  <a:pt x="185858" y="102808"/>
                  <a:pt x="187218" y="98075"/>
                  <a:pt x="188470" y="92715"/>
                </a:cubicBezTo>
                <a:cubicBezTo>
                  <a:pt x="189722" y="87354"/>
                  <a:pt x="190651" y="82265"/>
                  <a:pt x="191255" y="77446"/>
                </a:cubicBezTo>
                <a:cubicBezTo>
                  <a:pt x="191860" y="72627"/>
                  <a:pt x="192162" y="67688"/>
                  <a:pt x="192162" y="62631"/>
                </a:cubicBezTo>
                <a:cubicBezTo>
                  <a:pt x="192162" y="52343"/>
                  <a:pt x="191061" y="42607"/>
                  <a:pt x="188859" y="33422"/>
                </a:cubicBezTo>
                <a:cubicBezTo>
                  <a:pt x="186657" y="24237"/>
                  <a:pt x="182598" y="13097"/>
                  <a:pt x="176682" y="0"/>
                </a:cubicBezTo>
                <a:lnTo>
                  <a:pt x="189053" y="0"/>
                </a:lnTo>
                <a:cubicBezTo>
                  <a:pt x="195573" y="9293"/>
                  <a:pt x="200636" y="19148"/>
                  <a:pt x="204241" y="29565"/>
                </a:cubicBezTo>
                <a:cubicBezTo>
                  <a:pt x="207847" y="39981"/>
                  <a:pt x="209649" y="50549"/>
                  <a:pt x="209649" y="61268"/>
                </a:cubicBezTo>
                <a:cubicBezTo>
                  <a:pt x="209649" y="70302"/>
                  <a:pt x="208224" y="79984"/>
                  <a:pt x="205375" y="90315"/>
                </a:cubicBezTo>
                <a:cubicBezTo>
                  <a:pt x="202136" y="101899"/>
                  <a:pt x="196804" y="113332"/>
                  <a:pt x="189377" y="124614"/>
                </a:cubicBezTo>
                <a:lnTo>
                  <a:pt x="176812" y="124614"/>
                </a:lnTo>
                <a:close/>
                <a:moveTo>
                  <a:pt x="220982" y="124614"/>
                </a:moveTo>
                <a:cubicBezTo>
                  <a:pt x="224566" y="116920"/>
                  <a:pt x="227092" y="111020"/>
                  <a:pt x="228560" y="106914"/>
                </a:cubicBezTo>
                <a:cubicBezTo>
                  <a:pt x="230028" y="102808"/>
                  <a:pt x="231388" y="98075"/>
                  <a:pt x="232641" y="92715"/>
                </a:cubicBezTo>
                <a:cubicBezTo>
                  <a:pt x="233893" y="87354"/>
                  <a:pt x="234821" y="82265"/>
                  <a:pt x="235426" y="77446"/>
                </a:cubicBezTo>
                <a:cubicBezTo>
                  <a:pt x="236030" y="72627"/>
                  <a:pt x="236332" y="67688"/>
                  <a:pt x="236332" y="62631"/>
                </a:cubicBezTo>
                <a:cubicBezTo>
                  <a:pt x="236332" y="52343"/>
                  <a:pt x="235231" y="42607"/>
                  <a:pt x="233029" y="33422"/>
                </a:cubicBezTo>
                <a:cubicBezTo>
                  <a:pt x="230827" y="24237"/>
                  <a:pt x="226768" y="13097"/>
                  <a:pt x="220853" y="0"/>
                </a:cubicBezTo>
                <a:lnTo>
                  <a:pt x="233223" y="0"/>
                </a:lnTo>
                <a:cubicBezTo>
                  <a:pt x="239743" y="9293"/>
                  <a:pt x="244806" y="19148"/>
                  <a:pt x="248412" y="29565"/>
                </a:cubicBezTo>
                <a:cubicBezTo>
                  <a:pt x="252017" y="39981"/>
                  <a:pt x="253820" y="50549"/>
                  <a:pt x="253820" y="61268"/>
                </a:cubicBezTo>
                <a:cubicBezTo>
                  <a:pt x="253820" y="70302"/>
                  <a:pt x="252395" y="79984"/>
                  <a:pt x="249545" y="90315"/>
                </a:cubicBezTo>
                <a:cubicBezTo>
                  <a:pt x="246307" y="101899"/>
                  <a:pt x="240974" y="113332"/>
                  <a:pt x="233547" y="124614"/>
                </a:cubicBezTo>
                <a:lnTo>
                  <a:pt x="220982" y="124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A4DF1-F622-4FB4-9749-F2F2C929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741" y="844671"/>
            <a:ext cx="3410868" cy="378985"/>
          </a:xfrm>
          <a:custGeom xmlns:a="http://schemas.openxmlformats.org/drawingml/2006/main">
            <a:pathLst>
              <a:path w="3410868" h="378985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0E701-834D-465A-9E2A-48BF19B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741" y="844671"/>
            <a:ext cx="3410868" cy="378985"/>
          </a:xfrm>
          <a:custGeom xmlns:a="http://schemas.openxmlformats.org/drawingml/2006/main">
            <a:pathLst>
              <a:path w="3410868" h="378985" fill="none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0DF75-B870-448E-8461-EC440A0F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792" y="816247"/>
            <a:ext cx="3410868" cy="378985"/>
          </a:xfrm>
          <a:custGeom xmlns:a="http://schemas.openxmlformats.org/drawingml/2006/main">
            <a:pathLst>
              <a:path w="3410868" h="378985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70D4E-5724-4CC8-8312-4D22F75F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792" y="816247"/>
            <a:ext cx="3410868" cy="378985"/>
          </a:xfrm>
          <a:custGeom xmlns:a="http://schemas.openxmlformats.org/drawingml/2006/main">
            <a:pathLst>
              <a:path w="3410868" h="378985" fill="none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127" name="Text Step6:AtomicPropositionNormalization">
            <a:extLst xmlns:a="http://schemas.openxmlformats.org/drawingml/2006/main">
              <a:ext uri="{FF2B5EF4-FFF2-40B4-BE49-F238E27FC236}">
                <a16:creationId xmlns:a16="http://schemas.microsoft.com/office/drawing/2014/main" id="{5CEADC57-8DEA-4CC9-A711-595EB4F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70" y="951742"/>
            <a:ext cx="2602666" cy="122800"/>
          </a:xfrm>
          <a:custGeom xmlns:a="http://schemas.openxmlformats.org/drawingml/2006/main">
            <a:pathLst>
              <a:path w="2602666" h="122800">
                <a:moveTo>
                  <a:pt x="0" y="65804"/>
                </a:moveTo>
                <a:lnTo>
                  <a:pt x="18653" y="63991"/>
                </a:lnTo>
                <a:cubicBezTo>
                  <a:pt x="19776" y="70275"/>
                  <a:pt x="22054" y="74890"/>
                  <a:pt x="25486" y="77837"/>
                </a:cubicBezTo>
                <a:cubicBezTo>
                  <a:pt x="28919" y="80783"/>
                  <a:pt x="33550" y="82255"/>
                  <a:pt x="39379" y="82255"/>
                </a:cubicBezTo>
                <a:cubicBezTo>
                  <a:pt x="45553" y="82255"/>
                  <a:pt x="50206" y="80945"/>
                  <a:pt x="53336" y="78325"/>
                </a:cubicBezTo>
                <a:cubicBezTo>
                  <a:pt x="56467" y="75704"/>
                  <a:pt x="58032" y="72639"/>
                  <a:pt x="58032" y="69130"/>
                </a:cubicBezTo>
                <a:cubicBezTo>
                  <a:pt x="58032" y="66878"/>
                  <a:pt x="57374" y="64962"/>
                  <a:pt x="56057" y="63382"/>
                </a:cubicBezTo>
                <a:cubicBezTo>
                  <a:pt x="54740" y="61800"/>
                  <a:pt x="52440" y="60424"/>
                  <a:pt x="49159" y="59255"/>
                </a:cubicBezTo>
                <a:cubicBezTo>
                  <a:pt x="46914" y="58476"/>
                  <a:pt x="41797" y="57092"/>
                  <a:pt x="33809" y="55101"/>
                </a:cubicBezTo>
                <a:cubicBezTo>
                  <a:pt x="23532" y="52548"/>
                  <a:pt x="16322" y="49411"/>
                  <a:pt x="12176" y="45690"/>
                </a:cubicBezTo>
                <a:cubicBezTo>
                  <a:pt x="6347" y="40454"/>
                  <a:pt x="3433" y="34073"/>
                  <a:pt x="3433" y="26545"/>
                </a:cubicBezTo>
                <a:cubicBezTo>
                  <a:pt x="3433" y="21699"/>
                  <a:pt x="4804" y="17168"/>
                  <a:pt x="7545" y="12950"/>
                </a:cubicBezTo>
                <a:cubicBezTo>
                  <a:pt x="10287" y="8730"/>
                  <a:pt x="14238" y="5517"/>
                  <a:pt x="19398" y="3311"/>
                </a:cubicBezTo>
                <a:cubicBezTo>
                  <a:pt x="24558" y="1104"/>
                  <a:pt x="30786" y="0"/>
                  <a:pt x="38084" y="0"/>
                </a:cubicBezTo>
                <a:cubicBezTo>
                  <a:pt x="50001" y="0"/>
                  <a:pt x="58971" y="2624"/>
                  <a:pt x="64995" y="7873"/>
                </a:cubicBezTo>
                <a:cubicBezTo>
                  <a:pt x="71018" y="13121"/>
                  <a:pt x="74181" y="20125"/>
                  <a:pt x="74483" y="28887"/>
                </a:cubicBezTo>
                <a:lnTo>
                  <a:pt x="55312" y="29664"/>
                </a:lnTo>
                <a:cubicBezTo>
                  <a:pt x="54491" y="24785"/>
                  <a:pt x="52732" y="21276"/>
                  <a:pt x="50033" y="19139"/>
                </a:cubicBezTo>
                <a:cubicBezTo>
                  <a:pt x="47335" y="17002"/>
                  <a:pt x="43287" y="15933"/>
                  <a:pt x="37889" y="15933"/>
                </a:cubicBezTo>
                <a:cubicBezTo>
                  <a:pt x="32319" y="15933"/>
                  <a:pt x="27958" y="17078"/>
                  <a:pt x="24806" y="19368"/>
                </a:cubicBezTo>
                <a:cubicBezTo>
                  <a:pt x="22777" y="20836"/>
                  <a:pt x="21762" y="22801"/>
                  <a:pt x="21762" y="25264"/>
                </a:cubicBezTo>
                <a:cubicBezTo>
                  <a:pt x="21762" y="27510"/>
                  <a:pt x="22712" y="29432"/>
                  <a:pt x="24612" y="31030"/>
                </a:cubicBezTo>
                <a:cubicBezTo>
                  <a:pt x="27030" y="33061"/>
                  <a:pt x="32902" y="35179"/>
                  <a:pt x="42229" y="37385"/>
                </a:cubicBezTo>
                <a:cubicBezTo>
                  <a:pt x="51555" y="39591"/>
                  <a:pt x="58453" y="41874"/>
                  <a:pt x="62922" y="44232"/>
                </a:cubicBezTo>
                <a:cubicBezTo>
                  <a:pt x="67391" y="46590"/>
                  <a:pt x="70889" y="49813"/>
                  <a:pt x="73415" y="53901"/>
                </a:cubicBezTo>
                <a:cubicBezTo>
                  <a:pt x="75940" y="57988"/>
                  <a:pt x="77203" y="63039"/>
                  <a:pt x="77203" y="69053"/>
                </a:cubicBezTo>
                <a:cubicBezTo>
                  <a:pt x="77203" y="74503"/>
                  <a:pt x="75692" y="79607"/>
                  <a:pt x="72670" y="84366"/>
                </a:cubicBezTo>
                <a:cubicBezTo>
                  <a:pt x="69647" y="89125"/>
                  <a:pt x="65373" y="92662"/>
                  <a:pt x="59846" y="94976"/>
                </a:cubicBezTo>
                <a:cubicBezTo>
                  <a:pt x="54319" y="97290"/>
                  <a:pt x="47432" y="98447"/>
                  <a:pt x="39185" y="98447"/>
                </a:cubicBezTo>
                <a:cubicBezTo>
                  <a:pt x="27181" y="98447"/>
                  <a:pt x="17962" y="95668"/>
                  <a:pt x="11529" y="90108"/>
                </a:cubicBezTo>
                <a:cubicBezTo>
                  <a:pt x="5095" y="84549"/>
                  <a:pt x="1252" y="76448"/>
                  <a:pt x="0" y="65804"/>
                </a:cubicBezTo>
                <a:close/>
                <a:moveTo>
                  <a:pt x="124745" y="27850"/>
                </a:moveTo>
                <a:lnTo>
                  <a:pt x="124745" y="42358"/>
                </a:lnTo>
                <a:lnTo>
                  <a:pt x="112309" y="42358"/>
                </a:lnTo>
                <a:lnTo>
                  <a:pt x="112309" y="70034"/>
                </a:lnTo>
                <a:cubicBezTo>
                  <a:pt x="112309" y="75640"/>
                  <a:pt x="112428" y="78906"/>
                  <a:pt x="112665" y="79833"/>
                </a:cubicBezTo>
                <a:cubicBezTo>
                  <a:pt x="112903" y="80758"/>
                  <a:pt x="113443" y="81523"/>
                  <a:pt x="114285" y="82128"/>
                </a:cubicBezTo>
                <a:cubicBezTo>
                  <a:pt x="115127" y="82731"/>
                  <a:pt x="116152" y="83033"/>
                  <a:pt x="117361" y="83033"/>
                </a:cubicBezTo>
                <a:cubicBezTo>
                  <a:pt x="119045" y="83033"/>
                  <a:pt x="121485" y="82450"/>
                  <a:pt x="124680" y="81284"/>
                </a:cubicBezTo>
                <a:lnTo>
                  <a:pt x="126234" y="95456"/>
                </a:lnTo>
                <a:cubicBezTo>
                  <a:pt x="122003" y="97277"/>
                  <a:pt x="117210" y="98188"/>
                  <a:pt x="111856" y="98188"/>
                </a:cubicBezTo>
                <a:cubicBezTo>
                  <a:pt x="108574" y="98188"/>
                  <a:pt x="105616" y="97638"/>
                  <a:pt x="102983" y="96537"/>
                </a:cubicBezTo>
                <a:cubicBezTo>
                  <a:pt x="100349" y="95436"/>
                  <a:pt x="98416" y="94011"/>
                  <a:pt x="97186" y="92262"/>
                </a:cubicBezTo>
                <a:cubicBezTo>
                  <a:pt x="95955" y="90513"/>
                  <a:pt x="95102" y="88149"/>
                  <a:pt x="94627" y="85170"/>
                </a:cubicBezTo>
                <a:cubicBezTo>
                  <a:pt x="94239" y="83054"/>
                  <a:pt x="94045" y="78779"/>
                  <a:pt x="94045" y="72346"/>
                </a:cubicBezTo>
                <a:lnTo>
                  <a:pt x="94045" y="42358"/>
                </a:lnTo>
                <a:lnTo>
                  <a:pt x="85689" y="42358"/>
                </a:lnTo>
                <a:lnTo>
                  <a:pt x="85689" y="27850"/>
                </a:lnTo>
                <a:lnTo>
                  <a:pt x="94045" y="27850"/>
                </a:lnTo>
                <a:lnTo>
                  <a:pt x="94045" y="14119"/>
                </a:lnTo>
                <a:lnTo>
                  <a:pt x="112309" y="3368"/>
                </a:lnTo>
                <a:lnTo>
                  <a:pt x="112309" y="27850"/>
                </a:lnTo>
                <a:lnTo>
                  <a:pt x="124745" y="27850"/>
                </a:lnTo>
                <a:close/>
                <a:moveTo>
                  <a:pt x="177206" y="74742"/>
                </a:moveTo>
                <a:lnTo>
                  <a:pt x="195341" y="77851"/>
                </a:lnTo>
                <a:cubicBezTo>
                  <a:pt x="193009" y="84479"/>
                  <a:pt x="189328" y="89526"/>
                  <a:pt x="184298" y="92991"/>
                </a:cubicBezTo>
                <a:cubicBezTo>
                  <a:pt x="179267" y="96456"/>
                  <a:pt x="172974" y="98188"/>
                  <a:pt x="165418" y="98188"/>
                </a:cubicBezTo>
                <a:cubicBezTo>
                  <a:pt x="153457" y="98188"/>
                  <a:pt x="144606" y="94281"/>
                  <a:pt x="138863" y="86465"/>
                </a:cubicBezTo>
                <a:cubicBezTo>
                  <a:pt x="134329" y="80204"/>
                  <a:pt x="132062" y="72303"/>
                  <a:pt x="132062" y="62760"/>
                </a:cubicBezTo>
                <a:cubicBezTo>
                  <a:pt x="132062" y="51361"/>
                  <a:pt x="135042" y="42434"/>
                  <a:pt x="141000" y="35979"/>
                </a:cubicBezTo>
                <a:cubicBezTo>
                  <a:pt x="146959" y="29523"/>
                  <a:pt x="154494" y="26296"/>
                  <a:pt x="163604" y="26296"/>
                </a:cubicBezTo>
                <a:cubicBezTo>
                  <a:pt x="173838" y="26296"/>
                  <a:pt x="181912" y="29675"/>
                  <a:pt x="187827" y="36432"/>
                </a:cubicBezTo>
                <a:cubicBezTo>
                  <a:pt x="193743" y="43189"/>
                  <a:pt x="196571" y="53542"/>
                  <a:pt x="196312" y="67488"/>
                </a:cubicBezTo>
                <a:lnTo>
                  <a:pt x="150715" y="67488"/>
                </a:lnTo>
                <a:cubicBezTo>
                  <a:pt x="150845" y="72886"/>
                  <a:pt x="152313" y="77085"/>
                  <a:pt x="155120" y="80086"/>
                </a:cubicBezTo>
                <a:cubicBezTo>
                  <a:pt x="157926" y="83087"/>
                  <a:pt x="161424" y="84587"/>
                  <a:pt x="165612" y="84587"/>
                </a:cubicBezTo>
                <a:cubicBezTo>
                  <a:pt x="168462" y="84587"/>
                  <a:pt x="170858" y="83810"/>
                  <a:pt x="172801" y="82255"/>
                </a:cubicBezTo>
                <a:cubicBezTo>
                  <a:pt x="174744" y="80701"/>
                  <a:pt x="176212" y="78197"/>
                  <a:pt x="177206" y="74742"/>
                </a:cubicBezTo>
                <a:moveTo>
                  <a:pt x="178242" y="56348"/>
                </a:moveTo>
                <a:cubicBezTo>
                  <a:pt x="178112" y="51102"/>
                  <a:pt x="176752" y="47113"/>
                  <a:pt x="174161" y="44382"/>
                </a:cubicBezTo>
                <a:cubicBezTo>
                  <a:pt x="171571" y="41651"/>
                  <a:pt x="168419" y="40286"/>
                  <a:pt x="164705" y="40286"/>
                </a:cubicBezTo>
                <a:cubicBezTo>
                  <a:pt x="160733" y="40286"/>
                  <a:pt x="157451" y="41726"/>
                  <a:pt x="154861" y="44607"/>
                </a:cubicBezTo>
                <a:cubicBezTo>
                  <a:pt x="152270" y="47489"/>
                  <a:pt x="150996" y="51403"/>
                  <a:pt x="151039" y="56348"/>
                </a:cubicBezTo>
                <a:lnTo>
                  <a:pt x="178242" y="56348"/>
                </a:lnTo>
                <a:close/>
                <a:moveTo>
                  <a:pt x="210605" y="27850"/>
                </a:moveTo>
                <a:lnTo>
                  <a:pt x="227575" y="27850"/>
                </a:lnTo>
                <a:lnTo>
                  <a:pt x="227575" y="37954"/>
                </a:lnTo>
                <a:cubicBezTo>
                  <a:pt x="229777" y="34500"/>
                  <a:pt x="232756" y="31693"/>
                  <a:pt x="236513" y="29534"/>
                </a:cubicBezTo>
                <a:cubicBezTo>
                  <a:pt x="240269" y="27375"/>
                  <a:pt x="244436" y="26296"/>
                  <a:pt x="249013" y="26296"/>
                </a:cubicBezTo>
                <a:cubicBezTo>
                  <a:pt x="257001" y="26296"/>
                  <a:pt x="263780" y="29426"/>
                  <a:pt x="269350" y="35687"/>
                </a:cubicBezTo>
                <a:cubicBezTo>
                  <a:pt x="274920" y="41948"/>
                  <a:pt x="277705" y="50670"/>
                  <a:pt x="277705" y="61853"/>
                </a:cubicBezTo>
                <a:cubicBezTo>
                  <a:pt x="277705" y="73339"/>
                  <a:pt x="274898" y="82266"/>
                  <a:pt x="269285" y="88635"/>
                </a:cubicBezTo>
                <a:cubicBezTo>
                  <a:pt x="263672" y="95004"/>
                  <a:pt x="256871" y="98188"/>
                  <a:pt x="248883" y="98188"/>
                </a:cubicBezTo>
                <a:cubicBezTo>
                  <a:pt x="245084" y="98188"/>
                  <a:pt x="241640" y="97433"/>
                  <a:pt x="238553" y="95921"/>
                </a:cubicBezTo>
                <a:cubicBezTo>
                  <a:pt x="235466" y="94410"/>
                  <a:pt x="232216" y="91819"/>
                  <a:pt x="228805" y="88149"/>
                </a:cubicBezTo>
                <a:lnTo>
                  <a:pt x="228805" y="122800"/>
                </a:lnTo>
                <a:lnTo>
                  <a:pt x="210605" y="122800"/>
                </a:lnTo>
                <a:lnTo>
                  <a:pt x="210605" y="27850"/>
                </a:lnTo>
                <a:moveTo>
                  <a:pt x="228611" y="61046"/>
                </a:moveTo>
                <a:cubicBezTo>
                  <a:pt x="228611" y="68763"/>
                  <a:pt x="230144" y="74464"/>
                  <a:pt x="233209" y="78151"/>
                </a:cubicBezTo>
                <a:cubicBezTo>
                  <a:pt x="236275" y="81837"/>
                  <a:pt x="240010" y="83680"/>
                  <a:pt x="244414" y="83680"/>
                </a:cubicBezTo>
                <a:cubicBezTo>
                  <a:pt x="248646" y="83680"/>
                  <a:pt x="252165" y="81988"/>
                  <a:pt x="254972" y="78604"/>
                </a:cubicBezTo>
                <a:cubicBezTo>
                  <a:pt x="257778" y="75220"/>
                  <a:pt x="259181" y="69669"/>
                  <a:pt x="259181" y="61951"/>
                </a:cubicBezTo>
                <a:cubicBezTo>
                  <a:pt x="259181" y="54751"/>
                  <a:pt x="257735" y="49404"/>
                  <a:pt x="254842" y="45912"/>
                </a:cubicBezTo>
                <a:cubicBezTo>
                  <a:pt x="251949" y="42420"/>
                  <a:pt x="248365" y="40674"/>
                  <a:pt x="244090" y="40674"/>
                </a:cubicBezTo>
                <a:cubicBezTo>
                  <a:pt x="239643" y="40674"/>
                  <a:pt x="235951" y="42388"/>
                  <a:pt x="233015" y="45815"/>
                </a:cubicBezTo>
                <a:cubicBezTo>
                  <a:pt x="230079" y="49243"/>
                  <a:pt x="228611" y="54319"/>
                  <a:pt x="228611" y="61046"/>
                </a:cubicBezTo>
                <a:close/>
                <a:moveTo>
                  <a:pt x="386818" y="25130"/>
                </a:moveTo>
                <a:lnTo>
                  <a:pt x="369201" y="27073"/>
                </a:lnTo>
                <a:cubicBezTo>
                  <a:pt x="368769" y="23446"/>
                  <a:pt x="367647" y="20769"/>
                  <a:pt x="365833" y="19042"/>
                </a:cubicBezTo>
                <a:cubicBezTo>
                  <a:pt x="364020" y="17315"/>
                  <a:pt x="361666" y="16451"/>
                  <a:pt x="358773" y="16451"/>
                </a:cubicBezTo>
                <a:cubicBezTo>
                  <a:pt x="354930" y="16451"/>
                  <a:pt x="351681" y="18184"/>
                  <a:pt x="349026" y="21651"/>
                </a:cubicBezTo>
                <a:cubicBezTo>
                  <a:pt x="346370" y="25117"/>
                  <a:pt x="344697" y="32322"/>
                  <a:pt x="344006" y="43265"/>
                </a:cubicBezTo>
                <a:cubicBezTo>
                  <a:pt x="348540" y="37911"/>
                  <a:pt x="354175" y="35234"/>
                  <a:pt x="360911" y="35234"/>
                </a:cubicBezTo>
                <a:cubicBezTo>
                  <a:pt x="368510" y="35234"/>
                  <a:pt x="375019" y="38118"/>
                  <a:pt x="380438" y="43886"/>
                </a:cubicBezTo>
                <a:cubicBezTo>
                  <a:pt x="385857" y="49655"/>
                  <a:pt x="388567" y="57102"/>
                  <a:pt x="388567" y="66227"/>
                </a:cubicBezTo>
                <a:cubicBezTo>
                  <a:pt x="388567" y="75913"/>
                  <a:pt x="385717" y="83683"/>
                  <a:pt x="380017" y="89538"/>
                </a:cubicBezTo>
                <a:cubicBezTo>
                  <a:pt x="374318" y="95391"/>
                  <a:pt x="366999" y="98318"/>
                  <a:pt x="358061" y="98318"/>
                </a:cubicBezTo>
                <a:cubicBezTo>
                  <a:pt x="348475" y="98318"/>
                  <a:pt x="340595" y="94592"/>
                  <a:pt x="334421" y="87139"/>
                </a:cubicBezTo>
                <a:cubicBezTo>
                  <a:pt x="328246" y="79686"/>
                  <a:pt x="325159" y="67468"/>
                  <a:pt x="325159" y="50487"/>
                </a:cubicBezTo>
                <a:cubicBezTo>
                  <a:pt x="325159" y="33075"/>
                  <a:pt x="328376" y="20523"/>
                  <a:pt x="334809" y="12832"/>
                </a:cubicBezTo>
                <a:cubicBezTo>
                  <a:pt x="341243" y="5141"/>
                  <a:pt x="349598" y="1295"/>
                  <a:pt x="359874" y="1295"/>
                </a:cubicBezTo>
                <a:cubicBezTo>
                  <a:pt x="367085" y="1295"/>
                  <a:pt x="373055" y="3331"/>
                  <a:pt x="377783" y="7402"/>
                </a:cubicBezTo>
                <a:cubicBezTo>
                  <a:pt x="382511" y="11471"/>
                  <a:pt x="385523" y="17381"/>
                  <a:pt x="386818" y="25130"/>
                </a:cubicBezTo>
                <a:moveTo>
                  <a:pt x="345561" y="64810"/>
                </a:moveTo>
                <a:cubicBezTo>
                  <a:pt x="345561" y="70671"/>
                  <a:pt x="346921" y="75194"/>
                  <a:pt x="349641" y="78381"/>
                </a:cubicBezTo>
                <a:cubicBezTo>
                  <a:pt x="352361" y="81569"/>
                  <a:pt x="355470" y="83162"/>
                  <a:pt x="358968" y="83162"/>
                </a:cubicBezTo>
                <a:cubicBezTo>
                  <a:pt x="362336" y="83162"/>
                  <a:pt x="365142" y="81857"/>
                  <a:pt x="367388" y="79248"/>
                </a:cubicBezTo>
                <a:cubicBezTo>
                  <a:pt x="369633" y="76638"/>
                  <a:pt x="370755" y="72361"/>
                  <a:pt x="370755" y="66416"/>
                </a:cubicBezTo>
                <a:cubicBezTo>
                  <a:pt x="370755" y="60298"/>
                  <a:pt x="369546" y="55817"/>
                  <a:pt x="367128" y="52972"/>
                </a:cubicBezTo>
                <a:cubicBezTo>
                  <a:pt x="364710" y="50128"/>
                  <a:pt x="361688" y="48706"/>
                  <a:pt x="358061" y="48706"/>
                </a:cubicBezTo>
                <a:cubicBezTo>
                  <a:pt x="354563" y="48706"/>
                  <a:pt x="351606" y="50064"/>
                  <a:pt x="349188" y="52780"/>
                </a:cubicBezTo>
                <a:cubicBezTo>
                  <a:pt x="346770" y="55496"/>
                  <a:pt x="345561" y="59506"/>
                  <a:pt x="345561" y="64810"/>
                </a:cubicBezTo>
                <a:close/>
                <a:moveTo>
                  <a:pt x="406293" y="46115"/>
                </a:moveTo>
                <a:lnTo>
                  <a:pt x="406293" y="27850"/>
                </a:lnTo>
                <a:lnTo>
                  <a:pt x="424493" y="27850"/>
                </a:lnTo>
                <a:lnTo>
                  <a:pt x="424493" y="46115"/>
                </a:lnTo>
                <a:lnTo>
                  <a:pt x="406293" y="46115"/>
                </a:lnTo>
                <a:moveTo>
                  <a:pt x="406293" y="96634"/>
                </a:moveTo>
                <a:lnTo>
                  <a:pt x="406293" y="78369"/>
                </a:lnTo>
                <a:lnTo>
                  <a:pt x="424493" y="78369"/>
                </a:lnTo>
                <a:lnTo>
                  <a:pt x="424493" y="96634"/>
                </a:lnTo>
                <a:lnTo>
                  <a:pt x="406293" y="96634"/>
                </a:lnTo>
                <a:close/>
                <a:moveTo>
                  <a:pt x="569594" y="96634"/>
                </a:moveTo>
                <a:lnTo>
                  <a:pt x="548739" y="96634"/>
                </a:lnTo>
                <a:lnTo>
                  <a:pt x="540449" y="75001"/>
                </a:lnTo>
                <a:lnTo>
                  <a:pt x="502495" y="75001"/>
                </a:lnTo>
                <a:lnTo>
                  <a:pt x="494658" y="96634"/>
                </a:lnTo>
                <a:lnTo>
                  <a:pt x="474320" y="96634"/>
                </a:lnTo>
                <a:lnTo>
                  <a:pt x="511303" y="1684"/>
                </a:lnTo>
                <a:lnTo>
                  <a:pt x="531575" y="1684"/>
                </a:lnTo>
                <a:lnTo>
                  <a:pt x="569594" y="96634"/>
                </a:lnTo>
                <a:moveTo>
                  <a:pt x="534296" y="58939"/>
                </a:moveTo>
                <a:lnTo>
                  <a:pt x="521213" y="23835"/>
                </a:lnTo>
                <a:lnTo>
                  <a:pt x="508388" y="58939"/>
                </a:lnTo>
                <a:lnTo>
                  <a:pt x="534296" y="58939"/>
                </a:lnTo>
                <a:close/>
                <a:moveTo>
                  <a:pt x="611153" y="27850"/>
                </a:moveTo>
                <a:lnTo>
                  <a:pt x="611153" y="42358"/>
                </a:lnTo>
                <a:lnTo>
                  <a:pt x="598717" y="42358"/>
                </a:lnTo>
                <a:lnTo>
                  <a:pt x="598717" y="70034"/>
                </a:lnTo>
                <a:cubicBezTo>
                  <a:pt x="598717" y="75640"/>
                  <a:pt x="598836" y="78906"/>
                  <a:pt x="599073" y="79833"/>
                </a:cubicBezTo>
                <a:cubicBezTo>
                  <a:pt x="599311" y="80758"/>
                  <a:pt x="599850" y="81523"/>
                  <a:pt x="600692" y="82128"/>
                </a:cubicBezTo>
                <a:cubicBezTo>
                  <a:pt x="601534" y="82731"/>
                  <a:pt x="602560" y="83033"/>
                  <a:pt x="603769" y="83033"/>
                </a:cubicBezTo>
                <a:cubicBezTo>
                  <a:pt x="605453" y="83033"/>
                  <a:pt x="607893" y="82450"/>
                  <a:pt x="611088" y="81284"/>
                </a:cubicBezTo>
                <a:lnTo>
                  <a:pt x="612642" y="95456"/>
                </a:lnTo>
                <a:cubicBezTo>
                  <a:pt x="608411" y="97277"/>
                  <a:pt x="603618" y="98188"/>
                  <a:pt x="598264" y="98188"/>
                </a:cubicBezTo>
                <a:cubicBezTo>
                  <a:pt x="594982" y="98188"/>
                  <a:pt x="592024" y="97638"/>
                  <a:pt x="589390" y="96537"/>
                </a:cubicBezTo>
                <a:cubicBezTo>
                  <a:pt x="586757" y="95436"/>
                  <a:pt x="584824" y="94011"/>
                  <a:pt x="583594" y="92262"/>
                </a:cubicBezTo>
                <a:cubicBezTo>
                  <a:pt x="582363" y="90513"/>
                  <a:pt x="581510" y="88149"/>
                  <a:pt x="581035" y="85170"/>
                </a:cubicBezTo>
                <a:cubicBezTo>
                  <a:pt x="580647" y="83054"/>
                  <a:pt x="580452" y="78779"/>
                  <a:pt x="580452" y="72346"/>
                </a:cubicBezTo>
                <a:lnTo>
                  <a:pt x="580452" y="42358"/>
                </a:lnTo>
                <a:lnTo>
                  <a:pt x="572097" y="42358"/>
                </a:lnTo>
                <a:lnTo>
                  <a:pt x="572097" y="27850"/>
                </a:lnTo>
                <a:lnTo>
                  <a:pt x="580452" y="27850"/>
                </a:lnTo>
                <a:lnTo>
                  <a:pt x="580452" y="14119"/>
                </a:lnTo>
                <a:lnTo>
                  <a:pt x="598717" y="3368"/>
                </a:lnTo>
                <a:lnTo>
                  <a:pt x="598717" y="27850"/>
                </a:lnTo>
                <a:lnTo>
                  <a:pt x="611153" y="27850"/>
                </a:lnTo>
                <a:close/>
                <a:moveTo>
                  <a:pt x="619572" y="61271"/>
                </a:moveTo>
                <a:cubicBezTo>
                  <a:pt x="619572" y="55226"/>
                  <a:pt x="621062" y="49375"/>
                  <a:pt x="624041" y="43718"/>
                </a:cubicBezTo>
                <a:cubicBezTo>
                  <a:pt x="627020" y="38062"/>
                  <a:pt x="631241" y="33744"/>
                  <a:pt x="636703" y="30765"/>
                </a:cubicBezTo>
                <a:cubicBezTo>
                  <a:pt x="642165" y="27785"/>
                  <a:pt x="648264" y="26296"/>
                  <a:pt x="655000" y="26296"/>
                </a:cubicBezTo>
                <a:cubicBezTo>
                  <a:pt x="665406" y="26296"/>
                  <a:pt x="673934" y="29675"/>
                  <a:pt x="680584" y="36432"/>
                </a:cubicBezTo>
                <a:cubicBezTo>
                  <a:pt x="687233" y="43189"/>
                  <a:pt x="690558" y="51728"/>
                  <a:pt x="690558" y="62048"/>
                </a:cubicBezTo>
                <a:cubicBezTo>
                  <a:pt x="690558" y="72454"/>
                  <a:pt x="687201" y="81079"/>
                  <a:pt x="680486" y="87923"/>
                </a:cubicBezTo>
                <a:cubicBezTo>
                  <a:pt x="673772" y="94766"/>
                  <a:pt x="665320" y="98188"/>
                  <a:pt x="655130" y="98188"/>
                </a:cubicBezTo>
                <a:cubicBezTo>
                  <a:pt x="648826" y="98188"/>
                  <a:pt x="642813" y="96763"/>
                  <a:pt x="637092" y="93914"/>
                </a:cubicBezTo>
                <a:cubicBezTo>
                  <a:pt x="631371" y="91064"/>
                  <a:pt x="627020" y="86886"/>
                  <a:pt x="624041" y="81381"/>
                </a:cubicBezTo>
                <a:cubicBezTo>
                  <a:pt x="621062" y="75876"/>
                  <a:pt x="619572" y="69172"/>
                  <a:pt x="619572" y="61271"/>
                </a:cubicBezTo>
                <a:moveTo>
                  <a:pt x="638225" y="62242"/>
                </a:moveTo>
                <a:cubicBezTo>
                  <a:pt x="638225" y="69043"/>
                  <a:pt x="639844" y="74251"/>
                  <a:pt x="643083" y="77867"/>
                </a:cubicBezTo>
                <a:cubicBezTo>
                  <a:pt x="646321" y="81484"/>
                  <a:pt x="650315" y="83292"/>
                  <a:pt x="655065" y="83292"/>
                </a:cubicBezTo>
                <a:cubicBezTo>
                  <a:pt x="659815" y="83292"/>
                  <a:pt x="663798" y="81484"/>
                  <a:pt x="667015" y="77867"/>
                </a:cubicBezTo>
                <a:cubicBezTo>
                  <a:pt x="670231" y="74251"/>
                  <a:pt x="671840" y="69000"/>
                  <a:pt x="671840" y="62113"/>
                </a:cubicBezTo>
                <a:cubicBezTo>
                  <a:pt x="671840" y="55398"/>
                  <a:pt x="670231" y="50233"/>
                  <a:pt x="667015" y="46617"/>
                </a:cubicBezTo>
                <a:cubicBezTo>
                  <a:pt x="663798" y="43001"/>
                  <a:pt x="659815" y="41192"/>
                  <a:pt x="655065" y="41192"/>
                </a:cubicBezTo>
                <a:cubicBezTo>
                  <a:pt x="650315" y="41192"/>
                  <a:pt x="646321" y="43001"/>
                  <a:pt x="643083" y="46617"/>
                </a:cubicBezTo>
                <a:cubicBezTo>
                  <a:pt x="639844" y="50233"/>
                  <a:pt x="638225" y="55441"/>
                  <a:pt x="638225" y="62242"/>
                </a:cubicBezTo>
                <a:close/>
                <a:moveTo>
                  <a:pt x="703467" y="27850"/>
                </a:moveTo>
                <a:lnTo>
                  <a:pt x="720241" y="27850"/>
                </a:lnTo>
                <a:lnTo>
                  <a:pt x="720241" y="37242"/>
                </a:lnTo>
                <a:cubicBezTo>
                  <a:pt x="726243" y="29944"/>
                  <a:pt x="733389" y="26296"/>
                  <a:pt x="741680" y="26296"/>
                </a:cubicBezTo>
                <a:cubicBezTo>
                  <a:pt x="746084" y="26296"/>
                  <a:pt x="749905" y="27207"/>
                  <a:pt x="753144" y="29028"/>
                </a:cubicBezTo>
                <a:cubicBezTo>
                  <a:pt x="756382" y="30850"/>
                  <a:pt x="759038" y="33604"/>
                  <a:pt x="761110" y="37292"/>
                </a:cubicBezTo>
                <a:cubicBezTo>
                  <a:pt x="764133" y="33604"/>
                  <a:pt x="767393" y="30850"/>
                  <a:pt x="770890" y="29028"/>
                </a:cubicBezTo>
                <a:cubicBezTo>
                  <a:pt x="774388" y="27207"/>
                  <a:pt x="778122" y="26296"/>
                  <a:pt x="782095" y="26296"/>
                </a:cubicBezTo>
                <a:cubicBezTo>
                  <a:pt x="787147" y="26296"/>
                  <a:pt x="791422" y="27321"/>
                  <a:pt x="794919" y="29372"/>
                </a:cubicBezTo>
                <a:cubicBezTo>
                  <a:pt x="798416" y="31423"/>
                  <a:pt x="801029" y="34435"/>
                  <a:pt x="802756" y="38407"/>
                </a:cubicBezTo>
                <a:cubicBezTo>
                  <a:pt x="804008" y="41344"/>
                  <a:pt x="804634" y="46093"/>
                  <a:pt x="804634" y="52656"/>
                </a:cubicBezTo>
                <a:lnTo>
                  <a:pt x="804634" y="96634"/>
                </a:lnTo>
                <a:lnTo>
                  <a:pt x="786434" y="96634"/>
                </a:lnTo>
                <a:lnTo>
                  <a:pt x="786434" y="57364"/>
                </a:lnTo>
                <a:cubicBezTo>
                  <a:pt x="786434" y="50550"/>
                  <a:pt x="785808" y="46151"/>
                  <a:pt x="784556" y="44168"/>
                </a:cubicBezTo>
                <a:cubicBezTo>
                  <a:pt x="782872" y="41580"/>
                  <a:pt x="780281" y="40286"/>
                  <a:pt x="776784" y="40286"/>
                </a:cubicBezTo>
                <a:cubicBezTo>
                  <a:pt x="774236" y="40286"/>
                  <a:pt x="771840" y="41062"/>
                  <a:pt x="769595" y="42615"/>
                </a:cubicBezTo>
                <a:cubicBezTo>
                  <a:pt x="767349" y="44167"/>
                  <a:pt x="765730" y="46442"/>
                  <a:pt x="764737" y="49440"/>
                </a:cubicBezTo>
                <a:cubicBezTo>
                  <a:pt x="763744" y="52437"/>
                  <a:pt x="763247" y="57171"/>
                  <a:pt x="763247" y="63641"/>
                </a:cubicBezTo>
                <a:lnTo>
                  <a:pt x="763247" y="96634"/>
                </a:lnTo>
                <a:lnTo>
                  <a:pt x="745048" y="96634"/>
                </a:lnTo>
                <a:lnTo>
                  <a:pt x="745048" y="58981"/>
                </a:lnTo>
                <a:cubicBezTo>
                  <a:pt x="745048" y="52297"/>
                  <a:pt x="744724" y="47984"/>
                  <a:pt x="744076" y="46044"/>
                </a:cubicBezTo>
                <a:cubicBezTo>
                  <a:pt x="743428" y="44102"/>
                  <a:pt x="742425" y="42657"/>
                  <a:pt x="741064" y="41709"/>
                </a:cubicBezTo>
                <a:cubicBezTo>
                  <a:pt x="739704" y="40760"/>
                  <a:pt x="737858" y="40286"/>
                  <a:pt x="735527" y="40286"/>
                </a:cubicBezTo>
                <a:cubicBezTo>
                  <a:pt x="732720" y="40286"/>
                  <a:pt x="730194" y="41041"/>
                  <a:pt x="727949" y="42551"/>
                </a:cubicBezTo>
                <a:cubicBezTo>
                  <a:pt x="725704" y="44059"/>
                  <a:pt x="724095" y="46237"/>
                  <a:pt x="723124" y="49084"/>
                </a:cubicBezTo>
                <a:cubicBezTo>
                  <a:pt x="722152" y="51931"/>
                  <a:pt x="721666" y="56654"/>
                  <a:pt x="721666" y="63252"/>
                </a:cubicBezTo>
                <a:lnTo>
                  <a:pt x="721666" y="96634"/>
                </a:lnTo>
                <a:lnTo>
                  <a:pt x="703467" y="96634"/>
                </a:lnTo>
                <a:lnTo>
                  <a:pt x="703467" y="27850"/>
                </a:lnTo>
                <a:close/>
                <a:moveTo>
                  <a:pt x="822749" y="18524"/>
                </a:moveTo>
                <a:lnTo>
                  <a:pt x="822749" y="1684"/>
                </a:lnTo>
                <a:lnTo>
                  <a:pt x="840948" y="1684"/>
                </a:lnTo>
                <a:lnTo>
                  <a:pt x="840948" y="18524"/>
                </a:lnTo>
                <a:lnTo>
                  <a:pt x="822749" y="18524"/>
                </a:lnTo>
                <a:moveTo>
                  <a:pt x="822749" y="96634"/>
                </a:moveTo>
                <a:lnTo>
                  <a:pt x="822749" y="27850"/>
                </a:lnTo>
                <a:lnTo>
                  <a:pt x="840948" y="27850"/>
                </a:lnTo>
                <a:lnTo>
                  <a:pt x="840948" y="96634"/>
                </a:lnTo>
                <a:lnTo>
                  <a:pt x="822749" y="96634"/>
                </a:lnTo>
                <a:close/>
                <a:moveTo>
                  <a:pt x="919599" y="48187"/>
                </a:moveTo>
                <a:lnTo>
                  <a:pt x="901658" y="51426"/>
                </a:lnTo>
                <a:cubicBezTo>
                  <a:pt x="901053" y="47864"/>
                  <a:pt x="899682" y="45181"/>
                  <a:pt x="897545" y="43378"/>
                </a:cubicBezTo>
                <a:cubicBezTo>
                  <a:pt x="895408" y="41576"/>
                  <a:pt x="892634" y="40674"/>
                  <a:pt x="889222" y="40674"/>
                </a:cubicBezTo>
                <a:cubicBezTo>
                  <a:pt x="884689" y="40674"/>
                  <a:pt x="881072" y="42235"/>
                  <a:pt x="878374" y="45356"/>
                </a:cubicBezTo>
                <a:cubicBezTo>
                  <a:pt x="875675" y="48477"/>
                  <a:pt x="874326" y="53696"/>
                  <a:pt x="874326" y="61013"/>
                </a:cubicBezTo>
                <a:cubicBezTo>
                  <a:pt x="874326" y="69150"/>
                  <a:pt x="875697" y="74897"/>
                  <a:pt x="878439" y="78256"/>
                </a:cubicBezTo>
                <a:cubicBezTo>
                  <a:pt x="881180" y="81613"/>
                  <a:pt x="884861" y="83292"/>
                  <a:pt x="889482" y="83292"/>
                </a:cubicBezTo>
                <a:cubicBezTo>
                  <a:pt x="892936" y="83292"/>
                  <a:pt x="895764" y="82309"/>
                  <a:pt x="897966" y="80345"/>
                </a:cubicBezTo>
                <a:cubicBezTo>
                  <a:pt x="900168" y="78380"/>
                  <a:pt x="901723" y="75001"/>
                  <a:pt x="902629" y="70209"/>
                </a:cubicBezTo>
                <a:lnTo>
                  <a:pt x="920505" y="73317"/>
                </a:lnTo>
                <a:cubicBezTo>
                  <a:pt x="918649" y="81521"/>
                  <a:pt x="915086" y="87717"/>
                  <a:pt x="909819" y="91906"/>
                </a:cubicBezTo>
                <a:cubicBezTo>
                  <a:pt x="904551" y="96094"/>
                  <a:pt x="897491" y="98188"/>
                  <a:pt x="888640" y="98188"/>
                </a:cubicBezTo>
                <a:cubicBezTo>
                  <a:pt x="878579" y="98188"/>
                  <a:pt x="870558" y="95015"/>
                  <a:pt x="864578" y="88667"/>
                </a:cubicBezTo>
                <a:cubicBezTo>
                  <a:pt x="858598" y="82320"/>
                  <a:pt x="855608" y="73533"/>
                  <a:pt x="855608" y="62307"/>
                </a:cubicBezTo>
                <a:cubicBezTo>
                  <a:pt x="855608" y="50951"/>
                  <a:pt x="858609" y="42110"/>
                  <a:pt x="864611" y="35784"/>
                </a:cubicBezTo>
                <a:cubicBezTo>
                  <a:pt x="870612" y="29459"/>
                  <a:pt x="878730" y="26296"/>
                  <a:pt x="888963" y="26296"/>
                </a:cubicBezTo>
                <a:cubicBezTo>
                  <a:pt x="897340" y="26296"/>
                  <a:pt x="904000" y="28099"/>
                  <a:pt x="908944" y="31704"/>
                </a:cubicBezTo>
                <a:cubicBezTo>
                  <a:pt x="913888" y="35309"/>
                  <a:pt x="917440" y="40804"/>
                  <a:pt x="919599" y="48187"/>
                </a:cubicBezTo>
                <a:close/>
                <a:moveTo>
                  <a:pt x="970379" y="96634"/>
                </a:moveTo>
                <a:lnTo>
                  <a:pt x="970379" y="1684"/>
                </a:lnTo>
                <a:lnTo>
                  <a:pt x="1001144" y="1684"/>
                </a:lnTo>
                <a:cubicBezTo>
                  <a:pt x="1012802" y="1684"/>
                  <a:pt x="1020402" y="2158"/>
                  <a:pt x="1023942" y="3107"/>
                </a:cubicBezTo>
                <a:cubicBezTo>
                  <a:pt x="1029383" y="4530"/>
                  <a:pt x="1033938" y="7625"/>
                  <a:pt x="1037608" y="12391"/>
                </a:cubicBezTo>
                <a:cubicBezTo>
                  <a:pt x="1041278" y="17157"/>
                  <a:pt x="1043114" y="23314"/>
                  <a:pt x="1043114" y="30862"/>
                </a:cubicBezTo>
                <a:cubicBezTo>
                  <a:pt x="1043114" y="36684"/>
                  <a:pt x="1042056" y="41580"/>
                  <a:pt x="1039940" y="45548"/>
                </a:cubicBezTo>
                <a:cubicBezTo>
                  <a:pt x="1037824" y="49516"/>
                  <a:pt x="1035136" y="52633"/>
                  <a:pt x="1031876" y="54897"/>
                </a:cubicBezTo>
                <a:cubicBezTo>
                  <a:pt x="1028616" y="57161"/>
                  <a:pt x="1025302" y="58660"/>
                  <a:pt x="1021934" y="59394"/>
                </a:cubicBezTo>
                <a:cubicBezTo>
                  <a:pt x="1017358" y="60300"/>
                  <a:pt x="1010730" y="60752"/>
                  <a:pt x="1002051" y="60752"/>
                </a:cubicBezTo>
                <a:lnTo>
                  <a:pt x="989550" y="60752"/>
                </a:lnTo>
                <a:lnTo>
                  <a:pt x="989550" y="96634"/>
                </a:lnTo>
                <a:lnTo>
                  <a:pt x="970379" y="96634"/>
                </a:lnTo>
                <a:moveTo>
                  <a:pt x="989550" y="17746"/>
                </a:moveTo>
                <a:lnTo>
                  <a:pt x="989550" y="44690"/>
                </a:lnTo>
                <a:lnTo>
                  <a:pt x="1000043" y="44690"/>
                </a:lnTo>
                <a:cubicBezTo>
                  <a:pt x="1007599" y="44690"/>
                  <a:pt x="1012651" y="44193"/>
                  <a:pt x="1015199" y="43200"/>
                </a:cubicBezTo>
                <a:cubicBezTo>
                  <a:pt x="1017746" y="42207"/>
                  <a:pt x="1019743" y="40653"/>
                  <a:pt x="1021190" y="38537"/>
                </a:cubicBezTo>
                <a:cubicBezTo>
                  <a:pt x="1022636" y="36421"/>
                  <a:pt x="1023359" y="33960"/>
                  <a:pt x="1023359" y="31153"/>
                </a:cubicBezTo>
                <a:cubicBezTo>
                  <a:pt x="1023359" y="27699"/>
                  <a:pt x="1022345" y="24849"/>
                  <a:pt x="1020315" y="22604"/>
                </a:cubicBezTo>
                <a:cubicBezTo>
                  <a:pt x="1018286" y="20359"/>
                  <a:pt x="1015717" y="18955"/>
                  <a:pt x="1012608" y="18394"/>
                </a:cubicBezTo>
                <a:cubicBezTo>
                  <a:pt x="1010319" y="17962"/>
                  <a:pt x="1005721" y="17746"/>
                  <a:pt x="998812" y="17746"/>
                </a:cubicBezTo>
                <a:lnTo>
                  <a:pt x="989550" y="17746"/>
                </a:lnTo>
                <a:close/>
                <a:moveTo>
                  <a:pt x="1076146" y="96634"/>
                </a:moveTo>
                <a:lnTo>
                  <a:pt x="1057947" y="96634"/>
                </a:lnTo>
                <a:lnTo>
                  <a:pt x="1057947" y="27850"/>
                </a:lnTo>
                <a:lnTo>
                  <a:pt x="1074851" y="27850"/>
                </a:lnTo>
                <a:lnTo>
                  <a:pt x="1074851" y="37630"/>
                </a:lnTo>
                <a:cubicBezTo>
                  <a:pt x="1077744" y="33010"/>
                  <a:pt x="1080346" y="29966"/>
                  <a:pt x="1082656" y="28498"/>
                </a:cubicBezTo>
                <a:cubicBezTo>
                  <a:pt x="1084966" y="27030"/>
                  <a:pt x="1087589" y="26296"/>
                  <a:pt x="1090525" y="26296"/>
                </a:cubicBezTo>
                <a:cubicBezTo>
                  <a:pt x="1094670" y="26296"/>
                  <a:pt x="1098664" y="27440"/>
                  <a:pt x="1102507" y="29729"/>
                </a:cubicBezTo>
                <a:lnTo>
                  <a:pt x="1096872" y="45597"/>
                </a:lnTo>
                <a:cubicBezTo>
                  <a:pt x="1093806" y="43610"/>
                  <a:pt x="1090957" y="42617"/>
                  <a:pt x="1088323" y="42617"/>
                </a:cubicBezTo>
                <a:cubicBezTo>
                  <a:pt x="1085775" y="42617"/>
                  <a:pt x="1083616" y="43319"/>
                  <a:pt x="1081846" y="44722"/>
                </a:cubicBezTo>
                <a:cubicBezTo>
                  <a:pt x="1080076" y="46126"/>
                  <a:pt x="1078683" y="48662"/>
                  <a:pt x="1077668" y="52333"/>
                </a:cubicBezTo>
                <a:cubicBezTo>
                  <a:pt x="1076654" y="56003"/>
                  <a:pt x="1076146" y="63689"/>
                  <a:pt x="1076146" y="75390"/>
                </a:cubicBezTo>
                <a:lnTo>
                  <a:pt x="1076146" y="96634"/>
                </a:lnTo>
                <a:close/>
                <a:moveTo>
                  <a:pt x="1106114" y="61271"/>
                </a:moveTo>
                <a:cubicBezTo>
                  <a:pt x="1106114" y="55226"/>
                  <a:pt x="1107603" y="49375"/>
                  <a:pt x="1110583" y="43718"/>
                </a:cubicBezTo>
                <a:cubicBezTo>
                  <a:pt x="1113562" y="38062"/>
                  <a:pt x="1117783" y="33744"/>
                  <a:pt x="1123245" y="30765"/>
                </a:cubicBezTo>
                <a:cubicBezTo>
                  <a:pt x="1128707" y="27785"/>
                  <a:pt x="1134806" y="26296"/>
                  <a:pt x="1141542" y="26296"/>
                </a:cubicBezTo>
                <a:cubicBezTo>
                  <a:pt x="1151948" y="26296"/>
                  <a:pt x="1160476" y="29675"/>
                  <a:pt x="1167125" y="36432"/>
                </a:cubicBezTo>
                <a:cubicBezTo>
                  <a:pt x="1173775" y="43189"/>
                  <a:pt x="1177099" y="51728"/>
                  <a:pt x="1177099" y="62048"/>
                </a:cubicBezTo>
                <a:cubicBezTo>
                  <a:pt x="1177099" y="72454"/>
                  <a:pt x="1173742" y="81079"/>
                  <a:pt x="1167028" y="87923"/>
                </a:cubicBezTo>
                <a:cubicBezTo>
                  <a:pt x="1160314" y="94766"/>
                  <a:pt x="1151862" y="98188"/>
                  <a:pt x="1141671" y="98188"/>
                </a:cubicBezTo>
                <a:cubicBezTo>
                  <a:pt x="1135367" y="98188"/>
                  <a:pt x="1129355" y="96763"/>
                  <a:pt x="1123633" y="93914"/>
                </a:cubicBezTo>
                <a:cubicBezTo>
                  <a:pt x="1117912" y="91064"/>
                  <a:pt x="1113562" y="86886"/>
                  <a:pt x="1110583" y="81381"/>
                </a:cubicBezTo>
                <a:cubicBezTo>
                  <a:pt x="1107603" y="75876"/>
                  <a:pt x="1106114" y="69172"/>
                  <a:pt x="1106114" y="61271"/>
                </a:cubicBezTo>
                <a:moveTo>
                  <a:pt x="1124767" y="62242"/>
                </a:moveTo>
                <a:cubicBezTo>
                  <a:pt x="1124767" y="69043"/>
                  <a:pt x="1126386" y="74251"/>
                  <a:pt x="1129625" y="77867"/>
                </a:cubicBezTo>
                <a:cubicBezTo>
                  <a:pt x="1132863" y="81484"/>
                  <a:pt x="1136857" y="83292"/>
                  <a:pt x="1141607" y="83292"/>
                </a:cubicBezTo>
                <a:cubicBezTo>
                  <a:pt x="1146356" y="83292"/>
                  <a:pt x="1150340" y="81484"/>
                  <a:pt x="1153556" y="77867"/>
                </a:cubicBezTo>
                <a:cubicBezTo>
                  <a:pt x="1156773" y="74251"/>
                  <a:pt x="1158382" y="69000"/>
                  <a:pt x="1158382" y="62113"/>
                </a:cubicBezTo>
                <a:cubicBezTo>
                  <a:pt x="1158382" y="55398"/>
                  <a:pt x="1156773" y="50233"/>
                  <a:pt x="1153556" y="46617"/>
                </a:cubicBezTo>
                <a:cubicBezTo>
                  <a:pt x="1150340" y="43001"/>
                  <a:pt x="1146356" y="41192"/>
                  <a:pt x="1141607" y="41192"/>
                </a:cubicBezTo>
                <a:cubicBezTo>
                  <a:pt x="1136857" y="41192"/>
                  <a:pt x="1132863" y="43001"/>
                  <a:pt x="1129625" y="46617"/>
                </a:cubicBezTo>
                <a:cubicBezTo>
                  <a:pt x="1126386" y="50233"/>
                  <a:pt x="1124767" y="55441"/>
                  <a:pt x="1124767" y="62242"/>
                </a:cubicBezTo>
                <a:close/>
                <a:moveTo>
                  <a:pt x="1190851" y="27850"/>
                </a:moveTo>
                <a:lnTo>
                  <a:pt x="1207820" y="27850"/>
                </a:lnTo>
                <a:lnTo>
                  <a:pt x="1207820" y="37954"/>
                </a:lnTo>
                <a:cubicBezTo>
                  <a:pt x="1210022" y="34500"/>
                  <a:pt x="1213001" y="31693"/>
                  <a:pt x="1216758" y="29534"/>
                </a:cubicBezTo>
                <a:cubicBezTo>
                  <a:pt x="1220515" y="27375"/>
                  <a:pt x="1224681" y="26296"/>
                  <a:pt x="1229258" y="26296"/>
                </a:cubicBezTo>
                <a:cubicBezTo>
                  <a:pt x="1237246" y="26296"/>
                  <a:pt x="1244025" y="29426"/>
                  <a:pt x="1249595" y="35687"/>
                </a:cubicBezTo>
                <a:cubicBezTo>
                  <a:pt x="1255165" y="41948"/>
                  <a:pt x="1257950" y="50670"/>
                  <a:pt x="1257950" y="61853"/>
                </a:cubicBezTo>
                <a:cubicBezTo>
                  <a:pt x="1257950" y="73339"/>
                  <a:pt x="1255144" y="82266"/>
                  <a:pt x="1249531" y="88635"/>
                </a:cubicBezTo>
                <a:cubicBezTo>
                  <a:pt x="1243917" y="95004"/>
                  <a:pt x="1237117" y="98188"/>
                  <a:pt x="1229129" y="98188"/>
                </a:cubicBezTo>
                <a:cubicBezTo>
                  <a:pt x="1225329" y="98188"/>
                  <a:pt x="1221885" y="97433"/>
                  <a:pt x="1218798" y="95921"/>
                </a:cubicBezTo>
                <a:cubicBezTo>
                  <a:pt x="1215711" y="94410"/>
                  <a:pt x="1212462" y="91819"/>
                  <a:pt x="1209051" y="88149"/>
                </a:cubicBezTo>
                <a:lnTo>
                  <a:pt x="1209051" y="122800"/>
                </a:lnTo>
                <a:lnTo>
                  <a:pt x="1190851" y="122800"/>
                </a:lnTo>
                <a:lnTo>
                  <a:pt x="1190851" y="27850"/>
                </a:lnTo>
                <a:moveTo>
                  <a:pt x="1208856" y="61046"/>
                </a:moveTo>
                <a:cubicBezTo>
                  <a:pt x="1208856" y="68763"/>
                  <a:pt x="1210389" y="74464"/>
                  <a:pt x="1213455" y="78151"/>
                </a:cubicBezTo>
                <a:cubicBezTo>
                  <a:pt x="1216521" y="81837"/>
                  <a:pt x="1220255" y="83680"/>
                  <a:pt x="1224660" y="83680"/>
                </a:cubicBezTo>
                <a:cubicBezTo>
                  <a:pt x="1228891" y="83680"/>
                  <a:pt x="1232410" y="81988"/>
                  <a:pt x="1235217" y="78604"/>
                </a:cubicBezTo>
                <a:cubicBezTo>
                  <a:pt x="1238023" y="75220"/>
                  <a:pt x="1239427" y="69669"/>
                  <a:pt x="1239427" y="61951"/>
                </a:cubicBezTo>
                <a:cubicBezTo>
                  <a:pt x="1239427" y="54751"/>
                  <a:pt x="1237980" y="49404"/>
                  <a:pt x="1235087" y="45912"/>
                </a:cubicBezTo>
                <a:cubicBezTo>
                  <a:pt x="1232194" y="42420"/>
                  <a:pt x="1228611" y="40674"/>
                  <a:pt x="1224336" y="40674"/>
                </a:cubicBezTo>
                <a:cubicBezTo>
                  <a:pt x="1219888" y="40674"/>
                  <a:pt x="1216197" y="42388"/>
                  <a:pt x="1213261" y="45815"/>
                </a:cubicBezTo>
                <a:cubicBezTo>
                  <a:pt x="1210324" y="49243"/>
                  <a:pt x="1208856" y="54319"/>
                  <a:pt x="1208856" y="61046"/>
                </a:cubicBezTo>
                <a:close/>
                <a:moveTo>
                  <a:pt x="1268205" y="61271"/>
                </a:moveTo>
                <a:cubicBezTo>
                  <a:pt x="1268205" y="55226"/>
                  <a:pt x="1269695" y="49375"/>
                  <a:pt x="1272674" y="43718"/>
                </a:cubicBezTo>
                <a:cubicBezTo>
                  <a:pt x="1275653" y="38062"/>
                  <a:pt x="1279874" y="33744"/>
                  <a:pt x="1285336" y="30765"/>
                </a:cubicBezTo>
                <a:cubicBezTo>
                  <a:pt x="1290798" y="27785"/>
                  <a:pt x="1296897" y="26296"/>
                  <a:pt x="1303633" y="26296"/>
                </a:cubicBezTo>
                <a:cubicBezTo>
                  <a:pt x="1314039" y="26296"/>
                  <a:pt x="1322567" y="29675"/>
                  <a:pt x="1329216" y="36432"/>
                </a:cubicBezTo>
                <a:cubicBezTo>
                  <a:pt x="1335866" y="43189"/>
                  <a:pt x="1339191" y="51728"/>
                  <a:pt x="1339191" y="62048"/>
                </a:cubicBezTo>
                <a:cubicBezTo>
                  <a:pt x="1339191" y="72454"/>
                  <a:pt x="1335833" y="81079"/>
                  <a:pt x="1329119" y="87923"/>
                </a:cubicBezTo>
                <a:cubicBezTo>
                  <a:pt x="1322405" y="94766"/>
                  <a:pt x="1313953" y="98188"/>
                  <a:pt x="1303763" y="98188"/>
                </a:cubicBezTo>
                <a:cubicBezTo>
                  <a:pt x="1297458" y="98188"/>
                  <a:pt x="1291446" y="96763"/>
                  <a:pt x="1285725" y="93914"/>
                </a:cubicBezTo>
                <a:cubicBezTo>
                  <a:pt x="1280003" y="91064"/>
                  <a:pt x="1275653" y="86886"/>
                  <a:pt x="1272674" y="81381"/>
                </a:cubicBezTo>
                <a:cubicBezTo>
                  <a:pt x="1269695" y="75876"/>
                  <a:pt x="1268205" y="69172"/>
                  <a:pt x="1268205" y="61271"/>
                </a:cubicBezTo>
                <a:moveTo>
                  <a:pt x="1286858" y="62242"/>
                </a:moveTo>
                <a:cubicBezTo>
                  <a:pt x="1286858" y="69043"/>
                  <a:pt x="1288477" y="74251"/>
                  <a:pt x="1291716" y="77867"/>
                </a:cubicBezTo>
                <a:cubicBezTo>
                  <a:pt x="1294954" y="81484"/>
                  <a:pt x="1298948" y="83292"/>
                  <a:pt x="1303698" y="83292"/>
                </a:cubicBezTo>
                <a:cubicBezTo>
                  <a:pt x="1308447" y="83292"/>
                  <a:pt x="1312431" y="81484"/>
                  <a:pt x="1315647" y="77867"/>
                </a:cubicBezTo>
                <a:cubicBezTo>
                  <a:pt x="1318864" y="74251"/>
                  <a:pt x="1320473" y="69000"/>
                  <a:pt x="1320473" y="62113"/>
                </a:cubicBezTo>
                <a:cubicBezTo>
                  <a:pt x="1320473" y="55398"/>
                  <a:pt x="1318864" y="50233"/>
                  <a:pt x="1315647" y="46617"/>
                </a:cubicBezTo>
                <a:cubicBezTo>
                  <a:pt x="1312431" y="43001"/>
                  <a:pt x="1308447" y="41192"/>
                  <a:pt x="1303698" y="41192"/>
                </a:cubicBezTo>
                <a:cubicBezTo>
                  <a:pt x="1298948" y="41192"/>
                  <a:pt x="1294954" y="43001"/>
                  <a:pt x="1291716" y="46617"/>
                </a:cubicBezTo>
                <a:cubicBezTo>
                  <a:pt x="1288477" y="50233"/>
                  <a:pt x="1286858" y="55441"/>
                  <a:pt x="1286858" y="62242"/>
                </a:cubicBezTo>
                <a:close/>
                <a:moveTo>
                  <a:pt x="1347048" y="77074"/>
                </a:moveTo>
                <a:lnTo>
                  <a:pt x="1365313" y="74224"/>
                </a:lnTo>
                <a:cubicBezTo>
                  <a:pt x="1366090" y="77743"/>
                  <a:pt x="1367666" y="80415"/>
                  <a:pt x="1370041" y="82239"/>
                </a:cubicBezTo>
                <a:cubicBezTo>
                  <a:pt x="1372416" y="84063"/>
                  <a:pt x="1375741" y="84976"/>
                  <a:pt x="1380015" y="84976"/>
                </a:cubicBezTo>
                <a:cubicBezTo>
                  <a:pt x="1384722" y="84976"/>
                  <a:pt x="1388262" y="84113"/>
                  <a:pt x="1390637" y="82389"/>
                </a:cubicBezTo>
                <a:cubicBezTo>
                  <a:pt x="1392235" y="81181"/>
                  <a:pt x="1393034" y="79564"/>
                  <a:pt x="1393034" y="77537"/>
                </a:cubicBezTo>
                <a:cubicBezTo>
                  <a:pt x="1393034" y="76157"/>
                  <a:pt x="1392602" y="75014"/>
                  <a:pt x="1391738" y="74109"/>
                </a:cubicBezTo>
                <a:cubicBezTo>
                  <a:pt x="1390831" y="73247"/>
                  <a:pt x="1388802" y="72449"/>
                  <a:pt x="1385650" y="71716"/>
                </a:cubicBezTo>
                <a:cubicBezTo>
                  <a:pt x="1370969" y="68483"/>
                  <a:pt x="1361664" y="65530"/>
                  <a:pt x="1357735" y="62855"/>
                </a:cubicBezTo>
                <a:cubicBezTo>
                  <a:pt x="1352295" y="59145"/>
                  <a:pt x="1349574" y="53990"/>
                  <a:pt x="1349574" y="47390"/>
                </a:cubicBezTo>
                <a:cubicBezTo>
                  <a:pt x="1349574" y="41437"/>
                  <a:pt x="1351928" y="36433"/>
                  <a:pt x="1356634" y="32378"/>
                </a:cubicBezTo>
                <a:cubicBezTo>
                  <a:pt x="1361340" y="28323"/>
                  <a:pt x="1368638" y="26296"/>
                  <a:pt x="1378526" y="26296"/>
                </a:cubicBezTo>
                <a:cubicBezTo>
                  <a:pt x="1387939" y="26296"/>
                  <a:pt x="1394933" y="27823"/>
                  <a:pt x="1399510" y="30878"/>
                </a:cubicBezTo>
                <a:cubicBezTo>
                  <a:pt x="1404087" y="33933"/>
                  <a:pt x="1407239" y="38451"/>
                  <a:pt x="1408967" y="44431"/>
                </a:cubicBezTo>
                <a:lnTo>
                  <a:pt x="1391803" y="47669"/>
                </a:lnTo>
                <a:cubicBezTo>
                  <a:pt x="1391069" y="44992"/>
                  <a:pt x="1389676" y="42941"/>
                  <a:pt x="1387625" y="41516"/>
                </a:cubicBezTo>
                <a:cubicBezTo>
                  <a:pt x="1385574" y="40091"/>
                  <a:pt x="1382649" y="39379"/>
                  <a:pt x="1378849" y="39379"/>
                </a:cubicBezTo>
                <a:cubicBezTo>
                  <a:pt x="1374057" y="39379"/>
                  <a:pt x="1370624" y="40048"/>
                  <a:pt x="1368551" y="41385"/>
                </a:cubicBezTo>
                <a:cubicBezTo>
                  <a:pt x="1367170" y="42332"/>
                  <a:pt x="1366479" y="43561"/>
                  <a:pt x="1366479" y="45070"/>
                </a:cubicBezTo>
                <a:cubicBezTo>
                  <a:pt x="1366479" y="46363"/>
                  <a:pt x="1367083" y="47462"/>
                  <a:pt x="1368292" y="48368"/>
                </a:cubicBezTo>
                <a:cubicBezTo>
                  <a:pt x="1369933" y="49575"/>
                  <a:pt x="1375600" y="51279"/>
                  <a:pt x="1385294" y="53478"/>
                </a:cubicBezTo>
                <a:cubicBezTo>
                  <a:pt x="1394987" y="55678"/>
                  <a:pt x="1401756" y="58376"/>
                  <a:pt x="1405599" y="61572"/>
                </a:cubicBezTo>
                <a:cubicBezTo>
                  <a:pt x="1409398" y="64813"/>
                  <a:pt x="1411298" y="69328"/>
                  <a:pt x="1411298" y="75117"/>
                </a:cubicBezTo>
                <a:cubicBezTo>
                  <a:pt x="1411298" y="81425"/>
                  <a:pt x="1408664" y="86847"/>
                  <a:pt x="1403396" y="91384"/>
                </a:cubicBezTo>
                <a:cubicBezTo>
                  <a:pt x="1398129" y="95920"/>
                  <a:pt x="1390335" y="98188"/>
                  <a:pt x="1380015" y="98188"/>
                </a:cubicBezTo>
                <a:cubicBezTo>
                  <a:pt x="1370645" y="98188"/>
                  <a:pt x="1363230" y="96294"/>
                  <a:pt x="1357767" y="92507"/>
                </a:cubicBezTo>
                <a:cubicBezTo>
                  <a:pt x="1352305" y="88718"/>
                  <a:pt x="1348732" y="83574"/>
                  <a:pt x="1347048" y="77074"/>
                </a:cubicBezTo>
                <a:close/>
                <a:moveTo>
                  <a:pt x="1427212" y="18524"/>
                </a:moveTo>
                <a:lnTo>
                  <a:pt x="1427212" y="1684"/>
                </a:lnTo>
                <a:lnTo>
                  <a:pt x="1445411" y="1684"/>
                </a:lnTo>
                <a:lnTo>
                  <a:pt x="1445411" y="18524"/>
                </a:lnTo>
                <a:lnTo>
                  <a:pt x="1427212" y="18524"/>
                </a:lnTo>
                <a:moveTo>
                  <a:pt x="1427212" y="96634"/>
                </a:moveTo>
                <a:lnTo>
                  <a:pt x="1427212" y="27850"/>
                </a:lnTo>
                <a:lnTo>
                  <a:pt x="1445411" y="27850"/>
                </a:lnTo>
                <a:lnTo>
                  <a:pt x="1445411" y="96634"/>
                </a:lnTo>
                <a:lnTo>
                  <a:pt x="1427212" y="96634"/>
                </a:lnTo>
                <a:close/>
                <a:moveTo>
                  <a:pt x="1495628" y="27850"/>
                </a:moveTo>
                <a:lnTo>
                  <a:pt x="1495628" y="42358"/>
                </a:lnTo>
                <a:lnTo>
                  <a:pt x="1483192" y="42358"/>
                </a:lnTo>
                <a:lnTo>
                  <a:pt x="1483192" y="70034"/>
                </a:lnTo>
                <a:cubicBezTo>
                  <a:pt x="1483192" y="75640"/>
                  <a:pt x="1483311" y="78906"/>
                  <a:pt x="1483549" y="79833"/>
                </a:cubicBezTo>
                <a:cubicBezTo>
                  <a:pt x="1483786" y="80758"/>
                  <a:pt x="1484326" y="81523"/>
                  <a:pt x="1485168" y="82128"/>
                </a:cubicBezTo>
                <a:cubicBezTo>
                  <a:pt x="1486010" y="82731"/>
                  <a:pt x="1487035" y="83033"/>
                  <a:pt x="1488244" y="83033"/>
                </a:cubicBezTo>
                <a:cubicBezTo>
                  <a:pt x="1489928" y="83033"/>
                  <a:pt x="1492368" y="82450"/>
                  <a:pt x="1495563" y="81284"/>
                </a:cubicBezTo>
                <a:lnTo>
                  <a:pt x="1497118" y="95456"/>
                </a:lnTo>
                <a:cubicBezTo>
                  <a:pt x="1492886" y="97277"/>
                  <a:pt x="1488093" y="98188"/>
                  <a:pt x="1482739" y="98188"/>
                </a:cubicBezTo>
                <a:cubicBezTo>
                  <a:pt x="1479457" y="98188"/>
                  <a:pt x="1476500" y="97638"/>
                  <a:pt x="1473866" y="96537"/>
                </a:cubicBezTo>
                <a:cubicBezTo>
                  <a:pt x="1471232" y="95436"/>
                  <a:pt x="1469300" y="94011"/>
                  <a:pt x="1468069" y="92262"/>
                </a:cubicBezTo>
                <a:cubicBezTo>
                  <a:pt x="1466839" y="90513"/>
                  <a:pt x="1465986" y="88149"/>
                  <a:pt x="1465511" y="85170"/>
                </a:cubicBezTo>
                <a:cubicBezTo>
                  <a:pt x="1465122" y="83054"/>
                  <a:pt x="1464928" y="78779"/>
                  <a:pt x="1464928" y="72346"/>
                </a:cubicBezTo>
                <a:lnTo>
                  <a:pt x="1464928" y="42358"/>
                </a:lnTo>
                <a:lnTo>
                  <a:pt x="1456573" y="42358"/>
                </a:lnTo>
                <a:lnTo>
                  <a:pt x="1456573" y="27850"/>
                </a:lnTo>
                <a:lnTo>
                  <a:pt x="1464928" y="27850"/>
                </a:lnTo>
                <a:lnTo>
                  <a:pt x="1464928" y="14119"/>
                </a:lnTo>
                <a:lnTo>
                  <a:pt x="1483192" y="3368"/>
                </a:lnTo>
                <a:lnTo>
                  <a:pt x="1483192" y="27850"/>
                </a:lnTo>
                <a:lnTo>
                  <a:pt x="1495628" y="27850"/>
                </a:lnTo>
                <a:close/>
                <a:moveTo>
                  <a:pt x="1508257" y="18524"/>
                </a:moveTo>
                <a:lnTo>
                  <a:pt x="1508257" y="1684"/>
                </a:lnTo>
                <a:lnTo>
                  <a:pt x="1526457" y="1684"/>
                </a:lnTo>
                <a:lnTo>
                  <a:pt x="1526457" y="18524"/>
                </a:lnTo>
                <a:lnTo>
                  <a:pt x="1508257" y="18524"/>
                </a:lnTo>
                <a:moveTo>
                  <a:pt x="1508257" y="96634"/>
                </a:moveTo>
                <a:lnTo>
                  <a:pt x="1508257" y="27850"/>
                </a:lnTo>
                <a:lnTo>
                  <a:pt x="1526457" y="27850"/>
                </a:lnTo>
                <a:lnTo>
                  <a:pt x="1526457" y="96634"/>
                </a:lnTo>
                <a:lnTo>
                  <a:pt x="1508257" y="96634"/>
                </a:lnTo>
                <a:close/>
                <a:moveTo>
                  <a:pt x="1540922" y="61271"/>
                </a:moveTo>
                <a:cubicBezTo>
                  <a:pt x="1540922" y="55226"/>
                  <a:pt x="1542412" y="49375"/>
                  <a:pt x="1545391" y="43718"/>
                </a:cubicBezTo>
                <a:cubicBezTo>
                  <a:pt x="1548371" y="38062"/>
                  <a:pt x="1552591" y="33744"/>
                  <a:pt x="1558054" y="30765"/>
                </a:cubicBezTo>
                <a:cubicBezTo>
                  <a:pt x="1563516" y="27785"/>
                  <a:pt x="1569615" y="26296"/>
                  <a:pt x="1576350" y="26296"/>
                </a:cubicBezTo>
                <a:cubicBezTo>
                  <a:pt x="1586757" y="26296"/>
                  <a:pt x="1595284" y="29675"/>
                  <a:pt x="1601934" y="36432"/>
                </a:cubicBezTo>
                <a:cubicBezTo>
                  <a:pt x="1608583" y="43189"/>
                  <a:pt x="1611908" y="51728"/>
                  <a:pt x="1611908" y="62048"/>
                </a:cubicBezTo>
                <a:cubicBezTo>
                  <a:pt x="1611908" y="72454"/>
                  <a:pt x="1608551" y="81079"/>
                  <a:pt x="1601837" y="87923"/>
                </a:cubicBezTo>
                <a:cubicBezTo>
                  <a:pt x="1595122" y="94766"/>
                  <a:pt x="1586670" y="98188"/>
                  <a:pt x="1576480" y="98188"/>
                </a:cubicBezTo>
                <a:cubicBezTo>
                  <a:pt x="1570176" y="98188"/>
                  <a:pt x="1564163" y="96763"/>
                  <a:pt x="1558442" y="93914"/>
                </a:cubicBezTo>
                <a:cubicBezTo>
                  <a:pt x="1552721" y="91064"/>
                  <a:pt x="1548371" y="86886"/>
                  <a:pt x="1545391" y="81381"/>
                </a:cubicBezTo>
                <a:cubicBezTo>
                  <a:pt x="1542412" y="75876"/>
                  <a:pt x="1540922" y="69172"/>
                  <a:pt x="1540922" y="61271"/>
                </a:cubicBezTo>
                <a:moveTo>
                  <a:pt x="1559576" y="62242"/>
                </a:moveTo>
                <a:cubicBezTo>
                  <a:pt x="1559576" y="69043"/>
                  <a:pt x="1561195" y="74251"/>
                  <a:pt x="1564433" y="77867"/>
                </a:cubicBezTo>
                <a:cubicBezTo>
                  <a:pt x="1567672" y="81484"/>
                  <a:pt x="1571666" y="83292"/>
                  <a:pt x="1576415" y="83292"/>
                </a:cubicBezTo>
                <a:cubicBezTo>
                  <a:pt x="1581165" y="83292"/>
                  <a:pt x="1585148" y="81484"/>
                  <a:pt x="1588365" y="77867"/>
                </a:cubicBezTo>
                <a:cubicBezTo>
                  <a:pt x="1591582" y="74251"/>
                  <a:pt x="1593190" y="69000"/>
                  <a:pt x="1593190" y="62113"/>
                </a:cubicBezTo>
                <a:cubicBezTo>
                  <a:pt x="1593190" y="55398"/>
                  <a:pt x="1591582" y="50233"/>
                  <a:pt x="1588365" y="46617"/>
                </a:cubicBezTo>
                <a:cubicBezTo>
                  <a:pt x="1585148" y="43001"/>
                  <a:pt x="1581165" y="41192"/>
                  <a:pt x="1576415" y="41192"/>
                </a:cubicBezTo>
                <a:cubicBezTo>
                  <a:pt x="1571666" y="41192"/>
                  <a:pt x="1567672" y="43001"/>
                  <a:pt x="1564433" y="46617"/>
                </a:cubicBezTo>
                <a:cubicBezTo>
                  <a:pt x="1561195" y="50233"/>
                  <a:pt x="1559576" y="55441"/>
                  <a:pt x="1559576" y="62242"/>
                </a:cubicBezTo>
                <a:close/>
                <a:moveTo>
                  <a:pt x="1688743" y="96634"/>
                </a:moveTo>
                <a:lnTo>
                  <a:pt x="1670543" y="96634"/>
                </a:lnTo>
                <a:lnTo>
                  <a:pt x="1670543" y="61570"/>
                </a:lnTo>
                <a:cubicBezTo>
                  <a:pt x="1670543" y="54151"/>
                  <a:pt x="1670154" y="49353"/>
                  <a:pt x="1669377" y="47175"/>
                </a:cubicBezTo>
                <a:cubicBezTo>
                  <a:pt x="1668600" y="44998"/>
                  <a:pt x="1667337" y="43305"/>
                  <a:pt x="1665588" y="42097"/>
                </a:cubicBezTo>
                <a:cubicBezTo>
                  <a:pt x="1663840" y="40890"/>
                  <a:pt x="1661735" y="40286"/>
                  <a:pt x="1659273" y="40286"/>
                </a:cubicBezTo>
                <a:cubicBezTo>
                  <a:pt x="1656121" y="40286"/>
                  <a:pt x="1653293" y="41149"/>
                  <a:pt x="1650789" y="42874"/>
                </a:cubicBezTo>
                <a:cubicBezTo>
                  <a:pt x="1648284" y="44599"/>
                  <a:pt x="1646568" y="46885"/>
                  <a:pt x="1645640" y="49732"/>
                </a:cubicBezTo>
                <a:cubicBezTo>
                  <a:pt x="1644711" y="52577"/>
                  <a:pt x="1644247" y="57839"/>
                  <a:pt x="1644247" y="65517"/>
                </a:cubicBezTo>
                <a:lnTo>
                  <a:pt x="1644247" y="96634"/>
                </a:lnTo>
                <a:lnTo>
                  <a:pt x="1626047" y="96634"/>
                </a:lnTo>
                <a:lnTo>
                  <a:pt x="1626047" y="27850"/>
                </a:lnTo>
                <a:lnTo>
                  <a:pt x="1642952" y="27850"/>
                </a:lnTo>
                <a:lnTo>
                  <a:pt x="1642952" y="37954"/>
                </a:lnTo>
                <a:cubicBezTo>
                  <a:pt x="1648954" y="30182"/>
                  <a:pt x="1656510" y="26296"/>
                  <a:pt x="1665621" y="26296"/>
                </a:cubicBezTo>
                <a:cubicBezTo>
                  <a:pt x="1669636" y="26296"/>
                  <a:pt x="1673307" y="27019"/>
                  <a:pt x="1676631" y="28466"/>
                </a:cubicBezTo>
                <a:cubicBezTo>
                  <a:pt x="1679956" y="29912"/>
                  <a:pt x="1682471" y="31758"/>
                  <a:pt x="1684177" y="34003"/>
                </a:cubicBezTo>
                <a:cubicBezTo>
                  <a:pt x="1685882" y="36248"/>
                  <a:pt x="1687070" y="38796"/>
                  <a:pt x="1687739" y="41646"/>
                </a:cubicBezTo>
                <a:cubicBezTo>
                  <a:pt x="1688408" y="44496"/>
                  <a:pt x="1688743" y="48576"/>
                  <a:pt x="1688743" y="53887"/>
                </a:cubicBezTo>
                <a:lnTo>
                  <a:pt x="1688743" y="96634"/>
                </a:lnTo>
                <a:close/>
                <a:moveTo>
                  <a:pt x="1744422" y="96634"/>
                </a:moveTo>
                <a:lnTo>
                  <a:pt x="1744422" y="1684"/>
                </a:lnTo>
                <a:lnTo>
                  <a:pt x="1763075" y="1684"/>
                </a:lnTo>
                <a:lnTo>
                  <a:pt x="1801936" y="65227"/>
                </a:lnTo>
                <a:lnTo>
                  <a:pt x="1801936" y="1684"/>
                </a:lnTo>
                <a:lnTo>
                  <a:pt x="1819747" y="1684"/>
                </a:lnTo>
                <a:lnTo>
                  <a:pt x="1819747" y="96634"/>
                </a:lnTo>
                <a:lnTo>
                  <a:pt x="1800511" y="96634"/>
                </a:lnTo>
                <a:lnTo>
                  <a:pt x="1762233" y="34542"/>
                </a:lnTo>
                <a:lnTo>
                  <a:pt x="1762233" y="96634"/>
                </a:lnTo>
                <a:lnTo>
                  <a:pt x="1744422" y="96634"/>
                </a:lnTo>
                <a:close/>
                <a:moveTo>
                  <a:pt x="1835657" y="61271"/>
                </a:moveTo>
                <a:cubicBezTo>
                  <a:pt x="1835657" y="55226"/>
                  <a:pt x="1837147" y="49375"/>
                  <a:pt x="1840126" y="43718"/>
                </a:cubicBezTo>
                <a:cubicBezTo>
                  <a:pt x="1843106" y="38062"/>
                  <a:pt x="1847326" y="33744"/>
                  <a:pt x="1852788" y="30765"/>
                </a:cubicBezTo>
                <a:cubicBezTo>
                  <a:pt x="1858250" y="27785"/>
                  <a:pt x="1864349" y="26296"/>
                  <a:pt x="1871085" y="26296"/>
                </a:cubicBezTo>
                <a:cubicBezTo>
                  <a:pt x="1881491" y="26296"/>
                  <a:pt x="1890019" y="29675"/>
                  <a:pt x="1896669" y="36432"/>
                </a:cubicBezTo>
                <a:cubicBezTo>
                  <a:pt x="1903318" y="43189"/>
                  <a:pt x="1906643" y="51728"/>
                  <a:pt x="1906643" y="62048"/>
                </a:cubicBezTo>
                <a:cubicBezTo>
                  <a:pt x="1906643" y="72454"/>
                  <a:pt x="1903286" y="81079"/>
                  <a:pt x="1896572" y="87923"/>
                </a:cubicBezTo>
                <a:cubicBezTo>
                  <a:pt x="1889857" y="94766"/>
                  <a:pt x="1881405" y="98188"/>
                  <a:pt x="1871215" y="98188"/>
                </a:cubicBezTo>
                <a:cubicBezTo>
                  <a:pt x="1864911" y="98188"/>
                  <a:pt x="1858898" y="96763"/>
                  <a:pt x="1853177" y="93914"/>
                </a:cubicBezTo>
                <a:cubicBezTo>
                  <a:pt x="1847456" y="91064"/>
                  <a:pt x="1843106" y="86886"/>
                  <a:pt x="1840126" y="81381"/>
                </a:cubicBezTo>
                <a:cubicBezTo>
                  <a:pt x="1837147" y="75876"/>
                  <a:pt x="1835657" y="69172"/>
                  <a:pt x="1835657" y="61271"/>
                </a:cubicBezTo>
                <a:moveTo>
                  <a:pt x="1854310" y="62242"/>
                </a:moveTo>
                <a:cubicBezTo>
                  <a:pt x="1854310" y="69043"/>
                  <a:pt x="1855930" y="74251"/>
                  <a:pt x="1859168" y="77867"/>
                </a:cubicBezTo>
                <a:cubicBezTo>
                  <a:pt x="1862406" y="81484"/>
                  <a:pt x="1866400" y="83292"/>
                  <a:pt x="1871150" y="83292"/>
                </a:cubicBezTo>
                <a:cubicBezTo>
                  <a:pt x="1875900" y="83292"/>
                  <a:pt x="1879883" y="81484"/>
                  <a:pt x="1883100" y="77867"/>
                </a:cubicBezTo>
                <a:cubicBezTo>
                  <a:pt x="1886317" y="74251"/>
                  <a:pt x="1887925" y="69000"/>
                  <a:pt x="1887925" y="62113"/>
                </a:cubicBezTo>
                <a:cubicBezTo>
                  <a:pt x="1887925" y="55398"/>
                  <a:pt x="1886317" y="50233"/>
                  <a:pt x="1883100" y="46617"/>
                </a:cubicBezTo>
                <a:cubicBezTo>
                  <a:pt x="1879883" y="43001"/>
                  <a:pt x="1875900" y="41192"/>
                  <a:pt x="1871150" y="41192"/>
                </a:cubicBezTo>
                <a:cubicBezTo>
                  <a:pt x="1866400" y="41192"/>
                  <a:pt x="1862406" y="43001"/>
                  <a:pt x="1859168" y="46617"/>
                </a:cubicBezTo>
                <a:cubicBezTo>
                  <a:pt x="1855930" y="50233"/>
                  <a:pt x="1854310" y="55441"/>
                  <a:pt x="1854310" y="62242"/>
                </a:cubicBezTo>
                <a:close/>
                <a:moveTo>
                  <a:pt x="1938336" y="96634"/>
                </a:moveTo>
                <a:lnTo>
                  <a:pt x="1920136" y="96634"/>
                </a:lnTo>
                <a:lnTo>
                  <a:pt x="1920136" y="27850"/>
                </a:lnTo>
                <a:lnTo>
                  <a:pt x="1937041" y="27850"/>
                </a:lnTo>
                <a:lnTo>
                  <a:pt x="1937041" y="37630"/>
                </a:lnTo>
                <a:cubicBezTo>
                  <a:pt x="1939933" y="33010"/>
                  <a:pt x="1942535" y="29966"/>
                  <a:pt x="1944845" y="28498"/>
                </a:cubicBezTo>
                <a:cubicBezTo>
                  <a:pt x="1947155" y="27030"/>
                  <a:pt x="1949778" y="26296"/>
                  <a:pt x="1952714" y="26296"/>
                </a:cubicBezTo>
                <a:cubicBezTo>
                  <a:pt x="1956860" y="26296"/>
                  <a:pt x="1960854" y="27440"/>
                  <a:pt x="1964696" y="29729"/>
                </a:cubicBezTo>
                <a:lnTo>
                  <a:pt x="1959062" y="45597"/>
                </a:lnTo>
                <a:cubicBezTo>
                  <a:pt x="1955996" y="43610"/>
                  <a:pt x="1953146" y="42617"/>
                  <a:pt x="1950512" y="42617"/>
                </a:cubicBezTo>
                <a:cubicBezTo>
                  <a:pt x="1947965" y="42617"/>
                  <a:pt x="1945806" y="43319"/>
                  <a:pt x="1944035" y="44722"/>
                </a:cubicBezTo>
                <a:cubicBezTo>
                  <a:pt x="1942265" y="46126"/>
                  <a:pt x="1940873" y="48662"/>
                  <a:pt x="1939858" y="52333"/>
                </a:cubicBezTo>
                <a:cubicBezTo>
                  <a:pt x="1938843" y="56003"/>
                  <a:pt x="1938336" y="63689"/>
                  <a:pt x="1938336" y="75390"/>
                </a:cubicBezTo>
                <a:lnTo>
                  <a:pt x="1938336" y="96634"/>
                </a:lnTo>
                <a:close/>
                <a:moveTo>
                  <a:pt x="1971152" y="27850"/>
                </a:moveTo>
                <a:lnTo>
                  <a:pt x="1987927" y="27850"/>
                </a:lnTo>
                <a:lnTo>
                  <a:pt x="1987927" y="37242"/>
                </a:lnTo>
                <a:cubicBezTo>
                  <a:pt x="1993929" y="29944"/>
                  <a:pt x="2001075" y="26296"/>
                  <a:pt x="2009365" y="26296"/>
                </a:cubicBezTo>
                <a:cubicBezTo>
                  <a:pt x="2013770" y="26296"/>
                  <a:pt x="2017591" y="27207"/>
                  <a:pt x="2020829" y="29028"/>
                </a:cubicBezTo>
                <a:cubicBezTo>
                  <a:pt x="2024068" y="30850"/>
                  <a:pt x="2026723" y="33604"/>
                  <a:pt x="2028796" y="37292"/>
                </a:cubicBezTo>
                <a:cubicBezTo>
                  <a:pt x="2031818" y="33604"/>
                  <a:pt x="2035078" y="30850"/>
                  <a:pt x="2038576" y="29028"/>
                </a:cubicBezTo>
                <a:cubicBezTo>
                  <a:pt x="2042073" y="27207"/>
                  <a:pt x="2045808" y="26296"/>
                  <a:pt x="2049781" y="26296"/>
                </a:cubicBezTo>
                <a:cubicBezTo>
                  <a:pt x="2054832" y="26296"/>
                  <a:pt x="2059107" y="27321"/>
                  <a:pt x="2062605" y="29372"/>
                </a:cubicBezTo>
                <a:cubicBezTo>
                  <a:pt x="2066102" y="31423"/>
                  <a:pt x="2068714" y="34435"/>
                  <a:pt x="2070442" y="38407"/>
                </a:cubicBezTo>
                <a:cubicBezTo>
                  <a:pt x="2071694" y="41344"/>
                  <a:pt x="2072320" y="46093"/>
                  <a:pt x="2072320" y="52656"/>
                </a:cubicBezTo>
                <a:lnTo>
                  <a:pt x="2072320" y="96634"/>
                </a:lnTo>
                <a:lnTo>
                  <a:pt x="2054120" y="96634"/>
                </a:lnTo>
                <a:lnTo>
                  <a:pt x="2054120" y="57364"/>
                </a:lnTo>
                <a:cubicBezTo>
                  <a:pt x="2054120" y="50550"/>
                  <a:pt x="2053494" y="46151"/>
                  <a:pt x="2052242" y="44168"/>
                </a:cubicBezTo>
                <a:cubicBezTo>
                  <a:pt x="2050558" y="41580"/>
                  <a:pt x="2047967" y="40286"/>
                  <a:pt x="2044470" y="40286"/>
                </a:cubicBezTo>
                <a:cubicBezTo>
                  <a:pt x="2041922" y="40286"/>
                  <a:pt x="2039526" y="41062"/>
                  <a:pt x="2037280" y="42615"/>
                </a:cubicBezTo>
                <a:cubicBezTo>
                  <a:pt x="2035035" y="44167"/>
                  <a:pt x="2033416" y="46442"/>
                  <a:pt x="2032423" y="49440"/>
                </a:cubicBezTo>
                <a:cubicBezTo>
                  <a:pt x="2031430" y="52437"/>
                  <a:pt x="2030933" y="57171"/>
                  <a:pt x="2030933" y="63641"/>
                </a:cubicBezTo>
                <a:lnTo>
                  <a:pt x="2030933" y="96634"/>
                </a:lnTo>
                <a:lnTo>
                  <a:pt x="2012733" y="96634"/>
                </a:lnTo>
                <a:lnTo>
                  <a:pt x="2012733" y="58981"/>
                </a:lnTo>
                <a:cubicBezTo>
                  <a:pt x="2012733" y="52297"/>
                  <a:pt x="2012409" y="47984"/>
                  <a:pt x="2011762" y="46044"/>
                </a:cubicBezTo>
                <a:cubicBezTo>
                  <a:pt x="2011114" y="44102"/>
                  <a:pt x="2010110" y="42657"/>
                  <a:pt x="2008750" y="41709"/>
                </a:cubicBezTo>
                <a:cubicBezTo>
                  <a:pt x="2007390" y="40760"/>
                  <a:pt x="2005544" y="40286"/>
                  <a:pt x="2003212" y="40286"/>
                </a:cubicBezTo>
                <a:cubicBezTo>
                  <a:pt x="2000406" y="40286"/>
                  <a:pt x="1997880" y="41041"/>
                  <a:pt x="1995634" y="42551"/>
                </a:cubicBezTo>
                <a:cubicBezTo>
                  <a:pt x="1993389" y="44059"/>
                  <a:pt x="1991781" y="46237"/>
                  <a:pt x="1990809" y="49084"/>
                </a:cubicBezTo>
                <a:cubicBezTo>
                  <a:pt x="1989838" y="51931"/>
                  <a:pt x="1989352" y="56654"/>
                  <a:pt x="1989352" y="63252"/>
                </a:cubicBezTo>
                <a:lnTo>
                  <a:pt x="1989352" y="96634"/>
                </a:lnTo>
                <a:lnTo>
                  <a:pt x="1971152" y="96634"/>
                </a:lnTo>
                <a:lnTo>
                  <a:pt x="1971152" y="27850"/>
                </a:lnTo>
                <a:close/>
                <a:moveTo>
                  <a:pt x="2104036" y="49094"/>
                </a:moveTo>
                <a:lnTo>
                  <a:pt x="2087520" y="46115"/>
                </a:lnTo>
                <a:cubicBezTo>
                  <a:pt x="2089377" y="39378"/>
                  <a:pt x="2092572" y="34390"/>
                  <a:pt x="2097106" y="31153"/>
                </a:cubicBezTo>
                <a:cubicBezTo>
                  <a:pt x="2101639" y="27915"/>
                  <a:pt x="2108375" y="26296"/>
                  <a:pt x="2117313" y="26296"/>
                </a:cubicBezTo>
                <a:cubicBezTo>
                  <a:pt x="2125431" y="26296"/>
                  <a:pt x="2131476" y="27257"/>
                  <a:pt x="2135448" y="29178"/>
                </a:cubicBezTo>
                <a:cubicBezTo>
                  <a:pt x="2139421" y="31099"/>
                  <a:pt x="2142216" y="33539"/>
                  <a:pt x="2143836" y="36497"/>
                </a:cubicBezTo>
                <a:cubicBezTo>
                  <a:pt x="2145455" y="39455"/>
                  <a:pt x="2146264" y="44884"/>
                  <a:pt x="2146264" y="52786"/>
                </a:cubicBezTo>
                <a:lnTo>
                  <a:pt x="2146070" y="74030"/>
                </a:lnTo>
                <a:cubicBezTo>
                  <a:pt x="2146070" y="80075"/>
                  <a:pt x="2146362" y="84533"/>
                  <a:pt x="2146945" y="87404"/>
                </a:cubicBezTo>
                <a:cubicBezTo>
                  <a:pt x="2147527" y="90276"/>
                  <a:pt x="2148618" y="93352"/>
                  <a:pt x="2150215" y="96634"/>
                </a:cubicBezTo>
                <a:lnTo>
                  <a:pt x="2132210" y="96634"/>
                </a:lnTo>
                <a:cubicBezTo>
                  <a:pt x="2131735" y="95425"/>
                  <a:pt x="2131152" y="93633"/>
                  <a:pt x="2130461" y="91258"/>
                </a:cubicBezTo>
                <a:cubicBezTo>
                  <a:pt x="2130159" y="90179"/>
                  <a:pt x="2129943" y="89466"/>
                  <a:pt x="2129813" y="89121"/>
                </a:cubicBezTo>
                <a:cubicBezTo>
                  <a:pt x="2126705" y="92143"/>
                  <a:pt x="2123380" y="94410"/>
                  <a:pt x="2119839" y="95921"/>
                </a:cubicBezTo>
                <a:cubicBezTo>
                  <a:pt x="2116298" y="97433"/>
                  <a:pt x="2112520" y="98188"/>
                  <a:pt x="2108505" y="98188"/>
                </a:cubicBezTo>
                <a:cubicBezTo>
                  <a:pt x="2101423" y="98188"/>
                  <a:pt x="2095843" y="96275"/>
                  <a:pt x="2091762" y="92448"/>
                </a:cubicBezTo>
                <a:cubicBezTo>
                  <a:pt x="2087682" y="88622"/>
                  <a:pt x="2085642" y="83784"/>
                  <a:pt x="2085642" y="77936"/>
                </a:cubicBezTo>
                <a:cubicBezTo>
                  <a:pt x="2085642" y="74066"/>
                  <a:pt x="2086570" y="70616"/>
                  <a:pt x="2088427" y="67585"/>
                </a:cubicBezTo>
                <a:cubicBezTo>
                  <a:pt x="2090283" y="64553"/>
                  <a:pt x="2092885" y="62231"/>
                  <a:pt x="2096231" y="60619"/>
                </a:cubicBezTo>
                <a:cubicBezTo>
                  <a:pt x="2099578" y="59006"/>
                  <a:pt x="2104403" y="57598"/>
                  <a:pt x="2110707" y="56395"/>
                </a:cubicBezTo>
                <a:cubicBezTo>
                  <a:pt x="2119213" y="54804"/>
                  <a:pt x="2125107" y="53320"/>
                  <a:pt x="2128389" y="51944"/>
                </a:cubicBezTo>
                <a:lnTo>
                  <a:pt x="2128389" y="50110"/>
                </a:lnTo>
                <a:cubicBezTo>
                  <a:pt x="2128389" y="46574"/>
                  <a:pt x="2127525" y="44052"/>
                  <a:pt x="2125798" y="42546"/>
                </a:cubicBezTo>
                <a:cubicBezTo>
                  <a:pt x="2124071" y="41039"/>
                  <a:pt x="2120811" y="40286"/>
                  <a:pt x="2116018" y="40286"/>
                </a:cubicBezTo>
                <a:cubicBezTo>
                  <a:pt x="2112779" y="40286"/>
                  <a:pt x="2110253" y="40937"/>
                  <a:pt x="2108440" y="42241"/>
                </a:cubicBezTo>
                <a:cubicBezTo>
                  <a:pt x="2106626" y="43543"/>
                  <a:pt x="2105158" y="45827"/>
                  <a:pt x="2104036" y="49094"/>
                </a:cubicBezTo>
                <a:moveTo>
                  <a:pt x="2128389" y="63861"/>
                </a:moveTo>
                <a:cubicBezTo>
                  <a:pt x="2126057" y="64629"/>
                  <a:pt x="2122365" y="65547"/>
                  <a:pt x="2117313" y="66614"/>
                </a:cubicBezTo>
                <a:cubicBezTo>
                  <a:pt x="2112261" y="67680"/>
                  <a:pt x="2108958" y="68725"/>
                  <a:pt x="2107404" y="69749"/>
                </a:cubicBezTo>
                <a:cubicBezTo>
                  <a:pt x="2105029" y="71413"/>
                  <a:pt x="2103841" y="73524"/>
                  <a:pt x="2103841" y="76084"/>
                </a:cubicBezTo>
                <a:cubicBezTo>
                  <a:pt x="2103841" y="78602"/>
                  <a:pt x="2104791" y="80779"/>
                  <a:pt x="2106691" y="82614"/>
                </a:cubicBezTo>
                <a:cubicBezTo>
                  <a:pt x="2108591" y="84447"/>
                  <a:pt x="2111009" y="85364"/>
                  <a:pt x="2113945" y="85364"/>
                </a:cubicBezTo>
                <a:cubicBezTo>
                  <a:pt x="2117227" y="85364"/>
                  <a:pt x="2120357" y="84298"/>
                  <a:pt x="2123337" y="82164"/>
                </a:cubicBezTo>
                <a:cubicBezTo>
                  <a:pt x="2125539" y="80544"/>
                  <a:pt x="2126985" y="78560"/>
                  <a:pt x="2127676" y="76212"/>
                </a:cubicBezTo>
                <a:cubicBezTo>
                  <a:pt x="2128151" y="74676"/>
                  <a:pt x="2128389" y="71754"/>
                  <a:pt x="2128389" y="67446"/>
                </a:cubicBezTo>
                <a:lnTo>
                  <a:pt x="2128389" y="63861"/>
                </a:lnTo>
                <a:close/>
                <a:moveTo>
                  <a:pt x="2164185" y="96634"/>
                </a:moveTo>
                <a:lnTo>
                  <a:pt x="2164185" y="1684"/>
                </a:lnTo>
                <a:lnTo>
                  <a:pt x="2182385" y="1684"/>
                </a:lnTo>
                <a:lnTo>
                  <a:pt x="2182385" y="96634"/>
                </a:lnTo>
                <a:lnTo>
                  <a:pt x="2164185" y="96634"/>
                </a:lnTo>
                <a:close/>
                <a:moveTo>
                  <a:pt x="2201061" y="18524"/>
                </a:moveTo>
                <a:lnTo>
                  <a:pt x="2201061" y="1684"/>
                </a:lnTo>
                <a:lnTo>
                  <a:pt x="2219260" y="1684"/>
                </a:lnTo>
                <a:lnTo>
                  <a:pt x="2219260" y="18524"/>
                </a:lnTo>
                <a:lnTo>
                  <a:pt x="2201061" y="18524"/>
                </a:lnTo>
                <a:moveTo>
                  <a:pt x="2201061" y="96634"/>
                </a:moveTo>
                <a:lnTo>
                  <a:pt x="2201061" y="27850"/>
                </a:lnTo>
                <a:lnTo>
                  <a:pt x="2219260" y="27850"/>
                </a:lnTo>
                <a:lnTo>
                  <a:pt x="2219260" y="96634"/>
                </a:lnTo>
                <a:lnTo>
                  <a:pt x="2201061" y="96634"/>
                </a:lnTo>
                <a:close/>
                <a:moveTo>
                  <a:pt x="2230617" y="96634"/>
                </a:moveTo>
                <a:lnTo>
                  <a:pt x="2230617" y="82255"/>
                </a:lnTo>
                <a:lnTo>
                  <a:pt x="2256394" y="52849"/>
                </a:lnTo>
                <a:cubicBezTo>
                  <a:pt x="2260626" y="48044"/>
                  <a:pt x="2263756" y="44633"/>
                  <a:pt x="2265786" y="42617"/>
                </a:cubicBezTo>
                <a:cubicBezTo>
                  <a:pt x="2263670" y="42747"/>
                  <a:pt x="2260885" y="42833"/>
                  <a:pt x="2257431" y="42876"/>
                </a:cubicBezTo>
                <a:lnTo>
                  <a:pt x="2233143" y="43006"/>
                </a:lnTo>
                <a:lnTo>
                  <a:pt x="2233143" y="27850"/>
                </a:lnTo>
                <a:lnTo>
                  <a:pt x="2290009" y="27850"/>
                </a:lnTo>
                <a:lnTo>
                  <a:pt x="2290009" y="40804"/>
                </a:lnTo>
                <a:lnTo>
                  <a:pt x="2263713" y="70970"/>
                </a:lnTo>
                <a:lnTo>
                  <a:pt x="2254451" y="80960"/>
                </a:lnTo>
                <a:cubicBezTo>
                  <a:pt x="2259503" y="80701"/>
                  <a:pt x="2262634" y="80571"/>
                  <a:pt x="2263843" y="80571"/>
                </a:cubicBezTo>
                <a:lnTo>
                  <a:pt x="2292017" y="80571"/>
                </a:lnTo>
                <a:lnTo>
                  <a:pt x="2292017" y="96634"/>
                </a:lnTo>
                <a:lnTo>
                  <a:pt x="2230617" y="96634"/>
                </a:lnTo>
                <a:close/>
                <a:moveTo>
                  <a:pt x="2317859" y="49094"/>
                </a:moveTo>
                <a:lnTo>
                  <a:pt x="2301343" y="46115"/>
                </a:lnTo>
                <a:cubicBezTo>
                  <a:pt x="2303200" y="39378"/>
                  <a:pt x="2306395" y="34390"/>
                  <a:pt x="2310929" y="31153"/>
                </a:cubicBezTo>
                <a:cubicBezTo>
                  <a:pt x="2315463" y="27915"/>
                  <a:pt x="2322198" y="26296"/>
                  <a:pt x="2331136" y="26296"/>
                </a:cubicBezTo>
                <a:cubicBezTo>
                  <a:pt x="2339254" y="26296"/>
                  <a:pt x="2345299" y="27257"/>
                  <a:pt x="2349272" y="29178"/>
                </a:cubicBezTo>
                <a:cubicBezTo>
                  <a:pt x="2353244" y="31099"/>
                  <a:pt x="2356040" y="33539"/>
                  <a:pt x="2357659" y="36497"/>
                </a:cubicBezTo>
                <a:cubicBezTo>
                  <a:pt x="2359278" y="39455"/>
                  <a:pt x="2360088" y="44884"/>
                  <a:pt x="2360088" y="52786"/>
                </a:cubicBezTo>
                <a:lnTo>
                  <a:pt x="2359893" y="74030"/>
                </a:lnTo>
                <a:cubicBezTo>
                  <a:pt x="2359893" y="80075"/>
                  <a:pt x="2360185" y="84533"/>
                  <a:pt x="2360768" y="87404"/>
                </a:cubicBezTo>
                <a:cubicBezTo>
                  <a:pt x="2361351" y="90276"/>
                  <a:pt x="2362441" y="93352"/>
                  <a:pt x="2364039" y="96634"/>
                </a:cubicBezTo>
                <a:lnTo>
                  <a:pt x="2346033" y="96634"/>
                </a:lnTo>
                <a:cubicBezTo>
                  <a:pt x="2345558" y="95425"/>
                  <a:pt x="2344975" y="93633"/>
                  <a:pt x="2344284" y="91258"/>
                </a:cubicBezTo>
                <a:cubicBezTo>
                  <a:pt x="2343982" y="90179"/>
                  <a:pt x="2343766" y="89466"/>
                  <a:pt x="2343637" y="89121"/>
                </a:cubicBezTo>
                <a:cubicBezTo>
                  <a:pt x="2340528" y="92143"/>
                  <a:pt x="2337203" y="94410"/>
                  <a:pt x="2333662" y="95921"/>
                </a:cubicBezTo>
                <a:cubicBezTo>
                  <a:pt x="2330122" y="97433"/>
                  <a:pt x="2326344" y="98188"/>
                  <a:pt x="2322328" y="98188"/>
                </a:cubicBezTo>
                <a:cubicBezTo>
                  <a:pt x="2315247" y="98188"/>
                  <a:pt x="2309666" y="96275"/>
                  <a:pt x="2305585" y="92448"/>
                </a:cubicBezTo>
                <a:cubicBezTo>
                  <a:pt x="2301505" y="88622"/>
                  <a:pt x="2299465" y="83784"/>
                  <a:pt x="2299465" y="77936"/>
                </a:cubicBezTo>
                <a:cubicBezTo>
                  <a:pt x="2299465" y="74066"/>
                  <a:pt x="2300393" y="70616"/>
                  <a:pt x="2302250" y="67585"/>
                </a:cubicBezTo>
                <a:cubicBezTo>
                  <a:pt x="2304107" y="64553"/>
                  <a:pt x="2306708" y="62231"/>
                  <a:pt x="2310054" y="60619"/>
                </a:cubicBezTo>
                <a:cubicBezTo>
                  <a:pt x="2313401" y="59006"/>
                  <a:pt x="2318226" y="57598"/>
                  <a:pt x="2324530" y="56395"/>
                </a:cubicBezTo>
                <a:cubicBezTo>
                  <a:pt x="2333036" y="54804"/>
                  <a:pt x="2338930" y="53320"/>
                  <a:pt x="2342212" y="51944"/>
                </a:cubicBezTo>
                <a:lnTo>
                  <a:pt x="2342212" y="50110"/>
                </a:lnTo>
                <a:cubicBezTo>
                  <a:pt x="2342212" y="46574"/>
                  <a:pt x="2341348" y="44052"/>
                  <a:pt x="2339621" y="42546"/>
                </a:cubicBezTo>
                <a:cubicBezTo>
                  <a:pt x="2337894" y="41039"/>
                  <a:pt x="2334634" y="40286"/>
                  <a:pt x="2329841" y="40286"/>
                </a:cubicBezTo>
                <a:cubicBezTo>
                  <a:pt x="2326603" y="40286"/>
                  <a:pt x="2324077" y="40937"/>
                  <a:pt x="2322263" y="42241"/>
                </a:cubicBezTo>
                <a:cubicBezTo>
                  <a:pt x="2320450" y="43543"/>
                  <a:pt x="2318982" y="45827"/>
                  <a:pt x="2317859" y="49094"/>
                </a:cubicBezTo>
                <a:moveTo>
                  <a:pt x="2342212" y="63861"/>
                </a:moveTo>
                <a:cubicBezTo>
                  <a:pt x="2339880" y="64629"/>
                  <a:pt x="2336188" y="65547"/>
                  <a:pt x="2331136" y="66614"/>
                </a:cubicBezTo>
                <a:cubicBezTo>
                  <a:pt x="2326085" y="67680"/>
                  <a:pt x="2322781" y="68725"/>
                  <a:pt x="2321227" y="69749"/>
                </a:cubicBezTo>
                <a:cubicBezTo>
                  <a:pt x="2318852" y="71413"/>
                  <a:pt x="2317665" y="73524"/>
                  <a:pt x="2317665" y="76084"/>
                </a:cubicBezTo>
                <a:cubicBezTo>
                  <a:pt x="2317665" y="78602"/>
                  <a:pt x="2318615" y="80779"/>
                  <a:pt x="2320515" y="82614"/>
                </a:cubicBezTo>
                <a:cubicBezTo>
                  <a:pt x="2322414" y="84447"/>
                  <a:pt x="2324832" y="85364"/>
                  <a:pt x="2327769" y="85364"/>
                </a:cubicBezTo>
                <a:cubicBezTo>
                  <a:pt x="2331050" y="85364"/>
                  <a:pt x="2334181" y="84298"/>
                  <a:pt x="2337160" y="82164"/>
                </a:cubicBezTo>
                <a:cubicBezTo>
                  <a:pt x="2339362" y="80544"/>
                  <a:pt x="2340808" y="78560"/>
                  <a:pt x="2341499" y="76212"/>
                </a:cubicBezTo>
                <a:cubicBezTo>
                  <a:pt x="2341974" y="74676"/>
                  <a:pt x="2342212" y="71754"/>
                  <a:pt x="2342212" y="67446"/>
                </a:cubicBezTo>
                <a:lnTo>
                  <a:pt x="2342212" y="63861"/>
                </a:lnTo>
                <a:close/>
                <a:moveTo>
                  <a:pt x="2409551" y="27850"/>
                </a:moveTo>
                <a:lnTo>
                  <a:pt x="2409551" y="42358"/>
                </a:lnTo>
                <a:lnTo>
                  <a:pt x="2397115" y="42358"/>
                </a:lnTo>
                <a:lnTo>
                  <a:pt x="2397115" y="70034"/>
                </a:lnTo>
                <a:cubicBezTo>
                  <a:pt x="2397115" y="75640"/>
                  <a:pt x="2397234" y="78906"/>
                  <a:pt x="2397471" y="79833"/>
                </a:cubicBezTo>
                <a:cubicBezTo>
                  <a:pt x="2397709" y="80758"/>
                  <a:pt x="2398249" y="81523"/>
                  <a:pt x="2399091" y="82128"/>
                </a:cubicBezTo>
                <a:cubicBezTo>
                  <a:pt x="2399933" y="82731"/>
                  <a:pt x="2400958" y="83033"/>
                  <a:pt x="2402167" y="83033"/>
                </a:cubicBezTo>
                <a:cubicBezTo>
                  <a:pt x="2403851" y="83033"/>
                  <a:pt x="2406291" y="82450"/>
                  <a:pt x="2409486" y="81284"/>
                </a:cubicBezTo>
                <a:lnTo>
                  <a:pt x="2411040" y="95456"/>
                </a:lnTo>
                <a:cubicBezTo>
                  <a:pt x="2406809" y="97277"/>
                  <a:pt x="2402016" y="98188"/>
                  <a:pt x="2396662" y="98188"/>
                </a:cubicBezTo>
                <a:cubicBezTo>
                  <a:pt x="2393380" y="98188"/>
                  <a:pt x="2390423" y="97638"/>
                  <a:pt x="2387789" y="96537"/>
                </a:cubicBezTo>
                <a:cubicBezTo>
                  <a:pt x="2385155" y="95436"/>
                  <a:pt x="2383223" y="94011"/>
                  <a:pt x="2381992" y="92262"/>
                </a:cubicBezTo>
                <a:cubicBezTo>
                  <a:pt x="2380761" y="90513"/>
                  <a:pt x="2379909" y="88149"/>
                  <a:pt x="2379434" y="85170"/>
                </a:cubicBezTo>
                <a:cubicBezTo>
                  <a:pt x="2379045" y="83054"/>
                  <a:pt x="2378851" y="78779"/>
                  <a:pt x="2378851" y="72346"/>
                </a:cubicBezTo>
                <a:lnTo>
                  <a:pt x="2378851" y="42358"/>
                </a:lnTo>
                <a:lnTo>
                  <a:pt x="2370496" y="42358"/>
                </a:lnTo>
                <a:lnTo>
                  <a:pt x="2370496" y="27850"/>
                </a:lnTo>
                <a:lnTo>
                  <a:pt x="2378851" y="27850"/>
                </a:lnTo>
                <a:lnTo>
                  <a:pt x="2378851" y="14119"/>
                </a:lnTo>
                <a:lnTo>
                  <a:pt x="2397115" y="3368"/>
                </a:lnTo>
                <a:lnTo>
                  <a:pt x="2397115" y="27850"/>
                </a:lnTo>
                <a:lnTo>
                  <a:pt x="2409551" y="27850"/>
                </a:lnTo>
                <a:close/>
                <a:moveTo>
                  <a:pt x="2422179" y="18524"/>
                </a:moveTo>
                <a:lnTo>
                  <a:pt x="2422179" y="1684"/>
                </a:lnTo>
                <a:lnTo>
                  <a:pt x="2440379" y="1684"/>
                </a:lnTo>
                <a:lnTo>
                  <a:pt x="2440379" y="18524"/>
                </a:lnTo>
                <a:lnTo>
                  <a:pt x="2422179" y="18524"/>
                </a:lnTo>
                <a:moveTo>
                  <a:pt x="2422179" y="96634"/>
                </a:moveTo>
                <a:lnTo>
                  <a:pt x="2422179" y="27850"/>
                </a:lnTo>
                <a:lnTo>
                  <a:pt x="2440379" y="27850"/>
                </a:lnTo>
                <a:lnTo>
                  <a:pt x="2440379" y="96634"/>
                </a:lnTo>
                <a:lnTo>
                  <a:pt x="2422179" y="96634"/>
                </a:lnTo>
                <a:close/>
                <a:moveTo>
                  <a:pt x="2454844" y="61271"/>
                </a:moveTo>
                <a:cubicBezTo>
                  <a:pt x="2454844" y="55226"/>
                  <a:pt x="2456334" y="49375"/>
                  <a:pt x="2459313" y="43718"/>
                </a:cubicBezTo>
                <a:cubicBezTo>
                  <a:pt x="2462293" y="38062"/>
                  <a:pt x="2466513" y="33744"/>
                  <a:pt x="2471975" y="30765"/>
                </a:cubicBezTo>
                <a:cubicBezTo>
                  <a:pt x="2477438" y="27785"/>
                  <a:pt x="2483537" y="26296"/>
                  <a:pt x="2490272" y="26296"/>
                </a:cubicBezTo>
                <a:cubicBezTo>
                  <a:pt x="2500678" y="26296"/>
                  <a:pt x="2509206" y="29675"/>
                  <a:pt x="2515856" y="36432"/>
                </a:cubicBezTo>
                <a:cubicBezTo>
                  <a:pt x="2522505" y="43189"/>
                  <a:pt x="2525830" y="51728"/>
                  <a:pt x="2525830" y="62048"/>
                </a:cubicBezTo>
                <a:cubicBezTo>
                  <a:pt x="2525830" y="72454"/>
                  <a:pt x="2522473" y="81079"/>
                  <a:pt x="2515759" y="87923"/>
                </a:cubicBezTo>
                <a:cubicBezTo>
                  <a:pt x="2509044" y="94766"/>
                  <a:pt x="2500592" y="98188"/>
                  <a:pt x="2490402" y="98188"/>
                </a:cubicBezTo>
                <a:cubicBezTo>
                  <a:pt x="2484098" y="98188"/>
                  <a:pt x="2478085" y="96763"/>
                  <a:pt x="2472364" y="93914"/>
                </a:cubicBezTo>
                <a:cubicBezTo>
                  <a:pt x="2466643" y="91064"/>
                  <a:pt x="2462293" y="86886"/>
                  <a:pt x="2459313" y="81381"/>
                </a:cubicBezTo>
                <a:cubicBezTo>
                  <a:pt x="2456334" y="75876"/>
                  <a:pt x="2454844" y="69172"/>
                  <a:pt x="2454844" y="61271"/>
                </a:cubicBezTo>
                <a:moveTo>
                  <a:pt x="2473498" y="62242"/>
                </a:moveTo>
                <a:cubicBezTo>
                  <a:pt x="2473498" y="69043"/>
                  <a:pt x="2475117" y="74251"/>
                  <a:pt x="2478355" y="77867"/>
                </a:cubicBezTo>
                <a:cubicBezTo>
                  <a:pt x="2481594" y="81484"/>
                  <a:pt x="2485588" y="83292"/>
                  <a:pt x="2490337" y="83292"/>
                </a:cubicBezTo>
                <a:cubicBezTo>
                  <a:pt x="2495087" y="83292"/>
                  <a:pt x="2499070" y="81484"/>
                  <a:pt x="2502287" y="77867"/>
                </a:cubicBezTo>
                <a:cubicBezTo>
                  <a:pt x="2505504" y="74251"/>
                  <a:pt x="2507112" y="69000"/>
                  <a:pt x="2507112" y="62113"/>
                </a:cubicBezTo>
                <a:cubicBezTo>
                  <a:pt x="2507112" y="55398"/>
                  <a:pt x="2505504" y="50233"/>
                  <a:pt x="2502287" y="46617"/>
                </a:cubicBezTo>
                <a:cubicBezTo>
                  <a:pt x="2499070" y="43001"/>
                  <a:pt x="2495087" y="41192"/>
                  <a:pt x="2490337" y="41192"/>
                </a:cubicBezTo>
                <a:cubicBezTo>
                  <a:pt x="2485588" y="41192"/>
                  <a:pt x="2481594" y="43001"/>
                  <a:pt x="2478355" y="46617"/>
                </a:cubicBezTo>
                <a:cubicBezTo>
                  <a:pt x="2475117" y="50233"/>
                  <a:pt x="2473498" y="55441"/>
                  <a:pt x="2473498" y="62242"/>
                </a:cubicBezTo>
                <a:close/>
                <a:moveTo>
                  <a:pt x="2602666" y="96634"/>
                </a:moveTo>
                <a:lnTo>
                  <a:pt x="2584466" y="96634"/>
                </a:lnTo>
                <a:lnTo>
                  <a:pt x="2584466" y="61570"/>
                </a:lnTo>
                <a:cubicBezTo>
                  <a:pt x="2584466" y="54151"/>
                  <a:pt x="2584078" y="49353"/>
                  <a:pt x="2583300" y="47175"/>
                </a:cubicBezTo>
                <a:cubicBezTo>
                  <a:pt x="2582523" y="44998"/>
                  <a:pt x="2581260" y="43305"/>
                  <a:pt x="2579511" y="42097"/>
                </a:cubicBezTo>
                <a:cubicBezTo>
                  <a:pt x="2577763" y="40890"/>
                  <a:pt x="2575658" y="40286"/>
                  <a:pt x="2573197" y="40286"/>
                </a:cubicBezTo>
                <a:cubicBezTo>
                  <a:pt x="2570044" y="40286"/>
                  <a:pt x="2567216" y="41149"/>
                  <a:pt x="2564712" y="42874"/>
                </a:cubicBezTo>
                <a:cubicBezTo>
                  <a:pt x="2562208" y="44599"/>
                  <a:pt x="2560491" y="46885"/>
                  <a:pt x="2559563" y="49732"/>
                </a:cubicBezTo>
                <a:cubicBezTo>
                  <a:pt x="2558635" y="52577"/>
                  <a:pt x="2558170" y="57839"/>
                  <a:pt x="2558170" y="65517"/>
                </a:cubicBezTo>
                <a:lnTo>
                  <a:pt x="2558170" y="96634"/>
                </a:lnTo>
                <a:lnTo>
                  <a:pt x="2539971" y="96634"/>
                </a:lnTo>
                <a:lnTo>
                  <a:pt x="2539971" y="27850"/>
                </a:lnTo>
                <a:lnTo>
                  <a:pt x="2556875" y="27850"/>
                </a:lnTo>
                <a:lnTo>
                  <a:pt x="2556875" y="37954"/>
                </a:lnTo>
                <a:cubicBezTo>
                  <a:pt x="2562877" y="30182"/>
                  <a:pt x="2570433" y="26296"/>
                  <a:pt x="2579544" y="26296"/>
                </a:cubicBezTo>
                <a:cubicBezTo>
                  <a:pt x="2583559" y="26296"/>
                  <a:pt x="2587230" y="27019"/>
                  <a:pt x="2590554" y="28466"/>
                </a:cubicBezTo>
                <a:cubicBezTo>
                  <a:pt x="2593879" y="29912"/>
                  <a:pt x="2596394" y="31758"/>
                  <a:pt x="2598100" y="34003"/>
                </a:cubicBezTo>
                <a:cubicBezTo>
                  <a:pt x="2599805" y="36248"/>
                  <a:pt x="2600993" y="38796"/>
                  <a:pt x="2601662" y="41646"/>
                </a:cubicBezTo>
                <a:cubicBezTo>
                  <a:pt x="2602331" y="44496"/>
                  <a:pt x="2602666" y="48576"/>
                  <a:pt x="2602666" y="53887"/>
                </a:cubicBezTo>
                <a:lnTo>
                  <a:pt x="2602666" y="966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E0E3E-8BC1-401A-A58E-6301AF8C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741" y="1223656"/>
            <a:ext cx="3410868" cy="1894926"/>
          </a:xfrm>
          <a:custGeom xmlns:a="http://schemas.openxmlformats.org/drawingml/2006/main">
            <a:pathLst>
              <a:path w="3410868" h="1894926">
                <a:moveTo>
                  <a:pt x="0" y="0"/>
                </a:moveTo>
                <a:lnTo>
                  <a:pt x="3410868" y="0"/>
                </a:lnTo>
                <a:lnTo>
                  <a:pt x="3410868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47B2A-AC03-4722-A506-ACE02BB6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741" y="1223656"/>
            <a:ext cx="3410868" cy="1894926"/>
          </a:xfrm>
          <a:custGeom xmlns:a="http://schemas.openxmlformats.org/drawingml/2006/main">
            <a:pathLst>
              <a:path w="3410868" h="1894926" fill="none">
                <a:moveTo>
                  <a:pt x="0" y="0"/>
                </a:moveTo>
                <a:lnTo>
                  <a:pt x="3410868" y="0"/>
                </a:lnTo>
                <a:lnTo>
                  <a:pt x="3410868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850DB-20F7-4EA6-BB63-DD50B8D0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792" y="1195232"/>
            <a:ext cx="3410868" cy="1894926"/>
          </a:xfrm>
          <a:custGeom xmlns:a="http://schemas.openxmlformats.org/drawingml/2006/main">
            <a:pathLst>
              <a:path w="3410868" h="1894926">
                <a:moveTo>
                  <a:pt x="0" y="0"/>
                </a:moveTo>
                <a:lnTo>
                  <a:pt x="3410868" y="0"/>
                </a:lnTo>
                <a:lnTo>
                  <a:pt x="3410868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C06DD-2FAF-44FB-A8EA-7FCAF3E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792" y="1195232"/>
            <a:ext cx="3410868" cy="1894926"/>
          </a:xfrm>
          <a:custGeom xmlns:a="http://schemas.openxmlformats.org/drawingml/2006/main">
            <a:pathLst>
              <a:path w="3410868" h="1894926" fill="none">
                <a:moveTo>
                  <a:pt x="0" y="0"/>
                </a:moveTo>
                <a:lnTo>
                  <a:pt x="3410868" y="0"/>
                </a:lnTo>
                <a:lnTo>
                  <a:pt x="3410868" y="1894926"/>
                </a:lnTo>
                <a:lnTo>
                  <a:pt x="0" y="1894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132" name="Text (">
            <a:extLst xmlns:a="http://schemas.openxmlformats.org/drawingml/2006/main">
              <a:ext uri="{FF2B5EF4-FFF2-40B4-BE49-F238E27FC236}">
                <a16:creationId xmlns:a16="http://schemas.microsoft.com/office/drawing/2014/main" id="{45613D93-8ED1-4718-9268-C7EE0A32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325" y="1453897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41E3E-715E-4D0D-9080-83BC9AB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768" y="1427361"/>
            <a:ext cx="530579" cy="151594"/>
          </a:xfrm>
          <a:custGeom xmlns:a="http://schemas.openxmlformats.org/drawingml/2006/main">
            <a:pathLst>
              <a:path w="530579" h="151594">
                <a:moveTo>
                  <a:pt x="0" y="0"/>
                </a:moveTo>
                <a:lnTo>
                  <a:pt x="530579" y="0"/>
                </a:lnTo>
                <a:lnTo>
                  <a:pt x="53057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Implies">
            <a:extLst xmlns:a="http://schemas.openxmlformats.org/drawingml/2006/main">
              <a:ext uri="{FF2B5EF4-FFF2-40B4-BE49-F238E27FC236}">
                <a16:creationId xmlns:a16="http://schemas.microsoft.com/office/drawing/2014/main" id="{2FDADBF3-DF5F-43FC-A252-CCCDA35B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2454" y="1455581"/>
            <a:ext cx="441635" cy="121116"/>
          </a:xfrm>
          <a:custGeom xmlns:a="http://schemas.openxmlformats.org/drawingml/2006/main">
            <a:pathLst>
              <a:path w="441635" h="121116">
                <a:moveTo>
                  <a:pt x="0" y="94950"/>
                </a:moveTo>
                <a:lnTo>
                  <a:pt x="0" y="0"/>
                </a:lnTo>
                <a:lnTo>
                  <a:pt x="19171" y="0"/>
                </a:lnTo>
                <a:lnTo>
                  <a:pt x="19171" y="94950"/>
                </a:lnTo>
                <a:lnTo>
                  <a:pt x="0" y="94950"/>
                </a:lnTo>
                <a:close/>
                <a:moveTo>
                  <a:pt x="35968" y="26166"/>
                </a:moveTo>
                <a:lnTo>
                  <a:pt x="52743" y="26166"/>
                </a:lnTo>
                <a:lnTo>
                  <a:pt x="52743" y="35558"/>
                </a:lnTo>
                <a:cubicBezTo>
                  <a:pt x="58745" y="28260"/>
                  <a:pt x="65891" y="24612"/>
                  <a:pt x="74181" y="24612"/>
                </a:cubicBezTo>
                <a:cubicBezTo>
                  <a:pt x="78585" y="24612"/>
                  <a:pt x="82407" y="25523"/>
                  <a:pt x="85645" y="27344"/>
                </a:cubicBezTo>
                <a:cubicBezTo>
                  <a:pt x="88884" y="29166"/>
                  <a:pt x="91539" y="31921"/>
                  <a:pt x="93612" y="35608"/>
                </a:cubicBezTo>
                <a:cubicBezTo>
                  <a:pt x="96634" y="31921"/>
                  <a:pt x="99894" y="29166"/>
                  <a:pt x="103392" y="27344"/>
                </a:cubicBezTo>
                <a:cubicBezTo>
                  <a:pt x="106889" y="25523"/>
                  <a:pt x="110624" y="24612"/>
                  <a:pt x="114596" y="24612"/>
                </a:cubicBezTo>
                <a:cubicBezTo>
                  <a:pt x="119648" y="24612"/>
                  <a:pt x="123923" y="25637"/>
                  <a:pt x="127421" y="27688"/>
                </a:cubicBezTo>
                <a:cubicBezTo>
                  <a:pt x="130918" y="29739"/>
                  <a:pt x="133530" y="32751"/>
                  <a:pt x="135257" y="36723"/>
                </a:cubicBezTo>
                <a:cubicBezTo>
                  <a:pt x="136510" y="39660"/>
                  <a:pt x="137136" y="44409"/>
                  <a:pt x="137136" y="50972"/>
                </a:cubicBezTo>
                <a:lnTo>
                  <a:pt x="137136" y="94950"/>
                </a:lnTo>
                <a:lnTo>
                  <a:pt x="118936" y="94950"/>
                </a:lnTo>
                <a:lnTo>
                  <a:pt x="118936" y="55680"/>
                </a:lnTo>
                <a:cubicBezTo>
                  <a:pt x="118936" y="48866"/>
                  <a:pt x="118310" y="44467"/>
                  <a:pt x="117058" y="42484"/>
                </a:cubicBezTo>
                <a:cubicBezTo>
                  <a:pt x="115374" y="39896"/>
                  <a:pt x="112783" y="38602"/>
                  <a:pt x="109286" y="38602"/>
                </a:cubicBezTo>
                <a:cubicBezTo>
                  <a:pt x="106738" y="38602"/>
                  <a:pt x="104342" y="39378"/>
                  <a:pt x="102096" y="40931"/>
                </a:cubicBezTo>
                <a:cubicBezTo>
                  <a:pt x="99851" y="42483"/>
                  <a:pt x="98232" y="44758"/>
                  <a:pt x="97239" y="47756"/>
                </a:cubicBezTo>
                <a:cubicBezTo>
                  <a:pt x="96246" y="50753"/>
                  <a:pt x="95749" y="55487"/>
                  <a:pt x="95749" y="61957"/>
                </a:cubicBezTo>
                <a:lnTo>
                  <a:pt x="95749" y="94950"/>
                </a:lnTo>
                <a:lnTo>
                  <a:pt x="77549" y="94950"/>
                </a:lnTo>
                <a:lnTo>
                  <a:pt x="77549" y="57297"/>
                </a:lnTo>
                <a:cubicBezTo>
                  <a:pt x="77549" y="50613"/>
                  <a:pt x="77225" y="46300"/>
                  <a:pt x="76578" y="44360"/>
                </a:cubicBezTo>
                <a:cubicBezTo>
                  <a:pt x="75930" y="42418"/>
                  <a:pt x="74926" y="40973"/>
                  <a:pt x="73566" y="40025"/>
                </a:cubicBezTo>
                <a:cubicBezTo>
                  <a:pt x="72206" y="39076"/>
                  <a:pt x="70360" y="38602"/>
                  <a:pt x="68028" y="38602"/>
                </a:cubicBezTo>
                <a:cubicBezTo>
                  <a:pt x="65222" y="38602"/>
                  <a:pt x="62696" y="39357"/>
                  <a:pt x="60450" y="40867"/>
                </a:cubicBezTo>
                <a:cubicBezTo>
                  <a:pt x="58205" y="42375"/>
                  <a:pt x="56597" y="44553"/>
                  <a:pt x="55625" y="47400"/>
                </a:cubicBezTo>
                <a:cubicBezTo>
                  <a:pt x="54654" y="50247"/>
                  <a:pt x="54168" y="54970"/>
                  <a:pt x="54168" y="61568"/>
                </a:cubicBezTo>
                <a:lnTo>
                  <a:pt x="54168" y="94950"/>
                </a:lnTo>
                <a:lnTo>
                  <a:pt x="35968" y="94950"/>
                </a:lnTo>
                <a:lnTo>
                  <a:pt x="35968" y="26166"/>
                </a:lnTo>
                <a:close/>
                <a:moveTo>
                  <a:pt x="154732" y="26166"/>
                </a:moveTo>
                <a:lnTo>
                  <a:pt x="171701" y="26166"/>
                </a:lnTo>
                <a:lnTo>
                  <a:pt x="171701" y="36270"/>
                </a:lnTo>
                <a:cubicBezTo>
                  <a:pt x="173903" y="32816"/>
                  <a:pt x="176883" y="30009"/>
                  <a:pt x="180639" y="27850"/>
                </a:cubicBezTo>
                <a:cubicBezTo>
                  <a:pt x="184396" y="25691"/>
                  <a:pt x="188562" y="24612"/>
                  <a:pt x="193139" y="24612"/>
                </a:cubicBezTo>
                <a:cubicBezTo>
                  <a:pt x="201127" y="24612"/>
                  <a:pt x="207907" y="27742"/>
                  <a:pt x="213477" y="34003"/>
                </a:cubicBezTo>
                <a:cubicBezTo>
                  <a:pt x="219047" y="40264"/>
                  <a:pt x="221832" y="48986"/>
                  <a:pt x="221832" y="60169"/>
                </a:cubicBezTo>
                <a:cubicBezTo>
                  <a:pt x="221832" y="71655"/>
                  <a:pt x="219025" y="80582"/>
                  <a:pt x="213412" y="86951"/>
                </a:cubicBezTo>
                <a:cubicBezTo>
                  <a:pt x="207799" y="93320"/>
                  <a:pt x="200998" y="96504"/>
                  <a:pt x="193010" y="96504"/>
                </a:cubicBezTo>
                <a:cubicBezTo>
                  <a:pt x="189210" y="96504"/>
                  <a:pt x="185767" y="95749"/>
                  <a:pt x="182679" y="94237"/>
                </a:cubicBezTo>
                <a:cubicBezTo>
                  <a:pt x="179592" y="92726"/>
                  <a:pt x="176343" y="90135"/>
                  <a:pt x="172932" y="86465"/>
                </a:cubicBezTo>
                <a:lnTo>
                  <a:pt x="172932" y="121116"/>
                </a:lnTo>
                <a:lnTo>
                  <a:pt x="154732" y="121116"/>
                </a:lnTo>
                <a:lnTo>
                  <a:pt x="154732" y="26166"/>
                </a:lnTo>
                <a:moveTo>
                  <a:pt x="172738" y="59362"/>
                </a:moveTo>
                <a:cubicBezTo>
                  <a:pt x="172738" y="67079"/>
                  <a:pt x="174270" y="72780"/>
                  <a:pt x="177336" y="76467"/>
                </a:cubicBezTo>
                <a:cubicBezTo>
                  <a:pt x="180402" y="80153"/>
                  <a:pt x="184137" y="81996"/>
                  <a:pt x="188541" y="81996"/>
                </a:cubicBezTo>
                <a:cubicBezTo>
                  <a:pt x="192772" y="81996"/>
                  <a:pt x="196291" y="80304"/>
                  <a:pt x="199098" y="76920"/>
                </a:cubicBezTo>
                <a:cubicBezTo>
                  <a:pt x="201905" y="73536"/>
                  <a:pt x="203308" y="67985"/>
                  <a:pt x="203308" y="60267"/>
                </a:cubicBezTo>
                <a:cubicBezTo>
                  <a:pt x="203308" y="53067"/>
                  <a:pt x="201862" y="47721"/>
                  <a:pt x="198969" y="44228"/>
                </a:cubicBezTo>
                <a:cubicBezTo>
                  <a:pt x="196076" y="40736"/>
                  <a:pt x="192492" y="38990"/>
                  <a:pt x="188217" y="38990"/>
                </a:cubicBezTo>
                <a:cubicBezTo>
                  <a:pt x="183770" y="38990"/>
                  <a:pt x="180078" y="40704"/>
                  <a:pt x="177142" y="44131"/>
                </a:cubicBezTo>
                <a:cubicBezTo>
                  <a:pt x="174206" y="47559"/>
                  <a:pt x="172738" y="52635"/>
                  <a:pt x="172738" y="59362"/>
                </a:cubicBezTo>
                <a:close/>
                <a:moveTo>
                  <a:pt x="236296" y="94950"/>
                </a:moveTo>
                <a:lnTo>
                  <a:pt x="236296" y="0"/>
                </a:lnTo>
                <a:lnTo>
                  <a:pt x="254496" y="0"/>
                </a:lnTo>
                <a:lnTo>
                  <a:pt x="254496" y="94950"/>
                </a:lnTo>
                <a:lnTo>
                  <a:pt x="236296" y="94950"/>
                </a:lnTo>
                <a:close/>
                <a:moveTo>
                  <a:pt x="273171" y="16840"/>
                </a:moveTo>
                <a:lnTo>
                  <a:pt x="273171" y="0"/>
                </a:lnTo>
                <a:lnTo>
                  <a:pt x="291371" y="0"/>
                </a:lnTo>
                <a:lnTo>
                  <a:pt x="291371" y="16840"/>
                </a:lnTo>
                <a:lnTo>
                  <a:pt x="273171" y="16840"/>
                </a:lnTo>
                <a:moveTo>
                  <a:pt x="273171" y="94950"/>
                </a:moveTo>
                <a:lnTo>
                  <a:pt x="273171" y="26166"/>
                </a:lnTo>
                <a:lnTo>
                  <a:pt x="291371" y="26166"/>
                </a:lnTo>
                <a:lnTo>
                  <a:pt x="291371" y="94950"/>
                </a:lnTo>
                <a:lnTo>
                  <a:pt x="273171" y="94950"/>
                </a:lnTo>
                <a:close/>
                <a:moveTo>
                  <a:pt x="349878" y="73058"/>
                </a:moveTo>
                <a:lnTo>
                  <a:pt x="368013" y="76167"/>
                </a:lnTo>
                <a:cubicBezTo>
                  <a:pt x="365681" y="82795"/>
                  <a:pt x="362000" y="87842"/>
                  <a:pt x="356970" y="91307"/>
                </a:cubicBezTo>
                <a:cubicBezTo>
                  <a:pt x="351939" y="94772"/>
                  <a:pt x="345646" y="96504"/>
                  <a:pt x="338090" y="96504"/>
                </a:cubicBezTo>
                <a:cubicBezTo>
                  <a:pt x="326129" y="96504"/>
                  <a:pt x="317278" y="92597"/>
                  <a:pt x="311535" y="84781"/>
                </a:cubicBezTo>
                <a:cubicBezTo>
                  <a:pt x="307001" y="78520"/>
                  <a:pt x="304734" y="70619"/>
                  <a:pt x="304734" y="61076"/>
                </a:cubicBezTo>
                <a:cubicBezTo>
                  <a:pt x="304734" y="49677"/>
                  <a:pt x="307714" y="40750"/>
                  <a:pt x="313672" y="34295"/>
                </a:cubicBezTo>
                <a:cubicBezTo>
                  <a:pt x="319631" y="27839"/>
                  <a:pt x="327166" y="24612"/>
                  <a:pt x="336276" y="24612"/>
                </a:cubicBezTo>
                <a:cubicBezTo>
                  <a:pt x="346510" y="24612"/>
                  <a:pt x="354584" y="27991"/>
                  <a:pt x="360499" y="34748"/>
                </a:cubicBezTo>
                <a:cubicBezTo>
                  <a:pt x="366415" y="41505"/>
                  <a:pt x="369243" y="51858"/>
                  <a:pt x="368984" y="65804"/>
                </a:cubicBezTo>
                <a:lnTo>
                  <a:pt x="323387" y="65804"/>
                </a:lnTo>
                <a:cubicBezTo>
                  <a:pt x="323517" y="71202"/>
                  <a:pt x="324985" y="75401"/>
                  <a:pt x="327792" y="78402"/>
                </a:cubicBezTo>
                <a:cubicBezTo>
                  <a:pt x="330598" y="81403"/>
                  <a:pt x="334096" y="82903"/>
                  <a:pt x="338284" y="82903"/>
                </a:cubicBezTo>
                <a:cubicBezTo>
                  <a:pt x="341134" y="82903"/>
                  <a:pt x="343530" y="82126"/>
                  <a:pt x="345473" y="80571"/>
                </a:cubicBezTo>
                <a:cubicBezTo>
                  <a:pt x="347416" y="79017"/>
                  <a:pt x="348884" y="76513"/>
                  <a:pt x="349878" y="73058"/>
                </a:cubicBezTo>
                <a:moveTo>
                  <a:pt x="350914" y="54664"/>
                </a:moveTo>
                <a:cubicBezTo>
                  <a:pt x="350784" y="49418"/>
                  <a:pt x="349424" y="45429"/>
                  <a:pt x="346833" y="42698"/>
                </a:cubicBezTo>
                <a:cubicBezTo>
                  <a:pt x="344243" y="39967"/>
                  <a:pt x="341091" y="38602"/>
                  <a:pt x="337377" y="38602"/>
                </a:cubicBezTo>
                <a:cubicBezTo>
                  <a:pt x="333405" y="38602"/>
                  <a:pt x="330123" y="40042"/>
                  <a:pt x="327533" y="42923"/>
                </a:cubicBezTo>
                <a:cubicBezTo>
                  <a:pt x="324942" y="45805"/>
                  <a:pt x="323668" y="49719"/>
                  <a:pt x="323711" y="54664"/>
                </a:cubicBezTo>
                <a:lnTo>
                  <a:pt x="350914" y="54664"/>
                </a:lnTo>
                <a:close/>
                <a:moveTo>
                  <a:pt x="377385" y="75390"/>
                </a:moveTo>
                <a:lnTo>
                  <a:pt x="395650" y="72540"/>
                </a:lnTo>
                <a:cubicBezTo>
                  <a:pt x="396427" y="76059"/>
                  <a:pt x="398003" y="78731"/>
                  <a:pt x="400378" y="80555"/>
                </a:cubicBezTo>
                <a:cubicBezTo>
                  <a:pt x="402752" y="82379"/>
                  <a:pt x="406077" y="83292"/>
                  <a:pt x="410352" y="83292"/>
                </a:cubicBezTo>
                <a:cubicBezTo>
                  <a:pt x="415058" y="83292"/>
                  <a:pt x="418599" y="82429"/>
                  <a:pt x="420974" y="80705"/>
                </a:cubicBezTo>
                <a:cubicBezTo>
                  <a:pt x="422571" y="79497"/>
                  <a:pt x="423370" y="77880"/>
                  <a:pt x="423370" y="75853"/>
                </a:cubicBezTo>
                <a:cubicBezTo>
                  <a:pt x="423370" y="74473"/>
                  <a:pt x="422938" y="73330"/>
                  <a:pt x="422075" y="72425"/>
                </a:cubicBezTo>
                <a:cubicBezTo>
                  <a:pt x="421168" y="71563"/>
                  <a:pt x="419139" y="70765"/>
                  <a:pt x="415987" y="70032"/>
                </a:cubicBezTo>
                <a:cubicBezTo>
                  <a:pt x="401306" y="66799"/>
                  <a:pt x="392001" y="63846"/>
                  <a:pt x="388072" y="61171"/>
                </a:cubicBezTo>
                <a:cubicBezTo>
                  <a:pt x="382631" y="57461"/>
                  <a:pt x="379911" y="52306"/>
                  <a:pt x="379911" y="45706"/>
                </a:cubicBezTo>
                <a:cubicBezTo>
                  <a:pt x="379911" y="39753"/>
                  <a:pt x="382264" y="34749"/>
                  <a:pt x="386971" y="30694"/>
                </a:cubicBezTo>
                <a:cubicBezTo>
                  <a:pt x="391677" y="26639"/>
                  <a:pt x="398974" y="24612"/>
                  <a:pt x="408862" y="24612"/>
                </a:cubicBezTo>
                <a:cubicBezTo>
                  <a:pt x="418275" y="24612"/>
                  <a:pt x="425270" y="26139"/>
                  <a:pt x="429847" y="29194"/>
                </a:cubicBezTo>
                <a:cubicBezTo>
                  <a:pt x="434424" y="32249"/>
                  <a:pt x="437576" y="36767"/>
                  <a:pt x="439303" y="42747"/>
                </a:cubicBezTo>
                <a:lnTo>
                  <a:pt x="422140" y="45985"/>
                </a:lnTo>
                <a:cubicBezTo>
                  <a:pt x="421406" y="43308"/>
                  <a:pt x="420013" y="41257"/>
                  <a:pt x="417962" y="39832"/>
                </a:cubicBezTo>
                <a:cubicBezTo>
                  <a:pt x="415911" y="38407"/>
                  <a:pt x="412986" y="37695"/>
                  <a:pt x="409186" y="37695"/>
                </a:cubicBezTo>
                <a:cubicBezTo>
                  <a:pt x="404393" y="37695"/>
                  <a:pt x="400961" y="38364"/>
                  <a:pt x="398888" y="39701"/>
                </a:cubicBezTo>
                <a:cubicBezTo>
                  <a:pt x="397506" y="40648"/>
                  <a:pt x="396815" y="41877"/>
                  <a:pt x="396815" y="43386"/>
                </a:cubicBezTo>
                <a:cubicBezTo>
                  <a:pt x="396815" y="44679"/>
                  <a:pt x="397420" y="45778"/>
                  <a:pt x="398629" y="46684"/>
                </a:cubicBezTo>
                <a:cubicBezTo>
                  <a:pt x="400270" y="47891"/>
                  <a:pt x="405937" y="49595"/>
                  <a:pt x="415630" y="51794"/>
                </a:cubicBezTo>
                <a:cubicBezTo>
                  <a:pt x="425324" y="53994"/>
                  <a:pt x="432092" y="56692"/>
                  <a:pt x="435935" y="59888"/>
                </a:cubicBezTo>
                <a:cubicBezTo>
                  <a:pt x="439735" y="63129"/>
                  <a:pt x="441635" y="67644"/>
                  <a:pt x="441635" y="73433"/>
                </a:cubicBezTo>
                <a:cubicBezTo>
                  <a:pt x="441635" y="79741"/>
                  <a:pt x="439001" y="85163"/>
                  <a:pt x="433733" y="89700"/>
                </a:cubicBezTo>
                <a:cubicBezTo>
                  <a:pt x="428465" y="94236"/>
                  <a:pt x="420672" y="96504"/>
                  <a:pt x="410352" y="96504"/>
                </a:cubicBezTo>
                <a:cubicBezTo>
                  <a:pt x="400982" y="96504"/>
                  <a:pt x="393566" y="94611"/>
                  <a:pt x="388104" y="90823"/>
                </a:cubicBezTo>
                <a:cubicBezTo>
                  <a:pt x="382642" y="87034"/>
                  <a:pt x="379069" y="81890"/>
                  <a:pt x="377385" y="753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(">
            <a:extLst xmlns:a="http://schemas.openxmlformats.org/drawingml/2006/main">
              <a:ext uri="{FF2B5EF4-FFF2-40B4-BE49-F238E27FC236}">
                <a16:creationId xmlns:a16="http://schemas.microsoft.com/office/drawing/2014/main" id="{F98D345F-3D3B-4E92-9B88-80C1FBC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817" y="1785509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35296-08E6-4555-8B17-D44D113A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9261" y="1758973"/>
            <a:ext cx="170543" cy="151594"/>
          </a:xfrm>
          <a:custGeom xmlns:a="http://schemas.openxmlformats.org/drawingml/2006/main">
            <a:pathLst>
              <a:path w="170543" h="151594">
                <a:moveTo>
                  <a:pt x="0" y="0"/>
                </a:moveTo>
                <a:lnTo>
                  <a:pt x="170543" y="0"/>
                </a:lnTo>
                <a:lnTo>
                  <a:pt x="170543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G">
            <a:extLst xmlns:a="http://schemas.openxmlformats.org/drawingml/2006/main">
              <a:ext uri="{FF2B5EF4-FFF2-40B4-BE49-F238E27FC236}">
                <a16:creationId xmlns:a16="http://schemas.microsoft.com/office/drawing/2014/main" id="{467FA74A-4027-47AF-80F6-B24B09B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226" y="1785509"/>
            <a:ext cx="88797" cy="98318"/>
          </a:xfrm>
          <a:custGeom xmlns:a="http://schemas.openxmlformats.org/drawingml/2006/main">
            <a:pathLst>
              <a:path w="88797" h="98318">
                <a:moveTo>
                  <a:pt x="47475" y="61789"/>
                </a:moveTo>
                <a:lnTo>
                  <a:pt x="47475" y="45726"/>
                </a:lnTo>
                <a:lnTo>
                  <a:pt x="88797" y="45726"/>
                </a:lnTo>
                <a:lnTo>
                  <a:pt x="88797" y="83557"/>
                </a:lnTo>
                <a:cubicBezTo>
                  <a:pt x="84781" y="87458"/>
                  <a:pt x="78963" y="90893"/>
                  <a:pt x="71342" y="93863"/>
                </a:cubicBezTo>
                <a:cubicBezTo>
                  <a:pt x="63721" y="96833"/>
                  <a:pt x="56003" y="98318"/>
                  <a:pt x="48187" y="98318"/>
                </a:cubicBezTo>
                <a:cubicBezTo>
                  <a:pt x="38256" y="98318"/>
                  <a:pt x="29599" y="96232"/>
                  <a:pt x="22215" y="92060"/>
                </a:cubicBezTo>
                <a:cubicBezTo>
                  <a:pt x="14832" y="87887"/>
                  <a:pt x="9283" y="81921"/>
                  <a:pt x="5570" y="74161"/>
                </a:cubicBezTo>
                <a:cubicBezTo>
                  <a:pt x="1857" y="66400"/>
                  <a:pt x="0" y="57958"/>
                  <a:pt x="0" y="48835"/>
                </a:cubicBezTo>
                <a:cubicBezTo>
                  <a:pt x="0" y="38934"/>
                  <a:pt x="2073" y="30135"/>
                  <a:pt x="6218" y="22440"/>
                </a:cubicBezTo>
                <a:cubicBezTo>
                  <a:pt x="10363" y="14743"/>
                  <a:pt x="16429" y="8841"/>
                  <a:pt x="24418" y="4734"/>
                </a:cubicBezTo>
                <a:cubicBezTo>
                  <a:pt x="30506" y="1578"/>
                  <a:pt x="38084" y="0"/>
                  <a:pt x="47151" y="0"/>
                </a:cubicBezTo>
                <a:cubicBezTo>
                  <a:pt x="58939" y="0"/>
                  <a:pt x="68147" y="2478"/>
                  <a:pt x="74775" y="7434"/>
                </a:cubicBezTo>
                <a:cubicBezTo>
                  <a:pt x="81403" y="12389"/>
                  <a:pt x="85666" y="19237"/>
                  <a:pt x="87566" y="27980"/>
                </a:cubicBezTo>
                <a:lnTo>
                  <a:pt x="68525" y="31607"/>
                </a:lnTo>
                <a:cubicBezTo>
                  <a:pt x="67186" y="26923"/>
                  <a:pt x="64671" y="23227"/>
                  <a:pt x="60979" y="20517"/>
                </a:cubicBezTo>
                <a:cubicBezTo>
                  <a:pt x="57287" y="17806"/>
                  <a:pt x="52678" y="16451"/>
                  <a:pt x="47151" y="16451"/>
                </a:cubicBezTo>
                <a:cubicBezTo>
                  <a:pt x="38774" y="16451"/>
                  <a:pt x="32114" y="19107"/>
                  <a:pt x="27170" y="24418"/>
                </a:cubicBezTo>
                <a:cubicBezTo>
                  <a:pt x="22226" y="29729"/>
                  <a:pt x="19754" y="37609"/>
                  <a:pt x="19754" y="48058"/>
                </a:cubicBezTo>
                <a:cubicBezTo>
                  <a:pt x="19754" y="59327"/>
                  <a:pt x="22259" y="67780"/>
                  <a:pt x="27267" y="73415"/>
                </a:cubicBezTo>
                <a:cubicBezTo>
                  <a:pt x="32276" y="79049"/>
                  <a:pt x="38839" y="81867"/>
                  <a:pt x="46957" y="81867"/>
                </a:cubicBezTo>
                <a:cubicBezTo>
                  <a:pt x="50972" y="81867"/>
                  <a:pt x="54999" y="81081"/>
                  <a:pt x="59036" y="79511"/>
                </a:cubicBezTo>
                <a:cubicBezTo>
                  <a:pt x="63073" y="77940"/>
                  <a:pt x="66538" y="76036"/>
                  <a:pt x="69431" y="73797"/>
                </a:cubicBezTo>
                <a:lnTo>
                  <a:pt x="69431" y="61789"/>
                </a:lnTo>
                <a:lnTo>
                  <a:pt x="47475" y="617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(">
            <a:extLst xmlns:a="http://schemas.openxmlformats.org/drawingml/2006/main">
              <a:ext uri="{FF2B5EF4-FFF2-40B4-BE49-F238E27FC236}">
                <a16:creationId xmlns:a16="http://schemas.microsoft.com/office/drawing/2014/main" id="{5A93B02B-6937-4310-B866-B5DBD86B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8836" y="1937103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DF5A7-2A13-4D8D-855C-27CAA90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9279" y="1910567"/>
            <a:ext cx="360036" cy="151594"/>
          </a:xfrm>
          <a:custGeom xmlns:a="http://schemas.openxmlformats.org/drawingml/2006/main">
            <a:pathLst>
              <a:path w="360036" h="151594">
                <a:moveTo>
                  <a:pt x="0" y="0"/>
                </a:moveTo>
                <a:lnTo>
                  <a:pt x="360036" y="0"/>
                </a:lnTo>
                <a:lnTo>
                  <a:pt x="360036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AND">
            <a:extLst xmlns:a="http://schemas.openxmlformats.org/drawingml/2006/main">
              <a:ext uri="{FF2B5EF4-FFF2-40B4-BE49-F238E27FC236}">
                <a16:creationId xmlns:a16="http://schemas.microsoft.com/office/drawing/2014/main" id="{7762E53C-A7F9-4EB6-B269-A7C35541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896" y="1938787"/>
            <a:ext cx="280725" cy="94950"/>
          </a:xfrm>
          <a:custGeom xmlns:a="http://schemas.openxmlformats.org/drawingml/2006/main">
            <a:pathLst>
              <a:path w="280725" h="94950">
                <a:moveTo>
                  <a:pt x="95274" y="94950"/>
                </a:moveTo>
                <a:lnTo>
                  <a:pt x="74418" y="94950"/>
                </a:lnTo>
                <a:lnTo>
                  <a:pt x="66128" y="73317"/>
                </a:lnTo>
                <a:lnTo>
                  <a:pt x="28174" y="73317"/>
                </a:lnTo>
                <a:lnTo>
                  <a:pt x="20337" y="94950"/>
                </a:lnTo>
                <a:lnTo>
                  <a:pt x="0" y="94950"/>
                </a:lnTo>
                <a:lnTo>
                  <a:pt x="36983" y="0"/>
                </a:lnTo>
                <a:lnTo>
                  <a:pt x="57255" y="0"/>
                </a:lnTo>
                <a:lnTo>
                  <a:pt x="95274" y="94950"/>
                </a:lnTo>
                <a:moveTo>
                  <a:pt x="59975" y="57255"/>
                </a:moveTo>
                <a:lnTo>
                  <a:pt x="46892" y="22151"/>
                </a:lnTo>
                <a:lnTo>
                  <a:pt x="34068" y="57255"/>
                </a:lnTo>
                <a:lnTo>
                  <a:pt x="59975" y="57255"/>
                </a:lnTo>
                <a:close/>
                <a:moveTo>
                  <a:pt x="105614" y="94950"/>
                </a:moveTo>
                <a:lnTo>
                  <a:pt x="105614" y="0"/>
                </a:lnTo>
                <a:lnTo>
                  <a:pt x="124267" y="0"/>
                </a:lnTo>
                <a:lnTo>
                  <a:pt x="163128" y="63543"/>
                </a:lnTo>
                <a:lnTo>
                  <a:pt x="163128" y="0"/>
                </a:lnTo>
                <a:lnTo>
                  <a:pt x="180939" y="0"/>
                </a:lnTo>
                <a:lnTo>
                  <a:pt x="180939" y="94950"/>
                </a:lnTo>
                <a:lnTo>
                  <a:pt x="161703" y="94950"/>
                </a:lnTo>
                <a:lnTo>
                  <a:pt x="123425" y="32858"/>
                </a:lnTo>
                <a:lnTo>
                  <a:pt x="123425" y="94950"/>
                </a:lnTo>
                <a:lnTo>
                  <a:pt x="105614" y="94950"/>
                </a:lnTo>
                <a:close/>
                <a:moveTo>
                  <a:pt x="201126" y="0"/>
                </a:moveTo>
                <a:lnTo>
                  <a:pt x="236165" y="0"/>
                </a:lnTo>
                <a:cubicBezTo>
                  <a:pt x="244067" y="0"/>
                  <a:pt x="250090" y="605"/>
                  <a:pt x="254235" y="1813"/>
                </a:cubicBezTo>
                <a:cubicBezTo>
                  <a:pt x="259805" y="3454"/>
                  <a:pt x="264577" y="6369"/>
                  <a:pt x="268549" y="10557"/>
                </a:cubicBezTo>
                <a:cubicBezTo>
                  <a:pt x="272522" y="14746"/>
                  <a:pt x="275544" y="19873"/>
                  <a:pt x="277617" y="25940"/>
                </a:cubicBezTo>
                <a:cubicBezTo>
                  <a:pt x="279689" y="32006"/>
                  <a:pt x="280725" y="39487"/>
                  <a:pt x="280725" y="48382"/>
                </a:cubicBezTo>
                <a:cubicBezTo>
                  <a:pt x="280725" y="56197"/>
                  <a:pt x="279754" y="62933"/>
                  <a:pt x="277811" y="68589"/>
                </a:cubicBezTo>
                <a:cubicBezTo>
                  <a:pt x="275436" y="75498"/>
                  <a:pt x="272047" y="81090"/>
                  <a:pt x="267642" y="85364"/>
                </a:cubicBezTo>
                <a:cubicBezTo>
                  <a:pt x="264318" y="88603"/>
                  <a:pt x="259827" y="91129"/>
                  <a:pt x="254171" y="92942"/>
                </a:cubicBezTo>
                <a:cubicBezTo>
                  <a:pt x="249939" y="94281"/>
                  <a:pt x="244283" y="94950"/>
                  <a:pt x="237201" y="94950"/>
                </a:cubicBezTo>
                <a:lnTo>
                  <a:pt x="201126" y="94950"/>
                </a:lnTo>
                <a:lnTo>
                  <a:pt x="201126" y="0"/>
                </a:lnTo>
                <a:moveTo>
                  <a:pt x="220297" y="16062"/>
                </a:moveTo>
                <a:lnTo>
                  <a:pt x="220297" y="78887"/>
                </a:lnTo>
                <a:lnTo>
                  <a:pt x="234611" y="78887"/>
                </a:lnTo>
                <a:cubicBezTo>
                  <a:pt x="239965" y="78887"/>
                  <a:pt x="243829" y="78585"/>
                  <a:pt x="246204" y="77981"/>
                </a:cubicBezTo>
                <a:cubicBezTo>
                  <a:pt x="249313" y="77205"/>
                  <a:pt x="251893" y="75890"/>
                  <a:pt x="253944" y="74036"/>
                </a:cubicBezTo>
                <a:cubicBezTo>
                  <a:pt x="255995" y="72181"/>
                  <a:pt x="257668" y="69128"/>
                  <a:pt x="258963" y="64879"/>
                </a:cubicBezTo>
                <a:cubicBezTo>
                  <a:pt x="260259" y="60630"/>
                  <a:pt x="260906" y="54840"/>
                  <a:pt x="260906" y="47507"/>
                </a:cubicBezTo>
                <a:cubicBezTo>
                  <a:pt x="260906" y="40175"/>
                  <a:pt x="260259" y="34546"/>
                  <a:pt x="258963" y="30621"/>
                </a:cubicBezTo>
                <a:cubicBezTo>
                  <a:pt x="257668" y="26696"/>
                  <a:pt x="255855" y="23634"/>
                  <a:pt x="253523" y="21434"/>
                </a:cubicBezTo>
                <a:cubicBezTo>
                  <a:pt x="251191" y="19233"/>
                  <a:pt x="248234" y="17745"/>
                  <a:pt x="244650" y="16969"/>
                </a:cubicBezTo>
                <a:cubicBezTo>
                  <a:pt x="241973" y="16365"/>
                  <a:pt x="236726" y="16062"/>
                  <a:pt x="228911" y="16062"/>
                </a:cubicBezTo>
                <a:lnTo>
                  <a:pt x="220297" y="160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(">
            <a:extLst xmlns:a="http://schemas.openxmlformats.org/drawingml/2006/main">
              <a:ext uri="{FF2B5EF4-FFF2-40B4-BE49-F238E27FC236}">
                <a16:creationId xmlns:a16="http://schemas.microsoft.com/office/drawing/2014/main" id="{0D2C31C3-9793-40E7-BFC5-F4B745DE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9307" y="1283354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45B0F-93C8-47A5-9698-5C35BE71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750" y="1256817"/>
            <a:ext cx="170543" cy="151594"/>
          </a:xfrm>
          <a:custGeom xmlns:a="http://schemas.openxmlformats.org/drawingml/2006/main">
            <a:pathLst>
              <a:path w="170543" h="151594">
                <a:moveTo>
                  <a:pt x="0" y="0"/>
                </a:moveTo>
                <a:lnTo>
                  <a:pt x="170543" y="0"/>
                </a:lnTo>
                <a:lnTo>
                  <a:pt x="170543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G">
            <a:extLst xmlns:a="http://schemas.openxmlformats.org/drawingml/2006/main">
              <a:ext uri="{FF2B5EF4-FFF2-40B4-BE49-F238E27FC236}">
                <a16:creationId xmlns:a16="http://schemas.microsoft.com/office/drawing/2014/main" id="{87D8CD6A-7F5F-4ED1-8087-B4B94F4A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15" y="1283354"/>
            <a:ext cx="88797" cy="98318"/>
          </a:xfrm>
          <a:custGeom xmlns:a="http://schemas.openxmlformats.org/drawingml/2006/main">
            <a:pathLst>
              <a:path w="88797" h="98318">
                <a:moveTo>
                  <a:pt x="47475" y="61789"/>
                </a:moveTo>
                <a:lnTo>
                  <a:pt x="47475" y="45726"/>
                </a:lnTo>
                <a:lnTo>
                  <a:pt x="88797" y="45726"/>
                </a:lnTo>
                <a:lnTo>
                  <a:pt x="88797" y="83557"/>
                </a:lnTo>
                <a:cubicBezTo>
                  <a:pt x="84781" y="87458"/>
                  <a:pt x="78963" y="90893"/>
                  <a:pt x="71342" y="93863"/>
                </a:cubicBezTo>
                <a:cubicBezTo>
                  <a:pt x="63721" y="96833"/>
                  <a:pt x="56003" y="98318"/>
                  <a:pt x="48187" y="98318"/>
                </a:cubicBezTo>
                <a:cubicBezTo>
                  <a:pt x="38256" y="98318"/>
                  <a:pt x="29599" y="96232"/>
                  <a:pt x="22215" y="92060"/>
                </a:cubicBezTo>
                <a:cubicBezTo>
                  <a:pt x="14832" y="87887"/>
                  <a:pt x="9283" y="81921"/>
                  <a:pt x="5570" y="74161"/>
                </a:cubicBezTo>
                <a:cubicBezTo>
                  <a:pt x="1857" y="66400"/>
                  <a:pt x="0" y="57958"/>
                  <a:pt x="0" y="48835"/>
                </a:cubicBezTo>
                <a:cubicBezTo>
                  <a:pt x="0" y="38934"/>
                  <a:pt x="2073" y="30135"/>
                  <a:pt x="6218" y="22440"/>
                </a:cubicBezTo>
                <a:cubicBezTo>
                  <a:pt x="10363" y="14743"/>
                  <a:pt x="16429" y="8841"/>
                  <a:pt x="24418" y="4734"/>
                </a:cubicBezTo>
                <a:cubicBezTo>
                  <a:pt x="30506" y="1578"/>
                  <a:pt x="38084" y="0"/>
                  <a:pt x="47151" y="0"/>
                </a:cubicBezTo>
                <a:cubicBezTo>
                  <a:pt x="58939" y="0"/>
                  <a:pt x="68147" y="2478"/>
                  <a:pt x="74775" y="7434"/>
                </a:cubicBezTo>
                <a:cubicBezTo>
                  <a:pt x="81403" y="12389"/>
                  <a:pt x="85666" y="19237"/>
                  <a:pt x="87566" y="27980"/>
                </a:cubicBezTo>
                <a:lnTo>
                  <a:pt x="68525" y="31607"/>
                </a:lnTo>
                <a:cubicBezTo>
                  <a:pt x="67186" y="26923"/>
                  <a:pt x="64671" y="23227"/>
                  <a:pt x="60979" y="20517"/>
                </a:cubicBezTo>
                <a:cubicBezTo>
                  <a:pt x="57287" y="17806"/>
                  <a:pt x="52678" y="16451"/>
                  <a:pt x="47151" y="16451"/>
                </a:cubicBezTo>
                <a:cubicBezTo>
                  <a:pt x="38774" y="16451"/>
                  <a:pt x="32114" y="19107"/>
                  <a:pt x="27170" y="24418"/>
                </a:cubicBezTo>
                <a:cubicBezTo>
                  <a:pt x="22226" y="29729"/>
                  <a:pt x="19754" y="37609"/>
                  <a:pt x="19754" y="48058"/>
                </a:cubicBezTo>
                <a:cubicBezTo>
                  <a:pt x="19754" y="59327"/>
                  <a:pt x="22259" y="67780"/>
                  <a:pt x="27267" y="73415"/>
                </a:cubicBezTo>
                <a:cubicBezTo>
                  <a:pt x="32276" y="79049"/>
                  <a:pt x="38839" y="81867"/>
                  <a:pt x="46957" y="81867"/>
                </a:cubicBezTo>
                <a:cubicBezTo>
                  <a:pt x="50972" y="81867"/>
                  <a:pt x="54999" y="81081"/>
                  <a:pt x="59036" y="79511"/>
                </a:cubicBezTo>
                <a:cubicBezTo>
                  <a:pt x="63073" y="77940"/>
                  <a:pt x="66538" y="76036"/>
                  <a:pt x="69431" y="73797"/>
                </a:cubicBezTo>
                <a:lnTo>
                  <a:pt x="69431" y="61789"/>
                </a:lnTo>
                <a:lnTo>
                  <a:pt x="47475" y="617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(">
            <a:extLst xmlns:a="http://schemas.openxmlformats.org/drawingml/2006/main">
              <a:ext uri="{FF2B5EF4-FFF2-40B4-BE49-F238E27FC236}">
                <a16:creationId xmlns:a16="http://schemas.microsoft.com/office/drawing/2014/main" id="{CDE55CA7-0976-4455-8953-99684E76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320" y="1614966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8333D-1212-4334-B2F7-EA323A9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86" y="1588429"/>
            <a:ext cx="28424" cy="151594"/>
          </a:xfrm>
          <a:custGeom xmlns:a="http://schemas.openxmlformats.org/drawingml/2006/main">
            <a:pathLst>
              <a:path w="28424" h="151594">
                <a:moveTo>
                  <a:pt x="0" y="0"/>
                </a:moveTo>
                <a:lnTo>
                  <a:pt x="28424" y="0"/>
                </a:lnTo>
                <a:lnTo>
                  <a:pt x="28424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FFD89-2068-4CD3-AA2D-ECB53F19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210" y="1588429"/>
            <a:ext cx="1714908" cy="151594"/>
          </a:xfrm>
          <a:custGeom xmlns:a="http://schemas.openxmlformats.org/drawingml/2006/main">
            <a:pathLst>
              <a:path w="1714908" h="151594">
                <a:moveTo>
                  <a:pt x="0" y="0"/>
                </a:moveTo>
                <a:lnTo>
                  <a:pt x="1714908" y="0"/>
                </a:lnTo>
                <a:lnTo>
                  <a:pt x="1714908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workmode=DualINUMode">
            <a:extLst xmlns:a="http://schemas.openxmlformats.org/drawingml/2006/main">
              <a:ext uri="{FF2B5EF4-FFF2-40B4-BE49-F238E27FC236}">
                <a16:creationId xmlns:a16="http://schemas.microsoft.com/office/drawing/2014/main" id="{D0B9EEB5-3703-431D-BDEE-1C5414AC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790" y="1616650"/>
            <a:ext cx="1671149" cy="96634"/>
          </a:xfrm>
          <a:custGeom xmlns:a="http://schemas.openxmlformats.org/drawingml/2006/main">
            <a:pathLst>
              <a:path w="1671149" h="96634">
                <a:moveTo>
                  <a:pt x="21762" y="94950"/>
                </a:moveTo>
                <a:lnTo>
                  <a:pt x="0" y="26166"/>
                </a:lnTo>
                <a:lnTo>
                  <a:pt x="17682" y="26166"/>
                </a:lnTo>
                <a:lnTo>
                  <a:pt x="30570" y="71245"/>
                </a:lnTo>
                <a:lnTo>
                  <a:pt x="42423" y="26166"/>
                </a:lnTo>
                <a:lnTo>
                  <a:pt x="59975" y="26166"/>
                </a:lnTo>
                <a:lnTo>
                  <a:pt x="71439" y="71245"/>
                </a:lnTo>
                <a:lnTo>
                  <a:pt x="84587" y="26166"/>
                </a:lnTo>
                <a:lnTo>
                  <a:pt x="102528" y="26166"/>
                </a:lnTo>
                <a:lnTo>
                  <a:pt x="80442" y="94950"/>
                </a:lnTo>
                <a:lnTo>
                  <a:pt x="62954" y="94950"/>
                </a:lnTo>
                <a:lnTo>
                  <a:pt x="51102" y="50713"/>
                </a:lnTo>
                <a:lnTo>
                  <a:pt x="39444" y="94950"/>
                </a:lnTo>
                <a:lnTo>
                  <a:pt x="21762" y="94950"/>
                </a:lnTo>
                <a:close/>
                <a:moveTo>
                  <a:pt x="107926" y="59587"/>
                </a:moveTo>
                <a:cubicBezTo>
                  <a:pt x="107926" y="53542"/>
                  <a:pt x="109416" y="47691"/>
                  <a:pt x="112395" y="42034"/>
                </a:cubicBezTo>
                <a:cubicBezTo>
                  <a:pt x="115374" y="36378"/>
                  <a:pt x="119595" y="32060"/>
                  <a:pt x="125057" y="29081"/>
                </a:cubicBezTo>
                <a:cubicBezTo>
                  <a:pt x="130519" y="26101"/>
                  <a:pt x="136618" y="24612"/>
                  <a:pt x="143354" y="24612"/>
                </a:cubicBezTo>
                <a:cubicBezTo>
                  <a:pt x="153760" y="24612"/>
                  <a:pt x="162288" y="27991"/>
                  <a:pt x="168938" y="34748"/>
                </a:cubicBezTo>
                <a:cubicBezTo>
                  <a:pt x="175587" y="41505"/>
                  <a:pt x="178912" y="50044"/>
                  <a:pt x="178912" y="60364"/>
                </a:cubicBezTo>
                <a:cubicBezTo>
                  <a:pt x="178912" y="70770"/>
                  <a:pt x="175555" y="79395"/>
                  <a:pt x="168840" y="86239"/>
                </a:cubicBezTo>
                <a:cubicBezTo>
                  <a:pt x="162126" y="93082"/>
                  <a:pt x="153674" y="96504"/>
                  <a:pt x="143484" y="96504"/>
                </a:cubicBezTo>
                <a:cubicBezTo>
                  <a:pt x="137180" y="96504"/>
                  <a:pt x="131167" y="95079"/>
                  <a:pt x="125446" y="92230"/>
                </a:cubicBezTo>
                <a:cubicBezTo>
                  <a:pt x="119725" y="89380"/>
                  <a:pt x="115374" y="85202"/>
                  <a:pt x="112395" y="79697"/>
                </a:cubicBezTo>
                <a:cubicBezTo>
                  <a:pt x="109416" y="74192"/>
                  <a:pt x="107926" y="67488"/>
                  <a:pt x="107926" y="59587"/>
                </a:cubicBezTo>
                <a:moveTo>
                  <a:pt x="126579" y="60558"/>
                </a:moveTo>
                <a:cubicBezTo>
                  <a:pt x="126579" y="67359"/>
                  <a:pt x="128198" y="72567"/>
                  <a:pt x="131437" y="76183"/>
                </a:cubicBezTo>
                <a:cubicBezTo>
                  <a:pt x="134675" y="79800"/>
                  <a:pt x="138669" y="81608"/>
                  <a:pt x="143419" y="81608"/>
                </a:cubicBezTo>
                <a:cubicBezTo>
                  <a:pt x="148169" y="81608"/>
                  <a:pt x="152152" y="79800"/>
                  <a:pt x="155369" y="76183"/>
                </a:cubicBezTo>
                <a:cubicBezTo>
                  <a:pt x="158585" y="72567"/>
                  <a:pt x="160194" y="67316"/>
                  <a:pt x="160194" y="60429"/>
                </a:cubicBezTo>
                <a:cubicBezTo>
                  <a:pt x="160194" y="53714"/>
                  <a:pt x="158585" y="48549"/>
                  <a:pt x="155369" y="44933"/>
                </a:cubicBezTo>
                <a:cubicBezTo>
                  <a:pt x="152152" y="41317"/>
                  <a:pt x="148169" y="39508"/>
                  <a:pt x="143419" y="39508"/>
                </a:cubicBezTo>
                <a:cubicBezTo>
                  <a:pt x="138669" y="39508"/>
                  <a:pt x="134675" y="41317"/>
                  <a:pt x="131437" y="44933"/>
                </a:cubicBezTo>
                <a:cubicBezTo>
                  <a:pt x="128198" y="48549"/>
                  <a:pt x="126579" y="53757"/>
                  <a:pt x="126579" y="60558"/>
                </a:cubicBezTo>
                <a:close/>
                <a:moveTo>
                  <a:pt x="210604" y="94950"/>
                </a:moveTo>
                <a:lnTo>
                  <a:pt x="192404" y="94950"/>
                </a:lnTo>
                <a:lnTo>
                  <a:pt x="192404" y="26166"/>
                </a:lnTo>
                <a:lnTo>
                  <a:pt x="209309" y="26166"/>
                </a:lnTo>
                <a:lnTo>
                  <a:pt x="209309" y="35946"/>
                </a:lnTo>
                <a:cubicBezTo>
                  <a:pt x="212202" y="31326"/>
                  <a:pt x="214803" y="28282"/>
                  <a:pt x="217113" y="26814"/>
                </a:cubicBezTo>
                <a:cubicBezTo>
                  <a:pt x="219423" y="25346"/>
                  <a:pt x="222047" y="24612"/>
                  <a:pt x="224983" y="24612"/>
                </a:cubicBezTo>
                <a:cubicBezTo>
                  <a:pt x="229128" y="24612"/>
                  <a:pt x="233122" y="25756"/>
                  <a:pt x="236965" y="28045"/>
                </a:cubicBezTo>
                <a:lnTo>
                  <a:pt x="231330" y="43913"/>
                </a:lnTo>
                <a:cubicBezTo>
                  <a:pt x="228264" y="41926"/>
                  <a:pt x="225414" y="40933"/>
                  <a:pt x="222781" y="40933"/>
                </a:cubicBezTo>
                <a:cubicBezTo>
                  <a:pt x="220233" y="40933"/>
                  <a:pt x="218074" y="41635"/>
                  <a:pt x="216304" y="43038"/>
                </a:cubicBezTo>
                <a:cubicBezTo>
                  <a:pt x="214533" y="44442"/>
                  <a:pt x="213141" y="46978"/>
                  <a:pt x="212126" y="50649"/>
                </a:cubicBezTo>
                <a:cubicBezTo>
                  <a:pt x="211112" y="54319"/>
                  <a:pt x="210604" y="62005"/>
                  <a:pt x="210604" y="73706"/>
                </a:cubicBezTo>
                <a:lnTo>
                  <a:pt x="210604" y="94950"/>
                </a:lnTo>
                <a:close/>
                <a:moveTo>
                  <a:pt x="244133" y="94950"/>
                </a:moveTo>
                <a:lnTo>
                  <a:pt x="244133" y="0"/>
                </a:lnTo>
                <a:lnTo>
                  <a:pt x="262332" y="0"/>
                </a:lnTo>
                <a:lnTo>
                  <a:pt x="262332" y="50390"/>
                </a:lnTo>
                <a:lnTo>
                  <a:pt x="283641" y="26166"/>
                </a:lnTo>
                <a:lnTo>
                  <a:pt x="306051" y="26166"/>
                </a:lnTo>
                <a:lnTo>
                  <a:pt x="282540" y="51306"/>
                </a:lnTo>
                <a:lnTo>
                  <a:pt x="307735" y="94950"/>
                </a:lnTo>
                <a:lnTo>
                  <a:pt x="288110" y="94950"/>
                </a:lnTo>
                <a:lnTo>
                  <a:pt x="270817" y="64047"/>
                </a:lnTo>
                <a:lnTo>
                  <a:pt x="262332" y="72929"/>
                </a:lnTo>
                <a:lnTo>
                  <a:pt x="262332" y="94950"/>
                </a:lnTo>
                <a:lnTo>
                  <a:pt x="244133" y="94950"/>
                </a:lnTo>
                <a:close/>
                <a:moveTo>
                  <a:pt x="317171" y="26166"/>
                </a:moveTo>
                <a:lnTo>
                  <a:pt x="333946" y="26166"/>
                </a:lnTo>
                <a:lnTo>
                  <a:pt x="333946" y="35558"/>
                </a:lnTo>
                <a:cubicBezTo>
                  <a:pt x="339948" y="28260"/>
                  <a:pt x="347094" y="24612"/>
                  <a:pt x="355384" y="24612"/>
                </a:cubicBezTo>
                <a:cubicBezTo>
                  <a:pt x="359788" y="24612"/>
                  <a:pt x="363610" y="25523"/>
                  <a:pt x="366848" y="27344"/>
                </a:cubicBezTo>
                <a:cubicBezTo>
                  <a:pt x="370087" y="29166"/>
                  <a:pt x="372742" y="31921"/>
                  <a:pt x="374815" y="35608"/>
                </a:cubicBezTo>
                <a:cubicBezTo>
                  <a:pt x="377837" y="31921"/>
                  <a:pt x="381097" y="29166"/>
                  <a:pt x="384595" y="27344"/>
                </a:cubicBezTo>
                <a:cubicBezTo>
                  <a:pt x="388092" y="25523"/>
                  <a:pt x="391827" y="24612"/>
                  <a:pt x="395799" y="24612"/>
                </a:cubicBezTo>
                <a:cubicBezTo>
                  <a:pt x="400851" y="24612"/>
                  <a:pt x="405126" y="25637"/>
                  <a:pt x="408624" y="27688"/>
                </a:cubicBezTo>
                <a:cubicBezTo>
                  <a:pt x="412121" y="29739"/>
                  <a:pt x="414733" y="32751"/>
                  <a:pt x="416460" y="36723"/>
                </a:cubicBezTo>
                <a:cubicBezTo>
                  <a:pt x="417713" y="39660"/>
                  <a:pt x="418339" y="44409"/>
                  <a:pt x="418339" y="50972"/>
                </a:cubicBezTo>
                <a:lnTo>
                  <a:pt x="418339" y="94950"/>
                </a:lnTo>
                <a:lnTo>
                  <a:pt x="400139" y="94950"/>
                </a:lnTo>
                <a:lnTo>
                  <a:pt x="400139" y="55680"/>
                </a:lnTo>
                <a:cubicBezTo>
                  <a:pt x="400139" y="48866"/>
                  <a:pt x="399513" y="44467"/>
                  <a:pt x="398261" y="42484"/>
                </a:cubicBezTo>
                <a:cubicBezTo>
                  <a:pt x="396577" y="39896"/>
                  <a:pt x="393986" y="38602"/>
                  <a:pt x="390488" y="38602"/>
                </a:cubicBezTo>
                <a:cubicBezTo>
                  <a:pt x="387941" y="38602"/>
                  <a:pt x="385545" y="39378"/>
                  <a:pt x="383299" y="40931"/>
                </a:cubicBezTo>
                <a:cubicBezTo>
                  <a:pt x="381054" y="42483"/>
                  <a:pt x="379435" y="44758"/>
                  <a:pt x="378442" y="47756"/>
                </a:cubicBezTo>
                <a:cubicBezTo>
                  <a:pt x="377449" y="50753"/>
                  <a:pt x="376952" y="55487"/>
                  <a:pt x="376952" y="61957"/>
                </a:cubicBezTo>
                <a:lnTo>
                  <a:pt x="376952" y="94950"/>
                </a:lnTo>
                <a:lnTo>
                  <a:pt x="358752" y="94950"/>
                </a:lnTo>
                <a:lnTo>
                  <a:pt x="358752" y="57297"/>
                </a:lnTo>
                <a:cubicBezTo>
                  <a:pt x="358752" y="50613"/>
                  <a:pt x="358428" y="46300"/>
                  <a:pt x="357781" y="44360"/>
                </a:cubicBezTo>
                <a:cubicBezTo>
                  <a:pt x="357133" y="42418"/>
                  <a:pt x="356129" y="40973"/>
                  <a:pt x="354769" y="40025"/>
                </a:cubicBezTo>
                <a:cubicBezTo>
                  <a:pt x="353409" y="39076"/>
                  <a:pt x="351563" y="38602"/>
                  <a:pt x="349231" y="38602"/>
                </a:cubicBezTo>
                <a:cubicBezTo>
                  <a:pt x="346425" y="38602"/>
                  <a:pt x="343899" y="39357"/>
                  <a:pt x="341653" y="40867"/>
                </a:cubicBezTo>
                <a:cubicBezTo>
                  <a:pt x="339408" y="42375"/>
                  <a:pt x="337800" y="44553"/>
                  <a:pt x="336828" y="47400"/>
                </a:cubicBezTo>
                <a:cubicBezTo>
                  <a:pt x="335857" y="50247"/>
                  <a:pt x="335371" y="54970"/>
                  <a:pt x="335371" y="61568"/>
                </a:cubicBezTo>
                <a:lnTo>
                  <a:pt x="335371" y="94950"/>
                </a:lnTo>
                <a:lnTo>
                  <a:pt x="317171" y="94950"/>
                </a:lnTo>
                <a:lnTo>
                  <a:pt x="317171" y="26166"/>
                </a:lnTo>
                <a:close/>
                <a:moveTo>
                  <a:pt x="432244" y="59587"/>
                </a:moveTo>
                <a:cubicBezTo>
                  <a:pt x="432244" y="53542"/>
                  <a:pt x="433733" y="47691"/>
                  <a:pt x="436713" y="42034"/>
                </a:cubicBezTo>
                <a:cubicBezTo>
                  <a:pt x="439692" y="36378"/>
                  <a:pt x="443913" y="32060"/>
                  <a:pt x="449375" y="29081"/>
                </a:cubicBezTo>
                <a:cubicBezTo>
                  <a:pt x="454837" y="26101"/>
                  <a:pt x="460936" y="24612"/>
                  <a:pt x="467672" y="24612"/>
                </a:cubicBezTo>
                <a:cubicBezTo>
                  <a:pt x="478078" y="24612"/>
                  <a:pt x="486606" y="27991"/>
                  <a:pt x="493255" y="34748"/>
                </a:cubicBezTo>
                <a:cubicBezTo>
                  <a:pt x="499905" y="41505"/>
                  <a:pt x="503230" y="50044"/>
                  <a:pt x="503230" y="60364"/>
                </a:cubicBezTo>
                <a:cubicBezTo>
                  <a:pt x="503230" y="70770"/>
                  <a:pt x="499872" y="79395"/>
                  <a:pt x="493158" y="86239"/>
                </a:cubicBezTo>
                <a:cubicBezTo>
                  <a:pt x="486444" y="93082"/>
                  <a:pt x="477992" y="96504"/>
                  <a:pt x="467801" y="96504"/>
                </a:cubicBezTo>
                <a:cubicBezTo>
                  <a:pt x="461497" y="96504"/>
                  <a:pt x="455485" y="95079"/>
                  <a:pt x="449764" y="92230"/>
                </a:cubicBezTo>
                <a:cubicBezTo>
                  <a:pt x="444042" y="89380"/>
                  <a:pt x="439692" y="85202"/>
                  <a:pt x="436713" y="79697"/>
                </a:cubicBezTo>
                <a:cubicBezTo>
                  <a:pt x="433733" y="74192"/>
                  <a:pt x="432244" y="67488"/>
                  <a:pt x="432244" y="59587"/>
                </a:cubicBezTo>
                <a:moveTo>
                  <a:pt x="450897" y="60558"/>
                </a:moveTo>
                <a:cubicBezTo>
                  <a:pt x="450897" y="67359"/>
                  <a:pt x="452516" y="72567"/>
                  <a:pt x="455755" y="76183"/>
                </a:cubicBezTo>
                <a:cubicBezTo>
                  <a:pt x="458993" y="79800"/>
                  <a:pt x="462987" y="81608"/>
                  <a:pt x="467737" y="81608"/>
                </a:cubicBezTo>
                <a:cubicBezTo>
                  <a:pt x="472486" y="81608"/>
                  <a:pt x="476470" y="79800"/>
                  <a:pt x="479686" y="76183"/>
                </a:cubicBezTo>
                <a:cubicBezTo>
                  <a:pt x="482903" y="72567"/>
                  <a:pt x="484512" y="67316"/>
                  <a:pt x="484512" y="60429"/>
                </a:cubicBezTo>
                <a:cubicBezTo>
                  <a:pt x="484512" y="53714"/>
                  <a:pt x="482903" y="48549"/>
                  <a:pt x="479686" y="44933"/>
                </a:cubicBezTo>
                <a:cubicBezTo>
                  <a:pt x="476470" y="41317"/>
                  <a:pt x="472486" y="39508"/>
                  <a:pt x="467737" y="39508"/>
                </a:cubicBezTo>
                <a:cubicBezTo>
                  <a:pt x="462987" y="39508"/>
                  <a:pt x="458993" y="41317"/>
                  <a:pt x="455755" y="44933"/>
                </a:cubicBezTo>
                <a:cubicBezTo>
                  <a:pt x="452516" y="48549"/>
                  <a:pt x="450897" y="53757"/>
                  <a:pt x="450897" y="60558"/>
                </a:cubicBezTo>
                <a:close/>
                <a:moveTo>
                  <a:pt x="580583" y="94950"/>
                </a:moveTo>
                <a:lnTo>
                  <a:pt x="563679" y="94950"/>
                </a:lnTo>
                <a:lnTo>
                  <a:pt x="563679" y="84846"/>
                </a:lnTo>
                <a:cubicBezTo>
                  <a:pt x="560872" y="88775"/>
                  <a:pt x="557558" y="91701"/>
                  <a:pt x="553737" y="93622"/>
                </a:cubicBezTo>
                <a:cubicBezTo>
                  <a:pt x="549916" y="95544"/>
                  <a:pt x="546062" y="96504"/>
                  <a:pt x="542176" y="96504"/>
                </a:cubicBezTo>
                <a:cubicBezTo>
                  <a:pt x="534274" y="96504"/>
                  <a:pt x="527506" y="93320"/>
                  <a:pt x="521871" y="86951"/>
                </a:cubicBezTo>
                <a:cubicBezTo>
                  <a:pt x="516236" y="80582"/>
                  <a:pt x="513419" y="71698"/>
                  <a:pt x="513419" y="60299"/>
                </a:cubicBezTo>
                <a:cubicBezTo>
                  <a:pt x="513419" y="48641"/>
                  <a:pt x="516161" y="39778"/>
                  <a:pt x="521644" y="33712"/>
                </a:cubicBezTo>
                <a:cubicBezTo>
                  <a:pt x="527128" y="27645"/>
                  <a:pt x="534058" y="24612"/>
                  <a:pt x="542435" y="24612"/>
                </a:cubicBezTo>
                <a:cubicBezTo>
                  <a:pt x="550121" y="24612"/>
                  <a:pt x="556770" y="27807"/>
                  <a:pt x="562383" y="34198"/>
                </a:cubicBezTo>
                <a:lnTo>
                  <a:pt x="562383" y="0"/>
                </a:lnTo>
                <a:lnTo>
                  <a:pt x="580583" y="0"/>
                </a:lnTo>
                <a:lnTo>
                  <a:pt x="580583" y="94950"/>
                </a:lnTo>
                <a:moveTo>
                  <a:pt x="532007" y="59103"/>
                </a:moveTo>
                <a:cubicBezTo>
                  <a:pt x="532007" y="66432"/>
                  <a:pt x="533022" y="71735"/>
                  <a:pt x="535051" y="75011"/>
                </a:cubicBezTo>
                <a:cubicBezTo>
                  <a:pt x="537988" y="79754"/>
                  <a:pt x="542090" y="82126"/>
                  <a:pt x="547357" y="82126"/>
                </a:cubicBezTo>
                <a:cubicBezTo>
                  <a:pt x="551546" y="82126"/>
                  <a:pt x="555108" y="80347"/>
                  <a:pt x="558044" y="76791"/>
                </a:cubicBezTo>
                <a:cubicBezTo>
                  <a:pt x="560980" y="73234"/>
                  <a:pt x="562448" y="67920"/>
                  <a:pt x="562448" y="60850"/>
                </a:cubicBezTo>
                <a:cubicBezTo>
                  <a:pt x="562448" y="52959"/>
                  <a:pt x="561023" y="47278"/>
                  <a:pt x="558174" y="43807"/>
                </a:cubicBezTo>
                <a:cubicBezTo>
                  <a:pt x="555324" y="40337"/>
                  <a:pt x="551675" y="38602"/>
                  <a:pt x="547228" y="38602"/>
                </a:cubicBezTo>
                <a:cubicBezTo>
                  <a:pt x="542910" y="38602"/>
                  <a:pt x="539294" y="40315"/>
                  <a:pt x="536379" y="43743"/>
                </a:cubicBezTo>
                <a:cubicBezTo>
                  <a:pt x="533465" y="47170"/>
                  <a:pt x="532007" y="52290"/>
                  <a:pt x="532007" y="59103"/>
                </a:cubicBezTo>
                <a:close/>
                <a:moveTo>
                  <a:pt x="638376" y="73058"/>
                </a:moveTo>
                <a:lnTo>
                  <a:pt x="656511" y="76167"/>
                </a:lnTo>
                <a:cubicBezTo>
                  <a:pt x="654179" y="82795"/>
                  <a:pt x="650498" y="87842"/>
                  <a:pt x="645468" y="91307"/>
                </a:cubicBezTo>
                <a:cubicBezTo>
                  <a:pt x="640438" y="94772"/>
                  <a:pt x="634144" y="96504"/>
                  <a:pt x="626588" y="96504"/>
                </a:cubicBezTo>
                <a:cubicBezTo>
                  <a:pt x="614628" y="96504"/>
                  <a:pt x="605776" y="92597"/>
                  <a:pt x="600033" y="84781"/>
                </a:cubicBezTo>
                <a:cubicBezTo>
                  <a:pt x="595500" y="78520"/>
                  <a:pt x="593233" y="70619"/>
                  <a:pt x="593233" y="61076"/>
                </a:cubicBezTo>
                <a:cubicBezTo>
                  <a:pt x="593233" y="49677"/>
                  <a:pt x="596212" y="40750"/>
                  <a:pt x="602171" y="34295"/>
                </a:cubicBezTo>
                <a:cubicBezTo>
                  <a:pt x="608129" y="27839"/>
                  <a:pt x="615664" y="24612"/>
                  <a:pt x="624775" y="24612"/>
                </a:cubicBezTo>
                <a:cubicBezTo>
                  <a:pt x="635008" y="24612"/>
                  <a:pt x="643082" y="27991"/>
                  <a:pt x="648998" y="34748"/>
                </a:cubicBezTo>
                <a:cubicBezTo>
                  <a:pt x="654913" y="41505"/>
                  <a:pt x="657742" y="51858"/>
                  <a:pt x="657483" y="65804"/>
                </a:cubicBezTo>
                <a:lnTo>
                  <a:pt x="611886" y="65804"/>
                </a:lnTo>
                <a:cubicBezTo>
                  <a:pt x="612015" y="71202"/>
                  <a:pt x="613483" y="75401"/>
                  <a:pt x="616290" y="78402"/>
                </a:cubicBezTo>
                <a:cubicBezTo>
                  <a:pt x="619097" y="81403"/>
                  <a:pt x="622594" y="82903"/>
                  <a:pt x="626783" y="82903"/>
                </a:cubicBezTo>
                <a:cubicBezTo>
                  <a:pt x="629632" y="82903"/>
                  <a:pt x="632029" y="82126"/>
                  <a:pt x="633972" y="80571"/>
                </a:cubicBezTo>
                <a:cubicBezTo>
                  <a:pt x="635915" y="79017"/>
                  <a:pt x="637383" y="76513"/>
                  <a:pt x="638376" y="73058"/>
                </a:cubicBezTo>
                <a:moveTo>
                  <a:pt x="639412" y="54664"/>
                </a:moveTo>
                <a:cubicBezTo>
                  <a:pt x="639283" y="49418"/>
                  <a:pt x="637923" y="45429"/>
                  <a:pt x="635332" y="42698"/>
                </a:cubicBezTo>
                <a:cubicBezTo>
                  <a:pt x="632741" y="39967"/>
                  <a:pt x="629589" y="38602"/>
                  <a:pt x="625876" y="38602"/>
                </a:cubicBezTo>
                <a:cubicBezTo>
                  <a:pt x="621903" y="38602"/>
                  <a:pt x="618622" y="40042"/>
                  <a:pt x="616031" y="42923"/>
                </a:cubicBezTo>
                <a:cubicBezTo>
                  <a:pt x="613440" y="45805"/>
                  <a:pt x="612167" y="49719"/>
                  <a:pt x="612210" y="54664"/>
                </a:cubicBezTo>
                <a:lnTo>
                  <a:pt x="639412" y="54664"/>
                </a:lnTo>
                <a:close/>
                <a:moveTo>
                  <a:pt x="705154" y="42229"/>
                </a:moveTo>
                <a:lnTo>
                  <a:pt x="705154" y="25389"/>
                </a:lnTo>
                <a:lnTo>
                  <a:pt x="771542" y="25389"/>
                </a:lnTo>
                <a:lnTo>
                  <a:pt x="771542" y="42229"/>
                </a:lnTo>
                <a:lnTo>
                  <a:pt x="705154" y="42229"/>
                </a:lnTo>
                <a:moveTo>
                  <a:pt x="705154" y="71115"/>
                </a:moveTo>
                <a:lnTo>
                  <a:pt x="705154" y="54276"/>
                </a:lnTo>
                <a:lnTo>
                  <a:pt x="771542" y="54276"/>
                </a:lnTo>
                <a:lnTo>
                  <a:pt x="771542" y="71115"/>
                </a:lnTo>
                <a:lnTo>
                  <a:pt x="705154" y="71115"/>
                </a:lnTo>
                <a:close/>
                <a:moveTo>
                  <a:pt x="823575" y="0"/>
                </a:moveTo>
                <a:lnTo>
                  <a:pt x="858615" y="0"/>
                </a:lnTo>
                <a:cubicBezTo>
                  <a:pt x="866516" y="0"/>
                  <a:pt x="872540" y="605"/>
                  <a:pt x="876685" y="1813"/>
                </a:cubicBezTo>
                <a:cubicBezTo>
                  <a:pt x="882255" y="3454"/>
                  <a:pt x="887026" y="6369"/>
                  <a:pt x="890999" y="10557"/>
                </a:cubicBezTo>
                <a:cubicBezTo>
                  <a:pt x="894971" y="14746"/>
                  <a:pt x="897994" y="19873"/>
                  <a:pt x="900066" y="25940"/>
                </a:cubicBezTo>
                <a:cubicBezTo>
                  <a:pt x="902139" y="32006"/>
                  <a:pt x="903175" y="39487"/>
                  <a:pt x="903175" y="48382"/>
                </a:cubicBezTo>
                <a:cubicBezTo>
                  <a:pt x="903175" y="56197"/>
                  <a:pt x="902203" y="62933"/>
                  <a:pt x="900260" y="68589"/>
                </a:cubicBezTo>
                <a:cubicBezTo>
                  <a:pt x="897886" y="75498"/>
                  <a:pt x="894496" y="81090"/>
                  <a:pt x="890092" y="85364"/>
                </a:cubicBezTo>
                <a:cubicBezTo>
                  <a:pt x="886767" y="88603"/>
                  <a:pt x="882277" y="91129"/>
                  <a:pt x="876620" y="92942"/>
                </a:cubicBezTo>
                <a:cubicBezTo>
                  <a:pt x="872389" y="94281"/>
                  <a:pt x="866732" y="94950"/>
                  <a:pt x="859651" y="94950"/>
                </a:cubicBezTo>
                <a:lnTo>
                  <a:pt x="823575" y="94950"/>
                </a:lnTo>
                <a:lnTo>
                  <a:pt x="823575" y="0"/>
                </a:lnTo>
                <a:moveTo>
                  <a:pt x="842746" y="16062"/>
                </a:moveTo>
                <a:lnTo>
                  <a:pt x="842746" y="78887"/>
                </a:lnTo>
                <a:lnTo>
                  <a:pt x="857060" y="78887"/>
                </a:lnTo>
                <a:cubicBezTo>
                  <a:pt x="862414" y="78887"/>
                  <a:pt x="866279" y="78585"/>
                  <a:pt x="868654" y="77981"/>
                </a:cubicBezTo>
                <a:cubicBezTo>
                  <a:pt x="871763" y="77205"/>
                  <a:pt x="874342" y="75890"/>
                  <a:pt x="876393" y="74036"/>
                </a:cubicBezTo>
                <a:cubicBezTo>
                  <a:pt x="878444" y="72181"/>
                  <a:pt x="880118" y="69128"/>
                  <a:pt x="881413" y="64879"/>
                </a:cubicBezTo>
                <a:cubicBezTo>
                  <a:pt x="882708" y="60630"/>
                  <a:pt x="883356" y="54840"/>
                  <a:pt x="883356" y="47507"/>
                </a:cubicBezTo>
                <a:cubicBezTo>
                  <a:pt x="883356" y="40175"/>
                  <a:pt x="882708" y="34546"/>
                  <a:pt x="881413" y="30621"/>
                </a:cubicBezTo>
                <a:cubicBezTo>
                  <a:pt x="880118" y="26696"/>
                  <a:pt x="878304" y="23634"/>
                  <a:pt x="875972" y="21434"/>
                </a:cubicBezTo>
                <a:cubicBezTo>
                  <a:pt x="873641" y="19233"/>
                  <a:pt x="870683" y="17745"/>
                  <a:pt x="867099" y="16969"/>
                </a:cubicBezTo>
                <a:cubicBezTo>
                  <a:pt x="864422" y="16365"/>
                  <a:pt x="859176" y="16062"/>
                  <a:pt x="851361" y="16062"/>
                </a:cubicBezTo>
                <a:lnTo>
                  <a:pt x="842746" y="16062"/>
                </a:lnTo>
                <a:close/>
                <a:moveTo>
                  <a:pt x="964553" y="94950"/>
                </a:moveTo>
                <a:lnTo>
                  <a:pt x="964553" y="84652"/>
                </a:lnTo>
                <a:cubicBezTo>
                  <a:pt x="962049" y="88322"/>
                  <a:pt x="958756" y="91215"/>
                  <a:pt x="954676" y="93331"/>
                </a:cubicBezTo>
                <a:cubicBezTo>
                  <a:pt x="950596" y="95446"/>
                  <a:pt x="946289" y="96504"/>
                  <a:pt x="941755" y="96504"/>
                </a:cubicBezTo>
                <a:cubicBezTo>
                  <a:pt x="937135" y="96504"/>
                  <a:pt x="932990" y="95490"/>
                  <a:pt x="929319" y="93460"/>
                </a:cubicBezTo>
                <a:cubicBezTo>
                  <a:pt x="925649" y="91431"/>
                  <a:pt x="922994" y="88581"/>
                  <a:pt x="921353" y="84911"/>
                </a:cubicBezTo>
                <a:cubicBezTo>
                  <a:pt x="919712" y="81241"/>
                  <a:pt x="918892" y="76167"/>
                  <a:pt x="918892" y="69690"/>
                </a:cubicBezTo>
                <a:lnTo>
                  <a:pt x="918892" y="26166"/>
                </a:lnTo>
                <a:lnTo>
                  <a:pt x="937092" y="26166"/>
                </a:lnTo>
                <a:lnTo>
                  <a:pt x="937092" y="57700"/>
                </a:lnTo>
                <a:cubicBezTo>
                  <a:pt x="937092" y="67351"/>
                  <a:pt x="937426" y="73263"/>
                  <a:pt x="938095" y="75439"/>
                </a:cubicBezTo>
                <a:cubicBezTo>
                  <a:pt x="938765" y="77614"/>
                  <a:pt x="939985" y="79337"/>
                  <a:pt x="941755" y="80608"/>
                </a:cubicBezTo>
                <a:cubicBezTo>
                  <a:pt x="943525" y="81879"/>
                  <a:pt x="945770" y="82514"/>
                  <a:pt x="948491" y="82514"/>
                </a:cubicBezTo>
                <a:cubicBezTo>
                  <a:pt x="951600" y="82514"/>
                  <a:pt x="954385" y="81664"/>
                  <a:pt x="956846" y="79962"/>
                </a:cubicBezTo>
                <a:cubicBezTo>
                  <a:pt x="959307" y="78261"/>
                  <a:pt x="960991" y="76150"/>
                  <a:pt x="961898" y="73629"/>
                </a:cubicBezTo>
                <a:cubicBezTo>
                  <a:pt x="962804" y="71109"/>
                  <a:pt x="963258" y="64937"/>
                  <a:pt x="963258" y="55116"/>
                </a:cubicBezTo>
                <a:lnTo>
                  <a:pt x="963258" y="26166"/>
                </a:lnTo>
                <a:lnTo>
                  <a:pt x="981458" y="26166"/>
                </a:lnTo>
                <a:lnTo>
                  <a:pt x="981458" y="94950"/>
                </a:lnTo>
                <a:lnTo>
                  <a:pt x="964553" y="94950"/>
                </a:lnTo>
                <a:close/>
                <a:moveTo>
                  <a:pt x="1013927" y="47410"/>
                </a:moveTo>
                <a:lnTo>
                  <a:pt x="997411" y="44431"/>
                </a:lnTo>
                <a:cubicBezTo>
                  <a:pt x="999267" y="37694"/>
                  <a:pt x="1002463" y="32706"/>
                  <a:pt x="1006996" y="29469"/>
                </a:cubicBezTo>
                <a:cubicBezTo>
                  <a:pt x="1011530" y="26231"/>
                  <a:pt x="1018266" y="24612"/>
                  <a:pt x="1027204" y="24612"/>
                </a:cubicBezTo>
                <a:cubicBezTo>
                  <a:pt x="1035322" y="24612"/>
                  <a:pt x="1041367" y="25573"/>
                  <a:pt x="1045339" y="27494"/>
                </a:cubicBezTo>
                <a:cubicBezTo>
                  <a:pt x="1049312" y="29415"/>
                  <a:pt x="1052107" y="31855"/>
                  <a:pt x="1053727" y="34813"/>
                </a:cubicBezTo>
                <a:cubicBezTo>
                  <a:pt x="1055346" y="37771"/>
                  <a:pt x="1056155" y="43200"/>
                  <a:pt x="1056155" y="51102"/>
                </a:cubicBezTo>
                <a:lnTo>
                  <a:pt x="1055961" y="72346"/>
                </a:lnTo>
                <a:cubicBezTo>
                  <a:pt x="1055961" y="78391"/>
                  <a:pt x="1056252" y="82849"/>
                  <a:pt x="1056835" y="85720"/>
                </a:cubicBezTo>
                <a:cubicBezTo>
                  <a:pt x="1057418" y="88592"/>
                  <a:pt x="1058509" y="91668"/>
                  <a:pt x="1060106" y="94950"/>
                </a:cubicBezTo>
                <a:lnTo>
                  <a:pt x="1042101" y="94950"/>
                </a:lnTo>
                <a:cubicBezTo>
                  <a:pt x="1041626" y="93741"/>
                  <a:pt x="1041043" y="91949"/>
                  <a:pt x="1040352" y="89574"/>
                </a:cubicBezTo>
                <a:cubicBezTo>
                  <a:pt x="1040050" y="88495"/>
                  <a:pt x="1039834" y="87782"/>
                  <a:pt x="1039704" y="87437"/>
                </a:cubicBezTo>
                <a:cubicBezTo>
                  <a:pt x="1036595" y="90459"/>
                  <a:pt x="1033271" y="92726"/>
                  <a:pt x="1029730" y="94237"/>
                </a:cubicBezTo>
                <a:cubicBezTo>
                  <a:pt x="1026189" y="95749"/>
                  <a:pt x="1022411" y="96504"/>
                  <a:pt x="1018396" y="96504"/>
                </a:cubicBezTo>
                <a:cubicBezTo>
                  <a:pt x="1011314" y="96504"/>
                  <a:pt x="1005733" y="94591"/>
                  <a:pt x="1001653" y="90764"/>
                </a:cubicBezTo>
                <a:cubicBezTo>
                  <a:pt x="997573" y="86938"/>
                  <a:pt x="995532" y="82100"/>
                  <a:pt x="995532" y="76252"/>
                </a:cubicBezTo>
                <a:cubicBezTo>
                  <a:pt x="995532" y="72382"/>
                  <a:pt x="996461" y="68932"/>
                  <a:pt x="998318" y="65901"/>
                </a:cubicBezTo>
                <a:cubicBezTo>
                  <a:pt x="1000174" y="62869"/>
                  <a:pt x="1002776" y="60547"/>
                  <a:pt x="1006122" y="58935"/>
                </a:cubicBezTo>
                <a:cubicBezTo>
                  <a:pt x="1009468" y="57322"/>
                  <a:pt x="1014294" y="55914"/>
                  <a:pt x="1020598" y="54711"/>
                </a:cubicBezTo>
                <a:cubicBezTo>
                  <a:pt x="1029104" y="53120"/>
                  <a:pt x="1034998" y="51636"/>
                  <a:pt x="1038279" y="50260"/>
                </a:cubicBezTo>
                <a:lnTo>
                  <a:pt x="1038279" y="48426"/>
                </a:lnTo>
                <a:cubicBezTo>
                  <a:pt x="1038279" y="44890"/>
                  <a:pt x="1037416" y="42368"/>
                  <a:pt x="1035689" y="40863"/>
                </a:cubicBezTo>
                <a:cubicBezTo>
                  <a:pt x="1033962" y="39355"/>
                  <a:pt x="1030702" y="38602"/>
                  <a:pt x="1025909" y="38602"/>
                </a:cubicBezTo>
                <a:cubicBezTo>
                  <a:pt x="1022670" y="38602"/>
                  <a:pt x="1020144" y="39253"/>
                  <a:pt x="1018331" y="40557"/>
                </a:cubicBezTo>
                <a:cubicBezTo>
                  <a:pt x="1016517" y="41859"/>
                  <a:pt x="1015049" y="44143"/>
                  <a:pt x="1013927" y="47410"/>
                </a:cubicBezTo>
                <a:moveTo>
                  <a:pt x="1038279" y="62177"/>
                </a:moveTo>
                <a:cubicBezTo>
                  <a:pt x="1035948" y="62945"/>
                  <a:pt x="1032256" y="63863"/>
                  <a:pt x="1027204" y="64930"/>
                </a:cubicBezTo>
                <a:cubicBezTo>
                  <a:pt x="1022152" y="65996"/>
                  <a:pt x="1018849" y="67041"/>
                  <a:pt x="1017295" y="68065"/>
                </a:cubicBezTo>
                <a:cubicBezTo>
                  <a:pt x="1014920" y="69729"/>
                  <a:pt x="1013732" y="71841"/>
                  <a:pt x="1013732" y="74400"/>
                </a:cubicBezTo>
                <a:cubicBezTo>
                  <a:pt x="1013732" y="76918"/>
                  <a:pt x="1014682" y="79095"/>
                  <a:pt x="1016582" y="80930"/>
                </a:cubicBezTo>
                <a:cubicBezTo>
                  <a:pt x="1018482" y="82763"/>
                  <a:pt x="1020900" y="83680"/>
                  <a:pt x="1023836" y="83680"/>
                </a:cubicBezTo>
                <a:cubicBezTo>
                  <a:pt x="1027118" y="83680"/>
                  <a:pt x="1030248" y="82614"/>
                  <a:pt x="1033227" y="80480"/>
                </a:cubicBezTo>
                <a:cubicBezTo>
                  <a:pt x="1035430" y="78860"/>
                  <a:pt x="1036876" y="76876"/>
                  <a:pt x="1037567" y="74528"/>
                </a:cubicBezTo>
                <a:cubicBezTo>
                  <a:pt x="1038042" y="72992"/>
                  <a:pt x="1038279" y="70070"/>
                  <a:pt x="1038279" y="65762"/>
                </a:cubicBezTo>
                <a:lnTo>
                  <a:pt x="1038279" y="62177"/>
                </a:lnTo>
                <a:close/>
                <a:moveTo>
                  <a:pt x="1074077" y="94950"/>
                </a:moveTo>
                <a:lnTo>
                  <a:pt x="1074077" y="0"/>
                </a:lnTo>
                <a:lnTo>
                  <a:pt x="1092277" y="0"/>
                </a:lnTo>
                <a:lnTo>
                  <a:pt x="1092277" y="94950"/>
                </a:lnTo>
                <a:lnTo>
                  <a:pt x="1074077" y="94950"/>
                </a:lnTo>
                <a:close/>
                <a:moveTo>
                  <a:pt x="1110499" y="94950"/>
                </a:moveTo>
                <a:lnTo>
                  <a:pt x="1110499" y="0"/>
                </a:lnTo>
                <a:lnTo>
                  <a:pt x="1129670" y="0"/>
                </a:lnTo>
                <a:lnTo>
                  <a:pt x="1129670" y="94950"/>
                </a:lnTo>
                <a:lnTo>
                  <a:pt x="1110499" y="94950"/>
                </a:lnTo>
                <a:close/>
                <a:moveTo>
                  <a:pt x="1148150" y="94950"/>
                </a:moveTo>
                <a:lnTo>
                  <a:pt x="1148150" y="0"/>
                </a:lnTo>
                <a:lnTo>
                  <a:pt x="1166804" y="0"/>
                </a:lnTo>
                <a:lnTo>
                  <a:pt x="1205664" y="63543"/>
                </a:lnTo>
                <a:lnTo>
                  <a:pt x="1205664" y="0"/>
                </a:lnTo>
                <a:lnTo>
                  <a:pt x="1223476" y="0"/>
                </a:lnTo>
                <a:lnTo>
                  <a:pt x="1223476" y="94950"/>
                </a:lnTo>
                <a:lnTo>
                  <a:pt x="1204240" y="94950"/>
                </a:lnTo>
                <a:lnTo>
                  <a:pt x="1165962" y="32858"/>
                </a:lnTo>
                <a:lnTo>
                  <a:pt x="1165962" y="94950"/>
                </a:lnTo>
                <a:lnTo>
                  <a:pt x="1148150" y="94950"/>
                </a:lnTo>
                <a:close/>
                <a:moveTo>
                  <a:pt x="1243596" y="0"/>
                </a:moveTo>
                <a:lnTo>
                  <a:pt x="1262767" y="0"/>
                </a:lnTo>
                <a:lnTo>
                  <a:pt x="1262767" y="51426"/>
                </a:lnTo>
                <a:cubicBezTo>
                  <a:pt x="1262767" y="59587"/>
                  <a:pt x="1263005" y="64876"/>
                  <a:pt x="1263480" y="67294"/>
                </a:cubicBezTo>
                <a:cubicBezTo>
                  <a:pt x="1264300" y="71180"/>
                  <a:pt x="1266254" y="74300"/>
                  <a:pt x="1269341" y="76653"/>
                </a:cubicBezTo>
                <a:cubicBezTo>
                  <a:pt x="1272428" y="79006"/>
                  <a:pt x="1276649" y="80183"/>
                  <a:pt x="1282003" y="80183"/>
                </a:cubicBezTo>
                <a:cubicBezTo>
                  <a:pt x="1287444" y="80183"/>
                  <a:pt x="1291546" y="79071"/>
                  <a:pt x="1294309" y="76847"/>
                </a:cubicBezTo>
                <a:cubicBezTo>
                  <a:pt x="1297073" y="74624"/>
                  <a:pt x="1298735" y="71892"/>
                  <a:pt x="1299296" y="68654"/>
                </a:cubicBezTo>
                <a:cubicBezTo>
                  <a:pt x="1299858" y="65416"/>
                  <a:pt x="1300138" y="60040"/>
                  <a:pt x="1300138" y="52527"/>
                </a:cubicBezTo>
                <a:lnTo>
                  <a:pt x="1300138" y="0"/>
                </a:lnTo>
                <a:lnTo>
                  <a:pt x="1319310" y="0"/>
                </a:lnTo>
                <a:lnTo>
                  <a:pt x="1319310" y="49906"/>
                </a:lnTo>
                <a:cubicBezTo>
                  <a:pt x="1319310" y="61312"/>
                  <a:pt x="1318791" y="69370"/>
                  <a:pt x="1317755" y="74080"/>
                </a:cubicBezTo>
                <a:cubicBezTo>
                  <a:pt x="1316719" y="78790"/>
                  <a:pt x="1314808" y="82765"/>
                  <a:pt x="1312023" y="86006"/>
                </a:cubicBezTo>
                <a:cubicBezTo>
                  <a:pt x="1309238" y="89246"/>
                  <a:pt x="1305514" y="91827"/>
                  <a:pt x="1300851" y="93750"/>
                </a:cubicBezTo>
                <a:cubicBezTo>
                  <a:pt x="1296187" y="95672"/>
                  <a:pt x="1290099" y="96634"/>
                  <a:pt x="1282586" y="96634"/>
                </a:cubicBezTo>
                <a:cubicBezTo>
                  <a:pt x="1273519" y="96634"/>
                  <a:pt x="1266642" y="95586"/>
                  <a:pt x="1261957" y="93491"/>
                </a:cubicBezTo>
                <a:cubicBezTo>
                  <a:pt x="1257273" y="91395"/>
                  <a:pt x="1253570" y="88673"/>
                  <a:pt x="1250850" y="85326"/>
                </a:cubicBezTo>
                <a:cubicBezTo>
                  <a:pt x="1248129" y="81977"/>
                  <a:pt x="1246338" y="78466"/>
                  <a:pt x="1245474" y="74793"/>
                </a:cubicBezTo>
                <a:cubicBezTo>
                  <a:pt x="1244222" y="69348"/>
                  <a:pt x="1243596" y="61312"/>
                  <a:pt x="1243596" y="50683"/>
                </a:cubicBezTo>
                <a:lnTo>
                  <a:pt x="1243596" y="0"/>
                </a:lnTo>
                <a:close/>
                <a:moveTo>
                  <a:pt x="1339237" y="94950"/>
                </a:moveTo>
                <a:lnTo>
                  <a:pt x="1339237" y="0"/>
                </a:lnTo>
                <a:lnTo>
                  <a:pt x="1367929" y="0"/>
                </a:lnTo>
                <a:lnTo>
                  <a:pt x="1385157" y="64768"/>
                </a:lnTo>
                <a:lnTo>
                  <a:pt x="1402191" y="0"/>
                </a:lnTo>
                <a:lnTo>
                  <a:pt x="1430948" y="0"/>
                </a:lnTo>
                <a:lnTo>
                  <a:pt x="1430948" y="94950"/>
                </a:lnTo>
                <a:lnTo>
                  <a:pt x="1413137" y="94950"/>
                </a:lnTo>
                <a:lnTo>
                  <a:pt x="1413137" y="20208"/>
                </a:lnTo>
                <a:lnTo>
                  <a:pt x="1394290" y="94950"/>
                </a:lnTo>
                <a:lnTo>
                  <a:pt x="1375831" y="94950"/>
                </a:lnTo>
                <a:lnTo>
                  <a:pt x="1357048" y="20208"/>
                </a:lnTo>
                <a:lnTo>
                  <a:pt x="1357048" y="94950"/>
                </a:lnTo>
                <a:lnTo>
                  <a:pt x="1339237" y="94950"/>
                </a:lnTo>
                <a:close/>
                <a:moveTo>
                  <a:pt x="1445650" y="59587"/>
                </a:moveTo>
                <a:cubicBezTo>
                  <a:pt x="1445650" y="53542"/>
                  <a:pt x="1447140" y="47691"/>
                  <a:pt x="1450119" y="42034"/>
                </a:cubicBezTo>
                <a:cubicBezTo>
                  <a:pt x="1453098" y="36378"/>
                  <a:pt x="1457319" y="32060"/>
                  <a:pt x="1462781" y="29081"/>
                </a:cubicBezTo>
                <a:cubicBezTo>
                  <a:pt x="1468243" y="26101"/>
                  <a:pt x="1474342" y="24612"/>
                  <a:pt x="1481078" y="24612"/>
                </a:cubicBezTo>
                <a:cubicBezTo>
                  <a:pt x="1491484" y="24612"/>
                  <a:pt x="1500012" y="27991"/>
                  <a:pt x="1506661" y="34748"/>
                </a:cubicBezTo>
                <a:cubicBezTo>
                  <a:pt x="1513311" y="41505"/>
                  <a:pt x="1516636" y="50044"/>
                  <a:pt x="1516636" y="60364"/>
                </a:cubicBezTo>
                <a:cubicBezTo>
                  <a:pt x="1516636" y="70770"/>
                  <a:pt x="1513278" y="79395"/>
                  <a:pt x="1506564" y="86239"/>
                </a:cubicBezTo>
                <a:cubicBezTo>
                  <a:pt x="1499850" y="93082"/>
                  <a:pt x="1491398" y="96504"/>
                  <a:pt x="1481208" y="96504"/>
                </a:cubicBezTo>
                <a:cubicBezTo>
                  <a:pt x="1474903" y="96504"/>
                  <a:pt x="1468891" y="95079"/>
                  <a:pt x="1463170" y="92230"/>
                </a:cubicBezTo>
                <a:cubicBezTo>
                  <a:pt x="1457448" y="89380"/>
                  <a:pt x="1453098" y="85202"/>
                  <a:pt x="1450119" y="79697"/>
                </a:cubicBezTo>
                <a:cubicBezTo>
                  <a:pt x="1447140" y="74192"/>
                  <a:pt x="1445650" y="67488"/>
                  <a:pt x="1445650" y="59587"/>
                </a:cubicBezTo>
                <a:moveTo>
                  <a:pt x="1464303" y="60558"/>
                </a:moveTo>
                <a:cubicBezTo>
                  <a:pt x="1464303" y="67359"/>
                  <a:pt x="1465922" y="72567"/>
                  <a:pt x="1469161" y="76183"/>
                </a:cubicBezTo>
                <a:cubicBezTo>
                  <a:pt x="1472399" y="79800"/>
                  <a:pt x="1476393" y="81608"/>
                  <a:pt x="1481143" y="81608"/>
                </a:cubicBezTo>
                <a:cubicBezTo>
                  <a:pt x="1485892" y="81608"/>
                  <a:pt x="1489876" y="79800"/>
                  <a:pt x="1493092" y="76183"/>
                </a:cubicBezTo>
                <a:cubicBezTo>
                  <a:pt x="1496309" y="72567"/>
                  <a:pt x="1497918" y="67316"/>
                  <a:pt x="1497918" y="60429"/>
                </a:cubicBezTo>
                <a:cubicBezTo>
                  <a:pt x="1497918" y="53714"/>
                  <a:pt x="1496309" y="48549"/>
                  <a:pt x="1493092" y="44933"/>
                </a:cubicBezTo>
                <a:cubicBezTo>
                  <a:pt x="1489876" y="41317"/>
                  <a:pt x="1485892" y="39508"/>
                  <a:pt x="1481143" y="39508"/>
                </a:cubicBezTo>
                <a:cubicBezTo>
                  <a:pt x="1476393" y="39508"/>
                  <a:pt x="1472399" y="41317"/>
                  <a:pt x="1469161" y="44933"/>
                </a:cubicBezTo>
                <a:cubicBezTo>
                  <a:pt x="1465922" y="48549"/>
                  <a:pt x="1464303" y="53757"/>
                  <a:pt x="1464303" y="60558"/>
                </a:cubicBezTo>
                <a:close/>
                <a:moveTo>
                  <a:pt x="1593989" y="94950"/>
                </a:moveTo>
                <a:lnTo>
                  <a:pt x="1577085" y="94950"/>
                </a:lnTo>
                <a:lnTo>
                  <a:pt x="1577085" y="84846"/>
                </a:lnTo>
                <a:cubicBezTo>
                  <a:pt x="1574278" y="88775"/>
                  <a:pt x="1570964" y="91701"/>
                  <a:pt x="1567143" y="93622"/>
                </a:cubicBezTo>
                <a:cubicBezTo>
                  <a:pt x="1563322" y="95544"/>
                  <a:pt x="1559468" y="96504"/>
                  <a:pt x="1555582" y="96504"/>
                </a:cubicBezTo>
                <a:cubicBezTo>
                  <a:pt x="1547680" y="96504"/>
                  <a:pt x="1540912" y="93320"/>
                  <a:pt x="1535277" y="86951"/>
                </a:cubicBezTo>
                <a:cubicBezTo>
                  <a:pt x="1529642" y="80582"/>
                  <a:pt x="1526825" y="71698"/>
                  <a:pt x="1526825" y="60299"/>
                </a:cubicBezTo>
                <a:cubicBezTo>
                  <a:pt x="1526825" y="48641"/>
                  <a:pt x="1529567" y="39778"/>
                  <a:pt x="1535051" y="33712"/>
                </a:cubicBezTo>
                <a:cubicBezTo>
                  <a:pt x="1540534" y="27645"/>
                  <a:pt x="1547464" y="24612"/>
                  <a:pt x="1555841" y="24612"/>
                </a:cubicBezTo>
                <a:cubicBezTo>
                  <a:pt x="1563527" y="24612"/>
                  <a:pt x="1570176" y="27807"/>
                  <a:pt x="1575790" y="34198"/>
                </a:cubicBezTo>
                <a:lnTo>
                  <a:pt x="1575790" y="0"/>
                </a:lnTo>
                <a:lnTo>
                  <a:pt x="1593989" y="0"/>
                </a:lnTo>
                <a:lnTo>
                  <a:pt x="1593989" y="94950"/>
                </a:lnTo>
                <a:moveTo>
                  <a:pt x="1545413" y="59103"/>
                </a:moveTo>
                <a:cubicBezTo>
                  <a:pt x="1545413" y="66432"/>
                  <a:pt x="1546428" y="71735"/>
                  <a:pt x="1548457" y="75011"/>
                </a:cubicBezTo>
                <a:cubicBezTo>
                  <a:pt x="1551394" y="79754"/>
                  <a:pt x="1555496" y="82126"/>
                  <a:pt x="1560763" y="82126"/>
                </a:cubicBezTo>
                <a:cubicBezTo>
                  <a:pt x="1564952" y="82126"/>
                  <a:pt x="1568514" y="80347"/>
                  <a:pt x="1571450" y="76791"/>
                </a:cubicBezTo>
                <a:cubicBezTo>
                  <a:pt x="1574386" y="73234"/>
                  <a:pt x="1575854" y="67920"/>
                  <a:pt x="1575854" y="60850"/>
                </a:cubicBezTo>
                <a:cubicBezTo>
                  <a:pt x="1575854" y="52959"/>
                  <a:pt x="1574429" y="47278"/>
                  <a:pt x="1571580" y="43807"/>
                </a:cubicBezTo>
                <a:cubicBezTo>
                  <a:pt x="1568730" y="40337"/>
                  <a:pt x="1565081" y="38602"/>
                  <a:pt x="1560634" y="38602"/>
                </a:cubicBezTo>
                <a:cubicBezTo>
                  <a:pt x="1556316" y="38602"/>
                  <a:pt x="1552700" y="40315"/>
                  <a:pt x="1549785" y="43743"/>
                </a:cubicBezTo>
                <a:cubicBezTo>
                  <a:pt x="1546871" y="47170"/>
                  <a:pt x="1545413" y="52290"/>
                  <a:pt x="1545413" y="59103"/>
                </a:cubicBezTo>
                <a:close/>
                <a:moveTo>
                  <a:pt x="1651784" y="73058"/>
                </a:moveTo>
                <a:lnTo>
                  <a:pt x="1669919" y="76167"/>
                </a:lnTo>
                <a:cubicBezTo>
                  <a:pt x="1667587" y="82795"/>
                  <a:pt x="1663906" y="87842"/>
                  <a:pt x="1658876" y="91307"/>
                </a:cubicBezTo>
                <a:cubicBezTo>
                  <a:pt x="1653845" y="94772"/>
                  <a:pt x="1647552" y="96504"/>
                  <a:pt x="1639996" y="96504"/>
                </a:cubicBezTo>
                <a:cubicBezTo>
                  <a:pt x="1628035" y="96504"/>
                  <a:pt x="1619184" y="92597"/>
                  <a:pt x="1613441" y="84781"/>
                </a:cubicBezTo>
                <a:cubicBezTo>
                  <a:pt x="1608907" y="78520"/>
                  <a:pt x="1606640" y="70619"/>
                  <a:pt x="1606640" y="61076"/>
                </a:cubicBezTo>
                <a:cubicBezTo>
                  <a:pt x="1606640" y="49677"/>
                  <a:pt x="1609620" y="40750"/>
                  <a:pt x="1615578" y="34295"/>
                </a:cubicBezTo>
                <a:cubicBezTo>
                  <a:pt x="1621537" y="27839"/>
                  <a:pt x="1629072" y="24612"/>
                  <a:pt x="1638182" y="24612"/>
                </a:cubicBezTo>
                <a:cubicBezTo>
                  <a:pt x="1648416" y="24612"/>
                  <a:pt x="1656490" y="27991"/>
                  <a:pt x="1662405" y="34748"/>
                </a:cubicBezTo>
                <a:cubicBezTo>
                  <a:pt x="1668321" y="41505"/>
                  <a:pt x="1671149" y="51858"/>
                  <a:pt x="1670890" y="65804"/>
                </a:cubicBezTo>
                <a:lnTo>
                  <a:pt x="1625293" y="65804"/>
                </a:lnTo>
                <a:cubicBezTo>
                  <a:pt x="1625423" y="71202"/>
                  <a:pt x="1626891" y="75401"/>
                  <a:pt x="1629698" y="78402"/>
                </a:cubicBezTo>
                <a:cubicBezTo>
                  <a:pt x="1632504" y="81403"/>
                  <a:pt x="1636002" y="82903"/>
                  <a:pt x="1640190" y="82903"/>
                </a:cubicBezTo>
                <a:cubicBezTo>
                  <a:pt x="1643040" y="82903"/>
                  <a:pt x="1645436" y="82126"/>
                  <a:pt x="1647379" y="80571"/>
                </a:cubicBezTo>
                <a:cubicBezTo>
                  <a:pt x="1649322" y="79017"/>
                  <a:pt x="1650790" y="76513"/>
                  <a:pt x="1651784" y="73058"/>
                </a:cubicBezTo>
                <a:moveTo>
                  <a:pt x="1652820" y="54664"/>
                </a:moveTo>
                <a:cubicBezTo>
                  <a:pt x="1652690" y="49418"/>
                  <a:pt x="1651330" y="45429"/>
                  <a:pt x="1648739" y="42698"/>
                </a:cubicBezTo>
                <a:cubicBezTo>
                  <a:pt x="1646149" y="39967"/>
                  <a:pt x="1642997" y="38602"/>
                  <a:pt x="1639283" y="38602"/>
                </a:cubicBezTo>
                <a:cubicBezTo>
                  <a:pt x="1635311" y="38602"/>
                  <a:pt x="1632029" y="40042"/>
                  <a:pt x="1629439" y="42923"/>
                </a:cubicBezTo>
                <a:cubicBezTo>
                  <a:pt x="1626848" y="45805"/>
                  <a:pt x="1625574" y="49719"/>
                  <a:pt x="1625617" y="54664"/>
                </a:cubicBezTo>
                <a:lnTo>
                  <a:pt x="1652820" y="546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(">
            <a:extLst xmlns:a="http://schemas.openxmlformats.org/drawingml/2006/main">
              <a:ext uri="{FF2B5EF4-FFF2-40B4-BE49-F238E27FC236}">
                <a16:creationId xmlns:a16="http://schemas.microsoft.com/office/drawing/2014/main" id="{18906DD2-6BB5-4CF6-A42B-AB567425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277" y="2439259"/>
            <a:ext cx="32967" cy="124614"/>
          </a:xfrm>
          <a:custGeom xmlns:a="http://schemas.openxmlformats.org/drawingml/2006/main">
            <a:pathLst>
              <a:path w="32967" h="124614">
                <a:moveTo>
                  <a:pt x="32773" y="124614"/>
                </a:moveTo>
                <a:lnTo>
                  <a:pt x="20272" y="124614"/>
                </a:lnTo>
                <a:cubicBezTo>
                  <a:pt x="13666" y="114629"/>
                  <a:pt x="8636" y="104255"/>
                  <a:pt x="5181" y="93493"/>
                </a:cubicBezTo>
                <a:cubicBezTo>
                  <a:pt x="1727" y="82730"/>
                  <a:pt x="0" y="72313"/>
                  <a:pt x="0" y="62242"/>
                </a:cubicBezTo>
                <a:cubicBezTo>
                  <a:pt x="0" y="49750"/>
                  <a:pt x="2137" y="37928"/>
                  <a:pt x="6412" y="26778"/>
                </a:cubicBezTo>
                <a:cubicBezTo>
                  <a:pt x="10125" y="17095"/>
                  <a:pt x="14832" y="8169"/>
                  <a:pt x="20531" y="0"/>
                </a:cubicBezTo>
                <a:lnTo>
                  <a:pt x="32967" y="0"/>
                </a:lnTo>
                <a:cubicBezTo>
                  <a:pt x="27051" y="13097"/>
                  <a:pt x="22982" y="24237"/>
                  <a:pt x="20758" y="33422"/>
                </a:cubicBezTo>
                <a:cubicBezTo>
                  <a:pt x="18534" y="42607"/>
                  <a:pt x="17423" y="52343"/>
                  <a:pt x="17423" y="62631"/>
                </a:cubicBezTo>
                <a:cubicBezTo>
                  <a:pt x="17423" y="69720"/>
                  <a:pt x="18081" y="76982"/>
                  <a:pt x="19398" y="84417"/>
                </a:cubicBezTo>
                <a:cubicBezTo>
                  <a:pt x="20715" y="91850"/>
                  <a:pt x="22518" y="98917"/>
                  <a:pt x="24806" y="105616"/>
                </a:cubicBezTo>
                <a:cubicBezTo>
                  <a:pt x="26317" y="110026"/>
                  <a:pt x="28973" y="116358"/>
                  <a:pt x="32773" y="12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086B8-9BEB-4884-80B7-20AA1C1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721" y="2412723"/>
            <a:ext cx="37899" cy="151594"/>
          </a:xfrm>
          <a:custGeom xmlns:a="http://schemas.openxmlformats.org/drawingml/2006/main">
            <a:pathLst>
              <a:path w="37899" h="151594">
                <a:moveTo>
                  <a:pt x="0" y="0"/>
                </a:moveTo>
                <a:lnTo>
                  <a:pt x="37899" y="0"/>
                </a:lnTo>
                <a:lnTo>
                  <a:pt x="3789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29E7A-6E8F-4D3E-94D0-CB01300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619" y="2412723"/>
            <a:ext cx="322138" cy="151594"/>
          </a:xfrm>
          <a:custGeom xmlns:a="http://schemas.openxmlformats.org/drawingml/2006/main">
            <a:pathLst>
              <a:path w="322138" h="151594">
                <a:moveTo>
                  <a:pt x="0" y="0"/>
                </a:moveTo>
                <a:lnTo>
                  <a:pt x="322138" y="0"/>
                </a:lnTo>
                <a:lnTo>
                  <a:pt x="322138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AND">
            <a:extLst xmlns:a="http://schemas.openxmlformats.org/drawingml/2006/main">
              <a:ext uri="{FF2B5EF4-FFF2-40B4-BE49-F238E27FC236}">
                <a16:creationId xmlns:a16="http://schemas.microsoft.com/office/drawing/2014/main" id="{B3044F87-0E34-413C-B447-56773D8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178" y="2440943"/>
            <a:ext cx="280725" cy="94950"/>
          </a:xfrm>
          <a:custGeom xmlns:a="http://schemas.openxmlformats.org/drawingml/2006/main">
            <a:pathLst>
              <a:path w="280725" h="94950">
                <a:moveTo>
                  <a:pt x="95274" y="94950"/>
                </a:moveTo>
                <a:lnTo>
                  <a:pt x="74418" y="94950"/>
                </a:lnTo>
                <a:lnTo>
                  <a:pt x="66128" y="73317"/>
                </a:lnTo>
                <a:lnTo>
                  <a:pt x="28174" y="73317"/>
                </a:lnTo>
                <a:lnTo>
                  <a:pt x="20337" y="94950"/>
                </a:lnTo>
                <a:lnTo>
                  <a:pt x="0" y="94950"/>
                </a:lnTo>
                <a:lnTo>
                  <a:pt x="36983" y="0"/>
                </a:lnTo>
                <a:lnTo>
                  <a:pt x="57255" y="0"/>
                </a:lnTo>
                <a:lnTo>
                  <a:pt x="95274" y="94950"/>
                </a:lnTo>
                <a:moveTo>
                  <a:pt x="59975" y="57255"/>
                </a:moveTo>
                <a:lnTo>
                  <a:pt x="46892" y="22151"/>
                </a:lnTo>
                <a:lnTo>
                  <a:pt x="34068" y="57255"/>
                </a:lnTo>
                <a:lnTo>
                  <a:pt x="59975" y="57255"/>
                </a:lnTo>
                <a:close/>
                <a:moveTo>
                  <a:pt x="105615" y="94950"/>
                </a:moveTo>
                <a:lnTo>
                  <a:pt x="105615" y="0"/>
                </a:lnTo>
                <a:lnTo>
                  <a:pt x="124268" y="0"/>
                </a:lnTo>
                <a:lnTo>
                  <a:pt x="163129" y="63543"/>
                </a:lnTo>
                <a:lnTo>
                  <a:pt x="163129" y="0"/>
                </a:lnTo>
                <a:lnTo>
                  <a:pt x="180940" y="0"/>
                </a:lnTo>
                <a:lnTo>
                  <a:pt x="180940" y="94950"/>
                </a:lnTo>
                <a:lnTo>
                  <a:pt x="161704" y="94950"/>
                </a:lnTo>
                <a:lnTo>
                  <a:pt x="123426" y="32858"/>
                </a:lnTo>
                <a:lnTo>
                  <a:pt x="123426" y="94950"/>
                </a:lnTo>
                <a:lnTo>
                  <a:pt x="105615" y="94950"/>
                </a:lnTo>
                <a:close/>
                <a:moveTo>
                  <a:pt x="201126" y="0"/>
                </a:moveTo>
                <a:lnTo>
                  <a:pt x="236165" y="0"/>
                </a:lnTo>
                <a:cubicBezTo>
                  <a:pt x="244067" y="0"/>
                  <a:pt x="250090" y="605"/>
                  <a:pt x="254235" y="1813"/>
                </a:cubicBezTo>
                <a:cubicBezTo>
                  <a:pt x="259805" y="3454"/>
                  <a:pt x="264577" y="6369"/>
                  <a:pt x="268549" y="10557"/>
                </a:cubicBezTo>
                <a:cubicBezTo>
                  <a:pt x="272522" y="14746"/>
                  <a:pt x="275544" y="19873"/>
                  <a:pt x="277617" y="25940"/>
                </a:cubicBezTo>
                <a:cubicBezTo>
                  <a:pt x="279689" y="32006"/>
                  <a:pt x="280725" y="39487"/>
                  <a:pt x="280725" y="48382"/>
                </a:cubicBezTo>
                <a:cubicBezTo>
                  <a:pt x="280725" y="56197"/>
                  <a:pt x="279754" y="62933"/>
                  <a:pt x="277811" y="68589"/>
                </a:cubicBezTo>
                <a:cubicBezTo>
                  <a:pt x="275436" y="75498"/>
                  <a:pt x="272047" y="81090"/>
                  <a:pt x="267642" y="85364"/>
                </a:cubicBezTo>
                <a:cubicBezTo>
                  <a:pt x="264318" y="88603"/>
                  <a:pt x="259827" y="91129"/>
                  <a:pt x="254171" y="92942"/>
                </a:cubicBezTo>
                <a:cubicBezTo>
                  <a:pt x="249939" y="94281"/>
                  <a:pt x="244283" y="94950"/>
                  <a:pt x="237201" y="94950"/>
                </a:cubicBezTo>
                <a:lnTo>
                  <a:pt x="201126" y="94950"/>
                </a:lnTo>
                <a:lnTo>
                  <a:pt x="201126" y="0"/>
                </a:lnTo>
                <a:moveTo>
                  <a:pt x="220297" y="16062"/>
                </a:moveTo>
                <a:lnTo>
                  <a:pt x="220297" y="78887"/>
                </a:lnTo>
                <a:lnTo>
                  <a:pt x="234611" y="78887"/>
                </a:lnTo>
                <a:cubicBezTo>
                  <a:pt x="239965" y="78887"/>
                  <a:pt x="243829" y="78585"/>
                  <a:pt x="246204" y="77981"/>
                </a:cubicBezTo>
                <a:cubicBezTo>
                  <a:pt x="249313" y="77205"/>
                  <a:pt x="251893" y="75890"/>
                  <a:pt x="253944" y="74036"/>
                </a:cubicBezTo>
                <a:cubicBezTo>
                  <a:pt x="255995" y="72181"/>
                  <a:pt x="257668" y="69128"/>
                  <a:pt x="258963" y="64879"/>
                </a:cubicBezTo>
                <a:cubicBezTo>
                  <a:pt x="260259" y="60630"/>
                  <a:pt x="260906" y="54840"/>
                  <a:pt x="260906" y="47507"/>
                </a:cubicBezTo>
                <a:cubicBezTo>
                  <a:pt x="260906" y="40175"/>
                  <a:pt x="260259" y="34546"/>
                  <a:pt x="258963" y="30621"/>
                </a:cubicBezTo>
                <a:cubicBezTo>
                  <a:pt x="257668" y="26696"/>
                  <a:pt x="255855" y="23634"/>
                  <a:pt x="253523" y="21434"/>
                </a:cubicBezTo>
                <a:cubicBezTo>
                  <a:pt x="251191" y="19233"/>
                  <a:pt x="248234" y="17745"/>
                  <a:pt x="244650" y="16969"/>
                </a:cubicBezTo>
                <a:cubicBezTo>
                  <a:pt x="241973" y="16365"/>
                  <a:pt x="236726" y="16062"/>
                  <a:pt x="228911" y="16062"/>
                </a:cubicBezTo>
                <a:lnTo>
                  <a:pt x="220297" y="160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E88FC-33B0-4AAB-8416-30497256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462" y="2763284"/>
            <a:ext cx="265290" cy="161069"/>
          </a:xfrm>
          <a:custGeom xmlns:a="http://schemas.openxmlformats.org/drawingml/2006/main">
            <a:pathLst>
              <a:path w="265290" h="161069">
                <a:moveTo>
                  <a:pt x="0" y="0"/>
                </a:moveTo>
                <a:lnTo>
                  <a:pt x="265290" y="0"/>
                </a:lnTo>
                <a:lnTo>
                  <a:pt x="265290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))))))">
            <a:extLst xmlns:a="http://schemas.openxmlformats.org/drawingml/2006/main">
              <a:ext uri="{FF2B5EF4-FFF2-40B4-BE49-F238E27FC236}">
                <a16:creationId xmlns:a16="http://schemas.microsoft.com/office/drawing/2014/main" id="{2A13E69B-0D34-4DBA-B431-567C5B94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801" y="2789820"/>
            <a:ext cx="253820" cy="124614"/>
          </a:xfrm>
          <a:custGeom xmlns:a="http://schemas.openxmlformats.org/drawingml/2006/main">
            <a:pathLst>
              <a:path w="253820" h="124614">
                <a:moveTo>
                  <a:pt x="130" y="124614"/>
                </a:moveTo>
                <a:cubicBezTo>
                  <a:pt x="3713" y="116920"/>
                  <a:pt x="6239" y="111020"/>
                  <a:pt x="7707" y="106914"/>
                </a:cubicBezTo>
                <a:cubicBezTo>
                  <a:pt x="9175" y="102808"/>
                  <a:pt x="10536" y="98075"/>
                  <a:pt x="11788" y="92715"/>
                </a:cubicBezTo>
                <a:cubicBezTo>
                  <a:pt x="13040" y="87354"/>
                  <a:pt x="13968" y="82265"/>
                  <a:pt x="14573" y="77446"/>
                </a:cubicBezTo>
                <a:cubicBezTo>
                  <a:pt x="15177" y="72627"/>
                  <a:pt x="15480" y="67688"/>
                  <a:pt x="15480" y="62631"/>
                </a:cubicBezTo>
                <a:cubicBezTo>
                  <a:pt x="15480" y="52343"/>
                  <a:pt x="14378" y="42607"/>
                  <a:pt x="12176" y="33422"/>
                </a:cubicBezTo>
                <a:cubicBezTo>
                  <a:pt x="9974" y="24237"/>
                  <a:pt x="5915" y="13097"/>
                  <a:pt x="0" y="0"/>
                </a:cubicBezTo>
                <a:lnTo>
                  <a:pt x="12371" y="0"/>
                </a:lnTo>
                <a:cubicBezTo>
                  <a:pt x="18891" y="9293"/>
                  <a:pt x="23953" y="19148"/>
                  <a:pt x="27559" y="29565"/>
                </a:cubicBezTo>
                <a:cubicBezTo>
                  <a:pt x="31164" y="39981"/>
                  <a:pt x="32967" y="50549"/>
                  <a:pt x="32967" y="61268"/>
                </a:cubicBezTo>
                <a:cubicBezTo>
                  <a:pt x="32967" y="70302"/>
                  <a:pt x="31542" y="79984"/>
                  <a:pt x="28692" y="90315"/>
                </a:cubicBezTo>
                <a:cubicBezTo>
                  <a:pt x="25454" y="101899"/>
                  <a:pt x="20121" y="113332"/>
                  <a:pt x="12695" y="124614"/>
                </a:cubicBezTo>
                <a:lnTo>
                  <a:pt x="130" y="124614"/>
                </a:lnTo>
                <a:close/>
                <a:moveTo>
                  <a:pt x="44300" y="124614"/>
                </a:moveTo>
                <a:cubicBezTo>
                  <a:pt x="47884" y="116920"/>
                  <a:pt x="50410" y="111020"/>
                  <a:pt x="51878" y="106914"/>
                </a:cubicBezTo>
                <a:cubicBezTo>
                  <a:pt x="53346" y="102808"/>
                  <a:pt x="54706" y="98075"/>
                  <a:pt x="55958" y="92715"/>
                </a:cubicBezTo>
                <a:cubicBezTo>
                  <a:pt x="57211" y="87354"/>
                  <a:pt x="58139" y="82265"/>
                  <a:pt x="58743" y="77446"/>
                </a:cubicBezTo>
                <a:cubicBezTo>
                  <a:pt x="59348" y="72627"/>
                  <a:pt x="59650" y="67688"/>
                  <a:pt x="59650" y="62631"/>
                </a:cubicBezTo>
                <a:cubicBezTo>
                  <a:pt x="59650" y="52343"/>
                  <a:pt x="58549" y="42607"/>
                  <a:pt x="56347" y="33422"/>
                </a:cubicBezTo>
                <a:cubicBezTo>
                  <a:pt x="54145" y="24237"/>
                  <a:pt x="50086" y="13097"/>
                  <a:pt x="44171" y="0"/>
                </a:cubicBezTo>
                <a:lnTo>
                  <a:pt x="56541" y="0"/>
                </a:lnTo>
                <a:cubicBezTo>
                  <a:pt x="63061" y="9293"/>
                  <a:pt x="68124" y="19148"/>
                  <a:pt x="71729" y="29565"/>
                </a:cubicBezTo>
                <a:cubicBezTo>
                  <a:pt x="75335" y="39981"/>
                  <a:pt x="77138" y="50549"/>
                  <a:pt x="77138" y="61268"/>
                </a:cubicBezTo>
                <a:cubicBezTo>
                  <a:pt x="77138" y="70302"/>
                  <a:pt x="75713" y="79984"/>
                  <a:pt x="72863" y="90315"/>
                </a:cubicBezTo>
                <a:cubicBezTo>
                  <a:pt x="69624" y="101899"/>
                  <a:pt x="64292" y="113332"/>
                  <a:pt x="56865" y="124614"/>
                </a:cubicBezTo>
                <a:lnTo>
                  <a:pt x="44300" y="124614"/>
                </a:lnTo>
                <a:close/>
                <a:moveTo>
                  <a:pt x="88471" y="124614"/>
                </a:moveTo>
                <a:cubicBezTo>
                  <a:pt x="92055" y="116920"/>
                  <a:pt x="94581" y="111020"/>
                  <a:pt x="96049" y="106914"/>
                </a:cubicBezTo>
                <a:cubicBezTo>
                  <a:pt x="97517" y="102808"/>
                  <a:pt x="98877" y="98075"/>
                  <a:pt x="100130" y="92715"/>
                </a:cubicBezTo>
                <a:cubicBezTo>
                  <a:pt x="101382" y="87354"/>
                  <a:pt x="102310" y="82265"/>
                  <a:pt x="102915" y="77446"/>
                </a:cubicBezTo>
                <a:cubicBezTo>
                  <a:pt x="103519" y="72627"/>
                  <a:pt x="103821" y="67688"/>
                  <a:pt x="103821" y="62631"/>
                </a:cubicBezTo>
                <a:cubicBezTo>
                  <a:pt x="103821" y="52343"/>
                  <a:pt x="102720" y="42607"/>
                  <a:pt x="100518" y="33422"/>
                </a:cubicBezTo>
                <a:cubicBezTo>
                  <a:pt x="98316" y="24237"/>
                  <a:pt x="94257" y="13097"/>
                  <a:pt x="88342" y="0"/>
                </a:cubicBezTo>
                <a:lnTo>
                  <a:pt x="100713" y="0"/>
                </a:lnTo>
                <a:cubicBezTo>
                  <a:pt x="107233" y="9293"/>
                  <a:pt x="112295" y="19148"/>
                  <a:pt x="115901" y="29565"/>
                </a:cubicBezTo>
                <a:cubicBezTo>
                  <a:pt x="119506" y="39981"/>
                  <a:pt x="121309" y="50549"/>
                  <a:pt x="121309" y="61268"/>
                </a:cubicBezTo>
                <a:cubicBezTo>
                  <a:pt x="121309" y="70302"/>
                  <a:pt x="119884" y="79984"/>
                  <a:pt x="117034" y="90315"/>
                </a:cubicBezTo>
                <a:cubicBezTo>
                  <a:pt x="113796" y="101899"/>
                  <a:pt x="108463" y="113332"/>
                  <a:pt x="101036" y="124614"/>
                </a:cubicBezTo>
                <a:lnTo>
                  <a:pt x="88471" y="124614"/>
                </a:lnTo>
                <a:close/>
                <a:moveTo>
                  <a:pt x="132642" y="124614"/>
                </a:moveTo>
                <a:cubicBezTo>
                  <a:pt x="136226" y="116920"/>
                  <a:pt x="138752" y="111020"/>
                  <a:pt x="140220" y="106914"/>
                </a:cubicBezTo>
                <a:cubicBezTo>
                  <a:pt x="141688" y="102808"/>
                  <a:pt x="143048" y="98075"/>
                  <a:pt x="144300" y="92715"/>
                </a:cubicBezTo>
                <a:cubicBezTo>
                  <a:pt x="145553" y="87354"/>
                  <a:pt x="146481" y="82265"/>
                  <a:pt x="147085" y="77446"/>
                </a:cubicBezTo>
                <a:cubicBezTo>
                  <a:pt x="147690" y="72627"/>
                  <a:pt x="147992" y="67688"/>
                  <a:pt x="147992" y="62631"/>
                </a:cubicBezTo>
                <a:cubicBezTo>
                  <a:pt x="147992" y="52343"/>
                  <a:pt x="146891" y="42607"/>
                  <a:pt x="144689" y="33422"/>
                </a:cubicBezTo>
                <a:cubicBezTo>
                  <a:pt x="142487" y="24237"/>
                  <a:pt x="138428" y="13097"/>
                  <a:pt x="132513" y="0"/>
                </a:cubicBezTo>
                <a:lnTo>
                  <a:pt x="144883" y="0"/>
                </a:lnTo>
                <a:cubicBezTo>
                  <a:pt x="151403" y="9293"/>
                  <a:pt x="156466" y="19148"/>
                  <a:pt x="160071" y="29565"/>
                </a:cubicBezTo>
                <a:cubicBezTo>
                  <a:pt x="163677" y="39981"/>
                  <a:pt x="165479" y="50549"/>
                  <a:pt x="165479" y="61268"/>
                </a:cubicBezTo>
                <a:cubicBezTo>
                  <a:pt x="165479" y="70302"/>
                  <a:pt x="164055" y="79984"/>
                  <a:pt x="161205" y="90315"/>
                </a:cubicBezTo>
                <a:cubicBezTo>
                  <a:pt x="157966" y="101899"/>
                  <a:pt x="152634" y="113332"/>
                  <a:pt x="145207" y="124614"/>
                </a:cubicBezTo>
                <a:lnTo>
                  <a:pt x="132642" y="124614"/>
                </a:lnTo>
                <a:close/>
                <a:moveTo>
                  <a:pt x="176813" y="124614"/>
                </a:moveTo>
                <a:cubicBezTo>
                  <a:pt x="180397" y="116920"/>
                  <a:pt x="182923" y="111020"/>
                  <a:pt x="184391" y="106914"/>
                </a:cubicBezTo>
                <a:cubicBezTo>
                  <a:pt x="185859" y="102808"/>
                  <a:pt x="187219" y="98075"/>
                  <a:pt x="188471" y="92715"/>
                </a:cubicBezTo>
                <a:cubicBezTo>
                  <a:pt x="189723" y="87354"/>
                  <a:pt x="190652" y="82265"/>
                  <a:pt x="191256" y="77446"/>
                </a:cubicBezTo>
                <a:cubicBezTo>
                  <a:pt x="191861" y="72627"/>
                  <a:pt x="192163" y="67688"/>
                  <a:pt x="192163" y="62631"/>
                </a:cubicBezTo>
                <a:cubicBezTo>
                  <a:pt x="192163" y="52343"/>
                  <a:pt x="191062" y="42607"/>
                  <a:pt x="188860" y="33422"/>
                </a:cubicBezTo>
                <a:cubicBezTo>
                  <a:pt x="186657" y="24237"/>
                  <a:pt x="182599" y="13097"/>
                  <a:pt x="176683" y="0"/>
                </a:cubicBezTo>
                <a:lnTo>
                  <a:pt x="189054" y="0"/>
                </a:lnTo>
                <a:cubicBezTo>
                  <a:pt x="195574" y="9293"/>
                  <a:pt x="200637" y="19148"/>
                  <a:pt x="204242" y="29565"/>
                </a:cubicBezTo>
                <a:cubicBezTo>
                  <a:pt x="207847" y="39981"/>
                  <a:pt x="209650" y="50549"/>
                  <a:pt x="209650" y="61268"/>
                </a:cubicBezTo>
                <a:cubicBezTo>
                  <a:pt x="209650" y="70302"/>
                  <a:pt x="208225" y="79984"/>
                  <a:pt x="205375" y="90315"/>
                </a:cubicBezTo>
                <a:cubicBezTo>
                  <a:pt x="202137" y="101899"/>
                  <a:pt x="196804" y="113332"/>
                  <a:pt x="189378" y="124614"/>
                </a:cubicBezTo>
                <a:lnTo>
                  <a:pt x="176813" y="124614"/>
                </a:lnTo>
                <a:close/>
                <a:moveTo>
                  <a:pt x="220983" y="124614"/>
                </a:moveTo>
                <a:cubicBezTo>
                  <a:pt x="224567" y="116920"/>
                  <a:pt x="227093" y="111020"/>
                  <a:pt x="228561" y="106914"/>
                </a:cubicBezTo>
                <a:cubicBezTo>
                  <a:pt x="230029" y="102808"/>
                  <a:pt x="231389" y="98075"/>
                  <a:pt x="232641" y="92715"/>
                </a:cubicBezTo>
                <a:cubicBezTo>
                  <a:pt x="233893" y="87354"/>
                  <a:pt x="234822" y="82265"/>
                  <a:pt x="235426" y="77446"/>
                </a:cubicBezTo>
                <a:cubicBezTo>
                  <a:pt x="236031" y="72627"/>
                  <a:pt x="236333" y="67688"/>
                  <a:pt x="236333" y="62631"/>
                </a:cubicBezTo>
                <a:cubicBezTo>
                  <a:pt x="236333" y="52343"/>
                  <a:pt x="235232" y="42607"/>
                  <a:pt x="233030" y="33422"/>
                </a:cubicBezTo>
                <a:cubicBezTo>
                  <a:pt x="230828" y="24237"/>
                  <a:pt x="226769" y="13097"/>
                  <a:pt x="220853" y="0"/>
                </a:cubicBezTo>
                <a:lnTo>
                  <a:pt x="233224" y="0"/>
                </a:lnTo>
                <a:cubicBezTo>
                  <a:pt x="239744" y="9293"/>
                  <a:pt x="244807" y="19148"/>
                  <a:pt x="248412" y="29565"/>
                </a:cubicBezTo>
                <a:cubicBezTo>
                  <a:pt x="252018" y="39981"/>
                  <a:pt x="253820" y="50549"/>
                  <a:pt x="253820" y="61268"/>
                </a:cubicBezTo>
                <a:cubicBezTo>
                  <a:pt x="253820" y="70302"/>
                  <a:pt x="252395" y="79984"/>
                  <a:pt x="249546" y="90315"/>
                </a:cubicBezTo>
                <a:cubicBezTo>
                  <a:pt x="246307" y="101899"/>
                  <a:pt x="240975" y="113332"/>
                  <a:pt x="233548" y="124614"/>
                </a:cubicBezTo>
                <a:lnTo>
                  <a:pt x="220983" y="124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4F352-F948-42FE-B68D-977C191F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637" y="2583266"/>
            <a:ext cx="1913876" cy="161069"/>
          </a:xfrm>
          <a:custGeom xmlns:a="http://schemas.openxmlformats.org/drawingml/2006/main">
            <a:pathLst>
              <a:path w="1913876" h="161069">
                <a:moveTo>
                  <a:pt x="0" y="0"/>
                </a:moveTo>
                <a:lnTo>
                  <a:pt x="1913876" y="0"/>
                </a:lnTo>
                <a:lnTo>
                  <a:pt x="1913876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RationalFlag_Module1=True">
            <a:extLst xmlns:a="http://schemas.openxmlformats.org/drawingml/2006/main">
              <a:ext uri="{FF2B5EF4-FFF2-40B4-BE49-F238E27FC236}">
                <a16:creationId xmlns:a16="http://schemas.microsoft.com/office/drawing/2014/main" id="{F84B2559-ABC1-4C67-B3D6-323A2356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2227" y="2611098"/>
            <a:ext cx="1824169" cy="123318"/>
          </a:xfrm>
          <a:custGeom xmlns:a="http://schemas.openxmlformats.org/drawingml/2006/main">
            <a:pathLst>
              <a:path w="1824169" h="123318">
                <a:moveTo>
                  <a:pt x="0" y="95338"/>
                </a:moveTo>
                <a:lnTo>
                  <a:pt x="0" y="389"/>
                </a:lnTo>
                <a:lnTo>
                  <a:pt x="40350" y="389"/>
                </a:lnTo>
                <a:cubicBezTo>
                  <a:pt x="50497" y="389"/>
                  <a:pt x="57870" y="1241"/>
                  <a:pt x="62469" y="2947"/>
                </a:cubicBezTo>
                <a:cubicBezTo>
                  <a:pt x="67067" y="4653"/>
                  <a:pt x="70748" y="7686"/>
                  <a:pt x="73512" y="12047"/>
                </a:cubicBezTo>
                <a:cubicBezTo>
                  <a:pt x="76275" y="16408"/>
                  <a:pt x="77657" y="21395"/>
                  <a:pt x="77657" y="27008"/>
                </a:cubicBezTo>
                <a:cubicBezTo>
                  <a:pt x="77657" y="34133"/>
                  <a:pt x="75563" y="40016"/>
                  <a:pt x="71374" y="44658"/>
                </a:cubicBezTo>
                <a:cubicBezTo>
                  <a:pt x="67186" y="49299"/>
                  <a:pt x="60925" y="52225"/>
                  <a:pt x="52592" y="53434"/>
                </a:cubicBezTo>
                <a:cubicBezTo>
                  <a:pt x="56737" y="55852"/>
                  <a:pt x="60159" y="58507"/>
                  <a:pt x="62857" y="61400"/>
                </a:cubicBezTo>
                <a:cubicBezTo>
                  <a:pt x="65556" y="64293"/>
                  <a:pt x="69194" y="69431"/>
                  <a:pt x="73771" y="76815"/>
                </a:cubicBezTo>
                <a:lnTo>
                  <a:pt x="85364" y="95338"/>
                </a:lnTo>
                <a:lnTo>
                  <a:pt x="62436" y="95338"/>
                </a:lnTo>
                <a:lnTo>
                  <a:pt x="48576" y="74671"/>
                </a:lnTo>
                <a:cubicBezTo>
                  <a:pt x="43654" y="67291"/>
                  <a:pt x="40286" y="62640"/>
                  <a:pt x="38472" y="60720"/>
                </a:cubicBezTo>
                <a:cubicBezTo>
                  <a:pt x="36659" y="58799"/>
                  <a:pt x="34737" y="57482"/>
                  <a:pt x="32708" y="56769"/>
                </a:cubicBezTo>
                <a:cubicBezTo>
                  <a:pt x="30678" y="56057"/>
                  <a:pt x="27462" y="55700"/>
                  <a:pt x="23057" y="55700"/>
                </a:cubicBezTo>
                <a:lnTo>
                  <a:pt x="19171" y="55700"/>
                </a:lnTo>
                <a:lnTo>
                  <a:pt x="19171" y="95338"/>
                </a:lnTo>
                <a:lnTo>
                  <a:pt x="0" y="95338"/>
                </a:lnTo>
                <a:moveTo>
                  <a:pt x="19171" y="40545"/>
                </a:moveTo>
                <a:lnTo>
                  <a:pt x="33356" y="40545"/>
                </a:lnTo>
                <a:cubicBezTo>
                  <a:pt x="42553" y="40545"/>
                  <a:pt x="48295" y="40156"/>
                  <a:pt x="50584" y="39379"/>
                </a:cubicBezTo>
                <a:cubicBezTo>
                  <a:pt x="52872" y="38602"/>
                  <a:pt x="54664" y="37263"/>
                  <a:pt x="55960" y="35363"/>
                </a:cubicBezTo>
                <a:cubicBezTo>
                  <a:pt x="57255" y="33463"/>
                  <a:pt x="57903" y="31089"/>
                  <a:pt x="57903" y="28239"/>
                </a:cubicBezTo>
                <a:cubicBezTo>
                  <a:pt x="57903" y="25044"/>
                  <a:pt x="57050" y="22464"/>
                  <a:pt x="55344" y="20499"/>
                </a:cubicBezTo>
                <a:cubicBezTo>
                  <a:pt x="53639" y="18534"/>
                  <a:pt x="51231" y="17293"/>
                  <a:pt x="48123" y="16775"/>
                </a:cubicBezTo>
                <a:cubicBezTo>
                  <a:pt x="46568" y="16559"/>
                  <a:pt x="41905" y="16451"/>
                  <a:pt x="34133" y="16451"/>
                </a:cubicBezTo>
                <a:lnTo>
                  <a:pt x="19171" y="16451"/>
                </a:lnTo>
                <a:lnTo>
                  <a:pt x="19171" y="40545"/>
                </a:lnTo>
                <a:close/>
                <a:moveTo>
                  <a:pt x="109177" y="47799"/>
                </a:moveTo>
                <a:lnTo>
                  <a:pt x="92661" y="44819"/>
                </a:lnTo>
                <a:cubicBezTo>
                  <a:pt x="94518" y="38082"/>
                  <a:pt x="97713" y="33095"/>
                  <a:pt x="102247" y="29858"/>
                </a:cubicBezTo>
                <a:cubicBezTo>
                  <a:pt x="106781" y="26620"/>
                  <a:pt x="113517" y="25000"/>
                  <a:pt x="122455" y="25000"/>
                </a:cubicBezTo>
                <a:cubicBezTo>
                  <a:pt x="130572" y="25000"/>
                  <a:pt x="136617" y="25961"/>
                  <a:pt x="140590" y="27883"/>
                </a:cubicBezTo>
                <a:cubicBezTo>
                  <a:pt x="144562" y="29804"/>
                  <a:pt x="147358" y="32244"/>
                  <a:pt x="148977" y="35201"/>
                </a:cubicBezTo>
                <a:cubicBezTo>
                  <a:pt x="150596" y="38159"/>
                  <a:pt x="151406" y="43589"/>
                  <a:pt x="151406" y="51491"/>
                </a:cubicBezTo>
                <a:lnTo>
                  <a:pt x="151212" y="72734"/>
                </a:lnTo>
                <a:cubicBezTo>
                  <a:pt x="151212" y="78779"/>
                  <a:pt x="151503" y="83238"/>
                  <a:pt x="152086" y="86109"/>
                </a:cubicBezTo>
                <a:cubicBezTo>
                  <a:pt x="152669" y="88980"/>
                  <a:pt x="153759" y="92057"/>
                  <a:pt x="155357" y="95338"/>
                </a:cubicBezTo>
                <a:lnTo>
                  <a:pt x="137351" y="95338"/>
                </a:lnTo>
                <a:cubicBezTo>
                  <a:pt x="136876" y="94129"/>
                  <a:pt x="136293" y="92338"/>
                  <a:pt x="135603" y="89963"/>
                </a:cubicBezTo>
                <a:cubicBezTo>
                  <a:pt x="135300" y="88883"/>
                  <a:pt x="135084" y="88171"/>
                  <a:pt x="134955" y="87825"/>
                </a:cubicBezTo>
                <a:cubicBezTo>
                  <a:pt x="131846" y="90848"/>
                  <a:pt x="128521" y="93115"/>
                  <a:pt x="124981" y="94626"/>
                </a:cubicBezTo>
                <a:cubicBezTo>
                  <a:pt x="121440" y="96137"/>
                  <a:pt x="117662" y="96893"/>
                  <a:pt x="113646" y="96893"/>
                </a:cubicBezTo>
                <a:cubicBezTo>
                  <a:pt x="106565" y="96893"/>
                  <a:pt x="100984" y="94980"/>
                  <a:pt x="96904" y="91153"/>
                </a:cubicBezTo>
                <a:cubicBezTo>
                  <a:pt x="92823" y="87326"/>
                  <a:pt x="90783" y="82489"/>
                  <a:pt x="90783" y="76641"/>
                </a:cubicBezTo>
                <a:cubicBezTo>
                  <a:pt x="90783" y="72771"/>
                  <a:pt x="91711" y="69321"/>
                  <a:pt x="93568" y="66290"/>
                </a:cubicBezTo>
                <a:cubicBezTo>
                  <a:pt x="95425" y="63258"/>
                  <a:pt x="98026" y="60936"/>
                  <a:pt x="101373" y="59323"/>
                </a:cubicBezTo>
                <a:cubicBezTo>
                  <a:pt x="104719" y="57711"/>
                  <a:pt x="109544" y="56303"/>
                  <a:pt x="115848" y="55099"/>
                </a:cubicBezTo>
                <a:cubicBezTo>
                  <a:pt x="124355" y="53508"/>
                  <a:pt x="130248" y="52025"/>
                  <a:pt x="133530" y="50649"/>
                </a:cubicBezTo>
                <a:lnTo>
                  <a:pt x="133530" y="48815"/>
                </a:lnTo>
                <a:cubicBezTo>
                  <a:pt x="133530" y="45278"/>
                  <a:pt x="132666" y="42757"/>
                  <a:pt x="130939" y="41251"/>
                </a:cubicBezTo>
                <a:cubicBezTo>
                  <a:pt x="129212" y="39744"/>
                  <a:pt x="125952" y="38990"/>
                  <a:pt x="121159" y="38990"/>
                </a:cubicBezTo>
                <a:cubicBezTo>
                  <a:pt x="117921" y="38990"/>
                  <a:pt x="115395" y="39642"/>
                  <a:pt x="113581" y="40946"/>
                </a:cubicBezTo>
                <a:cubicBezTo>
                  <a:pt x="111768" y="42248"/>
                  <a:pt x="110300" y="44532"/>
                  <a:pt x="109177" y="47799"/>
                </a:cubicBezTo>
                <a:moveTo>
                  <a:pt x="133530" y="62566"/>
                </a:moveTo>
                <a:cubicBezTo>
                  <a:pt x="131198" y="63334"/>
                  <a:pt x="127507" y="64251"/>
                  <a:pt x="122455" y="65319"/>
                </a:cubicBezTo>
                <a:cubicBezTo>
                  <a:pt x="117403" y="66385"/>
                  <a:pt x="114100" y="67430"/>
                  <a:pt x="112545" y="68454"/>
                </a:cubicBezTo>
                <a:cubicBezTo>
                  <a:pt x="110170" y="70117"/>
                  <a:pt x="108983" y="72229"/>
                  <a:pt x="108983" y="74789"/>
                </a:cubicBezTo>
                <a:cubicBezTo>
                  <a:pt x="108983" y="77307"/>
                  <a:pt x="109933" y="79483"/>
                  <a:pt x="111833" y="81318"/>
                </a:cubicBezTo>
                <a:cubicBezTo>
                  <a:pt x="113733" y="83152"/>
                  <a:pt x="116151" y="84069"/>
                  <a:pt x="119087" y="84069"/>
                </a:cubicBezTo>
                <a:cubicBezTo>
                  <a:pt x="122368" y="84069"/>
                  <a:pt x="125499" y="83002"/>
                  <a:pt x="128478" y="80869"/>
                </a:cubicBezTo>
                <a:cubicBezTo>
                  <a:pt x="130680" y="79248"/>
                  <a:pt x="132127" y="77264"/>
                  <a:pt x="132818" y="74916"/>
                </a:cubicBezTo>
                <a:cubicBezTo>
                  <a:pt x="133293" y="73381"/>
                  <a:pt x="133530" y="70459"/>
                  <a:pt x="133530" y="66150"/>
                </a:cubicBezTo>
                <a:lnTo>
                  <a:pt x="133530" y="62566"/>
                </a:lnTo>
                <a:close/>
                <a:moveTo>
                  <a:pt x="200869" y="26555"/>
                </a:moveTo>
                <a:lnTo>
                  <a:pt x="200869" y="41063"/>
                </a:lnTo>
                <a:lnTo>
                  <a:pt x="188433" y="41063"/>
                </a:lnTo>
                <a:lnTo>
                  <a:pt x="188433" y="68739"/>
                </a:lnTo>
                <a:cubicBezTo>
                  <a:pt x="188433" y="74344"/>
                  <a:pt x="188552" y="77610"/>
                  <a:pt x="188790" y="78537"/>
                </a:cubicBezTo>
                <a:cubicBezTo>
                  <a:pt x="189027" y="79463"/>
                  <a:pt x="189567" y="80228"/>
                  <a:pt x="190409" y="80832"/>
                </a:cubicBezTo>
                <a:cubicBezTo>
                  <a:pt x="191251" y="81436"/>
                  <a:pt x="192276" y="81737"/>
                  <a:pt x="193485" y="81737"/>
                </a:cubicBezTo>
                <a:cubicBezTo>
                  <a:pt x="195169" y="81737"/>
                  <a:pt x="197609" y="81154"/>
                  <a:pt x="200804" y="79988"/>
                </a:cubicBezTo>
                <a:lnTo>
                  <a:pt x="202359" y="94161"/>
                </a:lnTo>
                <a:cubicBezTo>
                  <a:pt x="198127" y="95982"/>
                  <a:pt x="193334" y="96893"/>
                  <a:pt x="187980" y="96893"/>
                </a:cubicBezTo>
                <a:cubicBezTo>
                  <a:pt x="184698" y="96893"/>
                  <a:pt x="181741" y="96342"/>
                  <a:pt x="179107" y="95241"/>
                </a:cubicBezTo>
                <a:cubicBezTo>
                  <a:pt x="176473" y="94140"/>
                  <a:pt x="174541" y="92715"/>
                  <a:pt x="173310" y="90967"/>
                </a:cubicBezTo>
                <a:cubicBezTo>
                  <a:pt x="172080" y="89218"/>
                  <a:pt x="171227" y="86854"/>
                  <a:pt x="170752" y="83875"/>
                </a:cubicBezTo>
                <a:cubicBezTo>
                  <a:pt x="170363" y="81759"/>
                  <a:pt x="170169" y="77484"/>
                  <a:pt x="170169" y="71050"/>
                </a:cubicBezTo>
                <a:lnTo>
                  <a:pt x="170169" y="41063"/>
                </a:lnTo>
                <a:lnTo>
                  <a:pt x="161814" y="41063"/>
                </a:lnTo>
                <a:lnTo>
                  <a:pt x="161814" y="26555"/>
                </a:lnTo>
                <a:lnTo>
                  <a:pt x="170169" y="26555"/>
                </a:lnTo>
                <a:lnTo>
                  <a:pt x="170169" y="12824"/>
                </a:lnTo>
                <a:lnTo>
                  <a:pt x="188433" y="2073"/>
                </a:lnTo>
                <a:lnTo>
                  <a:pt x="188433" y="26555"/>
                </a:lnTo>
                <a:lnTo>
                  <a:pt x="200869" y="26555"/>
                </a:lnTo>
                <a:close/>
                <a:moveTo>
                  <a:pt x="213498" y="17228"/>
                </a:moveTo>
                <a:lnTo>
                  <a:pt x="213498" y="389"/>
                </a:lnTo>
                <a:lnTo>
                  <a:pt x="231697" y="389"/>
                </a:lnTo>
                <a:lnTo>
                  <a:pt x="231697" y="17228"/>
                </a:lnTo>
                <a:lnTo>
                  <a:pt x="213498" y="17228"/>
                </a:lnTo>
                <a:moveTo>
                  <a:pt x="213498" y="95338"/>
                </a:moveTo>
                <a:lnTo>
                  <a:pt x="213498" y="26555"/>
                </a:lnTo>
                <a:lnTo>
                  <a:pt x="231697" y="26555"/>
                </a:lnTo>
                <a:lnTo>
                  <a:pt x="231697" y="95338"/>
                </a:lnTo>
                <a:lnTo>
                  <a:pt x="213498" y="95338"/>
                </a:lnTo>
                <a:close/>
                <a:moveTo>
                  <a:pt x="246163" y="59975"/>
                </a:moveTo>
                <a:cubicBezTo>
                  <a:pt x="246163" y="53930"/>
                  <a:pt x="247652" y="48079"/>
                  <a:pt x="250632" y="42423"/>
                </a:cubicBezTo>
                <a:cubicBezTo>
                  <a:pt x="253611" y="36767"/>
                  <a:pt x="257832" y="32449"/>
                  <a:pt x="263294" y="29469"/>
                </a:cubicBezTo>
                <a:cubicBezTo>
                  <a:pt x="268756" y="26490"/>
                  <a:pt x="274855" y="25000"/>
                  <a:pt x="281591" y="25000"/>
                </a:cubicBezTo>
                <a:cubicBezTo>
                  <a:pt x="291997" y="25000"/>
                  <a:pt x="300524" y="28379"/>
                  <a:pt x="307174" y="35137"/>
                </a:cubicBezTo>
                <a:cubicBezTo>
                  <a:pt x="313823" y="41894"/>
                  <a:pt x="317148" y="50433"/>
                  <a:pt x="317148" y="60752"/>
                </a:cubicBezTo>
                <a:cubicBezTo>
                  <a:pt x="317148" y="71158"/>
                  <a:pt x="313791" y="79783"/>
                  <a:pt x="307077" y="86627"/>
                </a:cubicBezTo>
                <a:cubicBezTo>
                  <a:pt x="300363" y="93471"/>
                  <a:pt x="291910" y="96893"/>
                  <a:pt x="281720" y="96893"/>
                </a:cubicBezTo>
                <a:cubicBezTo>
                  <a:pt x="275416" y="96893"/>
                  <a:pt x="269403" y="95468"/>
                  <a:pt x="263682" y="92618"/>
                </a:cubicBezTo>
                <a:cubicBezTo>
                  <a:pt x="257961" y="89768"/>
                  <a:pt x="253611" y="85591"/>
                  <a:pt x="250632" y="80086"/>
                </a:cubicBezTo>
                <a:cubicBezTo>
                  <a:pt x="247652" y="74580"/>
                  <a:pt x="246163" y="67877"/>
                  <a:pt x="246163" y="59975"/>
                </a:cubicBezTo>
                <a:moveTo>
                  <a:pt x="264816" y="60947"/>
                </a:moveTo>
                <a:cubicBezTo>
                  <a:pt x="264816" y="67747"/>
                  <a:pt x="266435" y="72956"/>
                  <a:pt x="269673" y="76572"/>
                </a:cubicBezTo>
                <a:cubicBezTo>
                  <a:pt x="272912" y="80188"/>
                  <a:pt x="276906" y="81996"/>
                  <a:pt x="281655" y="81996"/>
                </a:cubicBezTo>
                <a:cubicBezTo>
                  <a:pt x="286405" y="81996"/>
                  <a:pt x="290388" y="80188"/>
                  <a:pt x="293605" y="76572"/>
                </a:cubicBezTo>
                <a:cubicBezTo>
                  <a:pt x="296822" y="72956"/>
                  <a:pt x="298430" y="67704"/>
                  <a:pt x="298430" y="60817"/>
                </a:cubicBezTo>
                <a:cubicBezTo>
                  <a:pt x="298430" y="54103"/>
                  <a:pt x="296822" y="48938"/>
                  <a:pt x="293605" y="45321"/>
                </a:cubicBezTo>
                <a:cubicBezTo>
                  <a:pt x="290388" y="41705"/>
                  <a:pt x="286405" y="39897"/>
                  <a:pt x="281655" y="39897"/>
                </a:cubicBezTo>
                <a:cubicBezTo>
                  <a:pt x="276906" y="39897"/>
                  <a:pt x="272912" y="41705"/>
                  <a:pt x="269673" y="45321"/>
                </a:cubicBezTo>
                <a:cubicBezTo>
                  <a:pt x="266435" y="48938"/>
                  <a:pt x="264816" y="54146"/>
                  <a:pt x="264816" y="60947"/>
                </a:cubicBezTo>
                <a:close/>
                <a:moveTo>
                  <a:pt x="393984" y="95338"/>
                </a:moveTo>
                <a:lnTo>
                  <a:pt x="375784" y="95338"/>
                </a:lnTo>
                <a:lnTo>
                  <a:pt x="375784" y="60275"/>
                </a:lnTo>
                <a:cubicBezTo>
                  <a:pt x="375784" y="52856"/>
                  <a:pt x="375396" y="48058"/>
                  <a:pt x="374619" y="45880"/>
                </a:cubicBezTo>
                <a:cubicBezTo>
                  <a:pt x="373841" y="43702"/>
                  <a:pt x="372578" y="42009"/>
                  <a:pt x="370830" y="40802"/>
                </a:cubicBezTo>
                <a:cubicBezTo>
                  <a:pt x="369081" y="39594"/>
                  <a:pt x="366976" y="38990"/>
                  <a:pt x="364515" y="38990"/>
                </a:cubicBezTo>
                <a:cubicBezTo>
                  <a:pt x="361363" y="38990"/>
                  <a:pt x="358534" y="39853"/>
                  <a:pt x="356030" y="41579"/>
                </a:cubicBezTo>
                <a:cubicBezTo>
                  <a:pt x="353526" y="43303"/>
                  <a:pt x="351809" y="45589"/>
                  <a:pt x="350881" y="48436"/>
                </a:cubicBezTo>
                <a:cubicBezTo>
                  <a:pt x="349953" y="51282"/>
                  <a:pt x="349489" y="56544"/>
                  <a:pt x="349489" y="64222"/>
                </a:cubicBezTo>
                <a:lnTo>
                  <a:pt x="349489" y="95338"/>
                </a:lnTo>
                <a:lnTo>
                  <a:pt x="331289" y="95338"/>
                </a:lnTo>
                <a:lnTo>
                  <a:pt x="331289" y="26555"/>
                </a:lnTo>
                <a:lnTo>
                  <a:pt x="348193" y="26555"/>
                </a:lnTo>
                <a:lnTo>
                  <a:pt x="348193" y="36659"/>
                </a:lnTo>
                <a:cubicBezTo>
                  <a:pt x="354195" y="28887"/>
                  <a:pt x="361751" y="25000"/>
                  <a:pt x="370862" y="25000"/>
                </a:cubicBezTo>
                <a:cubicBezTo>
                  <a:pt x="374878" y="25000"/>
                  <a:pt x="378548" y="25724"/>
                  <a:pt x="381873" y="27170"/>
                </a:cubicBezTo>
                <a:cubicBezTo>
                  <a:pt x="385197" y="28617"/>
                  <a:pt x="387712" y="30463"/>
                  <a:pt x="389418" y="32708"/>
                </a:cubicBezTo>
                <a:cubicBezTo>
                  <a:pt x="391124" y="34953"/>
                  <a:pt x="392311" y="37501"/>
                  <a:pt x="392980" y="40350"/>
                </a:cubicBezTo>
                <a:cubicBezTo>
                  <a:pt x="393650" y="43200"/>
                  <a:pt x="393984" y="47281"/>
                  <a:pt x="393984" y="52592"/>
                </a:cubicBezTo>
                <a:lnTo>
                  <a:pt x="393984" y="95338"/>
                </a:lnTo>
                <a:close/>
                <a:moveTo>
                  <a:pt x="426065" y="47799"/>
                </a:moveTo>
                <a:lnTo>
                  <a:pt x="409549" y="44819"/>
                </a:lnTo>
                <a:cubicBezTo>
                  <a:pt x="411406" y="38082"/>
                  <a:pt x="414601" y="33095"/>
                  <a:pt x="419135" y="29858"/>
                </a:cubicBezTo>
                <a:cubicBezTo>
                  <a:pt x="423669" y="26620"/>
                  <a:pt x="430405" y="25000"/>
                  <a:pt x="439343" y="25000"/>
                </a:cubicBezTo>
                <a:cubicBezTo>
                  <a:pt x="447460" y="25000"/>
                  <a:pt x="453505" y="25961"/>
                  <a:pt x="457478" y="27883"/>
                </a:cubicBezTo>
                <a:cubicBezTo>
                  <a:pt x="461450" y="29804"/>
                  <a:pt x="464246" y="32244"/>
                  <a:pt x="465865" y="35201"/>
                </a:cubicBezTo>
                <a:cubicBezTo>
                  <a:pt x="467484" y="38159"/>
                  <a:pt x="468294" y="43589"/>
                  <a:pt x="468294" y="51491"/>
                </a:cubicBezTo>
                <a:lnTo>
                  <a:pt x="468100" y="72734"/>
                </a:lnTo>
                <a:cubicBezTo>
                  <a:pt x="468100" y="78779"/>
                  <a:pt x="468391" y="83238"/>
                  <a:pt x="468974" y="86109"/>
                </a:cubicBezTo>
                <a:cubicBezTo>
                  <a:pt x="469557" y="88980"/>
                  <a:pt x="470647" y="92057"/>
                  <a:pt x="472245" y="95338"/>
                </a:cubicBezTo>
                <a:lnTo>
                  <a:pt x="454239" y="95338"/>
                </a:lnTo>
                <a:cubicBezTo>
                  <a:pt x="453764" y="94129"/>
                  <a:pt x="453181" y="92338"/>
                  <a:pt x="452490" y="89963"/>
                </a:cubicBezTo>
                <a:cubicBezTo>
                  <a:pt x="452188" y="88883"/>
                  <a:pt x="451972" y="88171"/>
                  <a:pt x="451843" y="87825"/>
                </a:cubicBezTo>
                <a:cubicBezTo>
                  <a:pt x="448734" y="90848"/>
                  <a:pt x="445409" y="93115"/>
                  <a:pt x="441869" y="94626"/>
                </a:cubicBezTo>
                <a:cubicBezTo>
                  <a:pt x="438328" y="96137"/>
                  <a:pt x="434550" y="96893"/>
                  <a:pt x="430534" y="96893"/>
                </a:cubicBezTo>
                <a:cubicBezTo>
                  <a:pt x="423453" y="96893"/>
                  <a:pt x="417872" y="94980"/>
                  <a:pt x="413792" y="91153"/>
                </a:cubicBezTo>
                <a:cubicBezTo>
                  <a:pt x="409711" y="87326"/>
                  <a:pt x="407671" y="82489"/>
                  <a:pt x="407671" y="76641"/>
                </a:cubicBezTo>
                <a:cubicBezTo>
                  <a:pt x="407671" y="72771"/>
                  <a:pt x="408599" y="69321"/>
                  <a:pt x="410456" y="66290"/>
                </a:cubicBezTo>
                <a:cubicBezTo>
                  <a:pt x="412313" y="63258"/>
                  <a:pt x="414914" y="60936"/>
                  <a:pt x="418261" y="59323"/>
                </a:cubicBezTo>
                <a:cubicBezTo>
                  <a:pt x="421607" y="57711"/>
                  <a:pt x="426432" y="56303"/>
                  <a:pt x="432736" y="55099"/>
                </a:cubicBezTo>
                <a:cubicBezTo>
                  <a:pt x="441242" y="53508"/>
                  <a:pt x="447136" y="52025"/>
                  <a:pt x="450418" y="50649"/>
                </a:cubicBezTo>
                <a:lnTo>
                  <a:pt x="450418" y="48815"/>
                </a:lnTo>
                <a:cubicBezTo>
                  <a:pt x="450418" y="45278"/>
                  <a:pt x="449554" y="42757"/>
                  <a:pt x="447827" y="41251"/>
                </a:cubicBezTo>
                <a:cubicBezTo>
                  <a:pt x="446100" y="39744"/>
                  <a:pt x="442840" y="38990"/>
                  <a:pt x="438047" y="38990"/>
                </a:cubicBezTo>
                <a:cubicBezTo>
                  <a:pt x="434809" y="38990"/>
                  <a:pt x="432283" y="39642"/>
                  <a:pt x="430469" y="40946"/>
                </a:cubicBezTo>
                <a:cubicBezTo>
                  <a:pt x="428656" y="42248"/>
                  <a:pt x="427188" y="44532"/>
                  <a:pt x="426065" y="47799"/>
                </a:cubicBezTo>
                <a:moveTo>
                  <a:pt x="450418" y="62566"/>
                </a:moveTo>
                <a:cubicBezTo>
                  <a:pt x="448086" y="63334"/>
                  <a:pt x="444394" y="64251"/>
                  <a:pt x="439343" y="65319"/>
                </a:cubicBezTo>
                <a:cubicBezTo>
                  <a:pt x="434291" y="66385"/>
                  <a:pt x="430987" y="67430"/>
                  <a:pt x="429433" y="68454"/>
                </a:cubicBezTo>
                <a:cubicBezTo>
                  <a:pt x="427058" y="70117"/>
                  <a:pt x="425871" y="72229"/>
                  <a:pt x="425871" y="74789"/>
                </a:cubicBezTo>
                <a:cubicBezTo>
                  <a:pt x="425871" y="77307"/>
                  <a:pt x="426821" y="79483"/>
                  <a:pt x="428721" y="81318"/>
                </a:cubicBezTo>
                <a:cubicBezTo>
                  <a:pt x="430620" y="83152"/>
                  <a:pt x="433038" y="84069"/>
                  <a:pt x="435975" y="84069"/>
                </a:cubicBezTo>
                <a:cubicBezTo>
                  <a:pt x="439256" y="84069"/>
                  <a:pt x="442387" y="83002"/>
                  <a:pt x="445366" y="80869"/>
                </a:cubicBezTo>
                <a:cubicBezTo>
                  <a:pt x="447568" y="79248"/>
                  <a:pt x="449015" y="77264"/>
                  <a:pt x="449705" y="74916"/>
                </a:cubicBezTo>
                <a:cubicBezTo>
                  <a:pt x="450180" y="73381"/>
                  <a:pt x="450418" y="70459"/>
                  <a:pt x="450418" y="66150"/>
                </a:cubicBezTo>
                <a:lnTo>
                  <a:pt x="450418" y="62566"/>
                </a:lnTo>
                <a:close/>
                <a:moveTo>
                  <a:pt x="486215" y="95338"/>
                </a:moveTo>
                <a:lnTo>
                  <a:pt x="486215" y="389"/>
                </a:lnTo>
                <a:lnTo>
                  <a:pt x="504415" y="389"/>
                </a:lnTo>
                <a:lnTo>
                  <a:pt x="504415" y="95338"/>
                </a:lnTo>
                <a:lnTo>
                  <a:pt x="486215" y="95338"/>
                </a:lnTo>
                <a:close/>
                <a:moveTo>
                  <a:pt x="523349" y="95338"/>
                </a:moveTo>
                <a:lnTo>
                  <a:pt x="523349" y="389"/>
                </a:lnTo>
                <a:lnTo>
                  <a:pt x="588441" y="389"/>
                </a:lnTo>
                <a:lnTo>
                  <a:pt x="588441" y="16451"/>
                </a:lnTo>
                <a:lnTo>
                  <a:pt x="542520" y="16451"/>
                </a:lnTo>
                <a:lnTo>
                  <a:pt x="542520" y="38861"/>
                </a:lnTo>
                <a:lnTo>
                  <a:pt x="582158" y="38861"/>
                </a:lnTo>
                <a:lnTo>
                  <a:pt x="582158" y="54923"/>
                </a:lnTo>
                <a:lnTo>
                  <a:pt x="542520" y="54923"/>
                </a:lnTo>
                <a:lnTo>
                  <a:pt x="542520" y="95338"/>
                </a:lnTo>
                <a:lnTo>
                  <a:pt x="523349" y="95338"/>
                </a:lnTo>
                <a:close/>
                <a:moveTo>
                  <a:pt x="604136" y="95338"/>
                </a:moveTo>
                <a:lnTo>
                  <a:pt x="604136" y="389"/>
                </a:lnTo>
                <a:lnTo>
                  <a:pt x="622335" y="389"/>
                </a:lnTo>
                <a:lnTo>
                  <a:pt x="622335" y="95338"/>
                </a:lnTo>
                <a:lnTo>
                  <a:pt x="604136" y="95338"/>
                </a:lnTo>
                <a:close/>
                <a:moveTo>
                  <a:pt x="654611" y="47799"/>
                </a:moveTo>
                <a:lnTo>
                  <a:pt x="638095" y="44819"/>
                </a:lnTo>
                <a:cubicBezTo>
                  <a:pt x="639952" y="38082"/>
                  <a:pt x="643147" y="33095"/>
                  <a:pt x="647681" y="29858"/>
                </a:cubicBezTo>
                <a:cubicBezTo>
                  <a:pt x="652215" y="26620"/>
                  <a:pt x="658951" y="25000"/>
                  <a:pt x="667889" y="25000"/>
                </a:cubicBezTo>
                <a:cubicBezTo>
                  <a:pt x="676006" y="25000"/>
                  <a:pt x="682051" y="25961"/>
                  <a:pt x="686024" y="27883"/>
                </a:cubicBezTo>
                <a:cubicBezTo>
                  <a:pt x="689996" y="29804"/>
                  <a:pt x="692792" y="32244"/>
                  <a:pt x="694411" y="35201"/>
                </a:cubicBezTo>
                <a:cubicBezTo>
                  <a:pt x="696030" y="38159"/>
                  <a:pt x="696840" y="43589"/>
                  <a:pt x="696840" y="51491"/>
                </a:cubicBezTo>
                <a:lnTo>
                  <a:pt x="696646" y="72734"/>
                </a:lnTo>
                <a:cubicBezTo>
                  <a:pt x="696646" y="78779"/>
                  <a:pt x="696937" y="83238"/>
                  <a:pt x="697520" y="86109"/>
                </a:cubicBezTo>
                <a:cubicBezTo>
                  <a:pt x="698103" y="88980"/>
                  <a:pt x="699193" y="92057"/>
                  <a:pt x="700791" y="95338"/>
                </a:cubicBezTo>
                <a:lnTo>
                  <a:pt x="682785" y="95338"/>
                </a:lnTo>
                <a:cubicBezTo>
                  <a:pt x="682310" y="94129"/>
                  <a:pt x="681727" y="92338"/>
                  <a:pt x="681036" y="89963"/>
                </a:cubicBezTo>
                <a:cubicBezTo>
                  <a:pt x="680734" y="88883"/>
                  <a:pt x="680518" y="88171"/>
                  <a:pt x="680389" y="87825"/>
                </a:cubicBezTo>
                <a:cubicBezTo>
                  <a:pt x="677280" y="90848"/>
                  <a:pt x="673955" y="93115"/>
                  <a:pt x="670415" y="94626"/>
                </a:cubicBezTo>
                <a:cubicBezTo>
                  <a:pt x="666874" y="96137"/>
                  <a:pt x="663096" y="96893"/>
                  <a:pt x="659080" y="96893"/>
                </a:cubicBezTo>
                <a:cubicBezTo>
                  <a:pt x="651999" y="96893"/>
                  <a:pt x="646418" y="94980"/>
                  <a:pt x="642338" y="91153"/>
                </a:cubicBezTo>
                <a:cubicBezTo>
                  <a:pt x="638257" y="87326"/>
                  <a:pt x="636217" y="82489"/>
                  <a:pt x="636217" y="76641"/>
                </a:cubicBezTo>
                <a:cubicBezTo>
                  <a:pt x="636217" y="72771"/>
                  <a:pt x="637145" y="69321"/>
                  <a:pt x="639002" y="66290"/>
                </a:cubicBezTo>
                <a:cubicBezTo>
                  <a:pt x="640859" y="63258"/>
                  <a:pt x="643460" y="60936"/>
                  <a:pt x="646807" y="59323"/>
                </a:cubicBezTo>
                <a:cubicBezTo>
                  <a:pt x="650153" y="57711"/>
                  <a:pt x="654978" y="56303"/>
                  <a:pt x="661282" y="55099"/>
                </a:cubicBezTo>
                <a:cubicBezTo>
                  <a:pt x="669788" y="53508"/>
                  <a:pt x="675682" y="52025"/>
                  <a:pt x="678964" y="50649"/>
                </a:cubicBezTo>
                <a:lnTo>
                  <a:pt x="678964" y="48815"/>
                </a:lnTo>
                <a:cubicBezTo>
                  <a:pt x="678964" y="45278"/>
                  <a:pt x="678100" y="42757"/>
                  <a:pt x="676373" y="41251"/>
                </a:cubicBezTo>
                <a:cubicBezTo>
                  <a:pt x="674646" y="39744"/>
                  <a:pt x="671386" y="38990"/>
                  <a:pt x="666593" y="38990"/>
                </a:cubicBezTo>
                <a:cubicBezTo>
                  <a:pt x="663355" y="38990"/>
                  <a:pt x="660829" y="39642"/>
                  <a:pt x="659015" y="40946"/>
                </a:cubicBezTo>
                <a:cubicBezTo>
                  <a:pt x="657202" y="42248"/>
                  <a:pt x="655734" y="44532"/>
                  <a:pt x="654611" y="47799"/>
                </a:cubicBezTo>
                <a:moveTo>
                  <a:pt x="678964" y="62566"/>
                </a:moveTo>
                <a:cubicBezTo>
                  <a:pt x="676632" y="63334"/>
                  <a:pt x="672940" y="64251"/>
                  <a:pt x="667889" y="65319"/>
                </a:cubicBezTo>
                <a:cubicBezTo>
                  <a:pt x="662837" y="66385"/>
                  <a:pt x="659533" y="67430"/>
                  <a:pt x="657979" y="68454"/>
                </a:cubicBezTo>
                <a:cubicBezTo>
                  <a:pt x="655604" y="70117"/>
                  <a:pt x="654417" y="72229"/>
                  <a:pt x="654417" y="74789"/>
                </a:cubicBezTo>
                <a:cubicBezTo>
                  <a:pt x="654417" y="77307"/>
                  <a:pt x="655367" y="79483"/>
                  <a:pt x="657267" y="81318"/>
                </a:cubicBezTo>
                <a:cubicBezTo>
                  <a:pt x="659166" y="83152"/>
                  <a:pt x="661584" y="84069"/>
                  <a:pt x="664521" y="84069"/>
                </a:cubicBezTo>
                <a:cubicBezTo>
                  <a:pt x="667802" y="84069"/>
                  <a:pt x="670933" y="83002"/>
                  <a:pt x="673912" y="80869"/>
                </a:cubicBezTo>
                <a:cubicBezTo>
                  <a:pt x="676114" y="79248"/>
                  <a:pt x="677561" y="77264"/>
                  <a:pt x="678251" y="74916"/>
                </a:cubicBezTo>
                <a:cubicBezTo>
                  <a:pt x="678726" y="73381"/>
                  <a:pt x="678964" y="70459"/>
                  <a:pt x="678964" y="66150"/>
                </a:cubicBezTo>
                <a:lnTo>
                  <a:pt x="678964" y="62566"/>
                </a:lnTo>
                <a:close/>
                <a:moveTo>
                  <a:pt x="713078" y="99743"/>
                </a:moveTo>
                <a:lnTo>
                  <a:pt x="733868" y="102333"/>
                </a:lnTo>
                <a:cubicBezTo>
                  <a:pt x="734214" y="104774"/>
                  <a:pt x="735012" y="106452"/>
                  <a:pt x="736265" y="107367"/>
                </a:cubicBezTo>
                <a:cubicBezTo>
                  <a:pt x="737992" y="108675"/>
                  <a:pt x="740712" y="109328"/>
                  <a:pt x="744425" y="109328"/>
                </a:cubicBezTo>
                <a:cubicBezTo>
                  <a:pt x="749175" y="109328"/>
                  <a:pt x="752737" y="108611"/>
                  <a:pt x="755112" y="107175"/>
                </a:cubicBezTo>
                <a:cubicBezTo>
                  <a:pt x="756710" y="106218"/>
                  <a:pt x="757919" y="104675"/>
                  <a:pt x="758739" y="102544"/>
                </a:cubicBezTo>
                <a:cubicBezTo>
                  <a:pt x="759300" y="101022"/>
                  <a:pt x="759581" y="98217"/>
                  <a:pt x="759581" y="94130"/>
                </a:cubicBezTo>
                <a:lnTo>
                  <a:pt x="759581" y="84018"/>
                </a:lnTo>
                <a:cubicBezTo>
                  <a:pt x="754141" y="91565"/>
                  <a:pt x="747275" y="95338"/>
                  <a:pt x="738985" y="95338"/>
                </a:cubicBezTo>
                <a:cubicBezTo>
                  <a:pt x="729745" y="95338"/>
                  <a:pt x="722426" y="91431"/>
                  <a:pt x="717029" y="83615"/>
                </a:cubicBezTo>
                <a:cubicBezTo>
                  <a:pt x="712797" y="77441"/>
                  <a:pt x="710681" y="69755"/>
                  <a:pt x="710681" y="60558"/>
                </a:cubicBezTo>
                <a:cubicBezTo>
                  <a:pt x="710681" y="49029"/>
                  <a:pt x="713455" y="40221"/>
                  <a:pt x="719004" y="34133"/>
                </a:cubicBezTo>
                <a:cubicBezTo>
                  <a:pt x="724552" y="28045"/>
                  <a:pt x="731450" y="25000"/>
                  <a:pt x="739697" y="25000"/>
                </a:cubicBezTo>
                <a:cubicBezTo>
                  <a:pt x="748204" y="25000"/>
                  <a:pt x="755220" y="28753"/>
                  <a:pt x="760747" y="36258"/>
                </a:cubicBezTo>
                <a:lnTo>
                  <a:pt x="760747" y="26555"/>
                </a:lnTo>
                <a:lnTo>
                  <a:pt x="777781" y="26555"/>
                </a:lnTo>
                <a:lnTo>
                  <a:pt x="777781" y="88319"/>
                </a:lnTo>
                <a:cubicBezTo>
                  <a:pt x="777781" y="96442"/>
                  <a:pt x="777112" y="102513"/>
                  <a:pt x="775773" y="106531"/>
                </a:cubicBezTo>
                <a:cubicBezTo>
                  <a:pt x="774435" y="110550"/>
                  <a:pt x="772556" y="113704"/>
                  <a:pt x="770138" y="115993"/>
                </a:cubicBezTo>
                <a:cubicBezTo>
                  <a:pt x="767720" y="118285"/>
                  <a:pt x="764493" y="120078"/>
                  <a:pt x="760455" y="121373"/>
                </a:cubicBezTo>
                <a:cubicBezTo>
                  <a:pt x="756418" y="122670"/>
                  <a:pt x="751312" y="123318"/>
                  <a:pt x="745138" y="123318"/>
                </a:cubicBezTo>
                <a:cubicBezTo>
                  <a:pt x="733480" y="123318"/>
                  <a:pt x="725211" y="121304"/>
                  <a:pt x="720332" y="117277"/>
                </a:cubicBezTo>
                <a:cubicBezTo>
                  <a:pt x="715452" y="113250"/>
                  <a:pt x="713013" y="108146"/>
                  <a:pt x="713013" y="101963"/>
                </a:cubicBezTo>
                <a:cubicBezTo>
                  <a:pt x="713013" y="101353"/>
                  <a:pt x="713034" y="100613"/>
                  <a:pt x="713078" y="99743"/>
                </a:cubicBezTo>
                <a:moveTo>
                  <a:pt x="729334" y="59522"/>
                </a:moveTo>
                <a:cubicBezTo>
                  <a:pt x="729334" y="66797"/>
                  <a:pt x="730749" y="72125"/>
                  <a:pt x="733577" y="75503"/>
                </a:cubicBezTo>
                <a:cubicBezTo>
                  <a:pt x="736405" y="78882"/>
                  <a:pt x="739892" y="80571"/>
                  <a:pt x="744037" y="80571"/>
                </a:cubicBezTo>
                <a:cubicBezTo>
                  <a:pt x="748484" y="80571"/>
                  <a:pt x="752241" y="78839"/>
                  <a:pt x="755306" y="75374"/>
                </a:cubicBezTo>
                <a:cubicBezTo>
                  <a:pt x="758372" y="71909"/>
                  <a:pt x="759905" y="66776"/>
                  <a:pt x="759905" y="59975"/>
                </a:cubicBezTo>
                <a:cubicBezTo>
                  <a:pt x="759905" y="52872"/>
                  <a:pt x="758437" y="47599"/>
                  <a:pt x="755501" y="44156"/>
                </a:cubicBezTo>
                <a:cubicBezTo>
                  <a:pt x="752565" y="40712"/>
                  <a:pt x="748851" y="38990"/>
                  <a:pt x="744361" y="38990"/>
                </a:cubicBezTo>
                <a:cubicBezTo>
                  <a:pt x="740000" y="38990"/>
                  <a:pt x="736405" y="40680"/>
                  <a:pt x="733577" y="44058"/>
                </a:cubicBezTo>
                <a:cubicBezTo>
                  <a:pt x="730749" y="47437"/>
                  <a:pt x="729334" y="52592"/>
                  <a:pt x="729334" y="59522"/>
                </a:cubicBezTo>
                <a:close/>
                <a:moveTo>
                  <a:pt x="785055" y="121634"/>
                </a:moveTo>
                <a:lnTo>
                  <a:pt x="785055" y="109717"/>
                </a:lnTo>
                <a:lnTo>
                  <a:pt x="860704" y="109717"/>
                </a:lnTo>
                <a:lnTo>
                  <a:pt x="860704" y="121634"/>
                </a:lnTo>
                <a:lnTo>
                  <a:pt x="785055" y="121634"/>
                </a:lnTo>
                <a:close/>
                <a:moveTo>
                  <a:pt x="869429" y="95338"/>
                </a:moveTo>
                <a:lnTo>
                  <a:pt x="869429" y="389"/>
                </a:lnTo>
                <a:lnTo>
                  <a:pt x="898121" y="389"/>
                </a:lnTo>
                <a:lnTo>
                  <a:pt x="915349" y="65157"/>
                </a:lnTo>
                <a:lnTo>
                  <a:pt x="932383" y="389"/>
                </a:lnTo>
                <a:lnTo>
                  <a:pt x="961140" y="389"/>
                </a:lnTo>
                <a:lnTo>
                  <a:pt x="961140" y="95338"/>
                </a:lnTo>
                <a:lnTo>
                  <a:pt x="943329" y="95338"/>
                </a:lnTo>
                <a:lnTo>
                  <a:pt x="943329" y="20596"/>
                </a:lnTo>
                <a:lnTo>
                  <a:pt x="924482" y="95338"/>
                </a:lnTo>
                <a:lnTo>
                  <a:pt x="906023" y="95338"/>
                </a:lnTo>
                <a:lnTo>
                  <a:pt x="887240" y="20596"/>
                </a:lnTo>
                <a:lnTo>
                  <a:pt x="887240" y="95338"/>
                </a:lnTo>
                <a:lnTo>
                  <a:pt x="869429" y="95338"/>
                </a:lnTo>
                <a:close/>
                <a:moveTo>
                  <a:pt x="975841" y="59975"/>
                </a:moveTo>
                <a:cubicBezTo>
                  <a:pt x="975841" y="53930"/>
                  <a:pt x="977331" y="48079"/>
                  <a:pt x="980310" y="42423"/>
                </a:cubicBezTo>
                <a:cubicBezTo>
                  <a:pt x="983289" y="36767"/>
                  <a:pt x="987510" y="32449"/>
                  <a:pt x="992972" y="29469"/>
                </a:cubicBezTo>
                <a:cubicBezTo>
                  <a:pt x="998434" y="26490"/>
                  <a:pt x="1004533" y="25000"/>
                  <a:pt x="1011269" y="25000"/>
                </a:cubicBezTo>
                <a:cubicBezTo>
                  <a:pt x="1021675" y="25000"/>
                  <a:pt x="1030203" y="28379"/>
                  <a:pt x="1036853" y="35137"/>
                </a:cubicBezTo>
                <a:cubicBezTo>
                  <a:pt x="1043502" y="41894"/>
                  <a:pt x="1046827" y="50433"/>
                  <a:pt x="1046827" y="60752"/>
                </a:cubicBezTo>
                <a:cubicBezTo>
                  <a:pt x="1046827" y="71158"/>
                  <a:pt x="1043470" y="79783"/>
                  <a:pt x="1036755" y="86627"/>
                </a:cubicBezTo>
                <a:cubicBezTo>
                  <a:pt x="1030041" y="93471"/>
                  <a:pt x="1021589" y="96893"/>
                  <a:pt x="1011399" y="96893"/>
                </a:cubicBezTo>
                <a:cubicBezTo>
                  <a:pt x="1005095" y="96893"/>
                  <a:pt x="999082" y="95468"/>
                  <a:pt x="993361" y="92618"/>
                </a:cubicBezTo>
                <a:cubicBezTo>
                  <a:pt x="987640" y="89768"/>
                  <a:pt x="983289" y="85591"/>
                  <a:pt x="980310" y="80086"/>
                </a:cubicBezTo>
                <a:cubicBezTo>
                  <a:pt x="977331" y="74580"/>
                  <a:pt x="975841" y="67877"/>
                  <a:pt x="975841" y="59975"/>
                </a:cubicBezTo>
                <a:moveTo>
                  <a:pt x="994494" y="60947"/>
                </a:moveTo>
                <a:cubicBezTo>
                  <a:pt x="994494" y="67747"/>
                  <a:pt x="996114" y="72956"/>
                  <a:pt x="999352" y="76572"/>
                </a:cubicBezTo>
                <a:cubicBezTo>
                  <a:pt x="1002590" y="80188"/>
                  <a:pt x="1006584" y="81996"/>
                  <a:pt x="1011334" y="81996"/>
                </a:cubicBezTo>
                <a:cubicBezTo>
                  <a:pt x="1016084" y="81996"/>
                  <a:pt x="1020067" y="80188"/>
                  <a:pt x="1023284" y="76572"/>
                </a:cubicBezTo>
                <a:cubicBezTo>
                  <a:pt x="1026501" y="72956"/>
                  <a:pt x="1028109" y="67704"/>
                  <a:pt x="1028109" y="60817"/>
                </a:cubicBezTo>
                <a:cubicBezTo>
                  <a:pt x="1028109" y="54103"/>
                  <a:pt x="1026501" y="48938"/>
                  <a:pt x="1023284" y="45321"/>
                </a:cubicBezTo>
                <a:cubicBezTo>
                  <a:pt x="1020067" y="41705"/>
                  <a:pt x="1016084" y="39897"/>
                  <a:pt x="1011334" y="39897"/>
                </a:cubicBezTo>
                <a:cubicBezTo>
                  <a:pt x="1006584" y="39897"/>
                  <a:pt x="1002590" y="41705"/>
                  <a:pt x="999352" y="45321"/>
                </a:cubicBezTo>
                <a:cubicBezTo>
                  <a:pt x="996114" y="48938"/>
                  <a:pt x="994494" y="54146"/>
                  <a:pt x="994494" y="60947"/>
                </a:cubicBezTo>
                <a:close/>
                <a:moveTo>
                  <a:pt x="1124181" y="95338"/>
                </a:moveTo>
                <a:lnTo>
                  <a:pt x="1107276" y="95338"/>
                </a:lnTo>
                <a:lnTo>
                  <a:pt x="1107276" y="85235"/>
                </a:lnTo>
                <a:cubicBezTo>
                  <a:pt x="1104470" y="89164"/>
                  <a:pt x="1101156" y="92089"/>
                  <a:pt x="1097334" y="94011"/>
                </a:cubicBezTo>
                <a:cubicBezTo>
                  <a:pt x="1093513" y="95932"/>
                  <a:pt x="1089659" y="96893"/>
                  <a:pt x="1085773" y="96893"/>
                </a:cubicBezTo>
                <a:cubicBezTo>
                  <a:pt x="1077872" y="96893"/>
                  <a:pt x="1071103" y="93708"/>
                  <a:pt x="1065468" y="87340"/>
                </a:cubicBezTo>
                <a:cubicBezTo>
                  <a:pt x="1059834" y="80971"/>
                  <a:pt x="1057016" y="72087"/>
                  <a:pt x="1057016" y="60688"/>
                </a:cubicBezTo>
                <a:cubicBezTo>
                  <a:pt x="1057016" y="49029"/>
                  <a:pt x="1059758" y="40167"/>
                  <a:pt x="1065242" y="34100"/>
                </a:cubicBezTo>
                <a:cubicBezTo>
                  <a:pt x="1070725" y="28034"/>
                  <a:pt x="1077656" y="25000"/>
                  <a:pt x="1086032" y="25000"/>
                </a:cubicBezTo>
                <a:cubicBezTo>
                  <a:pt x="1093718" y="25000"/>
                  <a:pt x="1100368" y="28196"/>
                  <a:pt x="1105981" y="34586"/>
                </a:cubicBezTo>
                <a:lnTo>
                  <a:pt x="1105981" y="389"/>
                </a:lnTo>
                <a:lnTo>
                  <a:pt x="1124181" y="389"/>
                </a:lnTo>
                <a:lnTo>
                  <a:pt x="1124181" y="95338"/>
                </a:lnTo>
                <a:moveTo>
                  <a:pt x="1075605" y="59491"/>
                </a:moveTo>
                <a:cubicBezTo>
                  <a:pt x="1075605" y="66821"/>
                  <a:pt x="1076619" y="72124"/>
                  <a:pt x="1078649" y="75400"/>
                </a:cubicBezTo>
                <a:cubicBezTo>
                  <a:pt x="1081585" y="80143"/>
                  <a:pt x="1085687" y="82514"/>
                  <a:pt x="1090955" y="82514"/>
                </a:cubicBezTo>
                <a:cubicBezTo>
                  <a:pt x="1095143" y="82514"/>
                  <a:pt x="1098705" y="80736"/>
                  <a:pt x="1101641" y="77179"/>
                </a:cubicBezTo>
                <a:cubicBezTo>
                  <a:pt x="1104578" y="73622"/>
                  <a:pt x="1106046" y="68309"/>
                  <a:pt x="1106046" y="61238"/>
                </a:cubicBezTo>
                <a:cubicBezTo>
                  <a:pt x="1106046" y="53347"/>
                  <a:pt x="1104621" y="47667"/>
                  <a:pt x="1101771" y="44196"/>
                </a:cubicBezTo>
                <a:cubicBezTo>
                  <a:pt x="1098921" y="40726"/>
                  <a:pt x="1095273" y="38990"/>
                  <a:pt x="1090825" y="38990"/>
                </a:cubicBezTo>
                <a:cubicBezTo>
                  <a:pt x="1086507" y="38990"/>
                  <a:pt x="1082891" y="40704"/>
                  <a:pt x="1079976" y="44131"/>
                </a:cubicBezTo>
                <a:cubicBezTo>
                  <a:pt x="1077062" y="47559"/>
                  <a:pt x="1075605" y="52679"/>
                  <a:pt x="1075605" y="59491"/>
                </a:cubicBezTo>
                <a:close/>
                <a:moveTo>
                  <a:pt x="1187415" y="95338"/>
                </a:moveTo>
                <a:lnTo>
                  <a:pt x="1187415" y="85040"/>
                </a:lnTo>
                <a:cubicBezTo>
                  <a:pt x="1184911" y="88711"/>
                  <a:pt x="1181618" y="91604"/>
                  <a:pt x="1177538" y="93719"/>
                </a:cubicBezTo>
                <a:cubicBezTo>
                  <a:pt x="1173458" y="95835"/>
                  <a:pt x="1169150" y="96893"/>
                  <a:pt x="1164617" y="96893"/>
                </a:cubicBezTo>
                <a:cubicBezTo>
                  <a:pt x="1159997" y="96893"/>
                  <a:pt x="1155851" y="95878"/>
                  <a:pt x="1152181" y="93849"/>
                </a:cubicBezTo>
                <a:cubicBezTo>
                  <a:pt x="1148511" y="91819"/>
                  <a:pt x="1145856" y="88970"/>
                  <a:pt x="1144215" y="85299"/>
                </a:cubicBezTo>
                <a:cubicBezTo>
                  <a:pt x="1142574" y="81629"/>
                  <a:pt x="1141754" y="76556"/>
                  <a:pt x="1141754" y="70079"/>
                </a:cubicBezTo>
                <a:lnTo>
                  <a:pt x="1141754" y="26555"/>
                </a:lnTo>
                <a:lnTo>
                  <a:pt x="1159953" y="26555"/>
                </a:lnTo>
                <a:lnTo>
                  <a:pt x="1159953" y="58089"/>
                </a:lnTo>
                <a:cubicBezTo>
                  <a:pt x="1159953" y="67739"/>
                  <a:pt x="1160288" y="73652"/>
                  <a:pt x="1160957" y="75827"/>
                </a:cubicBezTo>
                <a:cubicBezTo>
                  <a:pt x="1161627" y="78002"/>
                  <a:pt x="1162846" y="79725"/>
                  <a:pt x="1164617" y="80996"/>
                </a:cubicBezTo>
                <a:cubicBezTo>
                  <a:pt x="1166387" y="82268"/>
                  <a:pt x="1168632" y="82903"/>
                  <a:pt x="1171353" y="82903"/>
                </a:cubicBezTo>
                <a:cubicBezTo>
                  <a:pt x="1174461" y="82903"/>
                  <a:pt x="1177246" y="82052"/>
                  <a:pt x="1179708" y="80351"/>
                </a:cubicBezTo>
                <a:cubicBezTo>
                  <a:pt x="1182169" y="78649"/>
                  <a:pt x="1183853" y="76538"/>
                  <a:pt x="1184760" y="74018"/>
                </a:cubicBezTo>
                <a:cubicBezTo>
                  <a:pt x="1185666" y="71497"/>
                  <a:pt x="1186120" y="65326"/>
                  <a:pt x="1186120" y="55504"/>
                </a:cubicBezTo>
                <a:lnTo>
                  <a:pt x="1186120" y="26555"/>
                </a:lnTo>
                <a:lnTo>
                  <a:pt x="1204319" y="26555"/>
                </a:lnTo>
                <a:lnTo>
                  <a:pt x="1204319" y="95338"/>
                </a:lnTo>
                <a:lnTo>
                  <a:pt x="1187415" y="95338"/>
                </a:lnTo>
                <a:close/>
                <a:moveTo>
                  <a:pt x="1223188" y="95338"/>
                </a:moveTo>
                <a:lnTo>
                  <a:pt x="1223188" y="389"/>
                </a:lnTo>
                <a:lnTo>
                  <a:pt x="1241388" y="389"/>
                </a:lnTo>
                <a:lnTo>
                  <a:pt x="1241388" y="95338"/>
                </a:lnTo>
                <a:lnTo>
                  <a:pt x="1223188" y="95338"/>
                </a:lnTo>
                <a:close/>
                <a:moveTo>
                  <a:pt x="1299895" y="73447"/>
                </a:moveTo>
                <a:lnTo>
                  <a:pt x="1318030" y="76556"/>
                </a:lnTo>
                <a:cubicBezTo>
                  <a:pt x="1315699" y="83184"/>
                  <a:pt x="1312018" y="88230"/>
                  <a:pt x="1306987" y="91695"/>
                </a:cubicBezTo>
                <a:cubicBezTo>
                  <a:pt x="1301957" y="95160"/>
                  <a:pt x="1295664" y="96893"/>
                  <a:pt x="1288107" y="96893"/>
                </a:cubicBezTo>
                <a:cubicBezTo>
                  <a:pt x="1276147" y="96893"/>
                  <a:pt x="1267295" y="92985"/>
                  <a:pt x="1261553" y="85170"/>
                </a:cubicBezTo>
                <a:cubicBezTo>
                  <a:pt x="1257019" y="78909"/>
                  <a:pt x="1254752" y="71007"/>
                  <a:pt x="1254752" y="61465"/>
                </a:cubicBezTo>
                <a:cubicBezTo>
                  <a:pt x="1254752" y="50066"/>
                  <a:pt x="1257731" y="41138"/>
                  <a:pt x="1263690" y="34683"/>
                </a:cubicBezTo>
                <a:cubicBezTo>
                  <a:pt x="1269649" y="28228"/>
                  <a:pt x="1277183" y="25000"/>
                  <a:pt x="1286294" y="25000"/>
                </a:cubicBezTo>
                <a:cubicBezTo>
                  <a:pt x="1296527" y="25000"/>
                  <a:pt x="1304602" y="28379"/>
                  <a:pt x="1310517" y="35137"/>
                </a:cubicBezTo>
                <a:cubicBezTo>
                  <a:pt x="1316433" y="41894"/>
                  <a:pt x="1319261" y="52246"/>
                  <a:pt x="1319002" y="66193"/>
                </a:cubicBezTo>
                <a:lnTo>
                  <a:pt x="1273405" y="66193"/>
                </a:lnTo>
                <a:cubicBezTo>
                  <a:pt x="1273535" y="71590"/>
                  <a:pt x="1275003" y="75789"/>
                  <a:pt x="1277809" y="78790"/>
                </a:cubicBezTo>
                <a:cubicBezTo>
                  <a:pt x="1280616" y="81791"/>
                  <a:pt x="1284113" y="83292"/>
                  <a:pt x="1288302" y="83292"/>
                </a:cubicBezTo>
                <a:cubicBezTo>
                  <a:pt x="1291152" y="83292"/>
                  <a:pt x="1293548" y="82514"/>
                  <a:pt x="1295491" y="80960"/>
                </a:cubicBezTo>
                <a:cubicBezTo>
                  <a:pt x="1297434" y="79406"/>
                  <a:pt x="1298902" y="76901"/>
                  <a:pt x="1299895" y="73447"/>
                </a:cubicBezTo>
                <a:moveTo>
                  <a:pt x="1300932" y="55053"/>
                </a:moveTo>
                <a:cubicBezTo>
                  <a:pt x="1300802" y="49807"/>
                  <a:pt x="1299442" y="45818"/>
                  <a:pt x="1296851" y="43087"/>
                </a:cubicBezTo>
                <a:cubicBezTo>
                  <a:pt x="1294260" y="40356"/>
                  <a:pt x="1291108" y="38990"/>
                  <a:pt x="1287395" y="38990"/>
                </a:cubicBezTo>
                <a:cubicBezTo>
                  <a:pt x="1283423" y="38990"/>
                  <a:pt x="1280141" y="40431"/>
                  <a:pt x="1277550" y="43312"/>
                </a:cubicBezTo>
                <a:cubicBezTo>
                  <a:pt x="1274960" y="46194"/>
                  <a:pt x="1273686" y="50107"/>
                  <a:pt x="1273729" y="55053"/>
                </a:cubicBezTo>
                <a:lnTo>
                  <a:pt x="1300932" y="55053"/>
                </a:lnTo>
                <a:close/>
                <a:moveTo>
                  <a:pt x="1376496" y="95338"/>
                </a:moveTo>
                <a:lnTo>
                  <a:pt x="1358296" y="95338"/>
                </a:lnTo>
                <a:lnTo>
                  <a:pt x="1358296" y="26824"/>
                </a:lnTo>
                <a:cubicBezTo>
                  <a:pt x="1351647" y="33066"/>
                  <a:pt x="1343810" y="37683"/>
                  <a:pt x="1334785" y="40674"/>
                </a:cubicBezTo>
                <a:lnTo>
                  <a:pt x="1334785" y="24094"/>
                </a:lnTo>
                <a:cubicBezTo>
                  <a:pt x="1339535" y="22535"/>
                  <a:pt x="1344695" y="19581"/>
                  <a:pt x="1350265" y="15231"/>
                </a:cubicBezTo>
                <a:cubicBezTo>
                  <a:pt x="1355835" y="10879"/>
                  <a:pt x="1359656" y="5802"/>
                  <a:pt x="1361729" y="0"/>
                </a:cubicBezTo>
                <a:lnTo>
                  <a:pt x="1376496" y="0"/>
                </a:lnTo>
                <a:lnTo>
                  <a:pt x="1376496" y="95338"/>
                </a:lnTo>
                <a:close/>
                <a:moveTo>
                  <a:pt x="1440424" y="42617"/>
                </a:moveTo>
                <a:lnTo>
                  <a:pt x="1440424" y="25778"/>
                </a:lnTo>
                <a:lnTo>
                  <a:pt x="1506812" y="25778"/>
                </a:lnTo>
                <a:lnTo>
                  <a:pt x="1506812" y="42617"/>
                </a:lnTo>
                <a:lnTo>
                  <a:pt x="1440424" y="42617"/>
                </a:lnTo>
                <a:moveTo>
                  <a:pt x="1440424" y="71504"/>
                </a:moveTo>
                <a:lnTo>
                  <a:pt x="1440424" y="54664"/>
                </a:lnTo>
                <a:lnTo>
                  <a:pt x="1506812" y="54664"/>
                </a:lnTo>
                <a:lnTo>
                  <a:pt x="1506812" y="71504"/>
                </a:lnTo>
                <a:lnTo>
                  <a:pt x="1440424" y="71504"/>
                </a:lnTo>
                <a:close/>
                <a:moveTo>
                  <a:pt x="1580282" y="95338"/>
                </a:moveTo>
                <a:lnTo>
                  <a:pt x="1580282" y="16451"/>
                </a:lnTo>
                <a:lnTo>
                  <a:pt x="1552108" y="16451"/>
                </a:lnTo>
                <a:lnTo>
                  <a:pt x="1552108" y="389"/>
                </a:lnTo>
                <a:lnTo>
                  <a:pt x="1627563" y="389"/>
                </a:lnTo>
                <a:lnTo>
                  <a:pt x="1627563" y="16451"/>
                </a:lnTo>
                <a:lnTo>
                  <a:pt x="1599453" y="16451"/>
                </a:lnTo>
                <a:lnTo>
                  <a:pt x="1599453" y="95338"/>
                </a:lnTo>
                <a:lnTo>
                  <a:pt x="1580282" y="95338"/>
                </a:lnTo>
                <a:close/>
                <a:moveTo>
                  <a:pt x="1649749" y="95338"/>
                </a:moveTo>
                <a:lnTo>
                  <a:pt x="1631549" y="95338"/>
                </a:lnTo>
                <a:lnTo>
                  <a:pt x="1631549" y="26555"/>
                </a:lnTo>
                <a:lnTo>
                  <a:pt x="1648454" y="26555"/>
                </a:lnTo>
                <a:lnTo>
                  <a:pt x="1648454" y="36335"/>
                </a:lnTo>
                <a:cubicBezTo>
                  <a:pt x="1651347" y="31715"/>
                  <a:pt x="1653948" y="28671"/>
                  <a:pt x="1656258" y="27203"/>
                </a:cubicBezTo>
                <a:cubicBezTo>
                  <a:pt x="1658568" y="25734"/>
                  <a:pt x="1661191" y="25000"/>
                  <a:pt x="1664127" y="25000"/>
                </a:cubicBezTo>
                <a:cubicBezTo>
                  <a:pt x="1668273" y="25000"/>
                  <a:pt x="1672267" y="26145"/>
                  <a:pt x="1676109" y="28433"/>
                </a:cubicBezTo>
                <a:lnTo>
                  <a:pt x="1670475" y="44301"/>
                </a:lnTo>
                <a:cubicBezTo>
                  <a:pt x="1667409" y="42315"/>
                  <a:pt x="1664559" y="41322"/>
                  <a:pt x="1661925" y="41322"/>
                </a:cubicBezTo>
                <a:cubicBezTo>
                  <a:pt x="1659378" y="41322"/>
                  <a:pt x="1657219" y="42024"/>
                  <a:pt x="1655448" y="43427"/>
                </a:cubicBezTo>
                <a:cubicBezTo>
                  <a:pt x="1653678" y="44830"/>
                  <a:pt x="1652286" y="47367"/>
                  <a:pt x="1651271" y="51037"/>
                </a:cubicBezTo>
                <a:cubicBezTo>
                  <a:pt x="1650256" y="54707"/>
                  <a:pt x="1649749" y="62393"/>
                  <a:pt x="1649749" y="74095"/>
                </a:cubicBezTo>
                <a:lnTo>
                  <a:pt x="1649749" y="95338"/>
                </a:lnTo>
                <a:close/>
                <a:moveTo>
                  <a:pt x="1729198" y="95338"/>
                </a:moveTo>
                <a:lnTo>
                  <a:pt x="1729198" y="85040"/>
                </a:lnTo>
                <a:cubicBezTo>
                  <a:pt x="1726693" y="88711"/>
                  <a:pt x="1723401" y="91604"/>
                  <a:pt x="1719320" y="93719"/>
                </a:cubicBezTo>
                <a:cubicBezTo>
                  <a:pt x="1715240" y="95835"/>
                  <a:pt x="1710933" y="96893"/>
                  <a:pt x="1706399" y="96893"/>
                </a:cubicBezTo>
                <a:cubicBezTo>
                  <a:pt x="1701779" y="96893"/>
                  <a:pt x="1697634" y="95878"/>
                  <a:pt x="1693964" y="93849"/>
                </a:cubicBezTo>
                <a:cubicBezTo>
                  <a:pt x="1690294" y="91819"/>
                  <a:pt x="1687638" y="88970"/>
                  <a:pt x="1685997" y="85299"/>
                </a:cubicBezTo>
                <a:cubicBezTo>
                  <a:pt x="1684357" y="81629"/>
                  <a:pt x="1683536" y="76556"/>
                  <a:pt x="1683536" y="70079"/>
                </a:cubicBezTo>
                <a:lnTo>
                  <a:pt x="1683536" y="26555"/>
                </a:lnTo>
                <a:lnTo>
                  <a:pt x="1701736" y="26555"/>
                </a:lnTo>
                <a:lnTo>
                  <a:pt x="1701736" y="58089"/>
                </a:lnTo>
                <a:cubicBezTo>
                  <a:pt x="1701736" y="67739"/>
                  <a:pt x="1702071" y="73652"/>
                  <a:pt x="1702740" y="75827"/>
                </a:cubicBezTo>
                <a:cubicBezTo>
                  <a:pt x="1703409" y="78002"/>
                  <a:pt x="1704629" y="79725"/>
                  <a:pt x="1706399" y="80996"/>
                </a:cubicBezTo>
                <a:cubicBezTo>
                  <a:pt x="1708170" y="82268"/>
                  <a:pt x="1710415" y="82903"/>
                  <a:pt x="1713135" y="82903"/>
                </a:cubicBezTo>
                <a:cubicBezTo>
                  <a:pt x="1716244" y="82903"/>
                  <a:pt x="1719029" y="82052"/>
                  <a:pt x="1721490" y="80351"/>
                </a:cubicBezTo>
                <a:cubicBezTo>
                  <a:pt x="1723951" y="78649"/>
                  <a:pt x="1725635" y="76538"/>
                  <a:pt x="1726542" y="74018"/>
                </a:cubicBezTo>
                <a:cubicBezTo>
                  <a:pt x="1727449" y="71497"/>
                  <a:pt x="1727902" y="65326"/>
                  <a:pt x="1727902" y="55504"/>
                </a:cubicBezTo>
                <a:lnTo>
                  <a:pt x="1727902" y="26555"/>
                </a:lnTo>
                <a:lnTo>
                  <a:pt x="1746102" y="26555"/>
                </a:lnTo>
                <a:lnTo>
                  <a:pt x="1746102" y="95338"/>
                </a:lnTo>
                <a:lnTo>
                  <a:pt x="1729198" y="95338"/>
                </a:lnTo>
                <a:close/>
                <a:moveTo>
                  <a:pt x="1804803" y="73447"/>
                </a:moveTo>
                <a:lnTo>
                  <a:pt x="1822938" y="76556"/>
                </a:lnTo>
                <a:cubicBezTo>
                  <a:pt x="1820606" y="83184"/>
                  <a:pt x="1816925" y="88230"/>
                  <a:pt x="1811895" y="91695"/>
                </a:cubicBezTo>
                <a:cubicBezTo>
                  <a:pt x="1806865" y="95160"/>
                  <a:pt x="1800571" y="96893"/>
                  <a:pt x="1793015" y="96893"/>
                </a:cubicBezTo>
                <a:cubicBezTo>
                  <a:pt x="1781055" y="96893"/>
                  <a:pt x="1772203" y="92985"/>
                  <a:pt x="1766460" y="85170"/>
                </a:cubicBezTo>
                <a:cubicBezTo>
                  <a:pt x="1761927" y="78909"/>
                  <a:pt x="1759660" y="71007"/>
                  <a:pt x="1759660" y="61465"/>
                </a:cubicBezTo>
                <a:cubicBezTo>
                  <a:pt x="1759660" y="50066"/>
                  <a:pt x="1762639" y="41138"/>
                  <a:pt x="1768598" y="34683"/>
                </a:cubicBezTo>
                <a:cubicBezTo>
                  <a:pt x="1774556" y="28228"/>
                  <a:pt x="1782091" y="25000"/>
                  <a:pt x="1791202" y="25000"/>
                </a:cubicBezTo>
                <a:cubicBezTo>
                  <a:pt x="1801435" y="25000"/>
                  <a:pt x="1809509" y="28379"/>
                  <a:pt x="1815425" y="35137"/>
                </a:cubicBezTo>
                <a:cubicBezTo>
                  <a:pt x="1821340" y="41894"/>
                  <a:pt x="1824169" y="52246"/>
                  <a:pt x="1823909" y="66193"/>
                </a:cubicBezTo>
                <a:lnTo>
                  <a:pt x="1778313" y="66193"/>
                </a:lnTo>
                <a:cubicBezTo>
                  <a:pt x="1778442" y="71590"/>
                  <a:pt x="1779910" y="75789"/>
                  <a:pt x="1782717" y="78790"/>
                </a:cubicBezTo>
                <a:cubicBezTo>
                  <a:pt x="1785524" y="81791"/>
                  <a:pt x="1789021" y="83292"/>
                  <a:pt x="1793209" y="83292"/>
                </a:cubicBezTo>
                <a:cubicBezTo>
                  <a:pt x="1796059" y="83292"/>
                  <a:pt x="1798456" y="82514"/>
                  <a:pt x="1800399" y="80960"/>
                </a:cubicBezTo>
                <a:cubicBezTo>
                  <a:pt x="1802342" y="79406"/>
                  <a:pt x="1803810" y="76901"/>
                  <a:pt x="1804803" y="73447"/>
                </a:cubicBezTo>
                <a:moveTo>
                  <a:pt x="1805839" y="55053"/>
                </a:moveTo>
                <a:cubicBezTo>
                  <a:pt x="1805710" y="49807"/>
                  <a:pt x="1804350" y="45818"/>
                  <a:pt x="1801759" y="43087"/>
                </a:cubicBezTo>
                <a:cubicBezTo>
                  <a:pt x="1799168" y="40356"/>
                  <a:pt x="1796016" y="38990"/>
                  <a:pt x="1792303" y="38990"/>
                </a:cubicBezTo>
                <a:cubicBezTo>
                  <a:pt x="1788330" y="38990"/>
                  <a:pt x="1785049" y="40431"/>
                  <a:pt x="1782458" y="43312"/>
                </a:cubicBezTo>
                <a:cubicBezTo>
                  <a:pt x="1779867" y="46194"/>
                  <a:pt x="1778593" y="50107"/>
                  <a:pt x="1778637" y="55053"/>
                </a:cubicBezTo>
                <a:lnTo>
                  <a:pt x="1805839" y="55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2B75C-2E3A-43E6-80AA-08C2CE01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637" y="2763284"/>
            <a:ext cx="1913876" cy="161069"/>
          </a:xfrm>
          <a:custGeom xmlns:a="http://schemas.openxmlformats.org/drawingml/2006/main">
            <a:pathLst>
              <a:path w="1913876" h="161069">
                <a:moveTo>
                  <a:pt x="0" y="0"/>
                </a:moveTo>
                <a:lnTo>
                  <a:pt x="1913876" y="0"/>
                </a:lnTo>
                <a:lnTo>
                  <a:pt x="1913876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RationalFlag_Module2=True">
            <a:extLst xmlns:a="http://schemas.openxmlformats.org/drawingml/2006/main">
              <a:ext uri="{FF2B5EF4-FFF2-40B4-BE49-F238E27FC236}">
                <a16:creationId xmlns:a16="http://schemas.microsoft.com/office/drawing/2014/main" id="{7ED6D973-9F8A-42BD-836E-11DAB2F1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2227" y="2791116"/>
            <a:ext cx="1824169" cy="123318"/>
          </a:xfrm>
          <a:custGeom xmlns:a="http://schemas.openxmlformats.org/drawingml/2006/main">
            <a:pathLst>
              <a:path w="1824169" h="123318">
                <a:moveTo>
                  <a:pt x="0" y="95338"/>
                </a:moveTo>
                <a:lnTo>
                  <a:pt x="0" y="389"/>
                </a:lnTo>
                <a:lnTo>
                  <a:pt x="40350" y="389"/>
                </a:lnTo>
                <a:cubicBezTo>
                  <a:pt x="50497" y="389"/>
                  <a:pt x="57870" y="1241"/>
                  <a:pt x="62469" y="2947"/>
                </a:cubicBezTo>
                <a:cubicBezTo>
                  <a:pt x="67067" y="4653"/>
                  <a:pt x="70748" y="7686"/>
                  <a:pt x="73512" y="12047"/>
                </a:cubicBezTo>
                <a:cubicBezTo>
                  <a:pt x="76275" y="16408"/>
                  <a:pt x="77657" y="21395"/>
                  <a:pt x="77657" y="27008"/>
                </a:cubicBezTo>
                <a:cubicBezTo>
                  <a:pt x="77657" y="34133"/>
                  <a:pt x="75563" y="40016"/>
                  <a:pt x="71374" y="44658"/>
                </a:cubicBezTo>
                <a:cubicBezTo>
                  <a:pt x="67186" y="49299"/>
                  <a:pt x="60925" y="52225"/>
                  <a:pt x="52592" y="53434"/>
                </a:cubicBezTo>
                <a:cubicBezTo>
                  <a:pt x="56737" y="55852"/>
                  <a:pt x="60159" y="58507"/>
                  <a:pt x="62857" y="61400"/>
                </a:cubicBezTo>
                <a:cubicBezTo>
                  <a:pt x="65556" y="64293"/>
                  <a:pt x="69194" y="69431"/>
                  <a:pt x="73771" y="76815"/>
                </a:cubicBezTo>
                <a:lnTo>
                  <a:pt x="85364" y="95338"/>
                </a:lnTo>
                <a:lnTo>
                  <a:pt x="62436" y="95338"/>
                </a:lnTo>
                <a:lnTo>
                  <a:pt x="48576" y="74671"/>
                </a:lnTo>
                <a:cubicBezTo>
                  <a:pt x="43654" y="67291"/>
                  <a:pt x="40286" y="62640"/>
                  <a:pt x="38472" y="60720"/>
                </a:cubicBezTo>
                <a:cubicBezTo>
                  <a:pt x="36659" y="58799"/>
                  <a:pt x="34737" y="57482"/>
                  <a:pt x="32708" y="56769"/>
                </a:cubicBezTo>
                <a:cubicBezTo>
                  <a:pt x="30678" y="56057"/>
                  <a:pt x="27462" y="55700"/>
                  <a:pt x="23057" y="55700"/>
                </a:cubicBezTo>
                <a:lnTo>
                  <a:pt x="19171" y="55700"/>
                </a:lnTo>
                <a:lnTo>
                  <a:pt x="19171" y="95338"/>
                </a:lnTo>
                <a:lnTo>
                  <a:pt x="0" y="95338"/>
                </a:lnTo>
                <a:moveTo>
                  <a:pt x="19171" y="40545"/>
                </a:moveTo>
                <a:lnTo>
                  <a:pt x="33356" y="40545"/>
                </a:lnTo>
                <a:cubicBezTo>
                  <a:pt x="42553" y="40545"/>
                  <a:pt x="48295" y="40156"/>
                  <a:pt x="50584" y="39379"/>
                </a:cubicBezTo>
                <a:cubicBezTo>
                  <a:pt x="52872" y="38602"/>
                  <a:pt x="54664" y="37263"/>
                  <a:pt x="55960" y="35363"/>
                </a:cubicBezTo>
                <a:cubicBezTo>
                  <a:pt x="57255" y="33463"/>
                  <a:pt x="57903" y="31089"/>
                  <a:pt x="57903" y="28239"/>
                </a:cubicBezTo>
                <a:cubicBezTo>
                  <a:pt x="57903" y="25044"/>
                  <a:pt x="57050" y="22464"/>
                  <a:pt x="55344" y="20499"/>
                </a:cubicBezTo>
                <a:cubicBezTo>
                  <a:pt x="53639" y="18534"/>
                  <a:pt x="51231" y="17293"/>
                  <a:pt x="48123" y="16775"/>
                </a:cubicBezTo>
                <a:cubicBezTo>
                  <a:pt x="46568" y="16559"/>
                  <a:pt x="41905" y="16451"/>
                  <a:pt x="34133" y="16451"/>
                </a:cubicBezTo>
                <a:lnTo>
                  <a:pt x="19171" y="16451"/>
                </a:lnTo>
                <a:lnTo>
                  <a:pt x="19171" y="40545"/>
                </a:lnTo>
                <a:close/>
                <a:moveTo>
                  <a:pt x="109177" y="47799"/>
                </a:moveTo>
                <a:lnTo>
                  <a:pt x="92661" y="44819"/>
                </a:lnTo>
                <a:cubicBezTo>
                  <a:pt x="94518" y="38082"/>
                  <a:pt x="97713" y="33095"/>
                  <a:pt x="102247" y="29858"/>
                </a:cubicBezTo>
                <a:cubicBezTo>
                  <a:pt x="106781" y="26620"/>
                  <a:pt x="113517" y="25000"/>
                  <a:pt x="122455" y="25000"/>
                </a:cubicBezTo>
                <a:cubicBezTo>
                  <a:pt x="130572" y="25000"/>
                  <a:pt x="136617" y="25961"/>
                  <a:pt x="140590" y="27883"/>
                </a:cubicBezTo>
                <a:cubicBezTo>
                  <a:pt x="144562" y="29804"/>
                  <a:pt x="147358" y="32244"/>
                  <a:pt x="148977" y="35201"/>
                </a:cubicBezTo>
                <a:cubicBezTo>
                  <a:pt x="150596" y="38159"/>
                  <a:pt x="151406" y="43589"/>
                  <a:pt x="151406" y="51491"/>
                </a:cubicBezTo>
                <a:lnTo>
                  <a:pt x="151212" y="72734"/>
                </a:lnTo>
                <a:cubicBezTo>
                  <a:pt x="151212" y="78779"/>
                  <a:pt x="151503" y="83238"/>
                  <a:pt x="152086" y="86109"/>
                </a:cubicBezTo>
                <a:cubicBezTo>
                  <a:pt x="152669" y="88980"/>
                  <a:pt x="153759" y="92057"/>
                  <a:pt x="155357" y="95338"/>
                </a:cubicBezTo>
                <a:lnTo>
                  <a:pt x="137351" y="95338"/>
                </a:lnTo>
                <a:cubicBezTo>
                  <a:pt x="136876" y="94129"/>
                  <a:pt x="136293" y="92338"/>
                  <a:pt x="135603" y="89963"/>
                </a:cubicBezTo>
                <a:cubicBezTo>
                  <a:pt x="135300" y="88883"/>
                  <a:pt x="135084" y="88171"/>
                  <a:pt x="134955" y="87825"/>
                </a:cubicBezTo>
                <a:cubicBezTo>
                  <a:pt x="131846" y="90848"/>
                  <a:pt x="128521" y="93115"/>
                  <a:pt x="124981" y="94626"/>
                </a:cubicBezTo>
                <a:cubicBezTo>
                  <a:pt x="121440" y="96137"/>
                  <a:pt x="117662" y="96893"/>
                  <a:pt x="113646" y="96893"/>
                </a:cubicBezTo>
                <a:cubicBezTo>
                  <a:pt x="106565" y="96893"/>
                  <a:pt x="100984" y="94980"/>
                  <a:pt x="96904" y="91153"/>
                </a:cubicBezTo>
                <a:cubicBezTo>
                  <a:pt x="92823" y="87326"/>
                  <a:pt x="90783" y="82489"/>
                  <a:pt x="90783" y="76641"/>
                </a:cubicBezTo>
                <a:cubicBezTo>
                  <a:pt x="90783" y="72771"/>
                  <a:pt x="91711" y="69321"/>
                  <a:pt x="93568" y="66290"/>
                </a:cubicBezTo>
                <a:cubicBezTo>
                  <a:pt x="95425" y="63258"/>
                  <a:pt x="98026" y="60936"/>
                  <a:pt x="101373" y="59323"/>
                </a:cubicBezTo>
                <a:cubicBezTo>
                  <a:pt x="104719" y="57711"/>
                  <a:pt x="109544" y="56303"/>
                  <a:pt x="115848" y="55099"/>
                </a:cubicBezTo>
                <a:cubicBezTo>
                  <a:pt x="124355" y="53508"/>
                  <a:pt x="130248" y="52025"/>
                  <a:pt x="133530" y="50649"/>
                </a:cubicBezTo>
                <a:lnTo>
                  <a:pt x="133530" y="48815"/>
                </a:lnTo>
                <a:cubicBezTo>
                  <a:pt x="133530" y="45278"/>
                  <a:pt x="132666" y="42757"/>
                  <a:pt x="130939" y="41251"/>
                </a:cubicBezTo>
                <a:cubicBezTo>
                  <a:pt x="129212" y="39744"/>
                  <a:pt x="125952" y="38990"/>
                  <a:pt x="121159" y="38990"/>
                </a:cubicBezTo>
                <a:cubicBezTo>
                  <a:pt x="117921" y="38990"/>
                  <a:pt x="115395" y="39642"/>
                  <a:pt x="113581" y="40946"/>
                </a:cubicBezTo>
                <a:cubicBezTo>
                  <a:pt x="111768" y="42248"/>
                  <a:pt x="110300" y="44532"/>
                  <a:pt x="109177" y="47799"/>
                </a:cubicBezTo>
                <a:moveTo>
                  <a:pt x="133530" y="62566"/>
                </a:moveTo>
                <a:cubicBezTo>
                  <a:pt x="131198" y="63334"/>
                  <a:pt x="127507" y="64251"/>
                  <a:pt x="122455" y="65319"/>
                </a:cubicBezTo>
                <a:cubicBezTo>
                  <a:pt x="117403" y="66385"/>
                  <a:pt x="114100" y="67430"/>
                  <a:pt x="112545" y="68454"/>
                </a:cubicBezTo>
                <a:cubicBezTo>
                  <a:pt x="110170" y="70117"/>
                  <a:pt x="108983" y="72229"/>
                  <a:pt x="108983" y="74789"/>
                </a:cubicBezTo>
                <a:cubicBezTo>
                  <a:pt x="108983" y="77307"/>
                  <a:pt x="109933" y="79483"/>
                  <a:pt x="111833" y="81318"/>
                </a:cubicBezTo>
                <a:cubicBezTo>
                  <a:pt x="113733" y="83152"/>
                  <a:pt x="116151" y="84069"/>
                  <a:pt x="119087" y="84069"/>
                </a:cubicBezTo>
                <a:cubicBezTo>
                  <a:pt x="122368" y="84069"/>
                  <a:pt x="125499" y="83002"/>
                  <a:pt x="128478" y="80869"/>
                </a:cubicBezTo>
                <a:cubicBezTo>
                  <a:pt x="130680" y="79248"/>
                  <a:pt x="132127" y="77264"/>
                  <a:pt x="132818" y="74916"/>
                </a:cubicBezTo>
                <a:cubicBezTo>
                  <a:pt x="133293" y="73381"/>
                  <a:pt x="133530" y="70459"/>
                  <a:pt x="133530" y="66150"/>
                </a:cubicBezTo>
                <a:lnTo>
                  <a:pt x="133530" y="62566"/>
                </a:lnTo>
                <a:close/>
                <a:moveTo>
                  <a:pt x="200869" y="26555"/>
                </a:moveTo>
                <a:lnTo>
                  <a:pt x="200869" y="41063"/>
                </a:lnTo>
                <a:lnTo>
                  <a:pt x="188433" y="41063"/>
                </a:lnTo>
                <a:lnTo>
                  <a:pt x="188433" y="68739"/>
                </a:lnTo>
                <a:cubicBezTo>
                  <a:pt x="188433" y="74344"/>
                  <a:pt x="188552" y="77610"/>
                  <a:pt x="188790" y="78537"/>
                </a:cubicBezTo>
                <a:cubicBezTo>
                  <a:pt x="189027" y="79463"/>
                  <a:pt x="189567" y="80228"/>
                  <a:pt x="190409" y="80832"/>
                </a:cubicBezTo>
                <a:cubicBezTo>
                  <a:pt x="191251" y="81436"/>
                  <a:pt x="192276" y="81737"/>
                  <a:pt x="193485" y="81737"/>
                </a:cubicBezTo>
                <a:cubicBezTo>
                  <a:pt x="195169" y="81737"/>
                  <a:pt x="197609" y="81154"/>
                  <a:pt x="200804" y="79988"/>
                </a:cubicBezTo>
                <a:lnTo>
                  <a:pt x="202359" y="94161"/>
                </a:lnTo>
                <a:cubicBezTo>
                  <a:pt x="198127" y="95982"/>
                  <a:pt x="193334" y="96893"/>
                  <a:pt x="187980" y="96893"/>
                </a:cubicBezTo>
                <a:cubicBezTo>
                  <a:pt x="184698" y="96893"/>
                  <a:pt x="181741" y="96342"/>
                  <a:pt x="179107" y="95241"/>
                </a:cubicBezTo>
                <a:cubicBezTo>
                  <a:pt x="176473" y="94140"/>
                  <a:pt x="174541" y="92715"/>
                  <a:pt x="173310" y="90967"/>
                </a:cubicBezTo>
                <a:cubicBezTo>
                  <a:pt x="172080" y="89218"/>
                  <a:pt x="171227" y="86854"/>
                  <a:pt x="170752" y="83875"/>
                </a:cubicBezTo>
                <a:cubicBezTo>
                  <a:pt x="170363" y="81759"/>
                  <a:pt x="170169" y="77484"/>
                  <a:pt x="170169" y="71050"/>
                </a:cubicBezTo>
                <a:lnTo>
                  <a:pt x="170169" y="41063"/>
                </a:lnTo>
                <a:lnTo>
                  <a:pt x="161814" y="41063"/>
                </a:lnTo>
                <a:lnTo>
                  <a:pt x="161814" y="26555"/>
                </a:lnTo>
                <a:lnTo>
                  <a:pt x="170169" y="26555"/>
                </a:lnTo>
                <a:lnTo>
                  <a:pt x="170169" y="12824"/>
                </a:lnTo>
                <a:lnTo>
                  <a:pt x="188433" y="2073"/>
                </a:lnTo>
                <a:lnTo>
                  <a:pt x="188433" y="26555"/>
                </a:lnTo>
                <a:lnTo>
                  <a:pt x="200869" y="26555"/>
                </a:lnTo>
                <a:close/>
                <a:moveTo>
                  <a:pt x="213498" y="17228"/>
                </a:moveTo>
                <a:lnTo>
                  <a:pt x="213498" y="389"/>
                </a:lnTo>
                <a:lnTo>
                  <a:pt x="231697" y="389"/>
                </a:lnTo>
                <a:lnTo>
                  <a:pt x="231697" y="17228"/>
                </a:lnTo>
                <a:lnTo>
                  <a:pt x="213498" y="17228"/>
                </a:lnTo>
                <a:moveTo>
                  <a:pt x="213498" y="95338"/>
                </a:moveTo>
                <a:lnTo>
                  <a:pt x="213498" y="26555"/>
                </a:lnTo>
                <a:lnTo>
                  <a:pt x="231697" y="26555"/>
                </a:lnTo>
                <a:lnTo>
                  <a:pt x="231697" y="95338"/>
                </a:lnTo>
                <a:lnTo>
                  <a:pt x="213498" y="95338"/>
                </a:lnTo>
                <a:close/>
                <a:moveTo>
                  <a:pt x="246163" y="59975"/>
                </a:moveTo>
                <a:cubicBezTo>
                  <a:pt x="246163" y="53930"/>
                  <a:pt x="247652" y="48079"/>
                  <a:pt x="250632" y="42423"/>
                </a:cubicBezTo>
                <a:cubicBezTo>
                  <a:pt x="253611" y="36767"/>
                  <a:pt x="257832" y="32449"/>
                  <a:pt x="263294" y="29469"/>
                </a:cubicBezTo>
                <a:cubicBezTo>
                  <a:pt x="268756" y="26490"/>
                  <a:pt x="274855" y="25000"/>
                  <a:pt x="281591" y="25000"/>
                </a:cubicBezTo>
                <a:cubicBezTo>
                  <a:pt x="291997" y="25000"/>
                  <a:pt x="300524" y="28379"/>
                  <a:pt x="307174" y="35137"/>
                </a:cubicBezTo>
                <a:cubicBezTo>
                  <a:pt x="313823" y="41894"/>
                  <a:pt x="317148" y="50433"/>
                  <a:pt x="317148" y="60752"/>
                </a:cubicBezTo>
                <a:cubicBezTo>
                  <a:pt x="317148" y="71158"/>
                  <a:pt x="313791" y="79783"/>
                  <a:pt x="307077" y="86627"/>
                </a:cubicBezTo>
                <a:cubicBezTo>
                  <a:pt x="300363" y="93471"/>
                  <a:pt x="291910" y="96893"/>
                  <a:pt x="281720" y="96893"/>
                </a:cubicBezTo>
                <a:cubicBezTo>
                  <a:pt x="275416" y="96893"/>
                  <a:pt x="269403" y="95468"/>
                  <a:pt x="263682" y="92618"/>
                </a:cubicBezTo>
                <a:cubicBezTo>
                  <a:pt x="257961" y="89768"/>
                  <a:pt x="253611" y="85591"/>
                  <a:pt x="250632" y="80086"/>
                </a:cubicBezTo>
                <a:cubicBezTo>
                  <a:pt x="247652" y="74580"/>
                  <a:pt x="246163" y="67877"/>
                  <a:pt x="246163" y="59975"/>
                </a:cubicBezTo>
                <a:moveTo>
                  <a:pt x="264816" y="60947"/>
                </a:moveTo>
                <a:cubicBezTo>
                  <a:pt x="264816" y="67747"/>
                  <a:pt x="266435" y="72956"/>
                  <a:pt x="269673" y="76572"/>
                </a:cubicBezTo>
                <a:cubicBezTo>
                  <a:pt x="272912" y="80188"/>
                  <a:pt x="276906" y="81996"/>
                  <a:pt x="281655" y="81996"/>
                </a:cubicBezTo>
                <a:cubicBezTo>
                  <a:pt x="286405" y="81996"/>
                  <a:pt x="290388" y="80188"/>
                  <a:pt x="293605" y="76572"/>
                </a:cubicBezTo>
                <a:cubicBezTo>
                  <a:pt x="296822" y="72956"/>
                  <a:pt x="298430" y="67704"/>
                  <a:pt x="298430" y="60817"/>
                </a:cubicBezTo>
                <a:cubicBezTo>
                  <a:pt x="298430" y="54103"/>
                  <a:pt x="296822" y="48938"/>
                  <a:pt x="293605" y="45321"/>
                </a:cubicBezTo>
                <a:cubicBezTo>
                  <a:pt x="290388" y="41705"/>
                  <a:pt x="286405" y="39897"/>
                  <a:pt x="281655" y="39897"/>
                </a:cubicBezTo>
                <a:cubicBezTo>
                  <a:pt x="276906" y="39897"/>
                  <a:pt x="272912" y="41705"/>
                  <a:pt x="269673" y="45321"/>
                </a:cubicBezTo>
                <a:cubicBezTo>
                  <a:pt x="266435" y="48938"/>
                  <a:pt x="264816" y="54146"/>
                  <a:pt x="264816" y="60947"/>
                </a:cubicBezTo>
                <a:close/>
                <a:moveTo>
                  <a:pt x="393984" y="95338"/>
                </a:moveTo>
                <a:lnTo>
                  <a:pt x="375784" y="95338"/>
                </a:lnTo>
                <a:lnTo>
                  <a:pt x="375784" y="60275"/>
                </a:lnTo>
                <a:cubicBezTo>
                  <a:pt x="375784" y="52856"/>
                  <a:pt x="375396" y="48058"/>
                  <a:pt x="374619" y="45880"/>
                </a:cubicBezTo>
                <a:cubicBezTo>
                  <a:pt x="373841" y="43702"/>
                  <a:pt x="372578" y="42009"/>
                  <a:pt x="370830" y="40802"/>
                </a:cubicBezTo>
                <a:cubicBezTo>
                  <a:pt x="369081" y="39594"/>
                  <a:pt x="366976" y="38990"/>
                  <a:pt x="364515" y="38990"/>
                </a:cubicBezTo>
                <a:cubicBezTo>
                  <a:pt x="361363" y="38990"/>
                  <a:pt x="358534" y="39853"/>
                  <a:pt x="356030" y="41579"/>
                </a:cubicBezTo>
                <a:cubicBezTo>
                  <a:pt x="353526" y="43303"/>
                  <a:pt x="351809" y="45589"/>
                  <a:pt x="350881" y="48436"/>
                </a:cubicBezTo>
                <a:cubicBezTo>
                  <a:pt x="349953" y="51282"/>
                  <a:pt x="349489" y="56544"/>
                  <a:pt x="349489" y="64222"/>
                </a:cubicBezTo>
                <a:lnTo>
                  <a:pt x="349489" y="95338"/>
                </a:lnTo>
                <a:lnTo>
                  <a:pt x="331289" y="95338"/>
                </a:lnTo>
                <a:lnTo>
                  <a:pt x="331289" y="26555"/>
                </a:lnTo>
                <a:lnTo>
                  <a:pt x="348193" y="26555"/>
                </a:lnTo>
                <a:lnTo>
                  <a:pt x="348193" y="36659"/>
                </a:lnTo>
                <a:cubicBezTo>
                  <a:pt x="354195" y="28887"/>
                  <a:pt x="361751" y="25000"/>
                  <a:pt x="370862" y="25000"/>
                </a:cubicBezTo>
                <a:cubicBezTo>
                  <a:pt x="374878" y="25000"/>
                  <a:pt x="378548" y="25724"/>
                  <a:pt x="381873" y="27170"/>
                </a:cubicBezTo>
                <a:cubicBezTo>
                  <a:pt x="385197" y="28617"/>
                  <a:pt x="387712" y="30463"/>
                  <a:pt x="389418" y="32708"/>
                </a:cubicBezTo>
                <a:cubicBezTo>
                  <a:pt x="391124" y="34953"/>
                  <a:pt x="392311" y="37501"/>
                  <a:pt x="392980" y="40350"/>
                </a:cubicBezTo>
                <a:cubicBezTo>
                  <a:pt x="393650" y="43200"/>
                  <a:pt x="393984" y="47281"/>
                  <a:pt x="393984" y="52592"/>
                </a:cubicBezTo>
                <a:lnTo>
                  <a:pt x="393984" y="95338"/>
                </a:lnTo>
                <a:close/>
                <a:moveTo>
                  <a:pt x="426065" y="47799"/>
                </a:moveTo>
                <a:lnTo>
                  <a:pt x="409549" y="44819"/>
                </a:lnTo>
                <a:cubicBezTo>
                  <a:pt x="411406" y="38082"/>
                  <a:pt x="414601" y="33095"/>
                  <a:pt x="419135" y="29858"/>
                </a:cubicBezTo>
                <a:cubicBezTo>
                  <a:pt x="423669" y="26620"/>
                  <a:pt x="430405" y="25000"/>
                  <a:pt x="439343" y="25000"/>
                </a:cubicBezTo>
                <a:cubicBezTo>
                  <a:pt x="447460" y="25000"/>
                  <a:pt x="453505" y="25961"/>
                  <a:pt x="457478" y="27883"/>
                </a:cubicBezTo>
                <a:cubicBezTo>
                  <a:pt x="461450" y="29804"/>
                  <a:pt x="464246" y="32244"/>
                  <a:pt x="465865" y="35201"/>
                </a:cubicBezTo>
                <a:cubicBezTo>
                  <a:pt x="467484" y="38159"/>
                  <a:pt x="468294" y="43589"/>
                  <a:pt x="468294" y="51491"/>
                </a:cubicBezTo>
                <a:lnTo>
                  <a:pt x="468100" y="72734"/>
                </a:lnTo>
                <a:cubicBezTo>
                  <a:pt x="468100" y="78779"/>
                  <a:pt x="468391" y="83238"/>
                  <a:pt x="468974" y="86109"/>
                </a:cubicBezTo>
                <a:cubicBezTo>
                  <a:pt x="469557" y="88980"/>
                  <a:pt x="470647" y="92057"/>
                  <a:pt x="472245" y="95338"/>
                </a:cubicBezTo>
                <a:lnTo>
                  <a:pt x="454239" y="95338"/>
                </a:lnTo>
                <a:cubicBezTo>
                  <a:pt x="453764" y="94129"/>
                  <a:pt x="453181" y="92338"/>
                  <a:pt x="452490" y="89963"/>
                </a:cubicBezTo>
                <a:cubicBezTo>
                  <a:pt x="452188" y="88883"/>
                  <a:pt x="451972" y="88171"/>
                  <a:pt x="451843" y="87825"/>
                </a:cubicBezTo>
                <a:cubicBezTo>
                  <a:pt x="448734" y="90848"/>
                  <a:pt x="445409" y="93115"/>
                  <a:pt x="441869" y="94626"/>
                </a:cubicBezTo>
                <a:cubicBezTo>
                  <a:pt x="438328" y="96137"/>
                  <a:pt x="434550" y="96893"/>
                  <a:pt x="430534" y="96893"/>
                </a:cubicBezTo>
                <a:cubicBezTo>
                  <a:pt x="423453" y="96893"/>
                  <a:pt x="417872" y="94980"/>
                  <a:pt x="413792" y="91153"/>
                </a:cubicBezTo>
                <a:cubicBezTo>
                  <a:pt x="409711" y="87326"/>
                  <a:pt x="407671" y="82489"/>
                  <a:pt x="407671" y="76641"/>
                </a:cubicBezTo>
                <a:cubicBezTo>
                  <a:pt x="407671" y="72771"/>
                  <a:pt x="408599" y="69321"/>
                  <a:pt x="410456" y="66290"/>
                </a:cubicBezTo>
                <a:cubicBezTo>
                  <a:pt x="412313" y="63258"/>
                  <a:pt x="414914" y="60936"/>
                  <a:pt x="418261" y="59323"/>
                </a:cubicBezTo>
                <a:cubicBezTo>
                  <a:pt x="421607" y="57711"/>
                  <a:pt x="426432" y="56303"/>
                  <a:pt x="432736" y="55099"/>
                </a:cubicBezTo>
                <a:cubicBezTo>
                  <a:pt x="441242" y="53508"/>
                  <a:pt x="447136" y="52025"/>
                  <a:pt x="450418" y="50649"/>
                </a:cubicBezTo>
                <a:lnTo>
                  <a:pt x="450418" y="48815"/>
                </a:lnTo>
                <a:cubicBezTo>
                  <a:pt x="450418" y="45278"/>
                  <a:pt x="449554" y="42757"/>
                  <a:pt x="447827" y="41251"/>
                </a:cubicBezTo>
                <a:cubicBezTo>
                  <a:pt x="446100" y="39744"/>
                  <a:pt x="442840" y="38990"/>
                  <a:pt x="438047" y="38990"/>
                </a:cubicBezTo>
                <a:cubicBezTo>
                  <a:pt x="434809" y="38990"/>
                  <a:pt x="432283" y="39642"/>
                  <a:pt x="430469" y="40946"/>
                </a:cubicBezTo>
                <a:cubicBezTo>
                  <a:pt x="428656" y="42248"/>
                  <a:pt x="427188" y="44532"/>
                  <a:pt x="426065" y="47799"/>
                </a:cubicBezTo>
                <a:moveTo>
                  <a:pt x="450418" y="62566"/>
                </a:moveTo>
                <a:cubicBezTo>
                  <a:pt x="448086" y="63334"/>
                  <a:pt x="444394" y="64251"/>
                  <a:pt x="439343" y="65319"/>
                </a:cubicBezTo>
                <a:cubicBezTo>
                  <a:pt x="434291" y="66385"/>
                  <a:pt x="430987" y="67430"/>
                  <a:pt x="429433" y="68454"/>
                </a:cubicBezTo>
                <a:cubicBezTo>
                  <a:pt x="427058" y="70117"/>
                  <a:pt x="425871" y="72229"/>
                  <a:pt x="425871" y="74789"/>
                </a:cubicBezTo>
                <a:cubicBezTo>
                  <a:pt x="425871" y="77307"/>
                  <a:pt x="426821" y="79483"/>
                  <a:pt x="428721" y="81318"/>
                </a:cubicBezTo>
                <a:cubicBezTo>
                  <a:pt x="430620" y="83152"/>
                  <a:pt x="433038" y="84069"/>
                  <a:pt x="435975" y="84069"/>
                </a:cubicBezTo>
                <a:cubicBezTo>
                  <a:pt x="439256" y="84069"/>
                  <a:pt x="442387" y="83002"/>
                  <a:pt x="445366" y="80869"/>
                </a:cubicBezTo>
                <a:cubicBezTo>
                  <a:pt x="447568" y="79248"/>
                  <a:pt x="449015" y="77264"/>
                  <a:pt x="449705" y="74916"/>
                </a:cubicBezTo>
                <a:cubicBezTo>
                  <a:pt x="450180" y="73381"/>
                  <a:pt x="450418" y="70459"/>
                  <a:pt x="450418" y="66150"/>
                </a:cubicBezTo>
                <a:lnTo>
                  <a:pt x="450418" y="62566"/>
                </a:lnTo>
                <a:close/>
                <a:moveTo>
                  <a:pt x="486215" y="95338"/>
                </a:moveTo>
                <a:lnTo>
                  <a:pt x="486215" y="389"/>
                </a:lnTo>
                <a:lnTo>
                  <a:pt x="504415" y="389"/>
                </a:lnTo>
                <a:lnTo>
                  <a:pt x="504415" y="95338"/>
                </a:lnTo>
                <a:lnTo>
                  <a:pt x="486215" y="95338"/>
                </a:lnTo>
                <a:close/>
                <a:moveTo>
                  <a:pt x="523349" y="95338"/>
                </a:moveTo>
                <a:lnTo>
                  <a:pt x="523349" y="389"/>
                </a:lnTo>
                <a:lnTo>
                  <a:pt x="588441" y="389"/>
                </a:lnTo>
                <a:lnTo>
                  <a:pt x="588441" y="16451"/>
                </a:lnTo>
                <a:lnTo>
                  <a:pt x="542520" y="16451"/>
                </a:lnTo>
                <a:lnTo>
                  <a:pt x="542520" y="38861"/>
                </a:lnTo>
                <a:lnTo>
                  <a:pt x="582158" y="38861"/>
                </a:lnTo>
                <a:lnTo>
                  <a:pt x="582158" y="54923"/>
                </a:lnTo>
                <a:lnTo>
                  <a:pt x="542520" y="54923"/>
                </a:lnTo>
                <a:lnTo>
                  <a:pt x="542520" y="95338"/>
                </a:lnTo>
                <a:lnTo>
                  <a:pt x="523349" y="95338"/>
                </a:lnTo>
                <a:close/>
                <a:moveTo>
                  <a:pt x="604136" y="95338"/>
                </a:moveTo>
                <a:lnTo>
                  <a:pt x="604136" y="389"/>
                </a:lnTo>
                <a:lnTo>
                  <a:pt x="622335" y="389"/>
                </a:lnTo>
                <a:lnTo>
                  <a:pt x="622335" y="95338"/>
                </a:lnTo>
                <a:lnTo>
                  <a:pt x="604136" y="95338"/>
                </a:lnTo>
                <a:close/>
                <a:moveTo>
                  <a:pt x="654611" y="47799"/>
                </a:moveTo>
                <a:lnTo>
                  <a:pt x="638095" y="44819"/>
                </a:lnTo>
                <a:cubicBezTo>
                  <a:pt x="639952" y="38082"/>
                  <a:pt x="643147" y="33095"/>
                  <a:pt x="647681" y="29858"/>
                </a:cubicBezTo>
                <a:cubicBezTo>
                  <a:pt x="652215" y="26620"/>
                  <a:pt x="658951" y="25000"/>
                  <a:pt x="667889" y="25000"/>
                </a:cubicBezTo>
                <a:cubicBezTo>
                  <a:pt x="676006" y="25000"/>
                  <a:pt x="682051" y="25961"/>
                  <a:pt x="686024" y="27883"/>
                </a:cubicBezTo>
                <a:cubicBezTo>
                  <a:pt x="689996" y="29804"/>
                  <a:pt x="692792" y="32244"/>
                  <a:pt x="694411" y="35201"/>
                </a:cubicBezTo>
                <a:cubicBezTo>
                  <a:pt x="696030" y="38159"/>
                  <a:pt x="696840" y="43589"/>
                  <a:pt x="696840" y="51491"/>
                </a:cubicBezTo>
                <a:lnTo>
                  <a:pt x="696646" y="72734"/>
                </a:lnTo>
                <a:cubicBezTo>
                  <a:pt x="696646" y="78779"/>
                  <a:pt x="696937" y="83238"/>
                  <a:pt x="697520" y="86109"/>
                </a:cubicBezTo>
                <a:cubicBezTo>
                  <a:pt x="698103" y="88980"/>
                  <a:pt x="699193" y="92057"/>
                  <a:pt x="700791" y="95338"/>
                </a:cubicBezTo>
                <a:lnTo>
                  <a:pt x="682785" y="95338"/>
                </a:lnTo>
                <a:cubicBezTo>
                  <a:pt x="682310" y="94129"/>
                  <a:pt x="681727" y="92338"/>
                  <a:pt x="681036" y="89963"/>
                </a:cubicBezTo>
                <a:cubicBezTo>
                  <a:pt x="680734" y="88883"/>
                  <a:pt x="680518" y="88171"/>
                  <a:pt x="680389" y="87825"/>
                </a:cubicBezTo>
                <a:cubicBezTo>
                  <a:pt x="677280" y="90848"/>
                  <a:pt x="673955" y="93115"/>
                  <a:pt x="670415" y="94626"/>
                </a:cubicBezTo>
                <a:cubicBezTo>
                  <a:pt x="666874" y="96137"/>
                  <a:pt x="663096" y="96893"/>
                  <a:pt x="659080" y="96893"/>
                </a:cubicBezTo>
                <a:cubicBezTo>
                  <a:pt x="651999" y="96893"/>
                  <a:pt x="646418" y="94980"/>
                  <a:pt x="642338" y="91153"/>
                </a:cubicBezTo>
                <a:cubicBezTo>
                  <a:pt x="638257" y="87326"/>
                  <a:pt x="636217" y="82489"/>
                  <a:pt x="636217" y="76641"/>
                </a:cubicBezTo>
                <a:cubicBezTo>
                  <a:pt x="636217" y="72771"/>
                  <a:pt x="637145" y="69321"/>
                  <a:pt x="639002" y="66290"/>
                </a:cubicBezTo>
                <a:cubicBezTo>
                  <a:pt x="640859" y="63258"/>
                  <a:pt x="643460" y="60936"/>
                  <a:pt x="646807" y="59323"/>
                </a:cubicBezTo>
                <a:cubicBezTo>
                  <a:pt x="650153" y="57711"/>
                  <a:pt x="654978" y="56303"/>
                  <a:pt x="661282" y="55099"/>
                </a:cubicBezTo>
                <a:cubicBezTo>
                  <a:pt x="669788" y="53508"/>
                  <a:pt x="675682" y="52025"/>
                  <a:pt x="678964" y="50649"/>
                </a:cubicBezTo>
                <a:lnTo>
                  <a:pt x="678964" y="48815"/>
                </a:lnTo>
                <a:cubicBezTo>
                  <a:pt x="678964" y="45278"/>
                  <a:pt x="678100" y="42757"/>
                  <a:pt x="676373" y="41251"/>
                </a:cubicBezTo>
                <a:cubicBezTo>
                  <a:pt x="674646" y="39744"/>
                  <a:pt x="671386" y="38990"/>
                  <a:pt x="666593" y="38990"/>
                </a:cubicBezTo>
                <a:cubicBezTo>
                  <a:pt x="663355" y="38990"/>
                  <a:pt x="660829" y="39642"/>
                  <a:pt x="659015" y="40946"/>
                </a:cubicBezTo>
                <a:cubicBezTo>
                  <a:pt x="657202" y="42248"/>
                  <a:pt x="655734" y="44532"/>
                  <a:pt x="654611" y="47799"/>
                </a:cubicBezTo>
                <a:moveTo>
                  <a:pt x="678964" y="62566"/>
                </a:moveTo>
                <a:cubicBezTo>
                  <a:pt x="676632" y="63334"/>
                  <a:pt x="672940" y="64251"/>
                  <a:pt x="667889" y="65319"/>
                </a:cubicBezTo>
                <a:cubicBezTo>
                  <a:pt x="662837" y="66385"/>
                  <a:pt x="659533" y="67430"/>
                  <a:pt x="657979" y="68454"/>
                </a:cubicBezTo>
                <a:cubicBezTo>
                  <a:pt x="655604" y="70117"/>
                  <a:pt x="654417" y="72229"/>
                  <a:pt x="654417" y="74789"/>
                </a:cubicBezTo>
                <a:cubicBezTo>
                  <a:pt x="654417" y="77307"/>
                  <a:pt x="655367" y="79483"/>
                  <a:pt x="657267" y="81318"/>
                </a:cubicBezTo>
                <a:cubicBezTo>
                  <a:pt x="659166" y="83152"/>
                  <a:pt x="661584" y="84069"/>
                  <a:pt x="664521" y="84069"/>
                </a:cubicBezTo>
                <a:cubicBezTo>
                  <a:pt x="667802" y="84069"/>
                  <a:pt x="670933" y="83002"/>
                  <a:pt x="673912" y="80869"/>
                </a:cubicBezTo>
                <a:cubicBezTo>
                  <a:pt x="676114" y="79248"/>
                  <a:pt x="677561" y="77264"/>
                  <a:pt x="678251" y="74916"/>
                </a:cubicBezTo>
                <a:cubicBezTo>
                  <a:pt x="678726" y="73381"/>
                  <a:pt x="678964" y="70459"/>
                  <a:pt x="678964" y="66150"/>
                </a:cubicBezTo>
                <a:lnTo>
                  <a:pt x="678964" y="62566"/>
                </a:lnTo>
                <a:close/>
                <a:moveTo>
                  <a:pt x="713078" y="99743"/>
                </a:moveTo>
                <a:lnTo>
                  <a:pt x="733868" y="102333"/>
                </a:lnTo>
                <a:cubicBezTo>
                  <a:pt x="734214" y="104774"/>
                  <a:pt x="735012" y="106452"/>
                  <a:pt x="736265" y="107367"/>
                </a:cubicBezTo>
                <a:cubicBezTo>
                  <a:pt x="737992" y="108675"/>
                  <a:pt x="740712" y="109328"/>
                  <a:pt x="744425" y="109328"/>
                </a:cubicBezTo>
                <a:cubicBezTo>
                  <a:pt x="749175" y="109328"/>
                  <a:pt x="752737" y="108611"/>
                  <a:pt x="755112" y="107175"/>
                </a:cubicBezTo>
                <a:cubicBezTo>
                  <a:pt x="756710" y="106218"/>
                  <a:pt x="757919" y="104675"/>
                  <a:pt x="758739" y="102544"/>
                </a:cubicBezTo>
                <a:cubicBezTo>
                  <a:pt x="759300" y="101022"/>
                  <a:pt x="759581" y="98217"/>
                  <a:pt x="759581" y="94130"/>
                </a:cubicBezTo>
                <a:lnTo>
                  <a:pt x="759581" y="84018"/>
                </a:lnTo>
                <a:cubicBezTo>
                  <a:pt x="754141" y="91565"/>
                  <a:pt x="747275" y="95338"/>
                  <a:pt x="738985" y="95338"/>
                </a:cubicBezTo>
                <a:cubicBezTo>
                  <a:pt x="729745" y="95338"/>
                  <a:pt x="722426" y="91431"/>
                  <a:pt x="717029" y="83615"/>
                </a:cubicBezTo>
                <a:cubicBezTo>
                  <a:pt x="712797" y="77441"/>
                  <a:pt x="710681" y="69755"/>
                  <a:pt x="710681" y="60558"/>
                </a:cubicBezTo>
                <a:cubicBezTo>
                  <a:pt x="710681" y="49029"/>
                  <a:pt x="713455" y="40221"/>
                  <a:pt x="719004" y="34133"/>
                </a:cubicBezTo>
                <a:cubicBezTo>
                  <a:pt x="724552" y="28045"/>
                  <a:pt x="731450" y="25000"/>
                  <a:pt x="739697" y="25000"/>
                </a:cubicBezTo>
                <a:cubicBezTo>
                  <a:pt x="748204" y="25000"/>
                  <a:pt x="755220" y="28753"/>
                  <a:pt x="760747" y="36258"/>
                </a:cubicBezTo>
                <a:lnTo>
                  <a:pt x="760747" y="26555"/>
                </a:lnTo>
                <a:lnTo>
                  <a:pt x="777781" y="26555"/>
                </a:lnTo>
                <a:lnTo>
                  <a:pt x="777781" y="88319"/>
                </a:lnTo>
                <a:cubicBezTo>
                  <a:pt x="777781" y="96442"/>
                  <a:pt x="777112" y="102513"/>
                  <a:pt x="775773" y="106531"/>
                </a:cubicBezTo>
                <a:cubicBezTo>
                  <a:pt x="774435" y="110550"/>
                  <a:pt x="772556" y="113704"/>
                  <a:pt x="770138" y="115993"/>
                </a:cubicBezTo>
                <a:cubicBezTo>
                  <a:pt x="767720" y="118285"/>
                  <a:pt x="764493" y="120078"/>
                  <a:pt x="760455" y="121373"/>
                </a:cubicBezTo>
                <a:cubicBezTo>
                  <a:pt x="756418" y="122670"/>
                  <a:pt x="751312" y="123318"/>
                  <a:pt x="745138" y="123318"/>
                </a:cubicBezTo>
                <a:cubicBezTo>
                  <a:pt x="733480" y="123318"/>
                  <a:pt x="725211" y="121304"/>
                  <a:pt x="720332" y="117277"/>
                </a:cubicBezTo>
                <a:cubicBezTo>
                  <a:pt x="715452" y="113250"/>
                  <a:pt x="713013" y="108146"/>
                  <a:pt x="713013" y="101963"/>
                </a:cubicBezTo>
                <a:cubicBezTo>
                  <a:pt x="713013" y="101353"/>
                  <a:pt x="713034" y="100613"/>
                  <a:pt x="713078" y="99743"/>
                </a:cubicBezTo>
                <a:moveTo>
                  <a:pt x="729334" y="59522"/>
                </a:moveTo>
                <a:cubicBezTo>
                  <a:pt x="729334" y="66797"/>
                  <a:pt x="730749" y="72125"/>
                  <a:pt x="733577" y="75503"/>
                </a:cubicBezTo>
                <a:cubicBezTo>
                  <a:pt x="736405" y="78882"/>
                  <a:pt x="739892" y="80571"/>
                  <a:pt x="744037" y="80571"/>
                </a:cubicBezTo>
                <a:cubicBezTo>
                  <a:pt x="748484" y="80571"/>
                  <a:pt x="752241" y="78839"/>
                  <a:pt x="755306" y="75374"/>
                </a:cubicBezTo>
                <a:cubicBezTo>
                  <a:pt x="758372" y="71909"/>
                  <a:pt x="759905" y="66776"/>
                  <a:pt x="759905" y="59975"/>
                </a:cubicBezTo>
                <a:cubicBezTo>
                  <a:pt x="759905" y="52872"/>
                  <a:pt x="758437" y="47599"/>
                  <a:pt x="755501" y="44156"/>
                </a:cubicBezTo>
                <a:cubicBezTo>
                  <a:pt x="752565" y="40712"/>
                  <a:pt x="748851" y="38990"/>
                  <a:pt x="744361" y="38990"/>
                </a:cubicBezTo>
                <a:cubicBezTo>
                  <a:pt x="740000" y="38990"/>
                  <a:pt x="736405" y="40680"/>
                  <a:pt x="733577" y="44058"/>
                </a:cubicBezTo>
                <a:cubicBezTo>
                  <a:pt x="730749" y="47437"/>
                  <a:pt x="729334" y="52592"/>
                  <a:pt x="729334" y="59522"/>
                </a:cubicBezTo>
                <a:close/>
                <a:moveTo>
                  <a:pt x="785055" y="121634"/>
                </a:moveTo>
                <a:lnTo>
                  <a:pt x="785055" y="109717"/>
                </a:lnTo>
                <a:lnTo>
                  <a:pt x="860704" y="109717"/>
                </a:lnTo>
                <a:lnTo>
                  <a:pt x="860704" y="121634"/>
                </a:lnTo>
                <a:lnTo>
                  <a:pt x="785055" y="121634"/>
                </a:lnTo>
                <a:close/>
                <a:moveTo>
                  <a:pt x="869429" y="95338"/>
                </a:moveTo>
                <a:lnTo>
                  <a:pt x="869429" y="389"/>
                </a:lnTo>
                <a:lnTo>
                  <a:pt x="898121" y="389"/>
                </a:lnTo>
                <a:lnTo>
                  <a:pt x="915349" y="65157"/>
                </a:lnTo>
                <a:lnTo>
                  <a:pt x="932383" y="389"/>
                </a:lnTo>
                <a:lnTo>
                  <a:pt x="961140" y="389"/>
                </a:lnTo>
                <a:lnTo>
                  <a:pt x="961140" y="95338"/>
                </a:lnTo>
                <a:lnTo>
                  <a:pt x="943329" y="95338"/>
                </a:lnTo>
                <a:lnTo>
                  <a:pt x="943329" y="20596"/>
                </a:lnTo>
                <a:lnTo>
                  <a:pt x="924482" y="95338"/>
                </a:lnTo>
                <a:lnTo>
                  <a:pt x="906023" y="95338"/>
                </a:lnTo>
                <a:lnTo>
                  <a:pt x="887240" y="20596"/>
                </a:lnTo>
                <a:lnTo>
                  <a:pt x="887240" y="95338"/>
                </a:lnTo>
                <a:lnTo>
                  <a:pt x="869429" y="95338"/>
                </a:lnTo>
                <a:close/>
                <a:moveTo>
                  <a:pt x="975841" y="59975"/>
                </a:moveTo>
                <a:cubicBezTo>
                  <a:pt x="975841" y="53930"/>
                  <a:pt x="977331" y="48079"/>
                  <a:pt x="980310" y="42423"/>
                </a:cubicBezTo>
                <a:cubicBezTo>
                  <a:pt x="983289" y="36767"/>
                  <a:pt x="987510" y="32449"/>
                  <a:pt x="992972" y="29469"/>
                </a:cubicBezTo>
                <a:cubicBezTo>
                  <a:pt x="998434" y="26490"/>
                  <a:pt x="1004533" y="25000"/>
                  <a:pt x="1011269" y="25000"/>
                </a:cubicBezTo>
                <a:cubicBezTo>
                  <a:pt x="1021675" y="25000"/>
                  <a:pt x="1030203" y="28379"/>
                  <a:pt x="1036853" y="35137"/>
                </a:cubicBezTo>
                <a:cubicBezTo>
                  <a:pt x="1043502" y="41894"/>
                  <a:pt x="1046827" y="50433"/>
                  <a:pt x="1046827" y="60752"/>
                </a:cubicBezTo>
                <a:cubicBezTo>
                  <a:pt x="1046827" y="71158"/>
                  <a:pt x="1043470" y="79783"/>
                  <a:pt x="1036755" y="86627"/>
                </a:cubicBezTo>
                <a:cubicBezTo>
                  <a:pt x="1030041" y="93471"/>
                  <a:pt x="1021589" y="96893"/>
                  <a:pt x="1011399" y="96893"/>
                </a:cubicBezTo>
                <a:cubicBezTo>
                  <a:pt x="1005095" y="96893"/>
                  <a:pt x="999082" y="95468"/>
                  <a:pt x="993361" y="92618"/>
                </a:cubicBezTo>
                <a:cubicBezTo>
                  <a:pt x="987640" y="89768"/>
                  <a:pt x="983289" y="85591"/>
                  <a:pt x="980310" y="80086"/>
                </a:cubicBezTo>
                <a:cubicBezTo>
                  <a:pt x="977331" y="74580"/>
                  <a:pt x="975841" y="67877"/>
                  <a:pt x="975841" y="59975"/>
                </a:cubicBezTo>
                <a:moveTo>
                  <a:pt x="994494" y="60947"/>
                </a:moveTo>
                <a:cubicBezTo>
                  <a:pt x="994494" y="67747"/>
                  <a:pt x="996114" y="72956"/>
                  <a:pt x="999352" y="76572"/>
                </a:cubicBezTo>
                <a:cubicBezTo>
                  <a:pt x="1002590" y="80188"/>
                  <a:pt x="1006584" y="81996"/>
                  <a:pt x="1011334" y="81996"/>
                </a:cubicBezTo>
                <a:cubicBezTo>
                  <a:pt x="1016084" y="81996"/>
                  <a:pt x="1020067" y="80188"/>
                  <a:pt x="1023284" y="76572"/>
                </a:cubicBezTo>
                <a:cubicBezTo>
                  <a:pt x="1026501" y="72956"/>
                  <a:pt x="1028109" y="67704"/>
                  <a:pt x="1028109" y="60817"/>
                </a:cubicBezTo>
                <a:cubicBezTo>
                  <a:pt x="1028109" y="54103"/>
                  <a:pt x="1026501" y="48938"/>
                  <a:pt x="1023284" y="45321"/>
                </a:cubicBezTo>
                <a:cubicBezTo>
                  <a:pt x="1020067" y="41705"/>
                  <a:pt x="1016084" y="39897"/>
                  <a:pt x="1011334" y="39897"/>
                </a:cubicBezTo>
                <a:cubicBezTo>
                  <a:pt x="1006584" y="39897"/>
                  <a:pt x="1002590" y="41705"/>
                  <a:pt x="999352" y="45321"/>
                </a:cubicBezTo>
                <a:cubicBezTo>
                  <a:pt x="996114" y="48938"/>
                  <a:pt x="994494" y="54146"/>
                  <a:pt x="994494" y="60947"/>
                </a:cubicBezTo>
                <a:close/>
                <a:moveTo>
                  <a:pt x="1124181" y="95338"/>
                </a:moveTo>
                <a:lnTo>
                  <a:pt x="1107276" y="95338"/>
                </a:lnTo>
                <a:lnTo>
                  <a:pt x="1107276" y="85235"/>
                </a:lnTo>
                <a:cubicBezTo>
                  <a:pt x="1104470" y="89164"/>
                  <a:pt x="1101156" y="92089"/>
                  <a:pt x="1097334" y="94011"/>
                </a:cubicBezTo>
                <a:cubicBezTo>
                  <a:pt x="1093513" y="95932"/>
                  <a:pt x="1089659" y="96893"/>
                  <a:pt x="1085773" y="96893"/>
                </a:cubicBezTo>
                <a:cubicBezTo>
                  <a:pt x="1077872" y="96893"/>
                  <a:pt x="1071103" y="93708"/>
                  <a:pt x="1065468" y="87340"/>
                </a:cubicBezTo>
                <a:cubicBezTo>
                  <a:pt x="1059834" y="80971"/>
                  <a:pt x="1057016" y="72087"/>
                  <a:pt x="1057016" y="60688"/>
                </a:cubicBezTo>
                <a:cubicBezTo>
                  <a:pt x="1057016" y="49029"/>
                  <a:pt x="1059758" y="40167"/>
                  <a:pt x="1065242" y="34100"/>
                </a:cubicBezTo>
                <a:cubicBezTo>
                  <a:pt x="1070725" y="28034"/>
                  <a:pt x="1077656" y="25000"/>
                  <a:pt x="1086032" y="25000"/>
                </a:cubicBezTo>
                <a:cubicBezTo>
                  <a:pt x="1093718" y="25000"/>
                  <a:pt x="1100368" y="28196"/>
                  <a:pt x="1105981" y="34586"/>
                </a:cubicBezTo>
                <a:lnTo>
                  <a:pt x="1105981" y="389"/>
                </a:lnTo>
                <a:lnTo>
                  <a:pt x="1124181" y="389"/>
                </a:lnTo>
                <a:lnTo>
                  <a:pt x="1124181" y="95338"/>
                </a:lnTo>
                <a:moveTo>
                  <a:pt x="1075605" y="59491"/>
                </a:moveTo>
                <a:cubicBezTo>
                  <a:pt x="1075605" y="66821"/>
                  <a:pt x="1076619" y="72124"/>
                  <a:pt x="1078649" y="75400"/>
                </a:cubicBezTo>
                <a:cubicBezTo>
                  <a:pt x="1081585" y="80143"/>
                  <a:pt x="1085687" y="82514"/>
                  <a:pt x="1090955" y="82514"/>
                </a:cubicBezTo>
                <a:cubicBezTo>
                  <a:pt x="1095143" y="82514"/>
                  <a:pt x="1098705" y="80736"/>
                  <a:pt x="1101641" y="77179"/>
                </a:cubicBezTo>
                <a:cubicBezTo>
                  <a:pt x="1104578" y="73622"/>
                  <a:pt x="1106046" y="68309"/>
                  <a:pt x="1106046" y="61238"/>
                </a:cubicBezTo>
                <a:cubicBezTo>
                  <a:pt x="1106046" y="53347"/>
                  <a:pt x="1104621" y="47667"/>
                  <a:pt x="1101771" y="44196"/>
                </a:cubicBezTo>
                <a:cubicBezTo>
                  <a:pt x="1098921" y="40726"/>
                  <a:pt x="1095273" y="38990"/>
                  <a:pt x="1090825" y="38990"/>
                </a:cubicBezTo>
                <a:cubicBezTo>
                  <a:pt x="1086507" y="38990"/>
                  <a:pt x="1082891" y="40704"/>
                  <a:pt x="1079976" y="44131"/>
                </a:cubicBezTo>
                <a:cubicBezTo>
                  <a:pt x="1077062" y="47559"/>
                  <a:pt x="1075605" y="52679"/>
                  <a:pt x="1075605" y="59491"/>
                </a:cubicBezTo>
                <a:close/>
                <a:moveTo>
                  <a:pt x="1187415" y="95338"/>
                </a:moveTo>
                <a:lnTo>
                  <a:pt x="1187415" y="85040"/>
                </a:lnTo>
                <a:cubicBezTo>
                  <a:pt x="1184911" y="88711"/>
                  <a:pt x="1181618" y="91604"/>
                  <a:pt x="1177538" y="93719"/>
                </a:cubicBezTo>
                <a:cubicBezTo>
                  <a:pt x="1173458" y="95835"/>
                  <a:pt x="1169150" y="96893"/>
                  <a:pt x="1164617" y="96893"/>
                </a:cubicBezTo>
                <a:cubicBezTo>
                  <a:pt x="1159997" y="96893"/>
                  <a:pt x="1155851" y="95878"/>
                  <a:pt x="1152181" y="93849"/>
                </a:cubicBezTo>
                <a:cubicBezTo>
                  <a:pt x="1148511" y="91819"/>
                  <a:pt x="1145856" y="88970"/>
                  <a:pt x="1144215" y="85299"/>
                </a:cubicBezTo>
                <a:cubicBezTo>
                  <a:pt x="1142574" y="81629"/>
                  <a:pt x="1141754" y="76556"/>
                  <a:pt x="1141754" y="70079"/>
                </a:cubicBezTo>
                <a:lnTo>
                  <a:pt x="1141754" y="26555"/>
                </a:lnTo>
                <a:lnTo>
                  <a:pt x="1159953" y="26555"/>
                </a:lnTo>
                <a:lnTo>
                  <a:pt x="1159953" y="58089"/>
                </a:lnTo>
                <a:cubicBezTo>
                  <a:pt x="1159953" y="67739"/>
                  <a:pt x="1160288" y="73652"/>
                  <a:pt x="1160957" y="75827"/>
                </a:cubicBezTo>
                <a:cubicBezTo>
                  <a:pt x="1161627" y="78002"/>
                  <a:pt x="1162846" y="79725"/>
                  <a:pt x="1164617" y="80996"/>
                </a:cubicBezTo>
                <a:cubicBezTo>
                  <a:pt x="1166387" y="82268"/>
                  <a:pt x="1168632" y="82903"/>
                  <a:pt x="1171353" y="82903"/>
                </a:cubicBezTo>
                <a:cubicBezTo>
                  <a:pt x="1174461" y="82903"/>
                  <a:pt x="1177246" y="82052"/>
                  <a:pt x="1179708" y="80351"/>
                </a:cubicBezTo>
                <a:cubicBezTo>
                  <a:pt x="1182169" y="78649"/>
                  <a:pt x="1183853" y="76538"/>
                  <a:pt x="1184760" y="74018"/>
                </a:cubicBezTo>
                <a:cubicBezTo>
                  <a:pt x="1185666" y="71497"/>
                  <a:pt x="1186120" y="65326"/>
                  <a:pt x="1186120" y="55504"/>
                </a:cubicBezTo>
                <a:lnTo>
                  <a:pt x="1186120" y="26555"/>
                </a:lnTo>
                <a:lnTo>
                  <a:pt x="1204319" y="26555"/>
                </a:lnTo>
                <a:lnTo>
                  <a:pt x="1204319" y="95338"/>
                </a:lnTo>
                <a:lnTo>
                  <a:pt x="1187415" y="95338"/>
                </a:lnTo>
                <a:close/>
                <a:moveTo>
                  <a:pt x="1223188" y="95338"/>
                </a:moveTo>
                <a:lnTo>
                  <a:pt x="1223188" y="389"/>
                </a:lnTo>
                <a:lnTo>
                  <a:pt x="1241388" y="389"/>
                </a:lnTo>
                <a:lnTo>
                  <a:pt x="1241388" y="95338"/>
                </a:lnTo>
                <a:lnTo>
                  <a:pt x="1223188" y="95338"/>
                </a:lnTo>
                <a:close/>
                <a:moveTo>
                  <a:pt x="1299895" y="73447"/>
                </a:moveTo>
                <a:lnTo>
                  <a:pt x="1318030" y="76556"/>
                </a:lnTo>
                <a:cubicBezTo>
                  <a:pt x="1315699" y="83184"/>
                  <a:pt x="1312018" y="88230"/>
                  <a:pt x="1306987" y="91695"/>
                </a:cubicBezTo>
                <a:cubicBezTo>
                  <a:pt x="1301957" y="95160"/>
                  <a:pt x="1295664" y="96893"/>
                  <a:pt x="1288107" y="96893"/>
                </a:cubicBezTo>
                <a:cubicBezTo>
                  <a:pt x="1276147" y="96893"/>
                  <a:pt x="1267295" y="92985"/>
                  <a:pt x="1261553" y="85170"/>
                </a:cubicBezTo>
                <a:cubicBezTo>
                  <a:pt x="1257019" y="78909"/>
                  <a:pt x="1254752" y="71007"/>
                  <a:pt x="1254752" y="61465"/>
                </a:cubicBezTo>
                <a:cubicBezTo>
                  <a:pt x="1254752" y="50066"/>
                  <a:pt x="1257731" y="41138"/>
                  <a:pt x="1263690" y="34683"/>
                </a:cubicBezTo>
                <a:cubicBezTo>
                  <a:pt x="1269649" y="28228"/>
                  <a:pt x="1277183" y="25000"/>
                  <a:pt x="1286294" y="25000"/>
                </a:cubicBezTo>
                <a:cubicBezTo>
                  <a:pt x="1296527" y="25000"/>
                  <a:pt x="1304602" y="28379"/>
                  <a:pt x="1310517" y="35137"/>
                </a:cubicBezTo>
                <a:cubicBezTo>
                  <a:pt x="1316433" y="41894"/>
                  <a:pt x="1319261" y="52246"/>
                  <a:pt x="1319002" y="66193"/>
                </a:cubicBezTo>
                <a:lnTo>
                  <a:pt x="1273405" y="66193"/>
                </a:lnTo>
                <a:cubicBezTo>
                  <a:pt x="1273535" y="71590"/>
                  <a:pt x="1275003" y="75789"/>
                  <a:pt x="1277809" y="78790"/>
                </a:cubicBezTo>
                <a:cubicBezTo>
                  <a:pt x="1280616" y="81791"/>
                  <a:pt x="1284113" y="83292"/>
                  <a:pt x="1288302" y="83292"/>
                </a:cubicBezTo>
                <a:cubicBezTo>
                  <a:pt x="1291152" y="83292"/>
                  <a:pt x="1293548" y="82514"/>
                  <a:pt x="1295491" y="80960"/>
                </a:cubicBezTo>
                <a:cubicBezTo>
                  <a:pt x="1297434" y="79406"/>
                  <a:pt x="1298902" y="76901"/>
                  <a:pt x="1299895" y="73447"/>
                </a:cubicBezTo>
                <a:moveTo>
                  <a:pt x="1300932" y="55053"/>
                </a:moveTo>
                <a:cubicBezTo>
                  <a:pt x="1300802" y="49807"/>
                  <a:pt x="1299442" y="45818"/>
                  <a:pt x="1296851" y="43087"/>
                </a:cubicBezTo>
                <a:cubicBezTo>
                  <a:pt x="1294260" y="40356"/>
                  <a:pt x="1291108" y="38990"/>
                  <a:pt x="1287395" y="38990"/>
                </a:cubicBezTo>
                <a:cubicBezTo>
                  <a:pt x="1283423" y="38990"/>
                  <a:pt x="1280141" y="40431"/>
                  <a:pt x="1277550" y="43312"/>
                </a:cubicBezTo>
                <a:cubicBezTo>
                  <a:pt x="1274960" y="46194"/>
                  <a:pt x="1273686" y="50107"/>
                  <a:pt x="1273729" y="55053"/>
                </a:cubicBezTo>
                <a:lnTo>
                  <a:pt x="1300932" y="55053"/>
                </a:lnTo>
                <a:close/>
                <a:moveTo>
                  <a:pt x="1391393" y="78369"/>
                </a:moveTo>
                <a:lnTo>
                  <a:pt x="1391393" y="95338"/>
                </a:lnTo>
                <a:lnTo>
                  <a:pt x="1327596" y="95338"/>
                </a:lnTo>
                <a:cubicBezTo>
                  <a:pt x="1328287" y="88953"/>
                  <a:pt x="1330360" y="82903"/>
                  <a:pt x="1333814" y="77187"/>
                </a:cubicBezTo>
                <a:cubicBezTo>
                  <a:pt x="1337268" y="71470"/>
                  <a:pt x="1344090" y="63887"/>
                  <a:pt x="1354281" y="54438"/>
                </a:cubicBezTo>
                <a:cubicBezTo>
                  <a:pt x="1362484" y="46802"/>
                  <a:pt x="1367515" y="41625"/>
                  <a:pt x="1369371" y="38907"/>
                </a:cubicBezTo>
                <a:cubicBezTo>
                  <a:pt x="1371876" y="35154"/>
                  <a:pt x="1373128" y="31443"/>
                  <a:pt x="1373128" y="27775"/>
                </a:cubicBezTo>
                <a:cubicBezTo>
                  <a:pt x="1373128" y="23719"/>
                  <a:pt x="1372038" y="20602"/>
                  <a:pt x="1369857" y="18424"/>
                </a:cubicBezTo>
                <a:cubicBezTo>
                  <a:pt x="1367677" y="16245"/>
                  <a:pt x="1364665" y="15156"/>
                  <a:pt x="1360822" y="15156"/>
                </a:cubicBezTo>
                <a:cubicBezTo>
                  <a:pt x="1357022" y="15156"/>
                  <a:pt x="1354000" y="16305"/>
                  <a:pt x="1351755" y="18605"/>
                </a:cubicBezTo>
                <a:cubicBezTo>
                  <a:pt x="1349509" y="20903"/>
                  <a:pt x="1348214" y="24718"/>
                  <a:pt x="1347869" y="30052"/>
                </a:cubicBezTo>
                <a:lnTo>
                  <a:pt x="1329733" y="28231"/>
                </a:lnTo>
                <a:cubicBezTo>
                  <a:pt x="1330813" y="18170"/>
                  <a:pt x="1334202" y="10950"/>
                  <a:pt x="1339902" y="6570"/>
                </a:cubicBezTo>
                <a:cubicBezTo>
                  <a:pt x="1345602" y="2190"/>
                  <a:pt x="1352726" y="0"/>
                  <a:pt x="1361275" y="0"/>
                </a:cubicBezTo>
                <a:cubicBezTo>
                  <a:pt x="1370645" y="0"/>
                  <a:pt x="1378007" y="2524"/>
                  <a:pt x="1383361" y="7572"/>
                </a:cubicBezTo>
                <a:cubicBezTo>
                  <a:pt x="1388716" y="12620"/>
                  <a:pt x="1391393" y="18897"/>
                  <a:pt x="1391393" y="26403"/>
                </a:cubicBezTo>
                <a:cubicBezTo>
                  <a:pt x="1391393" y="30675"/>
                  <a:pt x="1390626" y="34742"/>
                  <a:pt x="1389093" y="38604"/>
                </a:cubicBezTo>
                <a:cubicBezTo>
                  <a:pt x="1387560" y="42464"/>
                  <a:pt x="1385132" y="46508"/>
                  <a:pt x="1381807" y="50736"/>
                </a:cubicBezTo>
                <a:cubicBezTo>
                  <a:pt x="1379605" y="53541"/>
                  <a:pt x="1375632" y="57575"/>
                  <a:pt x="1369890" y="62839"/>
                </a:cubicBezTo>
                <a:cubicBezTo>
                  <a:pt x="1364147" y="68102"/>
                  <a:pt x="1360509" y="71596"/>
                  <a:pt x="1358976" y="73321"/>
                </a:cubicBezTo>
                <a:cubicBezTo>
                  <a:pt x="1357443" y="75047"/>
                  <a:pt x="1356202" y="76730"/>
                  <a:pt x="1355252" y="78369"/>
                </a:cubicBezTo>
                <a:lnTo>
                  <a:pt x="1391393" y="78369"/>
                </a:lnTo>
                <a:close/>
                <a:moveTo>
                  <a:pt x="1440424" y="42617"/>
                </a:moveTo>
                <a:lnTo>
                  <a:pt x="1440424" y="25778"/>
                </a:lnTo>
                <a:lnTo>
                  <a:pt x="1506812" y="25778"/>
                </a:lnTo>
                <a:lnTo>
                  <a:pt x="1506812" y="42617"/>
                </a:lnTo>
                <a:lnTo>
                  <a:pt x="1440424" y="42617"/>
                </a:lnTo>
                <a:moveTo>
                  <a:pt x="1440424" y="71504"/>
                </a:moveTo>
                <a:lnTo>
                  <a:pt x="1440424" y="54664"/>
                </a:lnTo>
                <a:lnTo>
                  <a:pt x="1506812" y="54664"/>
                </a:lnTo>
                <a:lnTo>
                  <a:pt x="1506812" y="71504"/>
                </a:lnTo>
                <a:lnTo>
                  <a:pt x="1440424" y="71504"/>
                </a:lnTo>
                <a:close/>
                <a:moveTo>
                  <a:pt x="1580282" y="95338"/>
                </a:moveTo>
                <a:lnTo>
                  <a:pt x="1580282" y="16451"/>
                </a:lnTo>
                <a:lnTo>
                  <a:pt x="1552108" y="16451"/>
                </a:lnTo>
                <a:lnTo>
                  <a:pt x="1552108" y="389"/>
                </a:lnTo>
                <a:lnTo>
                  <a:pt x="1627563" y="389"/>
                </a:lnTo>
                <a:lnTo>
                  <a:pt x="1627563" y="16451"/>
                </a:lnTo>
                <a:lnTo>
                  <a:pt x="1599453" y="16451"/>
                </a:lnTo>
                <a:lnTo>
                  <a:pt x="1599453" y="95338"/>
                </a:lnTo>
                <a:lnTo>
                  <a:pt x="1580282" y="95338"/>
                </a:lnTo>
                <a:close/>
                <a:moveTo>
                  <a:pt x="1649749" y="95338"/>
                </a:moveTo>
                <a:lnTo>
                  <a:pt x="1631549" y="95338"/>
                </a:lnTo>
                <a:lnTo>
                  <a:pt x="1631549" y="26555"/>
                </a:lnTo>
                <a:lnTo>
                  <a:pt x="1648454" y="26555"/>
                </a:lnTo>
                <a:lnTo>
                  <a:pt x="1648454" y="36335"/>
                </a:lnTo>
                <a:cubicBezTo>
                  <a:pt x="1651347" y="31715"/>
                  <a:pt x="1653948" y="28671"/>
                  <a:pt x="1656258" y="27203"/>
                </a:cubicBezTo>
                <a:cubicBezTo>
                  <a:pt x="1658568" y="25734"/>
                  <a:pt x="1661191" y="25000"/>
                  <a:pt x="1664127" y="25000"/>
                </a:cubicBezTo>
                <a:cubicBezTo>
                  <a:pt x="1668273" y="25000"/>
                  <a:pt x="1672267" y="26145"/>
                  <a:pt x="1676109" y="28433"/>
                </a:cubicBezTo>
                <a:lnTo>
                  <a:pt x="1670475" y="44301"/>
                </a:lnTo>
                <a:cubicBezTo>
                  <a:pt x="1667409" y="42315"/>
                  <a:pt x="1664559" y="41322"/>
                  <a:pt x="1661925" y="41322"/>
                </a:cubicBezTo>
                <a:cubicBezTo>
                  <a:pt x="1659378" y="41322"/>
                  <a:pt x="1657219" y="42024"/>
                  <a:pt x="1655448" y="43427"/>
                </a:cubicBezTo>
                <a:cubicBezTo>
                  <a:pt x="1653678" y="44830"/>
                  <a:pt x="1652286" y="47367"/>
                  <a:pt x="1651271" y="51037"/>
                </a:cubicBezTo>
                <a:cubicBezTo>
                  <a:pt x="1650256" y="54707"/>
                  <a:pt x="1649749" y="62393"/>
                  <a:pt x="1649749" y="74095"/>
                </a:cubicBezTo>
                <a:lnTo>
                  <a:pt x="1649749" y="95338"/>
                </a:lnTo>
                <a:close/>
                <a:moveTo>
                  <a:pt x="1729198" y="95338"/>
                </a:moveTo>
                <a:lnTo>
                  <a:pt x="1729198" y="85040"/>
                </a:lnTo>
                <a:cubicBezTo>
                  <a:pt x="1726693" y="88711"/>
                  <a:pt x="1723401" y="91604"/>
                  <a:pt x="1719320" y="93719"/>
                </a:cubicBezTo>
                <a:cubicBezTo>
                  <a:pt x="1715240" y="95835"/>
                  <a:pt x="1710933" y="96893"/>
                  <a:pt x="1706399" y="96893"/>
                </a:cubicBezTo>
                <a:cubicBezTo>
                  <a:pt x="1701779" y="96893"/>
                  <a:pt x="1697634" y="95878"/>
                  <a:pt x="1693964" y="93849"/>
                </a:cubicBezTo>
                <a:cubicBezTo>
                  <a:pt x="1690294" y="91819"/>
                  <a:pt x="1687638" y="88970"/>
                  <a:pt x="1685997" y="85299"/>
                </a:cubicBezTo>
                <a:cubicBezTo>
                  <a:pt x="1684357" y="81629"/>
                  <a:pt x="1683536" y="76556"/>
                  <a:pt x="1683536" y="70079"/>
                </a:cubicBezTo>
                <a:lnTo>
                  <a:pt x="1683536" y="26555"/>
                </a:lnTo>
                <a:lnTo>
                  <a:pt x="1701736" y="26555"/>
                </a:lnTo>
                <a:lnTo>
                  <a:pt x="1701736" y="58089"/>
                </a:lnTo>
                <a:cubicBezTo>
                  <a:pt x="1701736" y="67739"/>
                  <a:pt x="1702071" y="73652"/>
                  <a:pt x="1702740" y="75827"/>
                </a:cubicBezTo>
                <a:cubicBezTo>
                  <a:pt x="1703409" y="78002"/>
                  <a:pt x="1704629" y="79725"/>
                  <a:pt x="1706399" y="80996"/>
                </a:cubicBezTo>
                <a:cubicBezTo>
                  <a:pt x="1708170" y="82268"/>
                  <a:pt x="1710415" y="82903"/>
                  <a:pt x="1713135" y="82903"/>
                </a:cubicBezTo>
                <a:cubicBezTo>
                  <a:pt x="1716244" y="82903"/>
                  <a:pt x="1719029" y="82052"/>
                  <a:pt x="1721490" y="80351"/>
                </a:cubicBezTo>
                <a:cubicBezTo>
                  <a:pt x="1723951" y="78649"/>
                  <a:pt x="1725635" y="76538"/>
                  <a:pt x="1726542" y="74018"/>
                </a:cubicBezTo>
                <a:cubicBezTo>
                  <a:pt x="1727449" y="71497"/>
                  <a:pt x="1727902" y="65326"/>
                  <a:pt x="1727902" y="55504"/>
                </a:cubicBezTo>
                <a:lnTo>
                  <a:pt x="1727902" y="26555"/>
                </a:lnTo>
                <a:lnTo>
                  <a:pt x="1746102" y="26555"/>
                </a:lnTo>
                <a:lnTo>
                  <a:pt x="1746102" y="95338"/>
                </a:lnTo>
                <a:lnTo>
                  <a:pt x="1729198" y="95338"/>
                </a:lnTo>
                <a:close/>
                <a:moveTo>
                  <a:pt x="1804803" y="73447"/>
                </a:moveTo>
                <a:lnTo>
                  <a:pt x="1822938" y="76556"/>
                </a:lnTo>
                <a:cubicBezTo>
                  <a:pt x="1820606" y="83184"/>
                  <a:pt x="1816925" y="88230"/>
                  <a:pt x="1811895" y="91695"/>
                </a:cubicBezTo>
                <a:cubicBezTo>
                  <a:pt x="1806865" y="95160"/>
                  <a:pt x="1800571" y="96893"/>
                  <a:pt x="1793015" y="96893"/>
                </a:cubicBezTo>
                <a:cubicBezTo>
                  <a:pt x="1781055" y="96893"/>
                  <a:pt x="1772203" y="92985"/>
                  <a:pt x="1766460" y="85170"/>
                </a:cubicBezTo>
                <a:cubicBezTo>
                  <a:pt x="1761927" y="78909"/>
                  <a:pt x="1759660" y="71007"/>
                  <a:pt x="1759660" y="61465"/>
                </a:cubicBezTo>
                <a:cubicBezTo>
                  <a:pt x="1759660" y="50066"/>
                  <a:pt x="1762639" y="41138"/>
                  <a:pt x="1768598" y="34683"/>
                </a:cubicBezTo>
                <a:cubicBezTo>
                  <a:pt x="1774556" y="28228"/>
                  <a:pt x="1782091" y="25000"/>
                  <a:pt x="1791202" y="25000"/>
                </a:cubicBezTo>
                <a:cubicBezTo>
                  <a:pt x="1801435" y="25000"/>
                  <a:pt x="1809509" y="28379"/>
                  <a:pt x="1815425" y="35137"/>
                </a:cubicBezTo>
                <a:cubicBezTo>
                  <a:pt x="1821340" y="41894"/>
                  <a:pt x="1824169" y="52246"/>
                  <a:pt x="1823909" y="66193"/>
                </a:cubicBezTo>
                <a:lnTo>
                  <a:pt x="1778313" y="66193"/>
                </a:lnTo>
                <a:cubicBezTo>
                  <a:pt x="1778442" y="71590"/>
                  <a:pt x="1779910" y="75789"/>
                  <a:pt x="1782717" y="78790"/>
                </a:cubicBezTo>
                <a:cubicBezTo>
                  <a:pt x="1785524" y="81791"/>
                  <a:pt x="1789021" y="83292"/>
                  <a:pt x="1793209" y="83292"/>
                </a:cubicBezTo>
                <a:cubicBezTo>
                  <a:pt x="1796059" y="83292"/>
                  <a:pt x="1798456" y="82514"/>
                  <a:pt x="1800399" y="80960"/>
                </a:cubicBezTo>
                <a:cubicBezTo>
                  <a:pt x="1802342" y="79406"/>
                  <a:pt x="1803810" y="76901"/>
                  <a:pt x="1804803" y="73447"/>
                </a:cubicBezTo>
                <a:moveTo>
                  <a:pt x="1805839" y="55053"/>
                </a:moveTo>
                <a:cubicBezTo>
                  <a:pt x="1805710" y="49807"/>
                  <a:pt x="1804350" y="45818"/>
                  <a:pt x="1801759" y="43087"/>
                </a:cubicBezTo>
                <a:cubicBezTo>
                  <a:pt x="1799168" y="40356"/>
                  <a:pt x="1796016" y="38990"/>
                  <a:pt x="1792303" y="38990"/>
                </a:cubicBezTo>
                <a:cubicBezTo>
                  <a:pt x="1788330" y="38990"/>
                  <a:pt x="1785049" y="40431"/>
                  <a:pt x="1782458" y="43312"/>
                </a:cubicBezTo>
                <a:cubicBezTo>
                  <a:pt x="1779867" y="46194"/>
                  <a:pt x="1778593" y="50107"/>
                  <a:pt x="1778637" y="55053"/>
                </a:cubicBezTo>
                <a:lnTo>
                  <a:pt x="1805839" y="55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DE394-DDB5-4DBA-9894-1D2985C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721" y="2071636"/>
            <a:ext cx="2207589" cy="161069"/>
          </a:xfrm>
          <a:custGeom xmlns:a="http://schemas.openxmlformats.org/drawingml/2006/main">
            <a:pathLst>
              <a:path w="2207589" h="161069">
                <a:moveTo>
                  <a:pt x="0" y="0"/>
                </a:moveTo>
                <a:lnTo>
                  <a:pt x="2207589" y="0"/>
                </a:lnTo>
                <a:lnTo>
                  <a:pt x="2207589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InputAngle=0.5*Angle_Module1">
            <a:extLst xmlns:a="http://schemas.openxmlformats.org/drawingml/2006/main">
              <a:ext uri="{FF2B5EF4-FFF2-40B4-BE49-F238E27FC236}">
                <a16:creationId xmlns:a16="http://schemas.microsoft.com/office/drawing/2014/main" id="{B0E642ED-86AC-457A-97FF-0639F831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663" y="2098172"/>
            <a:ext cx="2103240" cy="124614"/>
          </a:xfrm>
          <a:custGeom xmlns:a="http://schemas.openxmlformats.org/drawingml/2006/main">
            <a:pathLst>
              <a:path w="2103240" h="124614">
                <a:moveTo>
                  <a:pt x="0" y="96634"/>
                </a:moveTo>
                <a:lnTo>
                  <a:pt x="0" y="1684"/>
                </a:lnTo>
                <a:lnTo>
                  <a:pt x="19171" y="1684"/>
                </a:lnTo>
                <a:lnTo>
                  <a:pt x="19171" y="96634"/>
                </a:lnTo>
                <a:lnTo>
                  <a:pt x="0" y="96634"/>
                </a:lnTo>
                <a:close/>
                <a:moveTo>
                  <a:pt x="99894" y="96634"/>
                </a:moveTo>
                <a:lnTo>
                  <a:pt x="81694" y="96634"/>
                </a:lnTo>
                <a:lnTo>
                  <a:pt x="81694" y="61570"/>
                </a:lnTo>
                <a:cubicBezTo>
                  <a:pt x="81694" y="54151"/>
                  <a:pt x="81306" y="49353"/>
                  <a:pt x="80529" y="47175"/>
                </a:cubicBezTo>
                <a:cubicBezTo>
                  <a:pt x="79751" y="44998"/>
                  <a:pt x="78488" y="43305"/>
                  <a:pt x="76740" y="42097"/>
                </a:cubicBezTo>
                <a:cubicBezTo>
                  <a:pt x="74991" y="40890"/>
                  <a:pt x="72886" y="40286"/>
                  <a:pt x="70425" y="40286"/>
                </a:cubicBezTo>
                <a:cubicBezTo>
                  <a:pt x="67273" y="40286"/>
                  <a:pt x="64444" y="41149"/>
                  <a:pt x="61940" y="42874"/>
                </a:cubicBezTo>
                <a:cubicBezTo>
                  <a:pt x="59436" y="44599"/>
                  <a:pt x="57719" y="46885"/>
                  <a:pt x="56791" y="49732"/>
                </a:cubicBezTo>
                <a:cubicBezTo>
                  <a:pt x="55863" y="52577"/>
                  <a:pt x="55399" y="57839"/>
                  <a:pt x="55399" y="65517"/>
                </a:cubicBezTo>
                <a:lnTo>
                  <a:pt x="55399" y="96634"/>
                </a:lnTo>
                <a:lnTo>
                  <a:pt x="37199" y="96634"/>
                </a:lnTo>
                <a:lnTo>
                  <a:pt x="37199" y="27850"/>
                </a:lnTo>
                <a:lnTo>
                  <a:pt x="54103" y="27850"/>
                </a:lnTo>
                <a:lnTo>
                  <a:pt x="54103" y="37954"/>
                </a:lnTo>
                <a:cubicBezTo>
                  <a:pt x="60105" y="30182"/>
                  <a:pt x="67661" y="26296"/>
                  <a:pt x="76772" y="26296"/>
                </a:cubicBezTo>
                <a:cubicBezTo>
                  <a:pt x="80788" y="26296"/>
                  <a:pt x="84458" y="27019"/>
                  <a:pt x="87783" y="28466"/>
                </a:cubicBezTo>
                <a:cubicBezTo>
                  <a:pt x="91107" y="29912"/>
                  <a:pt x="93622" y="31758"/>
                  <a:pt x="95328" y="34003"/>
                </a:cubicBezTo>
                <a:cubicBezTo>
                  <a:pt x="97034" y="36248"/>
                  <a:pt x="98221" y="38796"/>
                  <a:pt x="98890" y="41646"/>
                </a:cubicBezTo>
                <a:cubicBezTo>
                  <a:pt x="99560" y="44496"/>
                  <a:pt x="99894" y="48576"/>
                  <a:pt x="99894" y="53887"/>
                </a:cubicBezTo>
                <a:lnTo>
                  <a:pt x="99894" y="96634"/>
                </a:lnTo>
                <a:close/>
                <a:moveTo>
                  <a:pt x="117856" y="27850"/>
                </a:moveTo>
                <a:lnTo>
                  <a:pt x="134825" y="27850"/>
                </a:lnTo>
                <a:lnTo>
                  <a:pt x="134825" y="37954"/>
                </a:lnTo>
                <a:cubicBezTo>
                  <a:pt x="137027" y="34500"/>
                  <a:pt x="140006" y="31693"/>
                  <a:pt x="143763" y="29534"/>
                </a:cubicBezTo>
                <a:cubicBezTo>
                  <a:pt x="147519" y="27375"/>
                  <a:pt x="151686" y="26296"/>
                  <a:pt x="156263" y="26296"/>
                </a:cubicBezTo>
                <a:cubicBezTo>
                  <a:pt x="164251" y="26296"/>
                  <a:pt x="171030" y="29426"/>
                  <a:pt x="176600" y="35687"/>
                </a:cubicBezTo>
                <a:cubicBezTo>
                  <a:pt x="182170" y="41948"/>
                  <a:pt x="184955" y="50670"/>
                  <a:pt x="184955" y="61853"/>
                </a:cubicBezTo>
                <a:cubicBezTo>
                  <a:pt x="184955" y="73339"/>
                  <a:pt x="182149" y="82266"/>
                  <a:pt x="176535" y="88635"/>
                </a:cubicBezTo>
                <a:cubicBezTo>
                  <a:pt x="170922" y="95004"/>
                  <a:pt x="164122" y="98188"/>
                  <a:pt x="156134" y="98188"/>
                </a:cubicBezTo>
                <a:cubicBezTo>
                  <a:pt x="152334" y="98188"/>
                  <a:pt x="148890" y="97433"/>
                  <a:pt x="145803" y="95921"/>
                </a:cubicBezTo>
                <a:cubicBezTo>
                  <a:pt x="142716" y="94410"/>
                  <a:pt x="139467" y="91819"/>
                  <a:pt x="136055" y="88149"/>
                </a:cubicBezTo>
                <a:lnTo>
                  <a:pt x="136055" y="122800"/>
                </a:lnTo>
                <a:lnTo>
                  <a:pt x="117856" y="122800"/>
                </a:lnTo>
                <a:lnTo>
                  <a:pt x="117856" y="27850"/>
                </a:lnTo>
                <a:moveTo>
                  <a:pt x="135861" y="61046"/>
                </a:moveTo>
                <a:cubicBezTo>
                  <a:pt x="135861" y="68763"/>
                  <a:pt x="137394" y="74464"/>
                  <a:pt x="140460" y="78151"/>
                </a:cubicBezTo>
                <a:cubicBezTo>
                  <a:pt x="143525" y="81837"/>
                  <a:pt x="147260" y="83680"/>
                  <a:pt x="151665" y="83680"/>
                </a:cubicBezTo>
                <a:cubicBezTo>
                  <a:pt x="155896" y="83680"/>
                  <a:pt x="159415" y="81988"/>
                  <a:pt x="162222" y="78604"/>
                </a:cubicBezTo>
                <a:cubicBezTo>
                  <a:pt x="165028" y="75220"/>
                  <a:pt x="166432" y="69669"/>
                  <a:pt x="166432" y="61951"/>
                </a:cubicBezTo>
                <a:cubicBezTo>
                  <a:pt x="166432" y="54751"/>
                  <a:pt x="164985" y="49404"/>
                  <a:pt x="162092" y="45912"/>
                </a:cubicBezTo>
                <a:cubicBezTo>
                  <a:pt x="159199" y="42420"/>
                  <a:pt x="155615" y="40674"/>
                  <a:pt x="151341" y="40674"/>
                </a:cubicBezTo>
                <a:cubicBezTo>
                  <a:pt x="146893" y="40674"/>
                  <a:pt x="143202" y="42388"/>
                  <a:pt x="140265" y="45815"/>
                </a:cubicBezTo>
                <a:cubicBezTo>
                  <a:pt x="137329" y="49243"/>
                  <a:pt x="135861" y="54319"/>
                  <a:pt x="135861" y="61046"/>
                </a:cubicBezTo>
                <a:close/>
                <a:moveTo>
                  <a:pt x="244693" y="96634"/>
                </a:moveTo>
                <a:lnTo>
                  <a:pt x="244693" y="86336"/>
                </a:lnTo>
                <a:cubicBezTo>
                  <a:pt x="242188" y="90006"/>
                  <a:pt x="238896" y="92899"/>
                  <a:pt x="234815" y="95015"/>
                </a:cubicBezTo>
                <a:cubicBezTo>
                  <a:pt x="230735" y="97130"/>
                  <a:pt x="226428" y="98188"/>
                  <a:pt x="221894" y="98188"/>
                </a:cubicBezTo>
                <a:cubicBezTo>
                  <a:pt x="217274" y="98188"/>
                  <a:pt x="213129" y="97174"/>
                  <a:pt x="209459" y="95144"/>
                </a:cubicBezTo>
                <a:cubicBezTo>
                  <a:pt x="205789" y="93115"/>
                  <a:pt x="203133" y="90265"/>
                  <a:pt x="201492" y="86595"/>
                </a:cubicBezTo>
                <a:cubicBezTo>
                  <a:pt x="199851" y="82925"/>
                  <a:pt x="199031" y="77851"/>
                  <a:pt x="199031" y="71374"/>
                </a:cubicBezTo>
                <a:lnTo>
                  <a:pt x="199031" y="27850"/>
                </a:lnTo>
                <a:lnTo>
                  <a:pt x="217231" y="27850"/>
                </a:lnTo>
                <a:lnTo>
                  <a:pt x="217231" y="59384"/>
                </a:lnTo>
                <a:cubicBezTo>
                  <a:pt x="217231" y="69035"/>
                  <a:pt x="217566" y="74947"/>
                  <a:pt x="218235" y="77122"/>
                </a:cubicBezTo>
                <a:cubicBezTo>
                  <a:pt x="218904" y="79298"/>
                  <a:pt x="220124" y="81021"/>
                  <a:pt x="221894" y="82292"/>
                </a:cubicBezTo>
                <a:cubicBezTo>
                  <a:pt x="223664" y="83563"/>
                  <a:pt x="225910" y="84198"/>
                  <a:pt x="228630" y="84198"/>
                </a:cubicBezTo>
                <a:cubicBezTo>
                  <a:pt x="231739" y="84198"/>
                  <a:pt x="234524" y="83348"/>
                  <a:pt x="236985" y="81646"/>
                </a:cubicBezTo>
                <a:cubicBezTo>
                  <a:pt x="239446" y="79945"/>
                  <a:pt x="241130" y="77834"/>
                  <a:pt x="242037" y="75313"/>
                </a:cubicBezTo>
                <a:cubicBezTo>
                  <a:pt x="242944" y="72792"/>
                  <a:pt x="243397" y="66621"/>
                  <a:pt x="243397" y="56800"/>
                </a:cubicBezTo>
                <a:lnTo>
                  <a:pt x="243397" y="27850"/>
                </a:lnTo>
                <a:lnTo>
                  <a:pt x="261597" y="27850"/>
                </a:lnTo>
                <a:lnTo>
                  <a:pt x="261597" y="96634"/>
                </a:lnTo>
                <a:lnTo>
                  <a:pt x="244693" y="96634"/>
                </a:lnTo>
                <a:close/>
                <a:moveTo>
                  <a:pt x="312007" y="27850"/>
                </a:moveTo>
                <a:lnTo>
                  <a:pt x="312007" y="42358"/>
                </a:lnTo>
                <a:lnTo>
                  <a:pt x="299571" y="42358"/>
                </a:lnTo>
                <a:lnTo>
                  <a:pt x="299571" y="70034"/>
                </a:lnTo>
                <a:cubicBezTo>
                  <a:pt x="299571" y="75640"/>
                  <a:pt x="299690" y="78906"/>
                  <a:pt x="299927" y="79833"/>
                </a:cubicBezTo>
                <a:cubicBezTo>
                  <a:pt x="300165" y="80758"/>
                  <a:pt x="300705" y="81523"/>
                  <a:pt x="301547" y="82128"/>
                </a:cubicBezTo>
                <a:cubicBezTo>
                  <a:pt x="302389" y="82731"/>
                  <a:pt x="303414" y="83033"/>
                  <a:pt x="304623" y="83033"/>
                </a:cubicBezTo>
                <a:cubicBezTo>
                  <a:pt x="306307" y="83033"/>
                  <a:pt x="308747" y="82450"/>
                  <a:pt x="311942" y="81284"/>
                </a:cubicBezTo>
                <a:lnTo>
                  <a:pt x="313496" y="95456"/>
                </a:lnTo>
                <a:cubicBezTo>
                  <a:pt x="309265" y="97277"/>
                  <a:pt x="304472" y="98188"/>
                  <a:pt x="299118" y="98188"/>
                </a:cubicBezTo>
                <a:cubicBezTo>
                  <a:pt x="295836" y="98188"/>
                  <a:pt x="292879" y="97638"/>
                  <a:pt x="290245" y="96537"/>
                </a:cubicBezTo>
                <a:cubicBezTo>
                  <a:pt x="287611" y="95436"/>
                  <a:pt x="285678" y="94011"/>
                  <a:pt x="284448" y="92262"/>
                </a:cubicBezTo>
                <a:cubicBezTo>
                  <a:pt x="283217" y="90513"/>
                  <a:pt x="282365" y="88149"/>
                  <a:pt x="281890" y="85170"/>
                </a:cubicBezTo>
                <a:cubicBezTo>
                  <a:pt x="281501" y="83054"/>
                  <a:pt x="281307" y="78779"/>
                  <a:pt x="281307" y="72346"/>
                </a:cubicBezTo>
                <a:lnTo>
                  <a:pt x="281307" y="42358"/>
                </a:lnTo>
                <a:lnTo>
                  <a:pt x="272952" y="42358"/>
                </a:lnTo>
                <a:lnTo>
                  <a:pt x="272952" y="27850"/>
                </a:lnTo>
                <a:lnTo>
                  <a:pt x="281307" y="27850"/>
                </a:lnTo>
                <a:lnTo>
                  <a:pt x="281307" y="14119"/>
                </a:lnTo>
                <a:lnTo>
                  <a:pt x="299571" y="3368"/>
                </a:lnTo>
                <a:lnTo>
                  <a:pt x="299571" y="27850"/>
                </a:lnTo>
                <a:lnTo>
                  <a:pt x="312007" y="27850"/>
                </a:lnTo>
                <a:close/>
                <a:moveTo>
                  <a:pt x="410389" y="96634"/>
                </a:moveTo>
                <a:lnTo>
                  <a:pt x="389533" y="96634"/>
                </a:lnTo>
                <a:lnTo>
                  <a:pt x="381243" y="75001"/>
                </a:lnTo>
                <a:lnTo>
                  <a:pt x="343289" y="75001"/>
                </a:lnTo>
                <a:lnTo>
                  <a:pt x="335452" y="96634"/>
                </a:lnTo>
                <a:lnTo>
                  <a:pt x="315115" y="96634"/>
                </a:lnTo>
                <a:lnTo>
                  <a:pt x="352098" y="1684"/>
                </a:lnTo>
                <a:lnTo>
                  <a:pt x="372370" y="1684"/>
                </a:lnTo>
                <a:lnTo>
                  <a:pt x="410389" y="96634"/>
                </a:lnTo>
                <a:moveTo>
                  <a:pt x="375090" y="58939"/>
                </a:moveTo>
                <a:lnTo>
                  <a:pt x="362007" y="23835"/>
                </a:lnTo>
                <a:lnTo>
                  <a:pt x="349183" y="58939"/>
                </a:lnTo>
                <a:lnTo>
                  <a:pt x="375090" y="58939"/>
                </a:lnTo>
                <a:close/>
                <a:moveTo>
                  <a:pt x="482972" y="96634"/>
                </a:moveTo>
                <a:lnTo>
                  <a:pt x="464772" y="96634"/>
                </a:lnTo>
                <a:lnTo>
                  <a:pt x="464772" y="61570"/>
                </a:lnTo>
                <a:cubicBezTo>
                  <a:pt x="464772" y="54151"/>
                  <a:pt x="464383" y="49353"/>
                  <a:pt x="463606" y="47175"/>
                </a:cubicBezTo>
                <a:cubicBezTo>
                  <a:pt x="462829" y="44998"/>
                  <a:pt x="461566" y="43305"/>
                  <a:pt x="459817" y="42097"/>
                </a:cubicBezTo>
                <a:cubicBezTo>
                  <a:pt x="458068" y="40890"/>
                  <a:pt x="455963" y="40286"/>
                  <a:pt x="453502" y="40286"/>
                </a:cubicBezTo>
                <a:cubicBezTo>
                  <a:pt x="450350" y="40286"/>
                  <a:pt x="447522" y="41149"/>
                  <a:pt x="445018" y="42874"/>
                </a:cubicBezTo>
                <a:cubicBezTo>
                  <a:pt x="442513" y="44599"/>
                  <a:pt x="440797" y="46885"/>
                  <a:pt x="439869" y="49732"/>
                </a:cubicBezTo>
                <a:cubicBezTo>
                  <a:pt x="438940" y="52577"/>
                  <a:pt x="438476" y="57839"/>
                  <a:pt x="438476" y="65517"/>
                </a:cubicBezTo>
                <a:lnTo>
                  <a:pt x="438476" y="96634"/>
                </a:lnTo>
                <a:lnTo>
                  <a:pt x="420276" y="96634"/>
                </a:lnTo>
                <a:lnTo>
                  <a:pt x="420276" y="27850"/>
                </a:lnTo>
                <a:lnTo>
                  <a:pt x="437181" y="27850"/>
                </a:lnTo>
                <a:lnTo>
                  <a:pt x="437181" y="37954"/>
                </a:lnTo>
                <a:cubicBezTo>
                  <a:pt x="443183" y="30182"/>
                  <a:pt x="450739" y="26296"/>
                  <a:pt x="459850" y="26296"/>
                </a:cubicBezTo>
                <a:cubicBezTo>
                  <a:pt x="463865" y="26296"/>
                  <a:pt x="467535" y="27019"/>
                  <a:pt x="470860" y="28466"/>
                </a:cubicBezTo>
                <a:cubicBezTo>
                  <a:pt x="474185" y="29912"/>
                  <a:pt x="476700" y="31758"/>
                  <a:pt x="478406" y="34003"/>
                </a:cubicBezTo>
                <a:cubicBezTo>
                  <a:pt x="480111" y="36248"/>
                  <a:pt x="481299" y="38796"/>
                  <a:pt x="481968" y="41646"/>
                </a:cubicBezTo>
                <a:cubicBezTo>
                  <a:pt x="482637" y="44496"/>
                  <a:pt x="482972" y="48576"/>
                  <a:pt x="482972" y="53887"/>
                </a:cubicBezTo>
                <a:lnTo>
                  <a:pt x="482972" y="96634"/>
                </a:lnTo>
                <a:close/>
                <a:moveTo>
                  <a:pt x="499767" y="101038"/>
                </a:moveTo>
                <a:lnTo>
                  <a:pt x="520558" y="103629"/>
                </a:lnTo>
                <a:cubicBezTo>
                  <a:pt x="520903" y="106070"/>
                  <a:pt x="521702" y="107748"/>
                  <a:pt x="522954" y="108662"/>
                </a:cubicBezTo>
                <a:cubicBezTo>
                  <a:pt x="524682" y="109970"/>
                  <a:pt x="527402" y="110624"/>
                  <a:pt x="531115" y="110624"/>
                </a:cubicBezTo>
                <a:cubicBezTo>
                  <a:pt x="535865" y="110624"/>
                  <a:pt x="539427" y="109906"/>
                  <a:pt x="541802" y="108470"/>
                </a:cubicBezTo>
                <a:cubicBezTo>
                  <a:pt x="543399" y="107514"/>
                  <a:pt x="544608" y="105970"/>
                  <a:pt x="545429" y="103839"/>
                </a:cubicBezTo>
                <a:cubicBezTo>
                  <a:pt x="545990" y="102317"/>
                  <a:pt x="546271" y="99513"/>
                  <a:pt x="546271" y="95426"/>
                </a:cubicBezTo>
                <a:lnTo>
                  <a:pt x="546271" y="85314"/>
                </a:lnTo>
                <a:cubicBezTo>
                  <a:pt x="540830" y="92860"/>
                  <a:pt x="533965" y="96634"/>
                  <a:pt x="525675" y="96634"/>
                </a:cubicBezTo>
                <a:cubicBezTo>
                  <a:pt x="516434" y="96634"/>
                  <a:pt x="509116" y="92726"/>
                  <a:pt x="503718" y="84911"/>
                </a:cubicBezTo>
                <a:cubicBezTo>
                  <a:pt x="499487" y="78736"/>
                  <a:pt x="497371" y="71050"/>
                  <a:pt x="497371" y="61853"/>
                </a:cubicBezTo>
                <a:cubicBezTo>
                  <a:pt x="497371" y="50325"/>
                  <a:pt x="500145" y="41516"/>
                  <a:pt x="505694" y="35428"/>
                </a:cubicBezTo>
                <a:cubicBezTo>
                  <a:pt x="511242" y="29340"/>
                  <a:pt x="518140" y="26296"/>
                  <a:pt x="526387" y="26296"/>
                </a:cubicBezTo>
                <a:cubicBezTo>
                  <a:pt x="534893" y="26296"/>
                  <a:pt x="541910" y="30048"/>
                  <a:pt x="547437" y="37553"/>
                </a:cubicBezTo>
                <a:lnTo>
                  <a:pt x="547437" y="27850"/>
                </a:lnTo>
                <a:lnTo>
                  <a:pt x="564471" y="27850"/>
                </a:lnTo>
                <a:lnTo>
                  <a:pt x="564471" y="89615"/>
                </a:lnTo>
                <a:cubicBezTo>
                  <a:pt x="564471" y="97738"/>
                  <a:pt x="563801" y="103808"/>
                  <a:pt x="562463" y="107827"/>
                </a:cubicBezTo>
                <a:cubicBezTo>
                  <a:pt x="561124" y="111845"/>
                  <a:pt x="559246" y="114999"/>
                  <a:pt x="556828" y="117289"/>
                </a:cubicBezTo>
                <a:cubicBezTo>
                  <a:pt x="554410" y="119580"/>
                  <a:pt x="551182" y="121373"/>
                  <a:pt x="547145" y="122669"/>
                </a:cubicBezTo>
                <a:cubicBezTo>
                  <a:pt x="543108" y="123965"/>
                  <a:pt x="538002" y="124614"/>
                  <a:pt x="531828" y="124614"/>
                </a:cubicBezTo>
                <a:cubicBezTo>
                  <a:pt x="520169" y="124614"/>
                  <a:pt x="511901" y="122600"/>
                  <a:pt x="507021" y="118572"/>
                </a:cubicBezTo>
                <a:cubicBezTo>
                  <a:pt x="502142" y="114546"/>
                  <a:pt x="499703" y="109441"/>
                  <a:pt x="499703" y="103258"/>
                </a:cubicBezTo>
                <a:cubicBezTo>
                  <a:pt x="499703" y="102649"/>
                  <a:pt x="499724" y="101908"/>
                  <a:pt x="499767" y="101038"/>
                </a:cubicBezTo>
                <a:moveTo>
                  <a:pt x="516024" y="60817"/>
                </a:moveTo>
                <a:cubicBezTo>
                  <a:pt x="516024" y="68093"/>
                  <a:pt x="517438" y="73420"/>
                  <a:pt x="520267" y="76799"/>
                </a:cubicBezTo>
                <a:cubicBezTo>
                  <a:pt x="523095" y="80177"/>
                  <a:pt x="526581" y="81867"/>
                  <a:pt x="530727" y="81867"/>
                </a:cubicBezTo>
                <a:cubicBezTo>
                  <a:pt x="535174" y="81867"/>
                  <a:pt x="538931" y="80134"/>
                  <a:pt x="541996" y="76669"/>
                </a:cubicBezTo>
                <a:cubicBezTo>
                  <a:pt x="545062" y="73204"/>
                  <a:pt x="546595" y="68071"/>
                  <a:pt x="546595" y="61271"/>
                </a:cubicBezTo>
                <a:cubicBezTo>
                  <a:pt x="546595" y="54168"/>
                  <a:pt x="545127" y="48894"/>
                  <a:pt x="542190" y="45451"/>
                </a:cubicBezTo>
                <a:cubicBezTo>
                  <a:pt x="539254" y="42007"/>
                  <a:pt x="535541" y="40286"/>
                  <a:pt x="531050" y="40286"/>
                </a:cubicBezTo>
                <a:cubicBezTo>
                  <a:pt x="526689" y="40286"/>
                  <a:pt x="523095" y="41975"/>
                  <a:pt x="520267" y="45354"/>
                </a:cubicBezTo>
                <a:cubicBezTo>
                  <a:pt x="517438" y="48733"/>
                  <a:pt x="516024" y="53887"/>
                  <a:pt x="516024" y="60817"/>
                </a:cubicBezTo>
                <a:close/>
                <a:moveTo>
                  <a:pt x="582497" y="96634"/>
                </a:moveTo>
                <a:lnTo>
                  <a:pt x="582497" y="1684"/>
                </a:lnTo>
                <a:lnTo>
                  <a:pt x="600697" y="1684"/>
                </a:lnTo>
                <a:lnTo>
                  <a:pt x="600697" y="96634"/>
                </a:lnTo>
                <a:lnTo>
                  <a:pt x="582497" y="96634"/>
                </a:lnTo>
                <a:close/>
                <a:moveTo>
                  <a:pt x="659204" y="74742"/>
                </a:moveTo>
                <a:lnTo>
                  <a:pt x="677339" y="77851"/>
                </a:lnTo>
                <a:cubicBezTo>
                  <a:pt x="675007" y="84479"/>
                  <a:pt x="671326" y="89526"/>
                  <a:pt x="666296" y="92991"/>
                </a:cubicBezTo>
                <a:cubicBezTo>
                  <a:pt x="661265" y="96456"/>
                  <a:pt x="654972" y="98188"/>
                  <a:pt x="647416" y="98188"/>
                </a:cubicBezTo>
                <a:cubicBezTo>
                  <a:pt x="635455" y="98188"/>
                  <a:pt x="626604" y="94281"/>
                  <a:pt x="620861" y="86465"/>
                </a:cubicBezTo>
                <a:cubicBezTo>
                  <a:pt x="616327" y="80204"/>
                  <a:pt x="614060" y="72303"/>
                  <a:pt x="614060" y="62760"/>
                </a:cubicBezTo>
                <a:cubicBezTo>
                  <a:pt x="614060" y="51361"/>
                  <a:pt x="617040" y="42434"/>
                  <a:pt x="622998" y="35979"/>
                </a:cubicBezTo>
                <a:cubicBezTo>
                  <a:pt x="628957" y="29523"/>
                  <a:pt x="636492" y="26296"/>
                  <a:pt x="645602" y="26296"/>
                </a:cubicBezTo>
                <a:cubicBezTo>
                  <a:pt x="655836" y="26296"/>
                  <a:pt x="663910" y="29675"/>
                  <a:pt x="669826" y="36432"/>
                </a:cubicBezTo>
                <a:cubicBezTo>
                  <a:pt x="675741" y="43189"/>
                  <a:pt x="678569" y="53542"/>
                  <a:pt x="678310" y="67488"/>
                </a:cubicBezTo>
                <a:lnTo>
                  <a:pt x="632714" y="67488"/>
                </a:lnTo>
                <a:cubicBezTo>
                  <a:pt x="632843" y="72886"/>
                  <a:pt x="634311" y="77085"/>
                  <a:pt x="637118" y="80086"/>
                </a:cubicBezTo>
                <a:cubicBezTo>
                  <a:pt x="639924" y="83087"/>
                  <a:pt x="643422" y="84587"/>
                  <a:pt x="647610" y="84587"/>
                </a:cubicBezTo>
                <a:cubicBezTo>
                  <a:pt x="650460" y="84587"/>
                  <a:pt x="652856" y="83810"/>
                  <a:pt x="654799" y="82255"/>
                </a:cubicBezTo>
                <a:cubicBezTo>
                  <a:pt x="656742" y="80701"/>
                  <a:pt x="658211" y="78197"/>
                  <a:pt x="659204" y="74742"/>
                </a:cubicBezTo>
                <a:moveTo>
                  <a:pt x="660240" y="56348"/>
                </a:moveTo>
                <a:cubicBezTo>
                  <a:pt x="660110" y="51102"/>
                  <a:pt x="658750" y="47113"/>
                  <a:pt x="656160" y="44382"/>
                </a:cubicBezTo>
                <a:cubicBezTo>
                  <a:pt x="653569" y="41651"/>
                  <a:pt x="650417" y="40286"/>
                  <a:pt x="646703" y="40286"/>
                </a:cubicBezTo>
                <a:cubicBezTo>
                  <a:pt x="642731" y="40286"/>
                  <a:pt x="639449" y="41726"/>
                  <a:pt x="636859" y="44607"/>
                </a:cubicBezTo>
                <a:cubicBezTo>
                  <a:pt x="634268" y="47489"/>
                  <a:pt x="632994" y="51403"/>
                  <a:pt x="633037" y="56348"/>
                </a:cubicBezTo>
                <a:lnTo>
                  <a:pt x="660240" y="56348"/>
                </a:lnTo>
                <a:close/>
                <a:moveTo>
                  <a:pt x="725982" y="43913"/>
                </a:moveTo>
                <a:lnTo>
                  <a:pt x="725982" y="27073"/>
                </a:lnTo>
                <a:lnTo>
                  <a:pt x="792369" y="27073"/>
                </a:lnTo>
                <a:lnTo>
                  <a:pt x="792369" y="43913"/>
                </a:lnTo>
                <a:lnTo>
                  <a:pt x="725982" y="43913"/>
                </a:lnTo>
                <a:moveTo>
                  <a:pt x="725982" y="72799"/>
                </a:moveTo>
                <a:lnTo>
                  <a:pt x="725982" y="55960"/>
                </a:lnTo>
                <a:lnTo>
                  <a:pt x="792369" y="55960"/>
                </a:lnTo>
                <a:lnTo>
                  <a:pt x="792369" y="72799"/>
                </a:lnTo>
                <a:lnTo>
                  <a:pt x="725982" y="72799"/>
                </a:lnTo>
                <a:close/>
                <a:moveTo>
                  <a:pt x="871216" y="1295"/>
                </a:moveTo>
                <a:cubicBezTo>
                  <a:pt x="880413" y="1295"/>
                  <a:pt x="887602" y="4579"/>
                  <a:pt x="892784" y="11146"/>
                </a:cubicBezTo>
                <a:cubicBezTo>
                  <a:pt x="898958" y="18924"/>
                  <a:pt x="902046" y="31821"/>
                  <a:pt x="902046" y="49839"/>
                </a:cubicBezTo>
                <a:cubicBezTo>
                  <a:pt x="902046" y="67813"/>
                  <a:pt x="898937" y="80733"/>
                  <a:pt x="892719" y="88597"/>
                </a:cubicBezTo>
                <a:cubicBezTo>
                  <a:pt x="887581" y="95077"/>
                  <a:pt x="880413" y="98318"/>
                  <a:pt x="871216" y="98318"/>
                </a:cubicBezTo>
                <a:cubicBezTo>
                  <a:pt x="861976" y="98318"/>
                  <a:pt x="854528" y="94764"/>
                  <a:pt x="848871" y="87657"/>
                </a:cubicBezTo>
                <a:cubicBezTo>
                  <a:pt x="843215" y="80549"/>
                  <a:pt x="840387" y="67878"/>
                  <a:pt x="840387" y="49645"/>
                </a:cubicBezTo>
                <a:cubicBezTo>
                  <a:pt x="840387" y="31757"/>
                  <a:pt x="843495" y="18881"/>
                  <a:pt x="849713" y="11017"/>
                </a:cubicBezTo>
                <a:cubicBezTo>
                  <a:pt x="854851" y="4536"/>
                  <a:pt x="862019" y="1295"/>
                  <a:pt x="871216" y="1295"/>
                </a:cubicBezTo>
                <a:moveTo>
                  <a:pt x="871216" y="16451"/>
                </a:moveTo>
                <a:cubicBezTo>
                  <a:pt x="869014" y="16451"/>
                  <a:pt x="867049" y="17152"/>
                  <a:pt x="865322" y="18554"/>
                </a:cubicBezTo>
                <a:cubicBezTo>
                  <a:pt x="863595" y="19956"/>
                  <a:pt x="862257" y="22468"/>
                  <a:pt x="861307" y="26091"/>
                </a:cubicBezTo>
                <a:cubicBezTo>
                  <a:pt x="860054" y="30794"/>
                  <a:pt x="859428" y="38710"/>
                  <a:pt x="859428" y="49839"/>
                </a:cubicBezTo>
                <a:cubicBezTo>
                  <a:pt x="859428" y="60968"/>
                  <a:pt x="859990" y="68614"/>
                  <a:pt x="861112" y="72777"/>
                </a:cubicBezTo>
                <a:cubicBezTo>
                  <a:pt x="862235" y="76940"/>
                  <a:pt x="863649" y="79711"/>
                  <a:pt x="865355" y="81092"/>
                </a:cubicBezTo>
                <a:cubicBezTo>
                  <a:pt x="867060" y="82472"/>
                  <a:pt x="869014" y="83162"/>
                  <a:pt x="871216" y="83162"/>
                </a:cubicBezTo>
                <a:cubicBezTo>
                  <a:pt x="873418" y="83162"/>
                  <a:pt x="875383" y="82461"/>
                  <a:pt x="877110" y="81059"/>
                </a:cubicBezTo>
                <a:cubicBezTo>
                  <a:pt x="878837" y="79657"/>
                  <a:pt x="880176" y="77145"/>
                  <a:pt x="881126" y="73522"/>
                </a:cubicBezTo>
                <a:cubicBezTo>
                  <a:pt x="882378" y="68863"/>
                  <a:pt x="883004" y="60968"/>
                  <a:pt x="883004" y="49839"/>
                </a:cubicBezTo>
                <a:cubicBezTo>
                  <a:pt x="883004" y="38710"/>
                  <a:pt x="882443" y="31064"/>
                  <a:pt x="881320" y="26901"/>
                </a:cubicBezTo>
                <a:cubicBezTo>
                  <a:pt x="880197" y="22738"/>
                  <a:pt x="878783" y="19956"/>
                  <a:pt x="877078" y="18554"/>
                </a:cubicBezTo>
                <a:cubicBezTo>
                  <a:pt x="875372" y="17152"/>
                  <a:pt x="873418" y="16451"/>
                  <a:pt x="871216" y="16451"/>
                </a:cubicBezTo>
                <a:close/>
                <a:moveTo>
                  <a:pt x="918089" y="96634"/>
                </a:moveTo>
                <a:lnTo>
                  <a:pt x="918089" y="78369"/>
                </a:lnTo>
                <a:lnTo>
                  <a:pt x="936288" y="78369"/>
                </a:lnTo>
                <a:lnTo>
                  <a:pt x="936288" y="96634"/>
                </a:lnTo>
                <a:lnTo>
                  <a:pt x="918089" y="96634"/>
                </a:lnTo>
                <a:close/>
                <a:moveTo>
                  <a:pt x="951336" y="72216"/>
                </a:moveTo>
                <a:lnTo>
                  <a:pt x="969471" y="70338"/>
                </a:lnTo>
                <a:cubicBezTo>
                  <a:pt x="969989" y="74440"/>
                  <a:pt x="971522" y="77689"/>
                  <a:pt x="974070" y="80086"/>
                </a:cubicBezTo>
                <a:cubicBezTo>
                  <a:pt x="976617" y="82482"/>
                  <a:pt x="979553" y="83680"/>
                  <a:pt x="982878" y="83680"/>
                </a:cubicBezTo>
                <a:cubicBezTo>
                  <a:pt x="986678" y="83680"/>
                  <a:pt x="989895" y="82134"/>
                  <a:pt x="992529" y="79041"/>
                </a:cubicBezTo>
                <a:cubicBezTo>
                  <a:pt x="995163" y="75949"/>
                  <a:pt x="996480" y="71288"/>
                  <a:pt x="996480" y="65059"/>
                </a:cubicBezTo>
                <a:cubicBezTo>
                  <a:pt x="996480" y="59220"/>
                  <a:pt x="995173" y="54840"/>
                  <a:pt x="992561" y="51920"/>
                </a:cubicBezTo>
                <a:cubicBezTo>
                  <a:pt x="989949" y="49000"/>
                  <a:pt x="986548" y="47540"/>
                  <a:pt x="982360" y="47540"/>
                </a:cubicBezTo>
                <a:cubicBezTo>
                  <a:pt x="977135" y="47540"/>
                  <a:pt x="972451" y="49871"/>
                  <a:pt x="968305" y="54535"/>
                </a:cubicBezTo>
                <a:lnTo>
                  <a:pt x="953538" y="52377"/>
                </a:lnTo>
                <a:lnTo>
                  <a:pt x="962865" y="2850"/>
                </a:lnTo>
                <a:lnTo>
                  <a:pt x="1010988" y="2850"/>
                </a:lnTo>
                <a:lnTo>
                  <a:pt x="1010988" y="19949"/>
                </a:lnTo>
                <a:lnTo>
                  <a:pt x="976661" y="19949"/>
                </a:lnTo>
                <a:lnTo>
                  <a:pt x="973811" y="36066"/>
                </a:lnTo>
                <a:cubicBezTo>
                  <a:pt x="977870" y="34043"/>
                  <a:pt x="982015" y="33032"/>
                  <a:pt x="986246" y="33032"/>
                </a:cubicBezTo>
                <a:cubicBezTo>
                  <a:pt x="994321" y="33032"/>
                  <a:pt x="1001164" y="35974"/>
                  <a:pt x="1006778" y="41858"/>
                </a:cubicBezTo>
                <a:cubicBezTo>
                  <a:pt x="1012391" y="47741"/>
                  <a:pt x="1015197" y="55377"/>
                  <a:pt x="1015197" y="64766"/>
                </a:cubicBezTo>
                <a:cubicBezTo>
                  <a:pt x="1015197" y="72598"/>
                  <a:pt x="1012931" y="79585"/>
                  <a:pt x="1008397" y="85729"/>
                </a:cubicBezTo>
                <a:cubicBezTo>
                  <a:pt x="1002222" y="94121"/>
                  <a:pt x="993651" y="98318"/>
                  <a:pt x="982684" y="98318"/>
                </a:cubicBezTo>
                <a:cubicBezTo>
                  <a:pt x="973919" y="98318"/>
                  <a:pt x="966773" y="95959"/>
                  <a:pt x="961246" y="91242"/>
                </a:cubicBezTo>
                <a:cubicBezTo>
                  <a:pt x="955719" y="86523"/>
                  <a:pt x="952416" y="80181"/>
                  <a:pt x="951336" y="72216"/>
                </a:cubicBezTo>
                <a:close/>
                <a:moveTo>
                  <a:pt x="1071937" y="45338"/>
                </a:moveTo>
                <a:lnTo>
                  <a:pt x="1062157" y="37760"/>
                </a:lnTo>
                <a:cubicBezTo>
                  <a:pt x="1065266" y="34278"/>
                  <a:pt x="1068504" y="30947"/>
                  <a:pt x="1071872" y="27765"/>
                </a:cubicBezTo>
                <a:cubicBezTo>
                  <a:pt x="1073211" y="26477"/>
                  <a:pt x="1074053" y="25660"/>
                  <a:pt x="1074398" y="25316"/>
                </a:cubicBezTo>
                <a:cubicBezTo>
                  <a:pt x="1073319" y="25141"/>
                  <a:pt x="1070231" y="24419"/>
                  <a:pt x="1065136" y="23151"/>
                </a:cubicBezTo>
                <a:cubicBezTo>
                  <a:pt x="1061466" y="22230"/>
                  <a:pt x="1059048" y="21552"/>
                  <a:pt x="1057882" y="21114"/>
                </a:cubicBezTo>
                <a:lnTo>
                  <a:pt x="1061704" y="9715"/>
                </a:lnTo>
                <a:cubicBezTo>
                  <a:pt x="1067360" y="12016"/>
                  <a:pt x="1072412" y="14555"/>
                  <a:pt x="1076859" y="17334"/>
                </a:cubicBezTo>
                <a:cubicBezTo>
                  <a:pt x="1075823" y="10252"/>
                  <a:pt x="1075305" y="4474"/>
                  <a:pt x="1075305" y="0"/>
                </a:cubicBezTo>
                <a:lnTo>
                  <a:pt x="1086834" y="0"/>
                </a:lnTo>
                <a:cubicBezTo>
                  <a:pt x="1086834" y="3172"/>
                  <a:pt x="1086251" y="8980"/>
                  <a:pt x="1085085" y="17423"/>
                </a:cubicBezTo>
                <a:cubicBezTo>
                  <a:pt x="1085948" y="17077"/>
                  <a:pt x="1087805" y="16235"/>
                  <a:pt x="1090655" y="14897"/>
                </a:cubicBezTo>
                <a:cubicBezTo>
                  <a:pt x="1094541" y="13126"/>
                  <a:pt x="1098125" y="11615"/>
                  <a:pt x="1101406" y="10363"/>
                </a:cubicBezTo>
                <a:lnTo>
                  <a:pt x="1104839" y="22151"/>
                </a:lnTo>
                <a:cubicBezTo>
                  <a:pt x="1100046" y="23227"/>
                  <a:pt x="1094498" y="24283"/>
                  <a:pt x="1088194" y="25316"/>
                </a:cubicBezTo>
                <a:lnTo>
                  <a:pt x="1095966" y="33979"/>
                </a:lnTo>
                <a:cubicBezTo>
                  <a:pt x="1097520" y="35733"/>
                  <a:pt x="1098751" y="37166"/>
                  <a:pt x="1099658" y="38278"/>
                </a:cubicBezTo>
                <a:lnTo>
                  <a:pt x="1089748" y="44819"/>
                </a:lnTo>
                <a:lnTo>
                  <a:pt x="1081004" y="30483"/>
                </a:lnTo>
                <a:cubicBezTo>
                  <a:pt x="1078371" y="35133"/>
                  <a:pt x="1075348" y="40085"/>
                  <a:pt x="1071937" y="45338"/>
                </a:cubicBezTo>
                <a:close/>
                <a:moveTo>
                  <a:pt x="1239817" y="96634"/>
                </a:moveTo>
                <a:lnTo>
                  <a:pt x="1218962" y="96634"/>
                </a:lnTo>
                <a:lnTo>
                  <a:pt x="1210671" y="75001"/>
                </a:lnTo>
                <a:lnTo>
                  <a:pt x="1172717" y="75001"/>
                </a:lnTo>
                <a:lnTo>
                  <a:pt x="1164880" y="96634"/>
                </a:lnTo>
                <a:lnTo>
                  <a:pt x="1144543" y="96634"/>
                </a:lnTo>
                <a:lnTo>
                  <a:pt x="1181526" y="1684"/>
                </a:lnTo>
                <a:lnTo>
                  <a:pt x="1201798" y="1684"/>
                </a:lnTo>
                <a:lnTo>
                  <a:pt x="1239817" y="96634"/>
                </a:lnTo>
                <a:moveTo>
                  <a:pt x="1204518" y="58939"/>
                </a:moveTo>
                <a:lnTo>
                  <a:pt x="1191435" y="23835"/>
                </a:lnTo>
                <a:lnTo>
                  <a:pt x="1178611" y="58939"/>
                </a:lnTo>
                <a:lnTo>
                  <a:pt x="1204518" y="58939"/>
                </a:lnTo>
                <a:close/>
                <a:moveTo>
                  <a:pt x="1312399" y="96634"/>
                </a:moveTo>
                <a:lnTo>
                  <a:pt x="1294199" y="96634"/>
                </a:lnTo>
                <a:lnTo>
                  <a:pt x="1294199" y="61570"/>
                </a:lnTo>
                <a:cubicBezTo>
                  <a:pt x="1294199" y="54151"/>
                  <a:pt x="1293811" y="49353"/>
                  <a:pt x="1293033" y="47175"/>
                </a:cubicBezTo>
                <a:cubicBezTo>
                  <a:pt x="1292256" y="44998"/>
                  <a:pt x="1290993" y="43305"/>
                  <a:pt x="1289245" y="42097"/>
                </a:cubicBezTo>
                <a:cubicBezTo>
                  <a:pt x="1287496" y="40890"/>
                  <a:pt x="1285391" y="40286"/>
                  <a:pt x="1282930" y="40286"/>
                </a:cubicBezTo>
                <a:cubicBezTo>
                  <a:pt x="1279778" y="40286"/>
                  <a:pt x="1276949" y="41149"/>
                  <a:pt x="1274445" y="42874"/>
                </a:cubicBezTo>
                <a:cubicBezTo>
                  <a:pt x="1271941" y="44599"/>
                  <a:pt x="1270224" y="46885"/>
                  <a:pt x="1269296" y="49732"/>
                </a:cubicBezTo>
                <a:cubicBezTo>
                  <a:pt x="1268368" y="52577"/>
                  <a:pt x="1267904" y="57839"/>
                  <a:pt x="1267904" y="65517"/>
                </a:cubicBezTo>
                <a:lnTo>
                  <a:pt x="1267904" y="96634"/>
                </a:lnTo>
                <a:lnTo>
                  <a:pt x="1249704" y="96634"/>
                </a:lnTo>
                <a:lnTo>
                  <a:pt x="1249704" y="27850"/>
                </a:lnTo>
                <a:lnTo>
                  <a:pt x="1266608" y="27850"/>
                </a:lnTo>
                <a:lnTo>
                  <a:pt x="1266608" y="37954"/>
                </a:lnTo>
                <a:cubicBezTo>
                  <a:pt x="1272610" y="30182"/>
                  <a:pt x="1280166" y="26296"/>
                  <a:pt x="1289277" y="26296"/>
                </a:cubicBezTo>
                <a:cubicBezTo>
                  <a:pt x="1293293" y="26296"/>
                  <a:pt x="1296963" y="27019"/>
                  <a:pt x="1300288" y="28466"/>
                </a:cubicBezTo>
                <a:cubicBezTo>
                  <a:pt x="1303612" y="29912"/>
                  <a:pt x="1306127" y="31758"/>
                  <a:pt x="1307833" y="34003"/>
                </a:cubicBezTo>
                <a:cubicBezTo>
                  <a:pt x="1309539" y="36248"/>
                  <a:pt x="1310726" y="38796"/>
                  <a:pt x="1311395" y="41646"/>
                </a:cubicBezTo>
                <a:cubicBezTo>
                  <a:pt x="1312065" y="44496"/>
                  <a:pt x="1312399" y="48576"/>
                  <a:pt x="1312399" y="53887"/>
                </a:cubicBezTo>
                <a:lnTo>
                  <a:pt x="1312399" y="96634"/>
                </a:lnTo>
                <a:close/>
                <a:moveTo>
                  <a:pt x="1329195" y="101038"/>
                </a:moveTo>
                <a:lnTo>
                  <a:pt x="1349985" y="103629"/>
                </a:lnTo>
                <a:cubicBezTo>
                  <a:pt x="1350331" y="106070"/>
                  <a:pt x="1351130" y="107748"/>
                  <a:pt x="1352382" y="108662"/>
                </a:cubicBezTo>
                <a:cubicBezTo>
                  <a:pt x="1354109" y="109970"/>
                  <a:pt x="1356829" y="110624"/>
                  <a:pt x="1360543" y="110624"/>
                </a:cubicBezTo>
                <a:cubicBezTo>
                  <a:pt x="1365292" y="110624"/>
                  <a:pt x="1368854" y="109906"/>
                  <a:pt x="1371229" y="108470"/>
                </a:cubicBezTo>
                <a:cubicBezTo>
                  <a:pt x="1372827" y="107514"/>
                  <a:pt x="1374036" y="105970"/>
                  <a:pt x="1374856" y="103839"/>
                </a:cubicBezTo>
                <a:cubicBezTo>
                  <a:pt x="1375418" y="102317"/>
                  <a:pt x="1375698" y="99513"/>
                  <a:pt x="1375698" y="95426"/>
                </a:cubicBezTo>
                <a:lnTo>
                  <a:pt x="1375698" y="85314"/>
                </a:lnTo>
                <a:cubicBezTo>
                  <a:pt x="1370258" y="92860"/>
                  <a:pt x="1363392" y="96634"/>
                  <a:pt x="1355102" y="96634"/>
                </a:cubicBezTo>
                <a:cubicBezTo>
                  <a:pt x="1345862" y="96634"/>
                  <a:pt x="1338543" y="92726"/>
                  <a:pt x="1333146" y="84911"/>
                </a:cubicBezTo>
                <a:cubicBezTo>
                  <a:pt x="1328914" y="78736"/>
                  <a:pt x="1326798" y="71050"/>
                  <a:pt x="1326798" y="61853"/>
                </a:cubicBezTo>
                <a:cubicBezTo>
                  <a:pt x="1326798" y="50325"/>
                  <a:pt x="1329573" y="41516"/>
                  <a:pt x="1335121" y="35428"/>
                </a:cubicBezTo>
                <a:cubicBezTo>
                  <a:pt x="1340670" y="29340"/>
                  <a:pt x="1347567" y="26296"/>
                  <a:pt x="1355814" y="26296"/>
                </a:cubicBezTo>
                <a:cubicBezTo>
                  <a:pt x="1364321" y="26296"/>
                  <a:pt x="1371337" y="30048"/>
                  <a:pt x="1376864" y="37553"/>
                </a:cubicBezTo>
                <a:lnTo>
                  <a:pt x="1376864" y="27850"/>
                </a:lnTo>
                <a:lnTo>
                  <a:pt x="1393898" y="27850"/>
                </a:lnTo>
                <a:lnTo>
                  <a:pt x="1393898" y="89615"/>
                </a:lnTo>
                <a:cubicBezTo>
                  <a:pt x="1393898" y="97738"/>
                  <a:pt x="1393229" y="103808"/>
                  <a:pt x="1391890" y="107827"/>
                </a:cubicBezTo>
                <a:cubicBezTo>
                  <a:pt x="1390552" y="111845"/>
                  <a:pt x="1388673" y="114999"/>
                  <a:pt x="1386255" y="117289"/>
                </a:cubicBezTo>
                <a:cubicBezTo>
                  <a:pt x="1383837" y="119580"/>
                  <a:pt x="1380610" y="121373"/>
                  <a:pt x="1376573" y="122669"/>
                </a:cubicBezTo>
                <a:cubicBezTo>
                  <a:pt x="1372535" y="123965"/>
                  <a:pt x="1367430" y="124614"/>
                  <a:pt x="1361255" y="124614"/>
                </a:cubicBezTo>
                <a:cubicBezTo>
                  <a:pt x="1349597" y="124614"/>
                  <a:pt x="1341328" y="122600"/>
                  <a:pt x="1336449" y="118572"/>
                </a:cubicBezTo>
                <a:cubicBezTo>
                  <a:pt x="1331570" y="114546"/>
                  <a:pt x="1329130" y="109441"/>
                  <a:pt x="1329130" y="103258"/>
                </a:cubicBezTo>
                <a:cubicBezTo>
                  <a:pt x="1329130" y="102649"/>
                  <a:pt x="1329152" y="101908"/>
                  <a:pt x="1329195" y="101038"/>
                </a:cubicBezTo>
                <a:moveTo>
                  <a:pt x="1345452" y="60817"/>
                </a:moveTo>
                <a:cubicBezTo>
                  <a:pt x="1345452" y="68093"/>
                  <a:pt x="1346866" y="73420"/>
                  <a:pt x="1349694" y="76799"/>
                </a:cubicBezTo>
                <a:cubicBezTo>
                  <a:pt x="1352522" y="80177"/>
                  <a:pt x="1356009" y="81867"/>
                  <a:pt x="1360154" y="81867"/>
                </a:cubicBezTo>
                <a:cubicBezTo>
                  <a:pt x="1364601" y="81867"/>
                  <a:pt x="1368358" y="80134"/>
                  <a:pt x="1371424" y="76669"/>
                </a:cubicBezTo>
                <a:cubicBezTo>
                  <a:pt x="1374489" y="73204"/>
                  <a:pt x="1376022" y="68071"/>
                  <a:pt x="1376022" y="61271"/>
                </a:cubicBezTo>
                <a:cubicBezTo>
                  <a:pt x="1376022" y="54168"/>
                  <a:pt x="1374554" y="48894"/>
                  <a:pt x="1371618" y="45451"/>
                </a:cubicBezTo>
                <a:cubicBezTo>
                  <a:pt x="1368682" y="42007"/>
                  <a:pt x="1364968" y="40286"/>
                  <a:pt x="1360478" y="40286"/>
                </a:cubicBezTo>
                <a:cubicBezTo>
                  <a:pt x="1356117" y="40286"/>
                  <a:pt x="1352522" y="41975"/>
                  <a:pt x="1349694" y="45354"/>
                </a:cubicBezTo>
                <a:cubicBezTo>
                  <a:pt x="1346866" y="48733"/>
                  <a:pt x="1345452" y="53887"/>
                  <a:pt x="1345452" y="60817"/>
                </a:cubicBezTo>
                <a:close/>
                <a:moveTo>
                  <a:pt x="1411925" y="96634"/>
                </a:moveTo>
                <a:lnTo>
                  <a:pt x="1411925" y="1684"/>
                </a:lnTo>
                <a:lnTo>
                  <a:pt x="1430124" y="1684"/>
                </a:lnTo>
                <a:lnTo>
                  <a:pt x="1430124" y="96634"/>
                </a:lnTo>
                <a:lnTo>
                  <a:pt x="1411925" y="96634"/>
                </a:lnTo>
                <a:close/>
                <a:moveTo>
                  <a:pt x="1488632" y="74742"/>
                </a:moveTo>
                <a:lnTo>
                  <a:pt x="1506767" y="77851"/>
                </a:lnTo>
                <a:cubicBezTo>
                  <a:pt x="1504435" y="84479"/>
                  <a:pt x="1500754" y="89526"/>
                  <a:pt x="1495724" y="92991"/>
                </a:cubicBezTo>
                <a:cubicBezTo>
                  <a:pt x="1490693" y="96456"/>
                  <a:pt x="1484400" y="98188"/>
                  <a:pt x="1476844" y="98188"/>
                </a:cubicBezTo>
                <a:cubicBezTo>
                  <a:pt x="1464883" y="98188"/>
                  <a:pt x="1456032" y="94281"/>
                  <a:pt x="1450289" y="86465"/>
                </a:cubicBezTo>
                <a:cubicBezTo>
                  <a:pt x="1445755" y="80204"/>
                  <a:pt x="1443488" y="72303"/>
                  <a:pt x="1443488" y="62760"/>
                </a:cubicBezTo>
                <a:cubicBezTo>
                  <a:pt x="1443488" y="51361"/>
                  <a:pt x="1446468" y="42434"/>
                  <a:pt x="1452426" y="35979"/>
                </a:cubicBezTo>
                <a:cubicBezTo>
                  <a:pt x="1458385" y="29523"/>
                  <a:pt x="1465920" y="26296"/>
                  <a:pt x="1475030" y="26296"/>
                </a:cubicBezTo>
                <a:cubicBezTo>
                  <a:pt x="1485264" y="26296"/>
                  <a:pt x="1493338" y="29675"/>
                  <a:pt x="1499254" y="36432"/>
                </a:cubicBezTo>
                <a:cubicBezTo>
                  <a:pt x="1505169" y="43189"/>
                  <a:pt x="1507997" y="53542"/>
                  <a:pt x="1507738" y="67488"/>
                </a:cubicBezTo>
                <a:lnTo>
                  <a:pt x="1462141" y="67488"/>
                </a:lnTo>
                <a:cubicBezTo>
                  <a:pt x="1462271" y="72886"/>
                  <a:pt x="1463739" y="77085"/>
                  <a:pt x="1466546" y="80086"/>
                </a:cubicBezTo>
                <a:cubicBezTo>
                  <a:pt x="1469352" y="83087"/>
                  <a:pt x="1472850" y="84587"/>
                  <a:pt x="1477038" y="84587"/>
                </a:cubicBezTo>
                <a:cubicBezTo>
                  <a:pt x="1479888" y="84587"/>
                  <a:pt x="1482284" y="83810"/>
                  <a:pt x="1484227" y="82255"/>
                </a:cubicBezTo>
                <a:cubicBezTo>
                  <a:pt x="1486170" y="80701"/>
                  <a:pt x="1487638" y="78197"/>
                  <a:pt x="1488632" y="74742"/>
                </a:cubicBezTo>
                <a:moveTo>
                  <a:pt x="1489668" y="56348"/>
                </a:moveTo>
                <a:cubicBezTo>
                  <a:pt x="1489538" y="51102"/>
                  <a:pt x="1488178" y="47113"/>
                  <a:pt x="1485587" y="44382"/>
                </a:cubicBezTo>
                <a:cubicBezTo>
                  <a:pt x="1482997" y="41651"/>
                  <a:pt x="1479845" y="40286"/>
                  <a:pt x="1476131" y="40286"/>
                </a:cubicBezTo>
                <a:cubicBezTo>
                  <a:pt x="1472159" y="40286"/>
                  <a:pt x="1468877" y="41726"/>
                  <a:pt x="1466287" y="44607"/>
                </a:cubicBezTo>
                <a:cubicBezTo>
                  <a:pt x="1463696" y="47489"/>
                  <a:pt x="1462422" y="51403"/>
                  <a:pt x="1462465" y="56348"/>
                </a:cubicBezTo>
                <a:lnTo>
                  <a:pt x="1489668" y="56348"/>
                </a:lnTo>
                <a:close/>
                <a:moveTo>
                  <a:pt x="1511799" y="122930"/>
                </a:moveTo>
                <a:lnTo>
                  <a:pt x="1511799" y="111012"/>
                </a:lnTo>
                <a:lnTo>
                  <a:pt x="1587448" y="111012"/>
                </a:lnTo>
                <a:lnTo>
                  <a:pt x="1587448" y="122930"/>
                </a:lnTo>
                <a:lnTo>
                  <a:pt x="1511799" y="122930"/>
                </a:lnTo>
                <a:close/>
                <a:moveTo>
                  <a:pt x="1596172" y="96634"/>
                </a:moveTo>
                <a:lnTo>
                  <a:pt x="1596172" y="1684"/>
                </a:lnTo>
                <a:lnTo>
                  <a:pt x="1624864" y="1684"/>
                </a:lnTo>
                <a:lnTo>
                  <a:pt x="1642093" y="66452"/>
                </a:lnTo>
                <a:lnTo>
                  <a:pt x="1659127" y="1684"/>
                </a:lnTo>
                <a:lnTo>
                  <a:pt x="1687884" y="1684"/>
                </a:lnTo>
                <a:lnTo>
                  <a:pt x="1687884" y="96634"/>
                </a:lnTo>
                <a:lnTo>
                  <a:pt x="1670072" y="96634"/>
                </a:lnTo>
                <a:lnTo>
                  <a:pt x="1670072" y="21892"/>
                </a:lnTo>
                <a:lnTo>
                  <a:pt x="1651225" y="96634"/>
                </a:lnTo>
                <a:lnTo>
                  <a:pt x="1632766" y="96634"/>
                </a:lnTo>
                <a:lnTo>
                  <a:pt x="1613983" y="21892"/>
                </a:lnTo>
                <a:lnTo>
                  <a:pt x="1613983" y="96634"/>
                </a:lnTo>
                <a:lnTo>
                  <a:pt x="1596172" y="96634"/>
                </a:lnTo>
                <a:close/>
                <a:moveTo>
                  <a:pt x="1702585" y="61271"/>
                </a:moveTo>
                <a:cubicBezTo>
                  <a:pt x="1702585" y="55226"/>
                  <a:pt x="1704075" y="49375"/>
                  <a:pt x="1707054" y="43718"/>
                </a:cubicBezTo>
                <a:cubicBezTo>
                  <a:pt x="1710034" y="38062"/>
                  <a:pt x="1714254" y="33744"/>
                  <a:pt x="1719716" y="30765"/>
                </a:cubicBezTo>
                <a:cubicBezTo>
                  <a:pt x="1725179" y="27785"/>
                  <a:pt x="1731278" y="26296"/>
                  <a:pt x="1738013" y="26296"/>
                </a:cubicBezTo>
                <a:cubicBezTo>
                  <a:pt x="1748419" y="26296"/>
                  <a:pt x="1756947" y="29675"/>
                  <a:pt x="1763597" y="36432"/>
                </a:cubicBezTo>
                <a:cubicBezTo>
                  <a:pt x="1770246" y="43189"/>
                  <a:pt x="1773571" y="51728"/>
                  <a:pt x="1773571" y="62048"/>
                </a:cubicBezTo>
                <a:cubicBezTo>
                  <a:pt x="1773571" y="72454"/>
                  <a:pt x="1770214" y="81079"/>
                  <a:pt x="1763500" y="87923"/>
                </a:cubicBezTo>
                <a:cubicBezTo>
                  <a:pt x="1756785" y="94766"/>
                  <a:pt x="1748333" y="98188"/>
                  <a:pt x="1738143" y="98188"/>
                </a:cubicBezTo>
                <a:cubicBezTo>
                  <a:pt x="1731839" y="98188"/>
                  <a:pt x="1725826" y="96763"/>
                  <a:pt x="1720105" y="93914"/>
                </a:cubicBezTo>
                <a:cubicBezTo>
                  <a:pt x="1714384" y="91064"/>
                  <a:pt x="1710034" y="86886"/>
                  <a:pt x="1707054" y="81381"/>
                </a:cubicBezTo>
                <a:cubicBezTo>
                  <a:pt x="1704075" y="75876"/>
                  <a:pt x="1702585" y="69172"/>
                  <a:pt x="1702585" y="61271"/>
                </a:cubicBezTo>
                <a:moveTo>
                  <a:pt x="1721238" y="62242"/>
                </a:moveTo>
                <a:cubicBezTo>
                  <a:pt x="1721238" y="69043"/>
                  <a:pt x="1722858" y="74251"/>
                  <a:pt x="1726096" y="77867"/>
                </a:cubicBezTo>
                <a:cubicBezTo>
                  <a:pt x="1729334" y="81484"/>
                  <a:pt x="1733329" y="83292"/>
                  <a:pt x="1738078" y="83292"/>
                </a:cubicBezTo>
                <a:cubicBezTo>
                  <a:pt x="1742828" y="83292"/>
                  <a:pt x="1746811" y="81484"/>
                  <a:pt x="1750028" y="77867"/>
                </a:cubicBezTo>
                <a:cubicBezTo>
                  <a:pt x="1753245" y="74251"/>
                  <a:pt x="1754853" y="69000"/>
                  <a:pt x="1754853" y="62113"/>
                </a:cubicBezTo>
                <a:cubicBezTo>
                  <a:pt x="1754853" y="55398"/>
                  <a:pt x="1753245" y="50233"/>
                  <a:pt x="1750028" y="46617"/>
                </a:cubicBezTo>
                <a:cubicBezTo>
                  <a:pt x="1746811" y="43001"/>
                  <a:pt x="1742828" y="41192"/>
                  <a:pt x="1738078" y="41192"/>
                </a:cubicBezTo>
                <a:cubicBezTo>
                  <a:pt x="1733329" y="41192"/>
                  <a:pt x="1729334" y="43001"/>
                  <a:pt x="1726096" y="46617"/>
                </a:cubicBezTo>
                <a:cubicBezTo>
                  <a:pt x="1722858" y="50233"/>
                  <a:pt x="1721238" y="55441"/>
                  <a:pt x="1721238" y="62242"/>
                </a:cubicBezTo>
                <a:close/>
                <a:moveTo>
                  <a:pt x="1850925" y="96634"/>
                </a:moveTo>
                <a:lnTo>
                  <a:pt x="1834021" y="96634"/>
                </a:lnTo>
                <a:lnTo>
                  <a:pt x="1834021" y="86530"/>
                </a:lnTo>
                <a:cubicBezTo>
                  <a:pt x="1831214" y="90459"/>
                  <a:pt x="1827900" y="93385"/>
                  <a:pt x="1824079" y="95306"/>
                </a:cubicBezTo>
                <a:cubicBezTo>
                  <a:pt x="1820257" y="97228"/>
                  <a:pt x="1816404" y="98188"/>
                  <a:pt x="1812518" y="98188"/>
                </a:cubicBezTo>
                <a:cubicBezTo>
                  <a:pt x="1804616" y="98188"/>
                  <a:pt x="1797848" y="95004"/>
                  <a:pt x="1792213" y="88635"/>
                </a:cubicBezTo>
                <a:cubicBezTo>
                  <a:pt x="1786578" y="82266"/>
                  <a:pt x="1783761" y="73382"/>
                  <a:pt x="1783761" y="61983"/>
                </a:cubicBezTo>
                <a:cubicBezTo>
                  <a:pt x="1783761" y="50325"/>
                  <a:pt x="1786503" y="41462"/>
                  <a:pt x="1791986" y="35396"/>
                </a:cubicBezTo>
                <a:cubicBezTo>
                  <a:pt x="1797470" y="29329"/>
                  <a:pt x="1804400" y="26296"/>
                  <a:pt x="1812777" y="26296"/>
                </a:cubicBezTo>
                <a:cubicBezTo>
                  <a:pt x="1820463" y="26296"/>
                  <a:pt x="1827112" y="29491"/>
                  <a:pt x="1832725" y="35881"/>
                </a:cubicBezTo>
                <a:lnTo>
                  <a:pt x="1832725" y="1684"/>
                </a:lnTo>
                <a:lnTo>
                  <a:pt x="1850925" y="1684"/>
                </a:lnTo>
                <a:lnTo>
                  <a:pt x="1850925" y="96634"/>
                </a:lnTo>
                <a:moveTo>
                  <a:pt x="1802349" y="60787"/>
                </a:moveTo>
                <a:cubicBezTo>
                  <a:pt x="1802349" y="68116"/>
                  <a:pt x="1803364" y="73419"/>
                  <a:pt x="1805393" y="76695"/>
                </a:cubicBezTo>
                <a:cubicBezTo>
                  <a:pt x="1808329" y="81438"/>
                  <a:pt x="1812431" y="83810"/>
                  <a:pt x="1817699" y="83810"/>
                </a:cubicBezTo>
                <a:cubicBezTo>
                  <a:pt x="1821887" y="83810"/>
                  <a:pt x="1825450" y="82031"/>
                  <a:pt x="1828386" y="78475"/>
                </a:cubicBezTo>
                <a:cubicBezTo>
                  <a:pt x="1831322" y="74918"/>
                  <a:pt x="1832790" y="69604"/>
                  <a:pt x="1832790" y="62533"/>
                </a:cubicBezTo>
                <a:cubicBezTo>
                  <a:pt x="1832790" y="54643"/>
                  <a:pt x="1831365" y="48962"/>
                  <a:pt x="1828515" y="45491"/>
                </a:cubicBezTo>
                <a:cubicBezTo>
                  <a:pt x="1825666" y="42021"/>
                  <a:pt x="1822017" y="40286"/>
                  <a:pt x="1817570" y="40286"/>
                </a:cubicBezTo>
                <a:cubicBezTo>
                  <a:pt x="1813252" y="40286"/>
                  <a:pt x="1809635" y="41999"/>
                  <a:pt x="1806721" y="45427"/>
                </a:cubicBezTo>
                <a:cubicBezTo>
                  <a:pt x="1803806" y="48854"/>
                  <a:pt x="1802349" y="53974"/>
                  <a:pt x="1802349" y="60787"/>
                </a:cubicBezTo>
                <a:close/>
                <a:moveTo>
                  <a:pt x="1914159" y="96634"/>
                </a:moveTo>
                <a:lnTo>
                  <a:pt x="1914159" y="86336"/>
                </a:lnTo>
                <a:cubicBezTo>
                  <a:pt x="1911655" y="90006"/>
                  <a:pt x="1908362" y="92899"/>
                  <a:pt x="1904282" y="95015"/>
                </a:cubicBezTo>
                <a:cubicBezTo>
                  <a:pt x="1900201" y="97130"/>
                  <a:pt x="1895894" y="98188"/>
                  <a:pt x="1891361" y="98188"/>
                </a:cubicBezTo>
                <a:cubicBezTo>
                  <a:pt x="1886740" y="98188"/>
                  <a:pt x="1882595" y="97174"/>
                  <a:pt x="1878925" y="95144"/>
                </a:cubicBezTo>
                <a:cubicBezTo>
                  <a:pt x="1875255" y="93115"/>
                  <a:pt x="1872599" y="90265"/>
                  <a:pt x="1870959" y="86595"/>
                </a:cubicBezTo>
                <a:cubicBezTo>
                  <a:pt x="1869318" y="82925"/>
                  <a:pt x="1868497" y="77851"/>
                  <a:pt x="1868497" y="71374"/>
                </a:cubicBezTo>
                <a:lnTo>
                  <a:pt x="1868497" y="27850"/>
                </a:lnTo>
                <a:lnTo>
                  <a:pt x="1886697" y="27850"/>
                </a:lnTo>
                <a:lnTo>
                  <a:pt x="1886697" y="59384"/>
                </a:lnTo>
                <a:cubicBezTo>
                  <a:pt x="1886697" y="69035"/>
                  <a:pt x="1887032" y="74947"/>
                  <a:pt x="1887701" y="77122"/>
                </a:cubicBezTo>
                <a:cubicBezTo>
                  <a:pt x="1888370" y="79298"/>
                  <a:pt x="1889590" y="81021"/>
                  <a:pt x="1891361" y="82292"/>
                </a:cubicBezTo>
                <a:cubicBezTo>
                  <a:pt x="1893131" y="83563"/>
                  <a:pt x="1895376" y="84198"/>
                  <a:pt x="1898096" y="84198"/>
                </a:cubicBezTo>
                <a:cubicBezTo>
                  <a:pt x="1901205" y="84198"/>
                  <a:pt x="1903990" y="83348"/>
                  <a:pt x="1906451" y="81646"/>
                </a:cubicBezTo>
                <a:cubicBezTo>
                  <a:pt x="1908913" y="79945"/>
                  <a:pt x="1910597" y="77834"/>
                  <a:pt x="1911503" y="75313"/>
                </a:cubicBezTo>
                <a:cubicBezTo>
                  <a:pt x="1912410" y="72792"/>
                  <a:pt x="1912864" y="66621"/>
                  <a:pt x="1912864" y="56800"/>
                </a:cubicBezTo>
                <a:lnTo>
                  <a:pt x="1912864" y="27850"/>
                </a:lnTo>
                <a:lnTo>
                  <a:pt x="1931063" y="27850"/>
                </a:lnTo>
                <a:lnTo>
                  <a:pt x="1931063" y="96634"/>
                </a:lnTo>
                <a:lnTo>
                  <a:pt x="1914159" y="96634"/>
                </a:lnTo>
                <a:close/>
                <a:moveTo>
                  <a:pt x="1949932" y="96634"/>
                </a:moveTo>
                <a:lnTo>
                  <a:pt x="1949932" y="1684"/>
                </a:lnTo>
                <a:lnTo>
                  <a:pt x="1968132" y="1684"/>
                </a:lnTo>
                <a:lnTo>
                  <a:pt x="1968132" y="96634"/>
                </a:lnTo>
                <a:lnTo>
                  <a:pt x="1949932" y="96634"/>
                </a:lnTo>
                <a:close/>
                <a:moveTo>
                  <a:pt x="2026639" y="74742"/>
                </a:moveTo>
                <a:lnTo>
                  <a:pt x="2044774" y="77851"/>
                </a:lnTo>
                <a:cubicBezTo>
                  <a:pt x="2042442" y="84479"/>
                  <a:pt x="2038761" y="89526"/>
                  <a:pt x="2033731" y="92991"/>
                </a:cubicBezTo>
                <a:cubicBezTo>
                  <a:pt x="2028701" y="96456"/>
                  <a:pt x="2022407" y="98188"/>
                  <a:pt x="2014851" y="98188"/>
                </a:cubicBezTo>
                <a:cubicBezTo>
                  <a:pt x="2002891" y="98188"/>
                  <a:pt x="1994039" y="94281"/>
                  <a:pt x="1988296" y="86465"/>
                </a:cubicBezTo>
                <a:cubicBezTo>
                  <a:pt x="1983762" y="80204"/>
                  <a:pt x="1981496" y="72303"/>
                  <a:pt x="1981496" y="62760"/>
                </a:cubicBezTo>
                <a:cubicBezTo>
                  <a:pt x="1981496" y="51361"/>
                  <a:pt x="1984475" y="42434"/>
                  <a:pt x="1990434" y="35979"/>
                </a:cubicBezTo>
                <a:cubicBezTo>
                  <a:pt x="1996392" y="29523"/>
                  <a:pt x="2003927" y="26296"/>
                  <a:pt x="2013038" y="26296"/>
                </a:cubicBezTo>
                <a:cubicBezTo>
                  <a:pt x="2023271" y="26296"/>
                  <a:pt x="2031345" y="29675"/>
                  <a:pt x="2037261" y="36432"/>
                </a:cubicBezTo>
                <a:cubicBezTo>
                  <a:pt x="2043176" y="43189"/>
                  <a:pt x="2046004" y="53542"/>
                  <a:pt x="2045745" y="67488"/>
                </a:cubicBezTo>
                <a:lnTo>
                  <a:pt x="2000149" y="67488"/>
                </a:lnTo>
                <a:cubicBezTo>
                  <a:pt x="2000278" y="72886"/>
                  <a:pt x="2001746" y="77085"/>
                  <a:pt x="2004553" y="80086"/>
                </a:cubicBezTo>
                <a:cubicBezTo>
                  <a:pt x="2007360" y="83087"/>
                  <a:pt x="2010857" y="84587"/>
                  <a:pt x="2015045" y="84587"/>
                </a:cubicBezTo>
                <a:cubicBezTo>
                  <a:pt x="2017895" y="84587"/>
                  <a:pt x="2020292" y="83810"/>
                  <a:pt x="2022235" y="82255"/>
                </a:cubicBezTo>
                <a:cubicBezTo>
                  <a:pt x="2024178" y="80701"/>
                  <a:pt x="2025646" y="78197"/>
                  <a:pt x="2026639" y="74742"/>
                </a:cubicBezTo>
                <a:moveTo>
                  <a:pt x="2027675" y="56348"/>
                </a:moveTo>
                <a:cubicBezTo>
                  <a:pt x="2027546" y="51102"/>
                  <a:pt x="2026185" y="47113"/>
                  <a:pt x="2023595" y="44382"/>
                </a:cubicBezTo>
                <a:cubicBezTo>
                  <a:pt x="2021004" y="41651"/>
                  <a:pt x="2017852" y="40286"/>
                  <a:pt x="2014139" y="40286"/>
                </a:cubicBezTo>
                <a:cubicBezTo>
                  <a:pt x="2010166" y="40286"/>
                  <a:pt x="2006885" y="41726"/>
                  <a:pt x="2004294" y="44607"/>
                </a:cubicBezTo>
                <a:cubicBezTo>
                  <a:pt x="2001703" y="47489"/>
                  <a:pt x="2000429" y="51403"/>
                  <a:pt x="2000473" y="56348"/>
                </a:cubicBezTo>
                <a:lnTo>
                  <a:pt x="2027675" y="56348"/>
                </a:lnTo>
                <a:close/>
                <a:moveTo>
                  <a:pt x="2103240" y="96634"/>
                </a:moveTo>
                <a:lnTo>
                  <a:pt x="2085040" y="96634"/>
                </a:lnTo>
                <a:lnTo>
                  <a:pt x="2085040" y="28119"/>
                </a:lnTo>
                <a:cubicBezTo>
                  <a:pt x="2078390" y="34361"/>
                  <a:pt x="2070553" y="38978"/>
                  <a:pt x="2061529" y="41970"/>
                </a:cubicBezTo>
                <a:lnTo>
                  <a:pt x="2061529" y="25389"/>
                </a:lnTo>
                <a:cubicBezTo>
                  <a:pt x="2066279" y="23831"/>
                  <a:pt x="2071438" y="20876"/>
                  <a:pt x="2077008" y="16526"/>
                </a:cubicBezTo>
                <a:cubicBezTo>
                  <a:pt x="2082579" y="12174"/>
                  <a:pt x="2086400" y="7097"/>
                  <a:pt x="2088472" y="1295"/>
                </a:cubicBezTo>
                <a:lnTo>
                  <a:pt x="2103240" y="1295"/>
                </a:lnTo>
                <a:lnTo>
                  <a:pt x="2103240" y="966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94D64-6287-4806-90CD-7694C733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721" y="2242179"/>
            <a:ext cx="2217064" cy="161069"/>
          </a:xfrm>
          <a:custGeom xmlns:a="http://schemas.openxmlformats.org/drawingml/2006/main">
            <a:pathLst>
              <a:path w="2217064" h="161069">
                <a:moveTo>
                  <a:pt x="0" y="0"/>
                </a:moveTo>
                <a:lnTo>
                  <a:pt x="2217064" y="0"/>
                </a:lnTo>
                <a:lnTo>
                  <a:pt x="2217064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+0.5*Angle_Module2">
            <a:extLst xmlns:a="http://schemas.openxmlformats.org/drawingml/2006/main">
              <a:ext uri="{FF2B5EF4-FFF2-40B4-BE49-F238E27FC236}">
                <a16:creationId xmlns:a16="http://schemas.microsoft.com/office/drawing/2014/main" id="{0D684B0C-0748-41D2-8F1D-B77A15D9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600" y="2268715"/>
            <a:ext cx="1392154" cy="124614"/>
          </a:xfrm>
          <a:custGeom xmlns:a="http://schemas.openxmlformats.org/drawingml/2006/main">
            <a:pathLst>
              <a:path w="1392154" h="124614">
                <a:moveTo>
                  <a:pt x="24871" y="82903"/>
                </a:moveTo>
                <a:lnTo>
                  <a:pt x="24871" y="58291"/>
                </a:lnTo>
                <a:lnTo>
                  <a:pt x="0" y="58291"/>
                </a:lnTo>
                <a:lnTo>
                  <a:pt x="0" y="41192"/>
                </a:lnTo>
                <a:lnTo>
                  <a:pt x="24871" y="41192"/>
                </a:lnTo>
                <a:lnTo>
                  <a:pt x="24871" y="16581"/>
                </a:lnTo>
                <a:lnTo>
                  <a:pt x="41452" y="16581"/>
                </a:lnTo>
                <a:lnTo>
                  <a:pt x="41452" y="41192"/>
                </a:lnTo>
                <a:lnTo>
                  <a:pt x="66387" y="41192"/>
                </a:lnTo>
                <a:lnTo>
                  <a:pt x="66387" y="58291"/>
                </a:lnTo>
                <a:lnTo>
                  <a:pt x="41452" y="58291"/>
                </a:lnTo>
                <a:lnTo>
                  <a:pt x="41452" y="82903"/>
                </a:lnTo>
                <a:lnTo>
                  <a:pt x="24871" y="82903"/>
                </a:lnTo>
                <a:close/>
                <a:moveTo>
                  <a:pt x="145233" y="1295"/>
                </a:moveTo>
                <a:cubicBezTo>
                  <a:pt x="154431" y="1295"/>
                  <a:pt x="161620" y="4579"/>
                  <a:pt x="166801" y="11146"/>
                </a:cubicBezTo>
                <a:cubicBezTo>
                  <a:pt x="172976" y="18924"/>
                  <a:pt x="176063" y="31821"/>
                  <a:pt x="176063" y="49839"/>
                </a:cubicBezTo>
                <a:cubicBezTo>
                  <a:pt x="176063" y="67813"/>
                  <a:pt x="172954" y="80733"/>
                  <a:pt x="166736" y="88597"/>
                </a:cubicBezTo>
                <a:cubicBezTo>
                  <a:pt x="161598" y="95077"/>
                  <a:pt x="154431" y="98318"/>
                  <a:pt x="145233" y="98318"/>
                </a:cubicBezTo>
                <a:cubicBezTo>
                  <a:pt x="135993" y="98318"/>
                  <a:pt x="128545" y="94764"/>
                  <a:pt x="122889" y="87657"/>
                </a:cubicBezTo>
                <a:cubicBezTo>
                  <a:pt x="117232" y="80549"/>
                  <a:pt x="114404" y="67878"/>
                  <a:pt x="114404" y="49645"/>
                </a:cubicBezTo>
                <a:cubicBezTo>
                  <a:pt x="114404" y="31757"/>
                  <a:pt x="117513" y="18881"/>
                  <a:pt x="123731" y="11017"/>
                </a:cubicBezTo>
                <a:cubicBezTo>
                  <a:pt x="128869" y="4536"/>
                  <a:pt x="136036" y="1295"/>
                  <a:pt x="145233" y="1295"/>
                </a:cubicBezTo>
                <a:moveTo>
                  <a:pt x="145233" y="16451"/>
                </a:moveTo>
                <a:cubicBezTo>
                  <a:pt x="143031" y="16451"/>
                  <a:pt x="141067" y="17152"/>
                  <a:pt x="139340" y="18554"/>
                </a:cubicBezTo>
                <a:cubicBezTo>
                  <a:pt x="137612" y="19956"/>
                  <a:pt x="136274" y="22468"/>
                  <a:pt x="135324" y="26091"/>
                </a:cubicBezTo>
                <a:cubicBezTo>
                  <a:pt x="134072" y="30794"/>
                  <a:pt x="133446" y="38710"/>
                  <a:pt x="133446" y="49839"/>
                </a:cubicBezTo>
                <a:cubicBezTo>
                  <a:pt x="133446" y="60968"/>
                  <a:pt x="134007" y="68614"/>
                  <a:pt x="135130" y="72777"/>
                </a:cubicBezTo>
                <a:cubicBezTo>
                  <a:pt x="136252" y="76940"/>
                  <a:pt x="137666" y="79711"/>
                  <a:pt x="139372" y="81092"/>
                </a:cubicBezTo>
                <a:cubicBezTo>
                  <a:pt x="141078" y="82472"/>
                  <a:pt x="143031" y="83162"/>
                  <a:pt x="145233" y="83162"/>
                </a:cubicBezTo>
                <a:cubicBezTo>
                  <a:pt x="147436" y="83162"/>
                  <a:pt x="149400" y="82461"/>
                  <a:pt x="151127" y="81059"/>
                </a:cubicBezTo>
                <a:cubicBezTo>
                  <a:pt x="152855" y="79657"/>
                  <a:pt x="154193" y="77145"/>
                  <a:pt x="155143" y="73522"/>
                </a:cubicBezTo>
                <a:cubicBezTo>
                  <a:pt x="156395" y="68863"/>
                  <a:pt x="157021" y="60968"/>
                  <a:pt x="157021" y="49839"/>
                </a:cubicBezTo>
                <a:cubicBezTo>
                  <a:pt x="157021" y="38710"/>
                  <a:pt x="156460" y="31064"/>
                  <a:pt x="155337" y="26901"/>
                </a:cubicBezTo>
                <a:cubicBezTo>
                  <a:pt x="154215" y="22738"/>
                  <a:pt x="152801" y="19956"/>
                  <a:pt x="151095" y="18554"/>
                </a:cubicBezTo>
                <a:cubicBezTo>
                  <a:pt x="149389" y="17152"/>
                  <a:pt x="147436" y="16451"/>
                  <a:pt x="145233" y="16451"/>
                </a:cubicBezTo>
                <a:close/>
                <a:moveTo>
                  <a:pt x="192106" y="96634"/>
                </a:moveTo>
                <a:lnTo>
                  <a:pt x="192106" y="78369"/>
                </a:lnTo>
                <a:lnTo>
                  <a:pt x="210306" y="78369"/>
                </a:lnTo>
                <a:lnTo>
                  <a:pt x="210306" y="96634"/>
                </a:lnTo>
                <a:lnTo>
                  <a:pt x="192106" y="96634"/>
                </a:lnTo>
                <a:close/>
                <a:moveTo>
                  <a:pt x="225354" y="72216"/>
                </a:moveTo>
                <a:lnTo>
                  <a:pt x="243489" y="70338"/>
                </a:lnTo>
                <a:cubicBezTo>
                  <a:pt x="244007" y="74440"/>
                  <a:pt x="245540" y="77689"/>
                  <a:pt x="248087" y="80086"/>
                </a:cubicBezTo>
                <a:cubicBezTo>
                  <a:pt x="250635" y="82482"/>
                  <a:pt x="253571" y="83680"/>
                  <a:pt x="256896" y="83680"/>
                </a:cubicBezTo>
                <a:cubicBezTo>
                  <a:pt x="260696" y="83680"/>
                  <a:pt x="263912" y="82134"/>
                  <a:pt x="266546" y="79041"/>
                </a:cubicBezTo>
                <a:cubicBezTo>
                  <a:pt x="269180" y="75949"/>
                  <a:pt x="270497" y="71288"/>
                  <a:pt x="270497" y="65059"/>
                </a:cubicBezTo>
                <a:cubicBezTo>
                  <a:pt x="270497" y="59220"/>
                  <a:pt x="269191" y="54840"/>
                  <a:pt x="266579" y="51920"/>
                </a:cubicBezTo>
                <a:cubicBezTo>
                  <a:pt x="263966" y="49000"/>
                  <a:pt x="260566" y="47540"/>
                  <a:pt x="256378" y="47540"/>
                </a:cubicBezTo>
                <a:cubicBezTo>
                  <a:pt x="251153" y="47540"/>
                  <a:pt x="246468" y="49871"/>
                  <a:pt x="242323" y="54535"/>
                </a:cubicBezTo>
                <a:lnTo>
                  <a:pt x="227556" y="52377"/>
                </a:lnTo>
                <a:lnTo>
                  <a:pt x="236883" y="2850"/>
                </a:lnTo>
                <a:lnTo>
                  <a:pt x="285005" y="2850"/>
                </a:lnTo>
                <a:lnTo>
                  <a:pt x="285005" y="19949"/>
                </a:lnTo>
                <a:lnTo>
                  <a:pt x="250678" y="19949"/>
                </a:lnTo>
                <a:lnTo>
                  <a:pt x="247828" y="36066"/>
                </a:lnTo>
                <a:cubicBezTo>
                  <a:pt x="251887" y="34043"/>
                  <a:pt x="256032" y="33032"/>
                  <a:pt x="260264" y="33032"/>
                </a:cubicBezTo>
                <a:cubicBezTo>
                  <a:pt x="268338" y="33032"/>
                  <a:pt x="275182" y="35974"/>
                  <a:pt x="280795" y="41858"/>
                </a:cubicBezTo>
                <a:cubicBezTo>
                  <a:pt x="286409" y="47741"/>
                  <a:pt x="289215" y="55377"/>
                  <a:pt x="289215" y="64766"/>
                </a:cubicBezTo>
                <a:cubicBezTo>
                  <a:pt x="289215" y="72598"/>
                  <a:pt x="286948" y="79585"/>
                  <a:pt x="282414" y="85729"/>
                </a:cubicBezTo>
                <a:cubicBezTo>
                  <a:pt x="276240" y="94121"/>
                  <a:pt x="267669" y="98318"/>
                  <a:pt x="256702" y="98318"/>
                </a:cubicBezTo>
                <a:cubicBezTo>
                  <a:pt x="247936" y="98318"/>
                  <a:pt x="240790" y="95959"/>
                  <a:pt x="235263" y="91242"/>
                </a:cubicBezTo>
                <a:cubicBezTo>
                  <a:pt x="229737" y="86523"/>
                  <a:pt x="226433" y="80181"/>
                  <a:pt x="225354" y="72216"/>
                </a:cubicBezTo>
                <a:close/>
                <a:moveTo>
                  <a:pt x="345954" y="45338"/>
                </a:moveTo>
                <a:lnTo>
                  <a:pt x="336174" y="37760"/>
                </a:lnTo>
                <a:cubicBezTo>
                  <a:pt x="339283" y="34278"/>
                  <a:pt x="342521" y="30947"/>
                  <a:pt x="345889" y="27765"/>
                </a:cubicBezTo>
                <a:cubicBezTo>
                  <a:pt x="347227" y="26477"/>
                  <a:pt x="348069" y="25660"/>
                  <a:pt x="348415" y="25316"/>
                </a:cubicBezTo>
                <a:cubicBezTo>
                  <a:pt x="347335" y="25141"/>
                  <a:pt x="344248" y="24419"/>
                  <a:pt x="339153" y="23151"/>
                </a:cubicBezTo>
                <a:cubicBezTo>
                  <a:pt x="335483" y="22230"/>
                  <a:pt x="333065" y="21552"/>
                  <a:pt x="331899" y="21114"/>
                </a:cubicBezTo>
                <a:lnTo>
                  <a:pt x="335720" y="9715"/>
                </a:lnTo>
                <a:cubicBezTo>
                  <a:pt x="341377" y="12016"/>
                  <a:pt x="346429" y="14555"/>
                  <a:pt x="350876" y="17334"/>
                </a:cubicBezTo>
                <a:cubicBezTo>
                  <a:pt x="349840" y="10252"/>
                  <a:pt x="349322" y="4474"/>
                  <a:pt x="349322" y="0"/>
                </a:cubicBezTo>
                <a:lnTo>
                  <a:pt x="360850" y="0"/>
                </a:lnTo>
                <a:cubicBezTo>
                  <a:pt x="360850" y="3172"/>
                  <a:pt x="360267" y="8980"/>
                  <a:pt x="359102" y="17423"/>
                </a:cubicBezTo>
                <a:cubicBezTo>
                  <a:pt x="359965" y="17077"/>
                  <a:pt x="361822" y="16235"/>
                  <a:pt x="364672" y="14897"/>
                </a:cubicBezTo>
                <a:cubicBezTo>
                  <a:pt x="368558" y="13126"/>
                  <a:pt x="372142" y="11615"/>
                  <a:pt x="375423" y="10363"/>
                </a:cubicBezTo>
                <a:lnTo>
                  <a:pt x="378856" y="22151"/>
                </a:lnTo>
                <a:cubicBezTo>
                  <a:pt x="374063" y="23227"/>
                  <a:pt x="368515" y="24283"/>
                  <a:pt x="362210" y="25316"/>
                </a:cubicBezTo>
                <a:lnTo>
                  <a:pt x="369983" y="33979"/>
                </a:lnTo>
                <a:cubicBezTo>
                  <a:pt x="371537" y="35733"/>
                  <a:pt x="372768" y="37166"/>
                  <a:pt x="373674" y="38278"/>
                </a:cubicBezTo>
                <a:lnTo>
                  <a:pt x="363765" y="44819"/>
                </a:lnTo>
                <a:lnTo>
                  <a:pt x="355021" y="30483"/>
                </a:lnTo>
                <a:cubicBezTo>
                  <a:pt x="352387" y="35133"/>
                  <a:pt x="349365" y="40085"/>
                  <a:pt x="345954" y="45338"/>
                </a:cubicBezTo>
                <a:close/>
                <a:moveTo>
                  <a:pt x="513834" y="96634"/>
                </a:moveTo>
                <a:lnTo>
                  <a:pt x="492979" y="96634"/>
                </a:lnTo>
                <a:lnTo>
                  <a:pt x="484689" y="75001"/>
                </a:lnTo>
                <a:lnTo>
                  <a:pt x="446735" y="75001"/>
                </a:lnTo>
                <a:lnTo>
                  <a:pt x="438898" y="96634"/>
                </a:lnTo>
                <a:lnTo>
                  <a:pt x="418561" y="96634"/>
                </a:lnTo>
                <a:lnTo>
                  <a:pt x="455543" y="1684"/>
                </a:lnTo>
                <a:lnTo>
                  <a:pt x="475815" y="1684"/>
                </a:lnTo>
                <a:lnTo>
                  <a:pt x="513834" y="96634"/>
                </a:lnTo>
                <a:moveTo>
                  <a:pt x="478536" y="58939"/>
                </a:moveTo>
                <a:lnTo>
                  <a:pt x="465453" y="23835"/>
                </a:lnTo>
                <a:lnTo>
                  <a:pt x="452629" y="58939"/>
                </a:lnTo>
                <a:lnTo>
                  <a:pt x="478536" y="58939"/>
                </a:lnTo>
                <a:close/>
                <a:moveTo>
                  <a:pt x="586418" y="96634"/>
                </a:moveTo>
                <a:lnTo>
                  <a:pt x="568218" y="96634"/>
                </a:lnTo>
                <a:lnTo>
                  <a:pt x="568218" y="61570"/>
                </a:lnTo>
                <a:cubicBezTo>
                  <a:pt x="568218" y="54151"/>
                  <a:pt x="567829" y="49353"/>
                  <a:pt x="567052" y="47175"/>
                </a:cubicBezTo>
                <a:cubicBezTo>
                  <a:pt x="566275" y="44998"/>
                  <a:pt x="565012" y="43305"/>
                  <a:pt x="563263" y="42097"/>
                </a:cubicBezTo>
                <a:cubicBezTo>
                  <a:pt x="561514" y="40890"/>
                  <a:pt x="559409" y="40286"/>
                  <a:pt x="556948" y="40286"/>
                </a:cubicBezTo>
                <a:cubicBezTo>
                  <a:pt x="553796" y="40286"/>
                  <a:pt x="550968" y="41149"/>
                  <a:pt x="548464" y="42874"/>
                </a:cubicBezTo>
                <a:cubicBezTo>
                  <a:pt x="545959" y="44599"/>
                  <a:pt x="544243" y="46885"/>
                  <a:pt x="543315" y="49732"/>
                </a:cubicBezTo>
                <a:cubicBezTo>
                  <a:pt x="542386" y="52577"/>
                  <a:pt x="541922" y="57839"/>
                  <a:pt x="541922" y="65517"/>
                </a:cubicBezTo>
                <a:lnTo>
                  <a:pt x="541922" y="96634"/>
                </a:lnTo>
                <a:lnTo>
                  <a:pt x="523722" y="96634"/>
                </a:lnTo>
                <a:lnTo>
                  <a:pt x="523722" y="27850"/>
                </a:lnTo>
                <a:lnTo>
                  <a:pt x="540627" y="27850"/>
                </a:lnTo>
                <a:lnTo>
                  <a:pt x="540627" y="37954"/>
                </a:lnTo>
                <a:cubicBezTo>
                  <a:pt x="546628" y="30182"/>
                  <a:pt x="554185" y="26296"/>
                  <a:pt x="563295" y="26296"/>
                </a:cubicBezTo>
                <a:cubicBezTo>
                  <a:pt x="567311" y="26296"/>
                  <a:pt x="570981" y="27019"/>
                  <a:pt x="574306" y="28466"/>
                </a:cubicBezTo>
                <a:cubicBezTo>
                  <a:pt x="577631" y="29912"/>
                  <a:pt x="580146" y="31758"/>
                  <a:pt x="581851" y="34003"/>
                </a:cubicBezTo>
                <a:cubicBezTo>
                  <a:pt x="583557" y="36248"/>
                  <a:pt x="584744" y="38796"/>
                  <a:pt x="585414" y="41646"/>
                </a:cubicBezTo>
                <a:cubicBezTo>
                  <a:pt x="586083" y="44496"/>
                  <a:pt x="586418" y="48576"/>
                  <a:pt x="586418" y="53887"/>
                </a:cubicBezTo>
                <a:lnTo>
                  <a:pt x="586418" y="96634"/>
                </a:lnTo>
                <a:close/>
                <a:moveTo>
                  <a:pt x="603212" y="101038"/>
                </a:moveTo>
                <a:lnTo>
                  <a:pt x="624003" y="103629"/>
                </a:lnTo>
                <a:cubicBezTo>
                  <a:pt x="624348" y="106070"/>
                  <a:pt x="625147" y="107748"/>
                  <a:pt x="626399" y="108662"/>
                </a:cubicBezTo>
                <a:cubicBezTo>
                  <a:pt x="628127" y="109970"/>
                  <a:pt x="630847" y="110624"/>
                  <a:pt x="634560" y="110624"/>
                </a:cubicBezTo>
                <a:cubicBezTo>
                  <a:pt x="639310" y="110624"/>
                  <a:pt x="642872" y="109906"/>
                  <a:pt x="645247" y="108470"/>
                </a:cubicBezTo>
                <a:cubicBezTo>
                  <a:pt x="646845" y="107514"/>
                  <a:pt x="648054" y="105970"/>
                  <a:pt x="648874" y="103839"/>
                </a:cubicBezTo>
                <a:cubicBezTo>
                  <a:pt x="649435" y="102317"/>
                  <a:pt x="649716" y="99513"/>
                  <a:pt x="649716" y="95426"/>
                </a:cubicBezTo>
                <a:lnTo>
                  <a:pt x="649716" y="85314"/>
                </a:lnTo>
                <a:cubicBezTo>
                  <a:pt x="644275" y="92860"/>
                  <a:pt x="637410" y="96634"/>
                  <a:pt x="629120" y="96634"/>
                </a:cubicBezTo>
                <a:cubicBezTo>
                  <a:pt x="619879" y="96634"/>
                  <a:pt x="612561" y="92726"/>
                  <a:pt x="607163" y="84911"/>
                </a:cubicBezTo>
                <a:cubicBezTo>
                  <a:pt x="602932" y="78736"/>
                  <a:pt x="600816" y="71050"/>
                  <a:pt x="600816" y="61853"/>
                </a:cubicBezTo>
                <a:cubicBezTo>
                  <a:pt x="600816" y="50325"/>
                  <a:pt x="603590" y="41516"/>
                  <a:pt x="609139" y="35428"/>
                </a:cubicBezTo>
                <a:cubicBezTo>
                  <a:pt x="614687" y="29340"/>
                  <a:pt x="621585" y="26296"/>
                  <a:pt x="629832" y="26296"/>
                </a:cubicBezTo>
                <a:cubicBezTo>
                  <a:pt x="638338" y="26296"/>
                  <a:pt x="645355" y="30048"/>
                  <a:pt x="650882" y="37553"/>
                </a:cubicBezTo>
                <a:lnTo>
                  <a:pt x="650882" y="27850"/>
                </a:lnTo>
                <a:lnTo>
                  <a:pt x="667916" y="27850"/>
                </a:lnTo>
                <a:lnTo>
                  <a:pt x="667916" y="89615"/>
                </a:lnTo>
                <a:cubicBezTo>
                  <a:pt x="667916" y="97738"/>
                  <a:pt x="667246" y="103808"/>
                  <a:pt x="665908" y="107827"/>
                </a:cubicBezTo>
                <a:cubicBezTo>
                  <a:pt x="664569" y="111845"/>
                  <a:pt x="662691" y="114999"/>
                  <a:pt x="660273" y="117289"/>
                </a:cubicBezTo>
                <a:cubicBezTo>
                  <a:pt x="657855" y="119580"/>
                  <a:pt x="654627" y="121373"/>
                  <a:pt x="650590" y="122669"/>
                </a:cubicBezTo>
                <a:cubicBezTo>
                  <a:pt x="646553" y="123965"/>
                  <a:pt x="641447" y="124614"/>
                  <a:pt x="635273" y="124614"/>
                </a:cubicBezTo>
                <a:cubicBezTo>
                  <a:pt x="623614" y="124614"/>
                  <a:pt x="615346" y="122600"/>
                  <a:pt x="610466" y="118572"/>
                </a:cubicBezTo>
                <a:cubicBezTo>
                  <a:pt x="605587" y="114546"/>
                  <a:pt x="603148" y="109441"/>
                  <a:pt x="603148" y="103258"/>
                </a:cubicBezTo>
                <a:cubicBezTo>
                  <a:pt x="603148" y="102649"/>
                  <a:pt x="603169" y="101908"/>
                  <a:pt x="603212" y="101038"/>
                </a:cubicBezTo>
                <a:moveTo>
                  <a:pt x="619469" y="60817"/>
                </a:moveTo>
                <a:cubicBezTo>
                  <a:pt x="619469" y="68093"/>
                  <a:pt x="620883" y="73420"/>
                  <a:pt x="623712" y="76799"/>
                </a:cubicBezTo>
                <a:cubicBezTo>
                  <a:pt x="626540" y="80177"/>
                  <a:pt x="630026" y="81867"/>
                  <a:pt x="634172" y="81867"/>
                </a:cubicBezTo>
                <a:cubicBezTo>
                  <a:pt x="638619" y="81867"/>
                  <a:pt x="642376" y="80134"/>
                  <a:pt x="645441" y="76669"/>
                </a:cubicBezTo>
                <a:cubicBezTo>
                  <a:pt x="648507" y="73204"/>
                  <a:pt x="650040" y="68071"/>
                  <a:pt x="650040" y="61271"/>
                </a:cubicBezTo>
                <a:cubicBezTo>
                  <a:pt x="650040" y="54168"/>
                  <a:pt x="648572" y="48894"/>
                  <a:pt x="645636" y="45451"/>
                </a:cubicBezTo>
                <a:cubicBezTo>
                  <a:pt x="642699" y="42007"/>
                  <a:pt x="638986" y="40286"/>
                  <a:pt x="634495" y="40286"/>
                </a:cubicBezTo>
                <a:cubicBezTo>
                  <a:pt x="630134" y="40286"/>
                  <a:pt x="626540" y="41975"/>
                  <a:pt x="623712" y="45354"/>
                </a:cubicBezTo>
                <a:cubicBezTo>
                  <a:pt x="620883" y="48733"/>
                  <a:pt x="619469" y="53887"/>
                  <a:pt x="619469" y="60817"/>
                </a:cubicBezTo>
                <a:close/>
                <a:moveTo>
                  <a:pt x="685942" y="96634"/>
                </a:moveTo>
                <a:lnTo>
                  <a:pt x="685942" y="1684"/>
                </a:lnTo>
                <a:lnTo>
                  <a:pt x="704142" y="1684"/>
                </a:lnTo>
                <a:lnTo>
                  <a:pt x="704142" y="96634"/>
                </a:lnTo>
                <a:lnTo>
                  <a:pt x="685942" y="96634"/>
                </a:lnTo>
                <a:close/>
                <a:moveTo>
                  <a:pt x="762649" y="74742"/>
                </a:moveTo>
                <a:lnTo>
                  <a:pt x="780785" y="77851"/>
                </a:lnTo>
                <a:cubicBezTo>
                  <a:pt x="778453" y="84479"/>
                  <a:pt x="774772" y="89526"/>
                  <a:pt x="769742" y="92991"/>
                </a:cubicBezTo>
                <a:cubicBezTo>
                  <a:pt x="764711" y="96456"/>
                  <a:pt x="758418" y="98188"/>
                  <a:pt x="750862" y="98188"/>
                </a:cubicBezTo>
                <a:cubicBezTo>
                  <a:pt x="738901" y="98188"/>
                  <a:pt x="730050" y="94281"/>
                  <a:pt x="724307" y="86465"/>
                </a:cubicBezTo>
                <a:cubicBezTo>
                  <a:pt x="719773" y="80204"/>
                  <a:pt x="717506" y="72303"/>
                  <a:pt x="717506" y="62760"/>
                </a:cubicBezTo>
                <a:cubicBezTo>
                  <a:pt x="717506" y="51361"/>
                  <a:pt x="720486" y="42434"/>
                  <a:pt x="726444" y="35979"/>
                </a:cubicBezTo>
                <a:cubicBezTo>
                  <a:pt x="732403" y="29523"/>
                  <a:pt x="739938" y="26296"/>
                  <a:pt x="749048" y="26296"/>
                </a:cubicBezTo>
                <a:cubicBezTo>
                  <a:pt x="759282" y="26296"/>
                  <a:pt x="767356" y="29675"/>
                  <a:pt x="773271" y="36432"/>
                </a:cubicBezTo>
                <a:cubicBezTo>
                  <a:pt x="779187" y="43189"/>
                  <a:pt x="782015" y="53542"/>
                  <a:pt x="781756" y="67488"/>
                </a:cubicBezTo>
                <a:lnTo>
                  <a:pt x="736159" y="67488"/>
                </a:lnTo>
                <a:cubicBezTo>
                  <a:pt x="736289" y="72886"/>
                  <a:pt x="737757" y="77085"/>
                  <a:pt x="740564" y="80086"/>
                </a:cubicBezTo>
                <a:cubicBezTo>
                  <a:pt x="743370" y="83087"/>
                  <a:pt x="746868" y="84587"/>
                  <a:pt x="751056" y="84587"/>
                </a:cubicBezTo>
                <a:cubicBezTo>
                  <a:pt x="753906" y="84587"/>
                  <a:pt x="756302" y="83810"/>
                  <a:pt x="758245" y="82255"/>
                </a:cubicBezTo>
                <a:cubicBezTo>
                  <a:pt x="760188" y="80701"/>
                  <a:pt x="761656" y="78197"/>
                  <a:pt x="762649" y="74742"/>
                </a:cubicBezTo>
                <a:moveTo>
                  <a:pt x="763686" y="56348"/>
                </a:moveTo>
                <a:cubicBezTo>
                  <a:pt x="763556" y="51102"/>
                  <a:pt x="762196" y="47113"/>
                  <a:pt x="759605" y="44382"/>
                </a:cubicBezTo>
                <a:cubicBezTo>
                  <a:pt x="757015" y="41651"/>
                  <a:pt x="753863" y="40286"/>
                  <a:pt x="750149" y="40286"/>
                </a:cubicBezTo>
                <a:cubicBezTo>
                  <a:pt x="746177" y="40286"/>
                  <a:pt x="742895" y="41726"/>
                  <a:pt x="740305" y="44607"/>
                </a:cubicBezTo>
                <a:cubicBezTo>
                  <a:pt x="737714" y="47489"/>
                  <a:pt x="736440" y="51403"/>
                  <a:pt x="736483" y="56348"/>
                </a:cubicBezTo>
                <a:lnTo>
                  <a:pt x="763686" y="56348"/>
                </a:lnTo>
                <a:close/>
                <a:moveTo>
                  <a:pt x="785817" y="122930"/>
                </a:moveTo>
                <a:lnTo>
                  <a:pt x="785817" y="111012"/>
                </a:lnTo>
                <a:lnTo>
                  <a:pt x="861466" y="111012"/>
                </a:lnTo>
                <a:lnTo>
                  <a:pt x="861466" y="122930"/>
                </a:lnTo>
                <a:lnTo>
                  <a:pt x="785817" y="122930"/>
                </a:lnTo>
                <a:close/>
                <a:moveTo>
                  <a:pt x="870189" y="96634"/>
                </a:moveTo>
                <a:lnTo>
                  <a:pt x="870189" y="1684"/>
                </a:lnTo>
                <a:lnTo>
                  <a:pt x="898881" y="1684"/>
                </a:lnTo>
                <a:lnTo>
                  <a:pt x="916109" y="66452"/>
                </a:lnTo>
                <a:lnTo>
                  <a:pt x="933143" y="1684"/>
                </a:lnTo>
                <a:lnTo>
                  <a:pt x="961900" y="1684"/>
                </a:lnTo>
                <a:lnTo>
                  <a:pt x="961900" y="96634"/>
                </a:lnTo>
                <a:lnTo>
                  <a:pt x="944089" y="96634"/>
                </a:lnTo>
                <a:lnTo>
                  <a:pt x="944089" y="21892"/>
                </a:lnTo>
                <a:lnTo>
                  <a:pt x="925242" y="96634"/>
                </a:lnTo>
                <a:lnTo>
                  <a:pt x="906783" y="96634"/>
                </a:lnTo>
                <a:lnTo>
                  <a:pt x="888000" y="21892"/>
                </a:lnTo>
                <a:lnTo>
                  <a:pt x="888000" y="96634"/>
                </a:lnTo>
                <a:lnTo>
                  <a:pt x="870189" y="96634"/>
                </a:lnTo>
                <a:close/>
                <a:moveTo>
                  <a:pt x="976602" y="61271"/>
                </a:moveTo>
                <a:cubicBezTo>
                  <a:pt x="976602" y="55226"/>
                  <a:pt x="978092" y="49375"/>
                  <a:pt x="981071" y="43718"/>
                </a:cubicBezTo>
                <a:cubicBezTo>
                  <a:pt x="984051" y="38062"/>
                  <a:pt x="988271" y="33744"/>
                  <a:pt x="993733" y="30765"/>
                </a:cubicBezTo>
                <a:cubicBezTo>
                  <a:pt x="999196" y="27785"/>
                  <a:pt x="1005295" y="26296"/>
                  <a:pt x="1012030" y="26296"/>
                </a:cubicBezTo>
                <a:cubicBezTo>
                  <a:pt x="1022437" y="26296"/>
                  <a:pt x="1030964" y="29675"/>
                  <a:pt x="1037614" y="36432"/>
                </a:cubicBezTo>
                <a:cubicBezTo>
                  <a:pt x="1044263" y="43189"/>
                  <a:pt x="1047588" y="51728"/>
                  <a:pt x="1047588" y="62048"/>
                </a:cubicBezTo>
                <a:cubicBezTo>
                  <a:pt x="1047588" y="72454"/>
                  <a:pt x="1044231" y="81079"/>
                  <a:pt x="1037517" y="87923"/>
                </a:cubicBezTo>
                <a:cubicBezTo>
                  <a:pt x="1030802" y="94766"/>
                  <a:pt x="1022350" y="98188"/>
                  <a:pt x="1012160" y="98188"/>
                </a:cubicBezTo>
                <a:cubicBezTo>
                  <a:pt x="1005856" y="98188"/>
                  <a:pt x="999843" y="96763"/>
                  <a:pt x="994122" y="93914"/>
                </a:cubicBezTo>
                <a:cubicBezTo>
                  <a:pt x="988401" y="91064"/>
                  <a:pt x="984051" y="86886"/>
                  <a:pt x="981071" y="81381"/>
                </a:cubicBezTo>
                <a:cubicBezTo>
                  <a:pt x="978092" y="75876"/>
                  <a:pt x="976602" y="69172"/>
                  <a:pt x="976602" y="61271"/>
                </a:cubicBezTo>
                <a:moveTo>
                  <a:pt x="995256" y="62242"/>
                </a:moveTo>
                <a:cubicBezTo>
                  <a:pt x="995256" y="69043"/>
                  <a:pt x="996875" y="74251"/>
                  <a:pt x="1000113" y="77867"/>
                </a:cubicBezTo>
                <a:cubicBezTo>
                  <a:pt x="1003352" y="81484"/>
                  <a:pt x="1007346" y="83292"/>
                  <a:pt x="1012095" y="83292"/>
                </a:cubicBezTo>
                <a:cubicBezTo>
                  <a:pt x="1016845" y="83292"/>
                  <a:pt x="1020828" y="81484"/>
                  <a:pt x="1024045" y="77867"/>
                </a:cubicBezTo>
                <a:cubicBezTo>
                  <a:pt x="1027262" y="74251"/>
                  <a:pt x="1028870" y="69000"/>
                  <a:pt x="1028870" y="62113"/>
                </a:cubicBezTo>
                <a:cubicBezTo>
                  <a:pt x="1028870" y="55398"/>
                  <a:pt x="1027262" y="50233"/>
                  <a:pt x="1024045" y="46617"/>
                </a:cubicBezTo>
                <a:cubicBezTo>
                  <a:pt x="1020828" y="43001"/>
                  <a:pt x="1016845" y="41192"/>
                  <a:pt x="1012095" y="41192"/>
                </a:cubicBezTo>
                <a:cubicBezTo>
                  <a:pt x="1007346" y="41192"/>
                  <a:pt x="1003352" y="43001"/>
                  <a:pt x="1000113" y="46617"/>
                </a:cubicBezTo>
                <a:cubicBezTo>
                  <a:pt x="996875" y="50233"/>
                  <a:pt x="995256" y="55441"/>
                  <a:pt x="995256" y="62242"/>
                </a:cubicBezTo>
                <a:close/>
                <a:moveTo>
                  <a:pt x="1124942" y="96634"/>
                </a:moveTo>
                <a:lnTo>
                  <a:pt x="1108038" y="96634"/>
                </a:lnTo>
                <a:lnTo>
                  <a:pt x="1108038" y="86530"/>
                </a:lnTo>
                <a:cubicBezTo>
                  <a:pt x="1105231" y="90459"/>
                  <a:pt x="1101917" y="93385"/>
                  <a:pt x="1098096" y="95306"/>
                </a:cubicBezTo>
                <a:cubicBezTo>
                  <a:pt x="1094275" y="97228"/>
                  <a:pt x="1090421" y="98188"/>
                  <a:pt x="1086535" y="98188"/>
                </a:cubicBezTo>
                <a:cubicBezTo>
                  <a:pt x="1078633" y="98188"/>
                  <a:pt x="1071865" y="95004"/>
                  <a:pt x="1066230" y="88635"/>
                </a:cubicBezTo>
                <a:cubicBezTo>
                  <a:pt x="1060595" y="82266"/>
                  <a:pt x="1057778" y="73382"/>
                  <a:pt x="1057778" y="61983"/>
                </a:cubicBezTo>
                <a:cubicBezTo>
                  <a:pt x="1057778" y="50325"/>
                  <a:pt x="1060520" y="41462"/>
                  <a:pt x="1066004" y="35396"/>
                </a:cubicBezTo>
                <a:cubicBezTo>
                  <a:pt x="1071487" y="29329"/>
                  <a:pt x="1078417" y="26296"/>
                  <a:pt x="1086794" y="26296"/>
                </a:cubicBezTo>
                <a:cubicBezTo>
                  <a:pt x="1094480" y="26296"/>
                  <a:pt x="1101129" y="29491"/>
                  <a:pt x="1106743" y="35881"/>
                </a:cubicBezTo>
                <a:lnTo>
                  <a:pt x="1106743" y="1684"/>
                </a:lnTo>
                <a:lnTo>
                  <a:pt x="1124942" y="1684"/>
                </a:lnTo>
                <a:lnTo>
                  <a:pt x="1124942" y="96634"/>
                </a:lnTo>
                <a:moveTo>
                  <a:pt x="1076366" y="60787"/>
                </a:moveTo>
                <a:cubicBezTo>
                  <a:pt x="1076366" y="68116"/>
                  <a:pt x="1077381" y="73419"/>
                  <a:pt x="1079411" y="76695"/>
                </a:cubicBezTo>
                <a:cubicBezTo>
                  <a:pt x="1082347" y="81438"/>
                  <a:pt x="1086449" y="83810"/>
                  <a:pt x="1091716" y="83810"/>
                </a:cubicBezTo>
                <a:cubicBezTo>
                  <a:pt x="1095905" y="83810"/>
                  <a:pt x="1099467" y="82031"/>
                  <a:pt x="1102403" y="78475"/>
                </a:cubicBezTo>
                <a:cubicBezTo>
                  <a:pt x="1105339" y="74918"/>
                  <a:pt x="1106807" y="69604"/>
                  <a:pt x="1106807" y="62533"/>
                </a:cubicBezTo>
                <a:cubicBezTo>
                  <a:pt x="1106807" y="54643"/>
                  <a:pt x="1105382" y="48962"/>
                  <a:pt x="1102533" y="45491"/>
                </a:cubicBezTo>
                <a:cubicBezTo>
                  <a:pt x="1099683" y="42021"/>
                  <a:pt x="1096034" y="40286"/>
                  <a:pt x="1091587" y="40286"/>
                </a:cubicBezTo>
                <a:cubicBezTo>
                  <a:pt x="1087269" y="40286"/>
                  <a:pt x="1083653" y="41999"/>
                  <a:pt x="1080738" y="45427"/>
                </a:cubicBezTo>
                <a:cubicBezTo>
                  <a:pt x="1077824" y="48854"/>
                  <a:pt x="1076366" y="53974"/>
                  <a:pt x="1076366" y="60787"/>
                </a:cubicBezTo>
                <a:close/>
                <a:moveTo>
                  <a:pt x="1188177" y="96634"/>
                </a:moveTo>
                <a:lnTo>
                  <a:pt x="1188177" y="86336"/>
                </a:lnTo>
                <a:cubicBezTo>
                  <a:pt x="1185672" y="90006"/>
                  <a:pt x="1182380" y="92899"/>
                  <a:pt x="1178300" y="95015"/>
                </a:cubicBezTo>
                <a:cubicBezTo>
                  <a:pt x="1174219" y="97130"/>
                  <a:pt x="1169912" y="98188"/>
                  <a:pt x="1165378" y="98188"/>
                </a:cubicBezTo>
                <a:cubicBezTo>
                  <a:pt x="1160758" y="98188"/>
                  <a:pt x="1156613" y="97174"/>
                  <a:pt x="1152943" y="95144"/>
                </a:cubicBezTo>
                <a:cubicBezTo>
                  <a:pt x="1149273" y="93115"/>
                  <a:pt x="1146617" y="90265"/>
                  <a:pt x="1144977" y="86595"/>
                </a:cubicBezTo>
                <a:cubicBezTo>
                  <a:pt x="1143336" y="82925"/>
                  <a:pt x="1142515" y="77851"/>
                  <a:pt x="1142515" y="71374"/>
                </a:cubicBezTo>
                <a:lnTo>
                  <a:pt x="1142515" y="27850"/>
                </a:lnTo>
                <a:lnTo>
                  <a:pt x="1160715" y="27850"/>
                </a:lnTo>
                <a:lnTo>
                  <a:pt x="1160715" y="59384"/>
                </a:lnTo>
                <a:cubicBezTo>
                  <a:pt x="1160715" y="69035"/>
                  <a:pt x="1161050" y="74947"/>
                  <a:pt x="1161719" y="77122"/>
                </a:cubicBezTo>
                <a:cubicBezTo>
                  <a:pt x="1162388" y="79298"/>
                  <a:pt x="1163608" y="81021"/>
                  <a:pt x="1165378" y="82292"/>
                </a:cubicBezTo>
                <a:cubicBezTo>
                  <a:pt x="1167149" y="83563"/>
                  <a:pt x="1169394" y="84198"/>
                  <a:pt x="1172114" y="84198"/>
                </a:cubicBezTo>
                <a:cubicBezTo>
                  <a:pt x="1175223" y="84198"/>
                  <a:pt x="1178008" y="83348"/>
                  <a:pt x="1180469" y="81646"/>
                </a:cubicBezTo>
                <a:cubicBezTo>
                  <a:pt x="1182931" y="79945"/>
                  <a:pt x="1184615" y="77834"/>
                  <a:pt x="1185521" y="75313"/>
                </a:cubicBezTo>
                <a:cubicBezTo>
                  <a:pt x="1186428" y="72792"/>
                  <a:pt x="1186881" y="66621"/>
                  <a:pt x="1186881" y="56800"/>
                </a:cubicBezTo>
                <a:lnTo>
                  <a:pt x="1186881" y="27850"/>
                </a:lnTo>
                <a:lnTo>
                  <a:pt x="1205081" y="27850"/>
                </a:lnTo>
                <a:lnTo>
                  <a:pt x="1205081" y="96634"/>
                </a:lnTo>
                <a:lnTo>
                  <a:pt x="1188177" y="96634"/>
                </a:lnTo>
                <a:close/>
                <a:moveTo>
                  <a:pt x="1223950" y="96634"/>
                </a:moveTo>
                <a:lnTo>
                  <a:pt x="1223950" y="1684"/>
                </a:lnTo>
                <a:lnTo>
                  <a:pt x="1242149" y="1684"/>
                </a:lnTo>
                <a:lnTo>
                  <a:pt x="1242149" y="96634"/>
                </a:lnTo>
                <a:lnTo>
                  <a:pt x="1223950" y="96634"/>
                </a:lnTo>
                <a:close/>
                <a:moveTo>
                  <a:pt x="1300657" y="74742"/>
                </a:moveTo>
                <a:lnTo>
                  <a:pt x="1318792" y="77851"/>
                </a:lnTo>
                <a:cubicBezTo>
                  <a:pt x="1316460" y="84479"/>
                  <a:pt x="1312779" y="89526"/>
                  <a:pt x="1307749" y="92991"/>
                </a:cubicBezTo>
                <a:cubicBezTo>
                  <a:pt x="1302719" y="96456"/>
                  <a:pt x="1296425" y="98188"/>
                  <a:pt x="1288869" y="98188"/>
                </a:cubicBezTo>
                <a:cubicBezTo>
                  <a:pt x="1276908" y="98188"/>
                  <a:pt x="1268057" y="94281"/>
                  <a:pt x="1262314" y="86465"/>
                </a:cubicBezTo>
                <a:cubicBezTo>
                  <a:pt x="1257780" y="80204"/>
                  <a:pt x="1255513" y="72303"/>
                  <a:pt x="1255513" y="62760"/>
                </a:cubicBezTo>
                <a:cubicBezTo>
                  <a:pt x="1255513" y="51361"/>
                  <a:pt x="1258493" y="42434"/>
                  <a:pt x="1264451" y="35979"/>
                </a:cubicBezTo>
                <a:cubicBezTo>
                  <a:pt x="1270410" y="29523"/>
                  <a:pt x="1277945" y="26296"/>
                  <a:pt x="1287055" y="26296"/>
                </a:cubicBezTo>
                <a:cubicBezTo>
                  <a:pt x="1297289" y="26296"/>
                  <a:pt x="1305363" y="29675"/>
                  <a:pt x="1311279" y="36432"/>
                </a:cubicBezTo>
                <a:cubicBezTo>
                  <a:pt x="1317194" y="43189"/>
                  <a:pt x="1320022" y="53542"/>
                  <a:pt x="1319763" y="67488"/>
                </a:cubicBezTo>
                <a:lnTo>
                  <a:pt x="1274167" y="67488"/>
                </a:lnTo>
                <a:cubicBezTo>
                  <a:pt x="1274296" y="72886"/>
                  <a:pt x="1275764" y="77085"/>
                  <a:pt x="1278571" y="80086"/>
                </a:cubicBezTo>
                <a:cubicBezTo>
                  <a:pt x="1281377" y="83087"/>
                  <a:pt x="1284875" y="84587"/>
                  <a:pt x="1289063" y="84587"/>
                </a:cubicBezTo>
                <a:cubicBezTo>
                  <a:pt x="1291913" y="84587"/>
                  <a:pt x="1294309" y="83810"/>
                  <a:pt x="1296253" y="82255"/>
                </a:cubicBezTo>
                <a:cubicBezTo>
                  <a:pt x="1298196" y="80701"/>
                  <a:pt x="1299664" y="78197"/>
                  <a:pt x="1300657" y="74742"/>
                </a:cubicBezTo>
                <a:moveTo>
                  <a:pt x="1301693" y="56348"/>
                </a:moveTo>
                <a:cubicBezTo>
                  <a:pt x="1301563" y="51102"/>
                  <a:pt x="1300203" y="47113"/>
                  <a:pt x="1297613" y="44382"/>
                </a:cubicBezTo>
                <a:cubicBezTo>
                  <a:pt x="1295022" y="41651"/>
                  <a:pt x="1291870" y="40286"/>
                  <a:pt x="1288157" y="40286"/>
                </a:cubicBezTo>
                <a:cubicBezTo>
                  <a:pt x="1284184" y="40286"/>
                  <a:pt x="1280902" y="41726"/>
                  <a:pt x="1278312" y="44607"/>
                </a:cubicBezTo>
                <a:cubicBezTo>
                  <a:pt x="1275721" y="47489"/>
                  <a:pt x="1274447" y="51403"/>
                  <a:pt x="1274490" y="56348"/>
                </a:cubicBezTo>
                <a:lnTo>
                  <a:pt x="1301693" y="56348"/>
                </a:lnTo>
                <a:close/>
                <a:moveTo>
                  <a:pt x="1392154" y="79665"/>
                </a:moveTo>
                <a:lnTo>
                  <a:pt x="1392154" y="96634"/>
                </a:lnTo>
                <a:lnTo>
                  <a:pt x="1328358" y="96634"/>
                </a:lnTo>
                <a:cubicBezTo>
                  <a:pt x="1329049" y="90249"/>
                  <a:pt x="1331121" y="84198"/>
                  <a:pt x="1334576" y="78483"/>
                </a:cubicBezTo>
                <a:cubicBezTo>
                  <a:pt x="1338030" y="72765"/>
                  <a:pt x="1344852" y="65182"/>
                  <a:pt x="1355042" y="55733"/>
                </a:cubicBezTo>
                <a:cubicBezTo>
                  <a:pt x="1363246" y="48097"/>
                  <a:pt x="1368277" y="42920"/>
                  <a:pt x="1370133" y="40203"/>
                </a:cubicBezTo>
                <a:cubicBezTo>
                  <a:pt x="1372638" y="36449"/>
                  <a:pt x="1373890" y="32738"/>
                  <a:pt x="1373890" y="29071"/>
                </a:cubicBezTo>
                <a:cubicBezTo>
                  <a:pt x="1373890" y="25015"/>
                  <a:pt x="1372800" y="21898"/>
                  <a:pt x="1370619" y="19720"/>
                </a:cubicBezTo>
                <a:cubicBezTo>
                  <a:pt x="1368438" y="17541"/>
                  <a:pt x="1365427" y="16451"/>
                  <a:pt x="1361584" y="16451"/>
                </a:cubicBezTo>
                <a:cubicBezTo>
                  <a:pt x="1357784" y="16451"/>
                  <a:pt x="1354762" y="17601"/>
                  <a:pt x="1352516" y="19900"/>
                </a:cubicBezTo>
                <a:cubicBezTo>
                  <a:pt x="1350271" y="22198"/>
                  <a:pt x="1348976" y="26014"/>
                  <a:pt x="1348630" y="31348"/>
                </a:cubicBezTo>
                <a:lnTo>
                  <a:pt x="1330495" y="29526"/>
                </a:lnTo>
                <a:cubicBezTo>
                  <a:pt x="1331575" y="19465"/>
                  <a:pt x="1334964" y="12245"/>
                  <a:pt x="1340664" y="7865"/>
                </a:cubicBezTo>
                <a:cubicBezTo>
                  <a:pt x="1346363" y="3485"/>
                  <a:pt x="1353488" y="1295"/>
                  <a:pt x="1362037" y="1295"/>
                </a:cubicBezTo>
                <a:cubicBezTo>
                  <a:pt x="1371407" y="1295"/>
                  <a:pt x="1378769" y="3819"/>
                  <a:pt x="1384123" y="8867"/>
                </a:cubicBezTo>
                <a:cubicBezTo>
                  <a:pt x="1389477" y="13915"/>
                  <a:pt x="1392154" y="20192"/>
                  <a:pt x="1392154" y="27698"/>
                </a:cubicBezTo>
                <a:cubicBezTo>
                  <a:pt x="1392154" y="31970"/>
                  <a:pt x="1391388" y="36037"/>
                  <a:pt x="1389855" y="39899"/>
                </a:cubicBezTo>
                <a:cubicBezTo>
                  <a:pt x="1388322" y="43760"/>
                  <a:pt x="1385893" y="47804"/>
                  <a:pt x="1382569" y="52031"/>
                </a:cubicBezTo>
                <a:cubicBezTo>
                  <a:pt x="1380367" y="54836"/>
                  <a:pt x="1376394" y="58871"/>
                  <a:pt x="1370651" y="64134"/>
                </a:cubicBezTo>
                <a:cubicBezTo>
                  <a:pt x="1364909" y="69397"/>
                  <a:pt x="1361271" y="72891"/>
                  <a:pt x="1359738" y="74617"/>
                </a:cubicBezTo>
                <a:cubicBezTo>
                  <a:pt x="1358205" y="76343"/>
                  <a:pt x="1356964" y="78025"/>
                  <a:pt x="1356014" y="79665"/>
                </a:cubicBezTo>
                <a:lnTo>
                  <a:pt x="1392154" y="796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3A747-EA6A-423D-831B-119EA60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27" y="247769"/>
            <a:ext cx="246340" cy="246340"/>
          </a:xfrm>
          <a:custGeom xmlns:a="http://schemas.openxmlformats.org/drawingml/2006/main">
            <a:pathLst>
              <a:path w="246340" h="246340">
                <a:moveTo>
                  <a:pt x="15444" y="30793"/>
                </a:moveTo>
                <a:lnTo>
                  <a:pt x="230992" y="30793"/>
                </a:lnTo>
                <a:cubicBezTo>
                  <a:pt x="239424" y="30793"/>
                  <a:pt x="246340" y="23876"/>
                  <a:pt x="246340" y="15444"/>
                </a:cubicBezTo>
                <a:cubicBezTo>
                  <a:pt x="246340" y="6916"/>
                  <a:pt x="239424" y="0"/>
                  <a:pt x="230992" y="0"/>
                </a:cubicBezTo>
                <a:lnTo>
                  <a:pt x="15444" y="0"/>
                </a:lnTo>
                <a:cubicBezTo>
                  <a:pt x="6916" y="0"/>
                  <a:pt x="0" y="6916"/>
                  <a:pt x="0" y="15444"/>
                </a:cubicBezTo>
                <a:cubicBezTo>
                  <a:pt x="0" y="23876"/>
                  <a:pt x="6916" y="30793"/>
                  <a:pt x="15444" y="30793"/>
                </a:cubicBezTo>
                <a:moveTo>
                  <a:pt x="15444" y="138614"/>
                </a:moveTo>
                <a:lnTo>
                  <a:pt x="230992" y="138614"/>
                </a:lnTo>
                <a:cubicBezTo>
                  <a:pt x="239424" y="138614"/>
                  <a:pt x="246340" y="131697"/>
                  <a:pt x="246340" y="123170"/>
                </a:cubicBezTo>
                <a:cubicBezTo>
                  <a:pt x="246340" y="114643"/>
                  <a:pt x="239424" y="107821"/>
                  <a:pt x="230992" y="107821"/>
                </a:cubicBezTo>
                <a:lnTo>
                  <a:pt x="15444" y="107821"/>
                </a:lnTo>
                <a:cubicBezTo>
                  <a:pt x="6916" y="107821"/>
                  <a:pt x="0" y="114643"/>
                  <a:pt x="0" y="123170"/>
                </a:cubicBezTo>
                <a:cubicBezTo>
                  <a:pt x="0" y="131697"/>
                  <a:pt x="6916" y="138614"/>
                  <a:pt x="15444" y="138614"/>
                </a:cubicBezTo>
                <a:moveTo>
                  <a:pt x="138614" y="215548"/>
                </a:moveTo>
                <a:lnTo>
                  <a:pt x="15444" y="215548"/>
                </a:lnTo>
                <a:cubicBezTo>
                  <a:pt x="6916" y="215548"/>
                  <a:pt x="0" y="222464"/>
                  <a:pt x="0" y="230992"/>
                </a:cubicBezTo>
                <a:cubicBezTo>
                  <a:pt x="0" y="239424"/>
                  <a:pt x="6916" y="246340"/>
                  <a:pt x="15444" y="246340"/>
                </a:cubicBezTo>
                <a:lnTo>
                  <a:pt x="138614" y="246340"/>
                </a:lnTo>
                <a:cubicBezTo>
                  <a:pt x="147046" y="246340"/>
                  <a:pt x="153963" y="239424"/>
                  <a:pt x="153963" y="230992"/>
                </a:cubicBezTo>
                <a:cubicBezTo>
                  <a:pt x="153963" y="222464"/>
                  <a:pt x="147046" y="215548"/>
                  <a:pt x="138614" y="2155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7FD5A-E5BB-4DCD-AAEA-D3E76525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79" y="153023"/>
            <a:ext cx="379175" cy="473732"/>
          </a:xfrm>
          <a:custGeom xmlns:a="http://schemas.openxmlformats.org/drawingml/2006/main">
            <a:pathLst>
              <a:path w="379175" h="473732">
                <a:moveTo>
                  <a:pt x="378985" y="49742"/>
                </a:moveTo>
                <a:cubicBezTo>
                  <a:pt x="378985" y="22360"/>
                  <a:pt x="357004" y="0"/>
                  <a:pt x="330096" y="0"/>
                </a:cubicBezTo>
                <a:lnTo>
                  <a:pt x="48889" y="0"/>
                </a:lnTo>
                <a:cubicBezTo>
                  <a:pt x="21981" y="0"/>
                  <a:pt x="0" y="22360"/>
                  <a:pt x="0" y="49742"/>
                </a:cubicBezTo>
                <a:lnTo>
                  <a:pt x="0" y="423611"/>
                </a:lnTo>
                <a:cubicBezTo>
                  <a:pt x="0" y="450993"/>
                  <a:pt x="21981" y="473447"/>
                  <a:pt x="48889" y="473447"/>
                </a:cubicBezTo>
                <a:lnTo>
                  <a:pt x="263584" y="473447"/>
                </a:lnTo>
                <a:cubicBezTo>
                  <a:pt x="264342" y="473447"/>
                  <a:pt x="265005" y="473068"/>
                  <a:pt x="265669" y="472879"/>
                </a:cubicBezTo>
                <a:cubicBezTo>
                  <a:pt x="270122" y="473732"/>
                  <a:pt x="274859" y="472879"/>
                  <a:pt x="278554" y="469752"/>
                </a:cubicBezTo>
                <a:lnTo>
                  <a:pt x="373301" y="390829"/>
                </a:lnTo>
                <a:cubicBezTo>
                  <a:pt x="377185" y="387512"/>
                  <a:pt x="379175" y="382491"/>
                  <a:pt x="378606" y="377469"/>
                </a:cubicBezTo>
                <a:cubicBezTo>
                  <a:pt x="378701" y="376806"/>
                  <a:pt x="378985" y="376332"/>
                  <a:pt x="378985" y="375764"/>
                </a:cubicBezTo>
                <a:lnTo>
                  <a:pt x="378985" y="49742"/>
                </a:lnTo>
                <a:moveTo>
                  <a:pt x="31551" y="423611"/>
                </a:moveTo>
                <a:lnTo>
                  <a:pt x="31551" y="49742"/>
                </a:lnTo>
                <a:cubicBezTo>
                  <a:pt x="31551" y="39793"/>
                  <a:pt x="39320" y="31551"/>
                  <a:pt x="48889" y="31551"/>
                </a:cubicBezTo>
                <a:lnTo>
                  <a:pt x="330096" y="31551"/>
                </a:lnTo>
                <a:cubicBezTo>
                  <a:pt x="339666" y="31551"/>
                  <a:pt x="347435" y="39793"/>
                  <a:pt x="347435" y="49742"/>
                </a:cubicBezTo>
                <a:lnTo>
                  <a:pt x="347435" y="347151"/>
                </a:lnTo>
                <a:lnTo>
                  <a:pt x="300062" y="347151"/>
                </a:lnTo>
                <a:cubicBezTo>
                  <a:pt x="273912" y="347151"/>
                  <a:pt x="252688" y="368374"/>
                  <a:pt x="252688" y="394429"/>
                </a:cubicBezTo>
                <a:lnTo>
                  <a:pt x="252688" y="441802"/>
                </a:lnTo>
                <a:lnTo>
                  <a:pt x="48889" y="441802"/>
                </a:lnTo>
                <a:cubicBezTo>
                  <a:pt x="39320" y="441802"/>
                  <a:pt x="31551" y="433654"/>
                  <a:pt x="31551" y="423611"/>
                </a:cubicBezTo>
                <a:moveTo>
                  <a:pt x="338529" y="378701"/>
                </a:moveTo>
                <a:lnTo>
                  <a:pt x="284239" y="423895"/>
                </a:lnTo>
                <a:lnTo>
                  <a:pt x="284239" y="394429"/>
                </a:lnTo>
                <a:cubicBezTo>
                  <a:pt x="284239" y="390260"/>
                  <a:pt x="285944" y="386281"/>
                  <a:pt x="288882" y="383344"/>
                </a:cubicBezTo>
                <a:cubicBezTo>
                  <a:pt x="291819" y="380406"/>
                  <a:pt x="295893" y="378701"/>
                  <a:pt x="300062" y="378701"/>
                </a:cubicBezTo>
                <a:lnTo>
                  <a:pt x="338529" y="3787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A1521-5DDE-4AA3-A475-D577DA6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741" y="86700"/>
            <a:ext cx="3410868" cy="378985"/>
          </a:xfrm>
          <a:custGeom xmlns:a="http://schemas.openxmlformats.org/drawingml/2006/main">
            <a:pathLst>
              <a:path w="3410868" h="378985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6145B-DF5F-4F8B-B594-531B4EA5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741" y="86700"/>
            <a:ext cx="3410868" cy="378985"/>
          </a:xfrm>
          <a:custGeom xmlns:a="http://schemas.openxmlformats.org/drawingml/2006/main">
            <a:pathLst>
              <a:path w="3410868" h="378985" fill="none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>
                <a:alpha val="24710"/>
              </a:srgbClr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86E1C-31B0-490C-9A38-98812C0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792" y="58276"/>
            <a:ext cx="3410868" cy="378985"/>
          </a:xfrm>
          <a:custGeom xmlns:a="http://schemas.openxmlformats.org/drawingml/2006/main">
            <a:pathLst>
              <a:path w="3410868" h="378985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CFFF9-062F-4AB1-BF64-305BDF78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792" y="58276"/>
            <a:ext cx="3410868" cy="378985"/>
          </a:xfrm>
          <a:custGeom xmlns:a="http://schemas.openxmlformats.org/drawingml/2006/main">
            <a:pathLst>
              <a:path w="3410868" h="378985" fill="none">
                <a:moveTo>
                  <a:pt x="0" y="0"/>
                </a:moveTo>
                <a:lnTo>
                  <a:pt x="3410868" y="0"/>
                </a:lnTo>
                <a:lnTo>
                  <a:pt x="3410868" y="378985"/>
                </a:lnTo>
                <a:lnTo>
                  <a:pt x="0" y="378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75" cap="flat">
            <a:solidFill>
              <a:srgbClr val="000000"/>
            </a:solidFill>
            <a:miter/>
          </a:ln>
        </p:spPr>
      </p:sp>
      <p:sp>
        <p:nvSpPr>
          <p:cNvPr id="168" name="Text Output:OnionL">
            <a:extLst xmlns:a="http://schemas.openxmlformats.org/drawingml/2006/main">
              <a:ext uri="{FF2B5EF4-FFF2-40B4-BE49-F238E27FC236}">
                <a16:creationId xmlns:a16="http://schemas.microsoft.com/office/drawing/2014/main" id="{93BC34F6-215F-4B6A-A5BA-4983C1A3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412" y="180780"/>
            <a:ext cx="1385971" cy="175429"/>
          </a:xfrm>
          <a:custGeom xmlns:a="http://schemas.openxmlformats.org/drawingml/2006/main">
            <a:pathLst>
              <a:path w="1385971" h="175429">
                <a:moveTo>
                  <a:pt x="0" y="71060"/>
                </a:moveTo>
                <a:cubicBezTo>
                  <a:pt x="0" y="57225"/>
                  <a:pt x="2066" y="45614"/>
                  <a:pt x="6199" y="36227"/>
                </a:cubicBezTo>
                <a:cubicBezTo>
                  <a:pt x="9283" y="29308"/>
                  <a:pt x="13493" y="23101"/>
                  <a:pt x="18829" y="17603"/>
                </a:cubicBezTo>
                <a:cubicBezTo>
                  <a:pt x="24165" y="12105"/>
                  <a:pt x="30009" y="8029"/>
                  <a:pt x="36363" y="5372"/>
                </a:cubicBezTo>
                <a:cubicBezTo>
                  <a:pt x="44813" y="1791"/>
                  <a:pt x="54559" y="0"/>
                  <a:pt x="65601" y="0"/>
                </a:cubicBezTo>
                <a:cubicBezTo>
                  <a:pt x="85586" y="0"/>
                  <a:pt x="101578" y="6208"/>
                  <a:pt x="113575" y="18624"/>
                </a:cubicBezTo>
                <a:cubicBezTo>
                  <a:pt x="125573" y="31038"/>
                  <a:pt x="131572" y="48300"/>
                  <a:pt x="131572" y="70412"/>
                </a:cubicBezTo>
                <a:cubicBezTo>
                  <a:pt x="131572" y="92339"/>
                  <a:pt x="125619" y="109495"/>
                  <a:pt x="113714" y="121879"/>
                </a:cubicBezTo>
                <a:cubicBezTo>
                  <a:pt x="101809" y="134263"/>
                  <a:pt x="85895" y="140454"/>
                  <a:pt x="65971" y="140454"/>
                </a:cubicBezTo>
                <a:cubicBezTo>
                  <a:pt x="45800" y="140454"/>
                  <a:pt x="29762" y="134293"/>
                  <a:pt x="17857" y="121972"/>
                </a:cubicBezTo>
                <a:cubicBezTo>
                  <a:pt x="5952" y="109649"/>
                  <a:pt x="0" y="92678"/>
                  <a:pt x="0" y="71060"/>
                </a:cubicBezTo>
                <a:moveTo>
                  <a:pt x="28220" y="70134"/>
                </a:moveTo>
                <a:cubicBezTo>
                  <a:pt x="28220" y="85494"/>
                  <a:pt x="31767" y="97137"/>
                  <a:pt x="38861" y="105063"/>
                </a:cubicBezTo>
                <a:cubicBezTo>
                  <a:pt x="45954" y="112989"/>
                  <a:pt x="54960" y="116952"/>
                  <a:pt x="65878" y="116952"/>
                </a:cubicBezTo>
                <a:cubicBezTo>
                  <a:pt x="76796" y="116952"/>
                  <a:pt x="85756" y="113020"/>
                  <a:pt x="92757" y="105155"/>
                </a:cubicBezTo>
                <a:cubicBezTo>
                  <a:pt x="99758" y="97291"/>
                  <a:pt x="103259" y="85494"/>
                  <a:pt x="103259" y="69764"/>
                </a:cubicBezTo>
                <a:cubicBezTo>
                  <a:pt x="103259" y="54220"/>
                  <a:pt x="99851" y="42623"/>
                  <a:pt x="93035" y="34975"/>
                </a:cubicBezTo>
                <a:cubicBezTo>
                  <a:pt x="86219" y="27326"/>
                  <a:pt x="77166" y="23502"/>
                  <a:pt x="65878" y="23502"/>
                </a:cubicBezTo>
                <a:cubicBezTo>
                  <a:pt x="54590" y="23502"/>
                  <a:pt x="45492" y="27372"/>
                  <a:pt x="38583" y="35113"/>
                </a:cubicBezTo>
                <a:cubicBezTo>
                  <a:pt x="31675" y="42855"/>
                  <a:pt x="28220" y="54528"/>
                  <a:pt x="28220" y="70134"/>
                </a:cubicBezTo>
                <a:close/>
                <a:moveTo>
                  <a:pt x="217467" y="138048"/>
                </a:moveTo>
                <a:lnTo>
                  <a:pt x="217467" y="123337"/>
                </a:lnTo>
                <a:cubicBezTo>
                  <a:pt x="213890" y="128580"/>
                  <a:pt x="209186" y="132713"/>
                  <a:pt x="203357" y="135735"/>
                </a:cubicBezTo>
                <a:cubicBezTo>
                  <a:pt x="197528" y="138758"/>
                  <a:pt x="191375" y="140269"/>
                  <a:pt x="184898" y="140269"/>
                </a:cubicBezTo>
                <a:cubicBezTo>
                  <a:pt x="178298" y="140269"/>
                  <a:pt x="172376" y="138819"/>
                  <a:pt x="167133" y="135920"/>
                </a:cubicBezTo>
                <a:cubicBezTo>
                  <a:pt x="161890" y="133021"/>
                  <a:pt x="158097" y="128950"/>
                  <a:pt x="155753" y="123707"/>
                </a:cubicBezTo>
                <a:cubicBezTo>
                  <a:pt x="153409" y="118464"/>
                  <a:pt x="152237" y="111216"/>
                  <a:pt x="152237" y="101963"/>
                </a:cubicBezTo>
                <a:lnTo>
                  <a:pt x="152237" y="39786"/>
                </a:lnTo>
                <a:lnTo>
                  <a:pt x="178236" y="39786"/>
                </a:lnTo>
                <a:lnTo>
                  <a:pt x="178236" y="84834"/>
                </a:lnTo>
                <a:cubicBezTo>
                  <a:pt x="178236" y="98621"/>
                  <a:pt x="178714" y="107068"/>
                  <a:pt x="179670" y="110175"/>
                </a:cubicBezTo>
                <a:cubicBezTo>
                  <a:pt x="180627" y="113282"/>
                  <a:pt x="182369" y="115744"/>
                  <a:pt x="184898" y="117560"/>
                </a:cubicBezTo>
                <a:cubicBezTo>
                  <a:pt x="187427" y="119376"/>
                  <a:pt x="190635" y="120283"/>
                  <a:pt x="194521" y="120283"/>
                </a:cubicBezTo>
                <a:cubicBezTo>
                  <a:pt x="198962" y="120283"/>
                  <a:pt x="202941" y="119068"/>
                  <a:pt x="206457" y="116637"/>
                </a:cubicBezTo>
                <a:cubicBezTo>
                  <a:pt x="209973" y="114207"/>
                  <a:pt x="212378" y="111191"/>
                  <a:pt x="213674" y="107590"/>
                </a:cubicBezTo>
                <a:cubicBezTo>
                  <a:pt x="214969" y="103989"/>
                  <a:pt x="215617" y="95173"/>
                  <a:pt x="215617" y="81142"/>
                </a:cubicBezTo>
                <a:lnTo>
                  <a:pt x="215617" y="39786"/>
                </a:lnTo>
                <a:lnTo>
                  <a:pt x="241616" y="39786"/>
                </a:lnTo>
                <a:lnTo>
                  <a:pt x="241616" y="138048"/>
                </a:lnTo>
                <a:lnTo>
                  <a:pt x="217467" y="138048"/>
                </a:lnTo>
                <a:close/>
                <a:moveTo>
                  <a:pt x="313632" y="39786"/>
                </a:moveTo>
                <a:lnTo>
                  <a:pt x="313632" y="60512"/>
                </a:lnTo>
                <a:lnTo>
                  <a:pt x="295867" y="60512"/>
                </a:lnTo>
                <a:lnTo>
                  <a:pt x="295867" y="100049"/>
                </a:lnTo>
                <a:cubicBezTo>
                  <a:pt x="295867" y="108057"/>
                  <a:pt x="296036" y="112722"/>
                  <a:pt x="296376" y="114047"/>
                </a:cubicBezTo>
                <a:cubicBezTo>
                  <a:pt x="296715" y="115369"/>
                  <a:pt x="297486" y="116462"/>
                  <a:pt x="298689" y="117325"/>
                </a:cubicBezTo>
                <a:cubicBezTo>
                  <a:pt x="299892" y="118187"/>
                  <a:pt x="301357" y="118618"/>
                  <a:pt x="303084" y="118618"/>
                </a:cubicBezTo>
                <a:cubicBezTo>
                  <a:pt x="305489" y="118618"/>
                  <a:pt x="308975" y="117785"/>
                  <a:pt x="313539" y="116120"/>
                </a:cubicBezTo>
                <a:lnTo>
                  <a:pt x="315760" y="136366"/>
                </a:lnTo>
                <a:cubicBezTo>
                  <a:pt x="309715" y="138968"/>
                  <a:pt x="302868" y="140269"/>
                  <a:pt x="295219" y="140269"/>
                </a:cubicBezTo>
                <a:cubicBezTo>
                  <a:pt x="290531" y="140269"/>
                  <a:pt x="286306" y="139482"/>
                  <a:pt x="282543" y="137910"/>
                </a:cubicBezTo>
                <a:cubicBezTo>
                  <a:pt x="278780" y="136337"/>
                  <a:pt x="276020" y="134301"/>
                  <a:pt x="274262" y="131803"/>
                </a:cubicBezTo>
                <a:cubicBezTo>
                  <a:pt x="272504" y="129305"/>
                  <a:pt x="271286" y="125927"/>
                  <a:pt x="270607" y="121671"/>
                </a:cubicBezTo>
                <a:cubicBezTo>
                  <a:pt x="270052" y="118649"/>
                  <a:pt x="269775" y="112542"/>
                  <a:pt x="269775" y="103351"/>
                </a:cubicBezTo>
                <a:lnTo>
                  <a:pt x="269775" y="60512"/>
                </a:lnTo>
                <a:lnTo>
                  <a:pt x="257839" y="60512"/>
                </a:lnTo>
                <a:lnTo>
                  <a:pt x="257839" y="39786"/>
                </a:lnTo>
                <a:lnTo>
                  <a:pt x="269775" y="39786"/>
                </a:lnTo>
                <a:lnTo>
                  <a:pt x="269775" y="20171"/>
                </a:lnTo>
                <a:lnTo>
                  <a:pt x="295867" y="4811"/>
                </a:lnTo>
                <a:lnTo>
                  <a:pt x="295867" y="39786"/>
                </a:lnTo>
                <a:lnTo>
                  <a:pt x="313632" y="39786"/>
                </a:lnTo>
                <a:close/>
                <a:moveTo>
                  <a:pt x="330933" y="39786"/>
                </a:moveTo>
                <a:lnTo>
                  <a:pt x="355175" y="39786"/>
                </a:lnTo>
                <a:lnTo>
                  <a:pt x="355175" y="54220"/>
                </a:lnTo>
                <a:cubicBezTo>
                  <a:pt x="358321" y="49285"/>
                  <a:pt x="362577" y="45276"/>
                  <a:pt x="367944" y="42192"/>
                </a:cubicBezTo>
                <a:cubicBezTo>
                  <a:pt x="373310" y="39108"/>
                  <a:pt x="379263" y="37565"/>
                  <a:pt x="385801" y="37565"/>
                </a:cubicBezTo>
                <a:cubicBezTo>
                  <a:pt x="397213" y="37565"/>
                  <a:pt x="406897" y="42038"/>
                  <a:pt x="414854" y="50982"/>
                </a:cubicBezTo>
                <a:cubicBezTo>
                  <a:pt x="422811" y="59926"/>
                  <a:pt x="426790" y="72386"/>
                  <a:pt x="426790" y="88362"/>
                </a:cubicBezTo>
                <a:cubicBezTo>
                  <a:pt x="426790" y="104770"/>
                  <a:pt x="422781" y="117523"/>
                  <a:pt x="414762" y="126621"/>
                </a:cubicBezTo>
                <a:cubicBezTo>
                  <a:pt x="406743" y="135720"/>
                  <a:pt x="397028" y="140269"/>
                  <a:pt x="385616" y="140269"/>
                </a:cubicBezTo>
                <a:cubicBezTo>
                  <a:pt x="380188" y="140269"/>
                  <a:pt x="375269" y="139189"/>
                  <a:pt x="370858" y="137031"/>
                </a:cubicBezTo>
                <a:cubicBezTo>
                  <a:pt x="366448" y="134872"/>
                  <a:pt x="361806" y="131171"/>
                  <a:pt x="356933" y="125927"/>
                </a:cubicBezTo>
                <a:lnTo>
                  <a:pt x="356933" y="175429"/>
                </a:lnTo>
                <a:lnTo>
                  <a:pt x="330933" y="175429"/>
                </a:lnTo>
                <a:lnTo>
                  <a:pt x="330933" y="39786"/>
                </a:lnTo>
                <a:moveTo>
                  <a:pt x="356656" y="87208"/>
                </a:moveTo>
                <a:cubicBezTo>
                  <a:pt x="356656" y="98232"/>
                  <a:pt x="358845" y="106378"/>
                  <a:pt x="363225" y="111644"/>
                </a:cubicBezTo>
                <a:cubicBezTo>
                  <a:pt x="367604" y="116910"/>
                  <a:pt x="372940" y="119543"/>
                  <a:pt x="379232" y="119543"/>
                </a:cubicBezTo>
                <a:cubicBezTo>
                  <a:pt x="385277" y="119543"/>
                  <a:pt x="390304" y="117126"/>
                  <a:pt x="394313" y="112292"/>
                </a:cubicBezTo>
                <a:cubicBezTo>
                  <a:pt x="398323" y="107457"/>
                  <a:pt x="400328" y="99527"/>
                  <a:pt x="400328" y="88501"/>
                </a:cubicBezTo>
                <a:cubicBezTo>
                  <a:pt x="400328" y="78215"/>
                  <a:pt x="398261" y="70578"/>
                  <a:pt x="394128" y="65589"/>
                </a:cubicBezTo>
                <a:cubicBezTo>
                  <a:pt x="389996" y="60600"/>
                  <a:pt x="384876" y="58106"/>
                  <a:pt x="378769" y="58106"/>
                </a:cubicBezTo>
                <a:cubicBezTo>
                  <a:pt x="372416" y="58106"/>
                  <a:pt x="367142" y="60554"/>
                  <a:pt x="362947" y="65450"/>
                </a:cubicBezTo>
                <a:cubicBezTo>
                  <a:pt x="358753" y="70347"/>
                  <a:pt x="356656" y="77599"/>
                  <a:pt x="356656" y="87208"/>
                </a:cubicBezTo>
                <a:close/>
                <a:moveTo>
                  <a:pt x="512128" y="138048"/>
                </a:moveTo>
                <a:lnTo>
                  <a:pt x="512128" y="123337"/>
                </a:lnTo>
                <a:cubicBezTo>
                  <a:pt x="508550" y="128580"/>
                  <a:pt x="503847" y="132713"/>
                  <a:pt x="498018" y="135735"/>
                </a:cubicBezTo>
                <a:cubicBezTo>
                  <a:pt x="492188" y="138758"/>
                  <a:pt x="486036" y="140269"/>
                  <a:pt x="479559" y="140269"/>
                </a:cubicBezTo>
                <a:cubicBezTo>
                  <a:pt x="472959" y="140269"/>
                  <a:pt x="467037" y="138819"/>
                  <a:pt x="461794" y="135920"/>
                </a:cubicBezTo>
                <a:cubicBezTo>
                  <a:pt x="456551" y="133021"/>
                  <a:pt x="452757" y="128950"/>
                  <a:pt x="450413" y="123707"/>
                </a:cubicBezTo>
                <a:cubicBezTo>
                  <a:pt x="448069" y="118464"/>
                  <a:pt x="446897" y="111216"/>
                  <a:pt x="446897" y="101963"/>
                </a:cubicBezTo>
                <a:lnTo>
                  <a:pt x="446897" y="39786"/>
                </a:lnTo>
                <a:lnTo>
                  <a:pt x="472897" y="39786"/>
                </a:lnTo>
                <a:lnTo>
                  <a:pt x="472897" y="84834"/>
                </a:lnTo>
                <a:cubicBezTo>
                  <a:pt x="472897" y="98621"/>
                  <a:pt x="473375" y="107068"/>
                  <a:pt x="474331" y="110175"/>
                </a:cubicBezTo>
                <a:cubicBezTo>
                  <a:pt x="475287" y="113282"/>
                  <a:pt x="477030" y="115744"/>
                  <a:pt x="479559" y="117560"/>
                </a:cubicBezTo>
                <a:cubicBezTo>
                  <a:pt x="482088" y="119376"/>
                  <a:pt x="485295" y="120283"/>
                  <a:pt x="489181" y="120283"/>
                </a:cubicBezTo>
                <a:cubicBezTo>
                  <a:pt x="493623" y="120283"/>
                  <a:pt x="497601" y="119068"/>
                  <a:pt x="501117" y="116637"/>
                </a:cubicBezTo>
                <a:cubicBezTo>
                  <a:pt x="504633" y="114207"/>
                  <a:pt x="507039" y="111191"/>
                  <a:pt x="508334" y="107590"/>
                </a:cubicBezTo>
                <a:cubicBezTo>
                  <a:pt x="509630" y="103989"/>
                  <a:pt x="510277" y="95173"/>
                  <a:pt x="510277" y="81142"/>
                </a:cubicBezTo>
                <a:lnTo>
                  <a:pt x="510277" y="39786"/>
                </a:lnTo>
                <a:lnTo>
                  <a:pt x="536277" y="39786"/>
                </a:lnTo>
                <a:lnTo>
                  <a:pt x="536277" y="138048"/>
                </a:lnTo>
                <a:lnTo>
                  <a:pt x="512128" y="138048"/>
                </a:lnTo>
                <a:close/>
                <a:moveTo>
                  <a:pt x="608292" y="39786"/>
                </a:moveTo>
                <a:lnTo>
                  <a:pt x="608292" y="60512"/>
                </a:lnTo>
                <a:lnTo>
                  <a:pt x="590527" y="60512"/>
                </a:lnTo>
                <a:lnTo>
                  <a:pt x="590527" y="100049"/>
                </a:lnTo>
                <a:cubicBezTo>
                  <a:pt x="590527" y="108057"/>
                  <a:pt x="590696" y="112722"/>
                  <a:pt x="591036" y="114047"/>
                </a:cubicBezTo>
                <a:cubicBezTo>
                  <a:pt x="591375" y="115369"/>
                  <a:pt x="592146" y="116462"/>
                  <a:pt x="593349" y="117325"/>
                </a:cubicBezTo>
                <a:cubicBezTo>
                  <a:pt x="594552" y="118187"/>
                  <a:pt x="596017" y="118618"/>
                  <a:pt x="597744" y="118618"/>
                </a:cubicBezTo>
                <a:cubicBezTo>
                  <a:pt x="600149" y="118618"/>
                  <a:pt x="603635" y="117785"/>
                  <a:pt x="608199" y="116120"/>
                </a:cubicBezTo>
                <a:lnTo>
                  <a:pt x="610420" y="136366"/>
                </a:lnTo>
                <a:cubicBezTo>
                  <a:pt x="604375" y="138968"/>
                  <a:pt x="597528" y="140269"/>
                  <a:pt x="589879" y="140269"/>
                </a:cubicBezTo>
                <a:cubicBezTo>
                  <a:pt x="585191" y="140269"/>
                  <a:pt x="580966" y="139482"/>
                  <a:pt x="577203" y="137910"/>
                </a:cubicBezTo>
                <a:cubicBezTo>
                  <a:pt x="573440" y="136337"/>
                  <a:pt x="570680" y="134301"/>
                  <a:pt x="568922" y="131803"/>
                </a:cubicBezTo>
                <a:cubicBezTo>
                  <a:pt x="567164" y="129305"/>
                  <a:pt x="565946" y="125927"/>
                  <a:pt x="565267" y="121671"/>
                </a:cubicBezTo>
                <a:cubicBezTo>
                  <a:pt x="564712" y="118649"/>
                  <a:pt x="564434" y="112542"/>
                  <a:pt x="564434" y="103351"/>
                </a:cubicBezTo>
                <a:lnTo>
                  <a:pt x="564434" y="60512"/>
                </a:lnTo>
                <a:lnTo>
                  <a:pt x="552499" y="60512"/>
                </a:lnTo>
                <a:lnTo>
                  <a:pt x="552499" y="39786"/>
                </a:lnTo>
                <a:lnTo>
                  <a:pt x="564434" y="39786"/>
                </a:lnTo>
                <a:lnTo>
                  <a:pt x="564434" y="20171"/>
                </a:lnTo>
                <a:lnTo>
                  <a:pt x="590527" y="4811"/>
                </a:lnTo>
                <a:lnTo>
                  <a:pt x="590527" y="39786"/>
                </a:lnTo>
                <a:lnTo>
                  <a:pt x="608292" y="39786"/>
                </a:lnTo>
                <a:close/>
                <a:moveTo>
                  <a:pt x="631330" y="65878"/>
                </a:moveTo>
                <a:lnTo>
                  <a:pt x="631330" y="39786"/>
                </a:lnTo>
                <a:lnTo>
                  <a:pt x="657330" y="39786"/>
                </a:lnTo>
                <a:lnTo>
                  <a:pt x="657330" y="65878"/>
                </a:lnTo>
                <a:lnTo>
                  <a:pt x="631330" y="65878"/>
                </a:lnTo>
                <a:moveTo>
                  <a:pt x="631330" y="138048"/>
                </a:moveTo>
                <a:lnTo>
                  <a:pt x="631330" y="111956"/>
                </a:lnTo>
                <a:lnTo>
                  <a:pt x="657330" y="111956"/>
                </a:lnTo>
                <a:lnTo>
                  <a:pt x="657330" y="138048"/>
                </a:lnTo>
                <a:lnTo>
                  <a:pt x="631330" y="138048"/>
                </a:lnTo>
                <a:close/>
                <a:moveTo>
                  <a:pt x="736748" y="71060"/>
                </a:moveTo>
                <a:cubicBezTo>
                  <a:pt x="736748" y="57225"/>
                  <a:pt x="738814" y="45614"/>
                  <a:pt x="742947" y="36227"/>
                </a:cubicBezTo>
                <a:cubicBezTo>
                  <a:pt x="746031" y="29308"/>
                  <a:pt x="750241" y="23101"/>
                  <a:pt x="755576" y="17603"/>
                </a:cubicBezTo>
                <a:cubicBezTo>
                  <a:pt x="760912" y="12105"/>
                  <a:pt x="766757" y="8029"/>
                  <a:pt x="773110" y="5372"/>
                </a:cubicBezTo>
                <a:cubicBezTo>
                  <a:pt x="781561" y="1791"/>
                  <a:pt x="791307" y="0"/>
                  <a:pt x="802348" y="0"/>
                </a:cubicBezTo>
                <a:cubicBezTo>
                  <a:pt x="822334" y="0"/>
                  <a:pt x="838325" y="6208"/>
                  <a:pt x="850323" y="18624"/>
                </a:cubicBezTo>
                <a:cubicBezTo>
                  <a:pt x="862320" y="31038"/>
                  <a:pt x="868319" y="48300"/>
                  <a:pt x="868319" y="70412"/>
                </a:cubicBezTo>
                <a:cubicBezTo>
                  <a:pt x="868319" y="92339"/>
                  <a:pt x="862367" y="109495"/>
                  <a:pt x="850462" y="121879"/>
                </a:cubicBezTo>
                <a:cubicBezTo>
                  <a:pt x="838557" y="134263"/>
                  <a:pt x="822642" y="140454"/>
                  <a:pt x="802718" y="140454"/>
                </a:cubicBezTo>
                <a:cubicBezTo>
                  <a:pt x="782548" y="140454"/>
                  <a:pt x="766510" y="134293"/>
                  <a:pt x="754605" y="121972"/>
                </a:cubicBezTo>
                <a:cubicBezTo>
                  <a:pt x="742700" y="109649"/>
                  <a:pt x="736748" y="92678"/>
                  <a:pt x="736748" y="71060"/>
                </a:cubicBezTo>
                <a:moveTo>
                  <a:pt x="764968" y="70134"/>
                </a:moveTo>
                <a:cubicBezTo>
                  <a:pt x="764968" y="85494"/>
                  <a:pt x="768515" y="97137"/>
                  <a:pt x="775608" y="105063"/>
                </a:cubicBezTo>
                <a:cubicBezTo>
                  <a:pt x="782702" y="112989"/>
                  <a:pt x="791708" y="116952"/>
                  <a:pt x="802626" y="116952"/>
                </a:cubicBezTo>
                <a:cubicBezTo>
                  <a:pt x="813544" y="116952"/>
                  <a:pt x="822503" y="113020"/>
                  <a:pt x="829505" y="105155"/>
                </a:cubicBezTo>
                <a:cubicBezTo>
                  <a:pt x="836506" y="97291"/>
                  <a:pt x="840006" y="85494"/>
                  <a:pt x="840006" y="69764"/>
                </a:cubicBezTo>
                <a:cubicBezTo>
                  <a:pt x="840006" y="54220"/>
                  <a:pt x="836598" y="42623"/>
                  <a:pt x="829782" y="34975"/>
                </a:cubicBezTo>
                <a:cubicBezTo>
                  <a:pt x="822966" y="27326"/>
                  <a:pt x="813914" y="23502"/>
                  <a:pt x="802626" y="23502"/>
                </a:cubicBezTo>
                <a:cubicBezTo>
                  <a:pt x="791338" y="23502"/>
                  <a:pt x="782239" y="27372"/>
                  <a:pt x="775331" y="35113"/>
                </a:cubicBezTo>
                <a:cubicBezTo>
                  <a:pt x="768422" y="42855"/>
                  <a:pt x="764968" y="54528"/>
                  <a:pt x="764968" y="70134"/>
                </a:cubicBezTo>
                <a:close/>
                <a:moveTo>
                  <a:pt x="978921" y="138048"/>
                </a:moveTo>
                <a:lnTo>
                  <a:pt x="952921" y="138048"/>
                </a:lnTo>
                <a:lnTo>
                  <a:pt x="952921" y="87957"/>
                </a:lnTo>
                <a:cubicBezTo>
                  <a:pt x="952921" y="77359"/>
                  <a:pt x="952366" y="70505"/>
                  <a:pt x="951255" y="67393"/>
                </a:cubicBezTo>
                <a:cubicBezTo>
                  <a:pt x="950145" y="64282"/>
                  <a:pt x="948341" y="61864"/>
                  <a:pt x="945843" y="60139"/>
                </a:cubicBezTo>
                <a:cubicBezTo>
                  <a:pt x="943344" y="58414"/>
                  <a:pt x="940337" y="57551"/>
                  <a:pt x="936821" y="57551"/>
                </a:cubicBezTo>
                <a:cubicBezTo>
                  <a:pt x="932318" y="57551"/>
                  <a:pt x="928278" y="58784"/>
                  <a:pt x="924700" y="61249"/>
                </a:cubicBezTo>
                <a:cubicBezTo>
                  <a:pt x="921123" y="63713"/>
                  <a:pt x="918671" y="66978"/>
                  <a:pt x="917345" y="71045"/>
                </a:cubicBezTo>
                <a:cubicBezTo>
                  <a:pt x="916018" y="75111"/>
                  <a:pt x="915355" y="82627"/>
                  <a:pt x="915355" y="93596"/>
                </a:cubicBezTo>
                <a:lnTo>
                  <a:pt x="915355" y="138048"/>
                </a:lnTo>
                <a:lnTo>
                  <a:pt x="889356" y="138048"/>
                </a:lnTo>
                <a:lnTo>
                  <a:pt x="889356" y="39786"/>
                </a:lnTo>
                <a:lnTo>
                  <a:pt x="913505" y="39786"/>
                </a:lnTo>
                <a:lnTo>
                  <a:pt x="913505" y="54220"/>
                </a:lnTo>
                <a:cubicBezTo>
                  <a:pt x="922079" y="43117"/>
                  <a:pt x="932874" y="37565"/>
                  <a:pt x="945889" y="37565"/>
                </a:cubicBezTo>
                <a:cubicBezTo>
                  <a:pt x="951625" y="37565"/>
                  <a:pt x="956869" y="38599"/>
                  <a:pt x="961618" y="40665"/>
                </a:cubicBezTo>
                <a:cubicBezTo>
                  <a:pt x="966368" y="42731"/>
                  <a:pt x="969961" y="45368"/>
                  <a:pt x="972397" y="48576"/>
                </a:cubicBezTo>
                <a:cubicBezTo>
                  <a:pt x="974834" y="51784"/>
                  <a:pt x="976530" y="55423"/>
                  <a:pt x="977486" y="59494"/>
                </a:cubicBezTo>
                <a:cubicBezTo>
                  <a:pt x="978443" y="63565"/>
                  <a:pt x="978921" y="69394"/>
                  <a:pt x="978921" y="76981"/>
                </a:cubicBezTo>
                <a:lnTo>
                  <a:pt x="978921" y="138048"/>
                </a:lnTo>
                <a:close/>
                <a:moveTo>
                  <a:pt x="1005321" y="26462"/>
                </a:moveTo>
                <a:lnTo>
                  <a:pt x="1005321" y="2406"/>
                </a:lnTo>
                <a:lnTo>
                  <a:pt x="1031320" y="2406"/>
                </a:lnTo>
                <a:lnTo>
                  <a:pt x="1031320" y="26462"/>
                </a:lnTo>
                <a:lnTo>
                  <a:pt x="1005321" y="26462"/>
                </a:lnTo>
                <a:moveTo>
                  <a:pt x="1005321" y="138048"/>
                </a:moveTo>
                <a:lnTo>
                  <a:pt x="1005321" y="39786"/>
                </a:lnTo>
                <a:lnTo>
                  <a:pt x="1031320" y="39786"/>
                </a:lnTo>
                <a:lnTo>
                  <a:pt x="1031320" y="138048"/>
                </a:lnTo>
                <a:lnTo>
                  <a:pt x="1005321" y="138048"/>
                </a:lnTo>
                <a:close/>
                <a:moveTo>
                  <a:pt x="1051985" y="87529"/>
                </a:moveTo>
                <a:cubicBezTo>
                  <a:pt x="1051985" y="78894"/>
                  <a:pt x="1054113" y="70535"/>
                  <a:pt x="1058369" y="62455"/>
                </a:cubicBezTo>
                <a:cubicBezTo>
                  <a:pt x="1062625" y="54374"/>
                  <a:pt x="1068655" y="48206"/>
                  <a:pt x="1076458" y="43950"/>
                </a:cubicBezTo>
                <a:cubicBezTo>
                  <a:pt x="1084261" y="39694"/>
                  <a:pt x="1092974" y="37565"/>
                  <a:pt x="1102597" y="37565"/>
                </a:cubicBezTo>
                <a:cubicBezTo>
                  <a:pt x="1117462" y="37565"/>
                  <a:pt x="1129645" y="42392"/>
                  <a:pt x="1139144" y="52046"/>
                </a:cubicBezTo>
                <a:cubicBezTo>
                  <a:pt x="1148644" y="61699"/>
                  <a:pt x="1153393" y="73897"/>
                  <a:pt x="1153393" y="88640"/>
                </a:cubicBezTo>
                <a:cubicBezTo>
                  <a:pt x="1153393" y="103505"/>
                  <a:pt x="1148597" y="115827"/>
                  <a:pt x="1139005" y="125604"/>
                </a:cubicBezTo>
                <a:cubicBezTo>
                  <a:pt x="1129414" y="135381"/>
                  <a:pt x="1117339" y="140269"/>
                  <a:pt x="1102782" y="140269"/>
                </a:cubicBezTo>
                <a:cubicBezTo>
                  <a:pt x="1093776" y="140269"/>
                  <a:pt x="1085186" y="138233"/>
                  <a:pt x="1077013" y="134162"/>
                </a:cubicBezTo>
                <a:cubicBezTo>
                  <a:pt x="1068840" y="130091"/>
                  <a:pt x="1062625" y="124123"/>
                  <a:pt x="1058369" y="116259"/>
                </a:cubicBezTo>
                <a:cubicBezTo>
                  <a:pt x="1054113" y="108394"/>
                  <a:pt x="1051985" y="98817"/>
                  <a:pt x="1051985" y="87529"/>
                </a:cubicBezTo>
                <a:moveTo>
                  <a:pt x="1078632" y="88917"/>
                </a:moveTo>
                <a:cubicBezTo>
                  <a:pt x="1078632" y="98632"/>
                  <a:pt x="1080946" y="106073"/>
                  <a:pt x="1085572" y="111239"/>
                </a:cubicBezTo>
                <a:cubicBezTo>
                  <a:pt x="1090198" y="116405"/>
                  <a:pt x="1095904" y="118988"/>
                  <a:pt x="1102689" y="118988"/>
                </a:cubicBezTo>
                <a:cubicBezTo>
                  <a:pt x="1109474" y="118988"/>
                  <a:pt x="1115165" y="116405"/>
                  <a:pt x="1119760" y="111239"/>
                </a:cubicBezTo>
                <a:cubicBezTo>
                  <a:pt x="1124356" y="106073"/>
                  <a:pt x="1126653" y="98571"/>
                  <a:pt x="1126653" y="88732"/>
                </a:cubicBezTo>
                <a:cubicBezTo>
                  <a:pt x="1126653" y="79140"/>
                  <a:pt x="1124356" y="71761"/>
                  <a:pt x="1119760" y="66595"/>
                </a:cubicBezTo>
                <a:cubicBezTo>
                  <a:pt x="1115165" y="61429"/>
                  <a:pt x="1109474" y="58846"/>
                  <a:pt x="1102689" y="58846"/>
                </a:cubicBezTo>
                <a:cubicBezTo>
                  <a:pt x="1095904" y="58846"/>
                  <a:pt x="1090198" y="61429"/>
                  <a:pt x="1085572" y="66595"/>
                </a:cubicBezTo>
                <a:cubicBezTo>
                  <a:pt x="1080946" y="71761"/>
                  <a:pt x="1078632" y="79202"/>
                  <a:pt x="1078632" y="88917"/>
                </a:cubicBezTo>
                <a:close/>
                <a:moveTo>
                  <a:pt x="1263159" y="138048"/>
                </a:moveTo>
                <a:lnTo>
                  <a:pt x="1237159" y="138048"/>
                </a:lnTo>
                <a:lnTo>
                  <a:pt x="1237159" y="87957"/>
                </a:lnTo>
                <a:cubicBezTo>
                  <a:pt x="1237159" y="77359"/>
                  <a:pt x="1236604" y="70505"/>
                  <a:pt x="1235494" y="67393"/>
                </a:cubicBezTo>
                <a:cubicBezTo>
                  <a:pt x="1234384" y="64282"/>
                  <a:pt x="1232579" y="61864"/>
                  <a:pt x="1230081" y="60139"/>
                </a:cubicBezTo>
                <a:cubicBezTo>
                  <a:pt x="1227583" y="58414"/>
                  <a:pt x="1224576" y="57551"/>
                  <a:pt x="1221060" y="57551"/>
                </a:cubicBezTo>
                <a:cubicBezTo>
                  <a:pt x="1216557" y="57551"/>
                  <a:pt x="1212517" y="58784"/>
                  <a:pt x="1208939" y="61249"/>
                </a:cubicBezTo>
                <a:cubicBezTo>
                  <a:pt x="1205361" y="63713"/>
                  <a:pt x="1202910" y="66978"/>
                  <a:pt x="1201583" y="71045"/>
                </a:cubicBezTo>
                <a:cubicBezTo>
                  <a:pt x="1200257" y="75111"/>
                  <a:pt x="1199594" y="82627"/>
                  <a:pt x="1199594" y="93596"/>
                </a:cubicBezTo>
                <a:lnTo>
                  <a:pt x="1199594" y="138048"/>
                </a:lnTo>
                <a:lnTo>
                  <a:pt x="1173594" y="138048"/>
                </a:lnTo>
                <a:lnTo>
                  <a:pt x="1173594" y="39786"/>
                </a:lnTo>
                <a:lnTo>
                  <a:pt x="1197744" y="39786"/>
                </a:lnTo>
                <a:lnTo>
                  <a:pt x="1197744" y="54220"/>
                </a:lnTo>
                <a:cubicBezTo>
                  <a:pt x="1206318" y="43117"/>
                  <a:pt x="1217112" y="37565"/>
                  <a:pt x="1230128" y="37565"/>
                </a:cubicBezTo>
                <a:cubicBezTo>
                  <a:pt x="1235864" y="37565"/>
                  <a:pt x="1241107" y="38599"/>
                  <a:pt x="1245857" y="40665"/>
                </a:cubicBezTo>
                <a:cubicBezTo>
                  <a:pt x="1250607" y="42731"/>
                  <a:pt x="1254200" y="45368"/>
                  <a:pt x="1256636" y="48576"/>
                </a:cubicBezTo>
                <a:cubicBezTo>
                  <a:pt x="1259073" y="51784"/>
                  <a:pt x="1260769" y="55423"/>
                  <a:pt x="1261725" y="59494"/>
                </a:cubicBezTo>
                <a:cubicBezTo>
                  <a:pt x="1262681" y="63565"/>
                  <a:pt x="1263159" y="69394"/>
                  <a:pt x="1263159" y="76981"/>
                </a:cubicBezTo>
                <a:lnTo>
                  <a:pt x="1263159" y="138048"/>
                </a:lnTo>
                <a:close/>
                <a:moveTo>
                  <a:pt x="1290485" y="138048"/>
                </a:moveTo>
                <a:lnTo>
                  <a:pt x="1290485" y="3516"/>
                </a:lnTo>
                <a:lnTo>
                  <a:pt x="1317872" y="3516"/>
                </a:lnTo>
                <a:lnTo>
                  <a:pt x="1317872" y="115102"/>
                </a:lnTo>
                <a:lnTo>
                  <a:pt x="1385971" y="115102"/>
                </a:lnTo>
                <a:lnTo>
                  <a:pt x="1385971" y="138048"/>
                </a:lnTo>
                <a:lnTo>
                  <a:pt x="1290485" y="138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957c748134ee5"/>
          <a:stretch xmlns:a="http://schemas.openxmlformats.org/drawingml/2006/main"/>
        </p:blipFill>
        <p:spPr>
          <a:xfrm xmlns:a="http://schemas.openxmlformats.org/drawingml/2006/main">
            <a:off x="37021" y="2875271"/>
            <a:ext cx="15036242" cy="657166"/>
          </a:xfrm>
          <a:prstGeom xmlns:a="http://schemas.openxmlformats.org/drawingml/2006/main" prst="rect">
            <a:avLst/>
          </a:prstGeom>
        </p:spPr>
      </p:pic>
      <p:sp>
        <p:nvSpPr>
          <p:cNvPr id="170" name="Text Req2OnionLPipelinefromStep1toStep6">
            <a:extLst xmlns:a="http://schemas.openxmlformats.org/drawingml/2006/main">
              <a:ext uri="{FF2B5EF4-FFF2-40B4-BE49-F238E27FC236}">
                <a16:creationId xmlns:a16="http://schemas.microsoft.com/office/drawing/2014/main" id="{A49E3C14-E8C5-4B48-9392-7A779824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599" y="3127391"/>
            <a:ext cx="3833293" cy="175429"/>
          </a:xfrm>
          <a:custGeom xmlns:a="http://schemas.openxmlformats.org/drawingml/2006/main">
            <a:pathLst>
              <a:path w="3833293" h="175429">
                <a:moveTo>
                  <a:pt x="0" y="138048"/>
                </a:moveTo>
                <a:lnTo>
                  <a:pt x="0" y="2406"/>
                </a:lnTo>
                <a:lnTo>
                  <a:pt x="57644" y="2406"/>
                </a:lnTo>
                <a:cubicBezTo>
                  <a:pt x="72139" y="2406"/>
                  <a:pt x="82672" y="3624"/>
                  <a:pt x="89241" y="6060"/>
                </a:cubicBezTo>
                <a:cubicBezTo>
                  <a:pt x="95810" y="8497"/>
                  <a:pt x="101069" y="12830"/>
                  <a:pt x="105017" y="19060"/>
                </a:cubicBezTo>
                <a:cubicBezTo>
                  <a:pt x="108964" y="25290"/>
                  <a:pt x="110938" y="32415"/>
                  <a:pt x="110938" y="40434"/>
                </a:cubicBezTo>
                <a:cubicBezTo>
                  <a:pt x="110938" y="50612"/>
                  <a:pt x="107947" y="59016"/>
                  <a:pt x="101963" y="65647"/>
                </a:cubicBezTo>
                <a:cubicBezTo>
                  <a:pt x="95980" y="72278"/>
                  <a:pt x="87036" y="76457"/>
                  <a:pt x="75131" y="78184"/>
                </a:cubicBezTo>
                <a:cubicBezTo>
                  <a:pt x="81053" y="81639"/>
                  <a:pt x="85941" y="85432"/>
                  <a:pt x="89796" y="89565"/>
                </a:cubicBezTo>
                <a:cubicBezTo>
                  <a:pt x="93651" y="93698"/>
                  <a:pt x="98848" y="101038"/>
                  <a:pt x="105387" y="111586"/>
                </a:cubicBezTo>
                <a:lnTo>
                  <a:pt x="121949" y="138048"/>
                </a:lnTo>
                <a:lnTo>
                  <a:pt x="89195" y="138048"/>
                </a:lnTo>
                <a:lnTo>
                  <a:pt x="69394" y="108524"/>
                </a:lnTo>
                <a:cubicBezTo>
                  <a:pt x="62362" y="97980"/>
                  <a:pt x="57551" y="91336"/>
                  <a:pt x="54960" y="88593"/>
                </a:cubicBezTo>
                <a:cubicBezTo>
                  <a:pt x="52370" y="85848"/>
                  <a:pt x="49625" y="83967"/>
                  <a:pt x="46725" y="82949"/>
                </a:cubicBezTo>
                <a:cubicBezTo>
                  <a:pt x="43826" y="81932"/>
                  <a:pt x="39231" y="81423"/>
                  <a:pt x="32939" y="81423"/>
                </a:cubicBezTo>
                <a:lnTo>
                  <a:pt x="27388" y="81423"/>
                </a:lnTo>
                <a:lnTo>
                  <a:pt x="27388" y="138048"/>
                </a:lnTo>
                <a:lnTo>
                  <a:pt x="0" y="138048"/>
                </a:lnTo>
                <a:moveTo>
                  <a:pt x="27388" y="59772"/>
                </a:moveTo>
                <a:lnTo>
                  <a:pt x="47651" y="59772"/>
                </a:lnTo>
                <a:cubicBezTo>
                  <a:pt x="60789" y="59772"/>
                  <a:pt x="68993" y="59216"/>
                  <a:pt x="72263" y="58106"/>
                </a:cubicBezTo>
                <a:cubicBezTo>
                  <a:pt x="75532" y="56996"/>
                  <a:pt x="78092" y="55084"/>
                  <a:pt x="79942" y="52370"/>
                </a:cubicBezTo>
                <a:cubicBezTo>
                  <a:pt x="81793" y="49655"/>
                  <a:pt x="82718" y="46263"/>
                  <a:pt x="82718" y="42192"/>
                </a:cubicBezTo>
                <a:cubicBezTo>
                  <a:pt x="82718" y="37627"/>
                  <a:pt x="81500" y="33942"/>
                  <a:pt x="79063" y="31135"/>
                </a:cubicBezTo>
                <a:cubicBezTo>
                  <a:pt x="76627" y="28328"/>
                  <a:pt x="73188" y="26555"/>
                  <a:pt x="68747" y="25815"/>
                </a:cubicBezTo>
                <a:cubicBezTo>
                  <a:pt x="66526" y="25506"/>
                  <a:pt x="59864" y="25352"/>
                  <a:pt x="48761" y="25352"/>
                </a:cubicBezTo>
                <a:lnTo>
                  <a:pt x="27388" y="25352"/>
                </a:lnTo>
                <a:lnTo>
                  <a:pt x="27388" y="59772"/>
                </a:lnTo>
                <a:close/>
                <a:moveTo>
                  <a:pt x="193440" y="106775"/>
                </a:moveTo>
                <a:lnTo>
                  <a:pt x="219347" y="111216"/>
                </a:lnTo>
                <a:cubicBezTo>
                  <a:pt x="216016" y="120684"/>
                  <a:pt x="210757" y="127894"/>
                  <a:pt x="203571" y="132844"/>
                </a:cubicBezTo>
                <a:cubicBezTo>
                  <a:pt x="196385" y="137794"/>
                  <a:pt x="187395" y="140269"/>
                  <a:pt x="176600" y="140269"/>
                </a:cubicBezTo>
                <a:cubicBezTo>
                  <a:pt x="159514" y="140269"/>
                  <a:pt x="146868" y="134687"/>
                  <a:pt x="138664" y="123522"/>
                </a:cubicBezTo>
                <a:cubicBezTo>
                  <a:pt x="132188" y="114578"/>
                  <a:pt x="128949" y="103290"/>
                  <a:pt x="128949" y="89657"/>
                </a:cubicBezTo>
                <a:cubicBezTo>
                  <a:pt x="128949" y="73373"/>
                  <a:pt x="133205" y="60620"/>
                  <a:pt x="141718" y="51398"/>
                </a:cubicBezTo>
                <a:cubicBezTo>
                  <a:pt x="150230" y="42176"/>
                  <a:pt x="160994" y="37565"/>
                  <a:pt x="174009" y="37565"/>
                </a:cubicBezTo>
                <a:cubicBezTo>
                  <a:pt x="188628" y="37565"/>
                  <a:pt x="200163" y="42392"/>
                  <a:pt x="208614" y="52046"/>
                </a:cubicBezTo>
                <a:cubicBezTo>
                  <a:pt x="217065" y="61699"/>
                  <a:pt x="221105" y="76488"/>
                  <a:pt x="220735" y="96412"/>
                </a:cubicBezTo>
                <a:lnTo>
                  <a:pt x="155597" y="96412"/>
                </a:lnTo>
                <a:cubicBezTo>
                  <a:pt x="155782" y="104122"/>
                  <a:pt x="157879" y="110121"/>
                  <a:pt x="161888" y="114408"/>
                </a:cubicBezTo>
                <a:cubicBezTo>
                  <a:pt x="165898" y="118695"/>
                  <a:pt x="170894" y="120839"/>
                  <a:pt x="176878" y="120839"/>
                </a:cubicBezTo>
                <a:cubicBezTo>
                  <a:pt x="180949" y="120839"/>
                  <a:pt x="184372" y="119728"/>
                  <a:pt x="187148" y="117508"/>
                </a:cubicBezTo>
                <a:cubicBezTo>
                  <a:pt x="189924" y="115287"/>
                  <a:pt x="192021" y="111709"/>
                  <a:pt x="193440" y="106775"/>
                </a:cubicBezTo>
                <a:moveTo>
                  <a:pt x="194920" y="80497"/>
                </a:moveTo>
                <a:cubicBezTo>
                  <a:pt x="194735" y="73003"/>
                  <a:pt x="192792" y="67305"/>
                  <a:pt x="189091" y="63403"/>
                </a:cubicBezTo>
                <a:cubicBezTo>
                  <a:pt x="185390" y="59502"/>
                  <a:pt x="180887" y="57551"/>
                  <a:pt x="175582" y="57551"/>
                </a:cubicBezTo>
                <a:cubicBezTo>
                  <a:pt x="169907" y="57551"/>
                  <a:pt x="165219" y="59609"/>
                  <a:pt x="161518" y="63724"/>
                </a:cubicBezTo>
                <a:cubicBezTo>
                  <a:pt x="157817" y="67842"/>
                  <a:pt x="155998" y="73433"/>
                  <a:pt x="156059" y="80497"/>
                </a:cubicBezTo>
                <a:lnTo>
                  <a:pt x="194920" y="80497"/>
                </a:lnTo>
                <a:close/>
                <a:moveTo>
                  <a:pt x="306107" y="175429"/>
                </a:moveTo>
                <a:lnTo>
                  <a:pt x="306107" y="126020"/>
                </a:lnTo>
                <a:cubicBezTo>
                  <a:pt x="302714" y="130400"/>
                  <a:pt x="298489" y="133869"/>
                  <a:pt x="293431" y="136429"/>
                </a:cubicBezTo>
                <a:cubicBezTo>
                  <a:pt x="288373" y="138989"/>
                  <a:pt x="282914" y="140269"/>
                  <a:pt x="277054" y="140269"/>
                </a:cubicBezTo>
                <a:cubicBezTo>
                  <a:pt x="265889" y="140269"/>
                  <a:pt x="256698" y="136074"/>
                  <a:pt x="249481" y="127685"/>
                </a:cubicBezTo>
                <a:cubicBezTo>
                  <a:pt x="240969" y="117878"/>
                  <a:pt x="236713" y="104585"/>
                  <a:pt x="236713" y="87807"/>
                </a:cubicBezTo>
                <a:cubicBezTo>
                  <a:pt x="236713" y="72016"/>
                  <a:pt x="240707" y="59694"/>
                  <a:pt x="248695" y="50843"/>
                </a:cubicBezTo>
                <a:cubicBezTo>
                  <a:pt x="256683" y="41991"/>
                  <a:pt x="266598" y="37565"/>
                  <a:pt x="278442" y="37565"/>
                </a:cubicBezTo>
                <a:cubicBezTo>
                  <a:pt x="284980" y="37565"/>
                  <a:pt x="290640" y="38953"/>
                  <a:pt x="295420" y="41729"/>
                </a:cubicBezTo>
                <a:cubicBezTo>
                  <a:pt x="300201" y="44505"/>
                  <a:pt x="304441" y="48699"/>
                  <a:pt x="308143" y="54313"/>
                </a:cubicBezTo>
                <a:lnTo>
                  <a:pt x="308143" y="39786"/>
                </a:lnTo>
                <a:lnTo>
                  <a:pt x="332107" y="39786"/>
                </a:lnTo>
                <a:lnTo>
                  <a:pt x="332107" y="175429"/>
                </a:lnTo>
                <a:lnTo>
                  <a:pt x="306107" y="175429"/>
                </a:lnTo>
                <a:moveTo>
                  <a:pt x="306940" y="87714"/>
                </a:moveTo>
                <a:cubicBezTo>
                  <a:pt x="306940" y="77660"/>
                  <a:pt x="304889" y="70181"/>
                  <a:pt x="300787" y="65277"/>
                </a:cubicBezTo>
                <a:cubicBezTo>
                  <a:pt x="296685" y="60373"/>
                  <a:pt x="291550" y="57921"/>
                  <a:pt x="285381" y="57921"/>
                </a:cubicBezTo>
                <a:cubicBezTo>
                  <a:pt x="279089" y="57921"/>
                  <a:pt x="273831" y="60419"/>
                  <a:pt x="269606" y="65416"/>
                </a:cubicBezTo>
                <a:cubicBezTo>
                  <a:pt x="265380" y="70412"/>
                  <a:pt x="263268" y="78338"/>
                  <a:pt x="263268" y="89195"/>
                </a:cubicBezTo>
                <a:cubicBezTo>
                  <a:pt x="263268" y="99989"/>
                  <a:pt x="265303" y="107777"/>
                  <a:pt x="269374" y="112558"/>
                </a:cubicBezTo>
                <a:cubicBezTo>
                  <a:pt x="273445" y="117338"/>
                  <a:pt x="278473" y="119728"/>
                  <a:pt x="284456" y="119728"/>
                </a:cubicBezTo>
                <a:cubicBezTo>
                  <a:pt x="290439" y="119728"/>
                  <a:pt x="295682" y="117045"/>
                  <a:pt x="300185" y="111679"/>
                </a:cubicBezTo>
                <a:cubicBezTo>
                  <a:pt x="304688" y="106312"/>
                  <a:pt x="306940" y="98324"/>
                  <a:pt x="306940" y="87714"/>
                </a:cubicBezTo>
                <a:close/>
                <a:moveTo>
                  <a:pt x="439929" y="113807"/>
                </a:moveTo>
                <a:lnTo>
                  <a:pt x="439929" y="138048"/>
                </a:lnTo>
                <a:lnTo>
                  <a:pt x="348792" y="138048"/>
                </a:lnTo>
                <a:cubicBezTo>
                  <a:pt x="349778" y="128927"/>
                  <a:pt x="352739" y="120283"/>
                  <a:pt x="357674" y="112118"/>
                </a:cubicBezTo>
                <a:cubicBezTo>
                  <a:pt x="362609" y="103951"/>
                  <a:pt x="372355" y="93117"/>
                  <a:pt x="386912" y="79618"/>
                </a:cubicBezTo>
                <a:cubicBezTo>
                  <a:pt x="398632" y="68710"/>
                  <a:pt x="405818" y="61315"/>
                  <a:pt x="408471" y="57432"/>
                </a:cubicBezTo>
                <a:cubicBezTo>
                  <a:pt x="412048" y="52070"/>
                  <a:pt x="413837" y="46769"/>
                  <a:pt x="413837" y="41530"/>
                </a:cubicBezTo>
                <a:cubicBezTo>
                  <a:pt x="413837" y="35735"/>
                  <a:pt x="412280" y="31282"/>
                  <a:pt x="409165" y="28171"/>
                </a:cubicBezTo>
                <a:cubicBezTo>
                  <a:pt x="406050" y="25058"/>
                  <a:pt x="401747" y="23502"/>
                  <a:pt x="396257" y="23502"/>
                </a:cubicBezTo>
                <a:cubicBezTo>
                  <a:pt x="390829" y="23502"/>
                  <a:pt x="386511" y="25144"/>
                  <a:pt x="383304" y="28429"/>
                </a:cubicBezTo>
                <a:cubicBezTo>
                  <a:pt x="380096" y="31711"/>
                  <a:pt x="378246" y="37163"/>
                  <a:pt x="377752" y="44782"/>
                </a:cubicBezTo>
                <a:lnTo>
                  <a:pt x="351845" y="42180"/>
                </a:lnTo>
                <a:cubicBezTo>
                  <a:pt x="353387" y="27808"/>
                  <a:pt x="358229" y="17493"/>
                  <a:pt x="366371" y="11236"/>
                </a:cubicBezTo>
                <a:cubicBezTo>
                  <a:pt x="374514" y="4979"/>
                  <a:pt x="384692" y="1851"/>
                  <a:pt x="396905" y="1851"/>
                </a:cubicBezTo>
                <a:cubicBezTo>
                  <a:pt x="410290" y="1851"/>
                  <a:pt x="420807" y="5456"/>
                  <a:pt x="428456" y="12667"/>
                </a:cubicBezTo>
                <a:cubicBezTo>
                  <a:pt x="436105" y="19879"/>
                  <a:pt x="439929" y="28846"/>
                  <a:pt x="439929" y="39569"/>
                </a:cubicBezTo>
                <a:cubicBezTo>
                  <a:pt x="439929" y="45672"/>
                  <a:pt x="438834" y="51482"/>
                  <a:pt x="436645" y="56999"/>
                </a:cubicBezTo>
                <a:cubicBezTo>
                  <a:pt x="434455" y="62514"/>
                  <a:pt x="430985" y="68291"/>
                  <a:pt x="426236" y="74330"/>
                </a:cubicBezTo>
                <a:cubicBezTo>
                  <a:pt x="423090" y="78337"/>
                  <a:pt x="417415" y="84101"/>
                  <a:pt x="409211" y="91621"/>
                </a:cubicBezTo>
                <a:cubicBezTo>
                  <a:pt x="401007" y="99138"/>
                  <a:pt x="395810" y="104130"/>
                  <a:pt x="393620" y="106595"/>
                </a:cubicBezTo>
                <a:cubicBezTo>
                  <a:pt x="391430" y="109061"/>
                  <a:pt x="389657" y="111465"/>
                  <a:pt x="388300" y="113807"/>
                </a:cubicBezTo>
                <a:lnTo>
                  <a:pt x="439929" y="113807"/>
                </a:lnTo>
                <a:close/>
                <a:moveTo>
                  <a:pt x="457665" y="71060"/>
                </a:moveTo>
                <a:cubicBezTo>
                  <a:pt x="457665" y="57225"/>
                  <a:pt x="459731" y="45614"/>
                  <a:pt x="463864" y="36227"/>
                </a:cubicBezTo>
                <a:cubicBezTo>
                  <a:pt x="466948" y="29308"/>
                  <a:pt x="471158" y="23101"/>
                  <a:pt x="476494" y="17603"/>
                </a:cubicBezTo>
                <a:cubicBezTo>
                  <a:pt x="481830" y="12105"/>
                  <a:pt x="487674" y="8029"/>
                  <a:pt x="494028" y="5372"/>
                </a:cubicBezTo>
                <a:cubicBezTo>
                  <a:pt x="502478" y="1791"/>
                  <a:pt x="512224" y="0"/>
                  <a:pt x="523266" y="0"/>
                </a:cubicBezTo>
                <a:cubicBezTo>
                  <a:pt x="543251" y="0"/>
                  <a:pt x="559243" y="6208"/>
                  <a:pt x="571240" y="18624"/>
                </a:cubicBezTo>
                <a:cubicBezTo>
                  <a:pt x="583238" y="31038"/>
                  <a:pt x="589237" y="48300"/>
                  <a:pt x="589237" y="70412"/>
                </a:cubicBezTo>
                <a:cubicBezTo>
                  <a:pt x="589237" y="92339"/>
                  <a:pt x="583284" y="109495"/>
                  <a:pt x="571379" y="121879"/>
                </a:cubicBezTo>
                <a:cubicBezTo>
                  <a:pt x="559474" y="134263"/>
                  <a:pt x="543560" y="140454"/>
                  <a:pt x="523636" y="140454"/>
                </a:cubicBezTo>
                <a:cubicBezTo>
                  <a:pt x="503465" y="140454"/>
                  <a:pt x="487427" y="134293"/>
                  <a:pt x="475522" y="121972"/>
                </a:cubicBezTo>
                <a:cubicBezTo>
                  <a:pt x="463617" y="109649"/>
                  <a:pt x="457665" y="92678"/>
                  <a:pt x="457665" y="71060"/>
                </a:cubicBezTo>
                <a:moveTo>
                  <a:pt x="485885" y="70134"/>
                </a:moveTo>
                <a:cubicBezTo>
                  <a:pt x="485885" y="85494"/>
                  <a:pt x="489432" y="97137"/>
                  <a:pt x="496526" y="105063"/>
                </a:cubicBezTo>
                <a:cubicBezTo>
                  <a:pt x="503619" y="112989"/>
                  <a:pt x="512625" y="116952"/>
                  <a:pt x="523543" y="116952"/>
                </a:cubicBezTo>
                <a:cubicBezTo>
                  <a:pt x="534461" y="116952"/>
                  <a:pt x="543421" y="113020"/>
                  <a:pt x="550422" y="105155"/>
                </a:cubicBezTo>
                <a:cubicBezTo>
                  <a:pt x="557423" y="97291"/>
                  <a:pt x="560924" y="85494"/>
                  <a:pt x="560924" y="69764"/>
                </a:cubicBezTo>
                <a:cubicBezTo>
                  <a:pt x="560924" y="54220"/>
                  <a:pt x="557516" y="42623"/>
                  <a:pt x="550700" y="34975"/>
                </a:cubicBezTo>
                <a:cubicBezTo>
                  <a:pt x="543884" y="27326"/>
                  <a:pt x="534831" y="23502"/>
                  <a:pt x="523543" y="23502"/>
                </a:cubicBezTo>
                <a:cubicBezTo>
                  <a:pt x="512255" y="23502"/>
                  <a:pt x="503157" y="27372"/>
                  <a:pt x="496248" y="35113"/>
                </a:cubicBezTo>
                <a:cubicBezTo>
                  <a:pt x="489340" y="42855"/>
                  <a:pt x="485885" y="54528"/>
                  <a:pt x="485885" y="70134"/>
                </a:cubicBezTo>
                <a:close/>
                <a:moveTo>
                  <a:pt x="699837" y="138048"/>
                </a:moveTo>
                <a:lnTo>
                  <a:pt x="673837" y="138048"/>
                </a:lnTo>
                <a:lnTo>
                  <a:pt x="673837" y="87957"/>
                </a:lnTo>
                <a:cubicBezTo>
                  <a:pt x="673837" y="77359"/>
                  <a:pt x="673282" y="70505"/>
                  <a:pt x="672172" y="67393"/>
                </a:cubicBezTo>
                <a:cubicBezTo>
                  <a:pt x="671061" y="64282"/>
                  <a:pt x="669257" y="61864"/>
                  <a:pt x="666759" y="60139"/>
                </a:cubicBezTo>
                <a:cubicBezTo>
                  <a:pt x="664261" y="58414"/>
                  <a:pt x="661254" y="57551"/>
                  <a:pt x="657738" y="57551"/>
                </a:cubicBezTo>
                <a:cubicBezTo>
                  <a:pt x="653235" y="57551"/>
                  <a:pt x="649194" y="58784"/>
                  <a:pt x="645617" y="61249"/>
                </a:cubicBezTo>
                <a:cubicBezTo>
                  <a:pt x="642039" y="63713"/>
                  <a:pt x="639587" y="66978"/>
                  <a:pt x="638261" y="71045"/>
                </a:cubicBezTo>
                <a:cubicBezTo>
                  <a:pt x="636935" y="75111"/>
                  <a:pt x="636272" y="82627"/>
                  <a:pt x="636272" y="93596"/>
                </a:cubicBezTo>
                <a:lnTo>
                  <a:pt x="636272" y="138048"/>
                </a:lnTo>
                <a:lnTo>
                  <a:pt x="610272" y="138048"/>
                </a:lnTo>
                <a:lnTo>
                  <a:pt x="610272" y="39786"/>
                </a:lnTo>
                <a:lnTo>
                  <a:pt x="634421" y="39786"/>
                </a:lnTo>
                <a:lnTo>
                  <a:pt x="634421" y="54220"/>
                </a:lnTo>
                <a:cubicBezTo>
                  <a:pt x="642995" y="43117"/>
                  <a:pt x="653790" y="37565"/>
                  <a:pt x="666805" y="37565"/>
                </a:cubicBezTo>
                <a:cubicBezTo>
                  <a:pt x="672542" y="37565"/>
                  <a:pt x="677785" y="38599"/>
                  <a:pt x="682535" y="40665"/>
                </a:cubicBezTo>
                <a:cubicBezTo>
                  <a:pt x="687284" y="42731"/>
                  <a:pt x="690877" y="45368"/>
                  <a:pt x="693314" y="48576"/>
                </a:cubicBezTo>
                <a:cubicBezTo>
                  <a:pt x="695750" y="51784"/>
                  <a:pt x="697447" y="55423"/>
                  <a:pt x="698403" y="59494"/>
                </a:cubicBezTo>
                <a:cubicBezTo>
                  <a:pt x="699359" y="63565"/>
                  <a:pt x="699837" y="69394"/>
                  <a:pt x="699837" y="76981"/>
                </a:cubicBezTo>
                <a:lnTo>
                  <a:pt x="699837" y="138048"/>
                </a:lnTo>
                <a:close/>
                <a:moveTo>
                  <a:pt x="726237" y="26462"/>
                </a:moveTo>
                <a:lnTo>
                  <a:pt x="726237" y="2406"/>
                </a:lnTo>
                <a:lnTo>
                  <a:pt x="752236" y="2406"/>
                </a:lnTo>
                <a:lnTo>
                  <a:pt x="752236" y="26462"/>
                </a:lnTo>
                <a:lnTo>
                  <a:pt x="726237" y="26462"/>
                </a:lnTo>
                <a:moveTo>
                  <a:pt x="726237" y="138048"/>
                </a:moveTo>
                <a:lnTo>
                  <a:pt x="726237" y="39786"/>
                </a:lnTo>
                <a:lnTo>
                  <a:pt x="752236" y="39786"/>
                </a:lnTo>
                <a:lnTo>
                  <a:pt x="752236" y="138048"/>
                </a:lnTo>
                <a:lnTo>
                  <a:pt x="726237" y="138048"/>
                </a:lnTo>
                <a:close/>
                <a:moveTo>
                  <a:pt x="772902" y="87529"/>
                </a:moveTo>
                <a:cubicBezTo>
                  <a:pt x="772902" y="78894"/>
                  <a:pt x="775030" y="70535"/>
                  <a:pt x="779286" y="62455"/>
                </a:cubicBezTo>
                <a:cubicBezTo>
                  <a:pt x="783542" y="54374"/>
                  <a:pt x="789572" y="48206"/>
                  <a:pt x="797375" y="43950"/>
                </a:cubicBezTo>
                <a:cubicBezTo>
                  <a:pt x="805178" y="39694"/>
                  <a:pt x="813891" y="37565"/>
                  <a:pt x="823513" y="37565"/>
                </a:cubicBezTo>
                <a:cubicBezTo>
                  <a:pt x="838379" y="37565"/>
                  <a:pt x="850562" y="42392"/>
                  <a:pt x="860061" y="52046"/>
                </a:cubicBezTo>
                <a:cubicBezTo>
                  <a:pt x="869560" y="61699"/>
                  <a:pt x="874310" y="73897"/>
                  <a:pt x="874310" y="88640"/>
                </a:cubicBezTo>
                <a:cubicBezTo>
                  <a:pt x="874310" y="103505"/>
                  <a:pt x="869514" y="115827"/>
                  <a:pt x="859922" y="125604"/>
                </a:cubicBezTo>
                <a:cubicBezTo>
                  <a:pt x="850330" y="135381"/>
                  <a:pt x="838256" y="140269"/>
                  <a:pt x="823698" y="140269"/>
                </a:cubicBezTo>
                <a:cubicBezTo>
                  <a:pt x="814692" y="140269"/>
                  <a:pt x="806103" y="138233"/>
                  <a:pt x="797930" y="134162"/>
                </a:cubicBezTo>
                <a:cubicBezTo>
                  <a:pt x="789757" y="130091"/>
                  <a:pt x="783542" y="124123"/>
                  <a:pt x="779286" y="116259"/>
                </a:cubicBezTo>
                <a:cubicBezTo>
                  <a:pt x="775030" y="108394"/>
                  <a:pt x="772902" y="98817"/>
                  <a:pt x="772902" y="87529"/>
                </a:cubicBezTo>
                <a:moveTo>
                  <a:pt x="799549" y="88917"/>
                </a:moveTo>
                <a:cubicBezTo>
                  <a:pt x="799549" y="98632"/>
                  <a:pt x="801862" y="106073"/>
                  <a:pt x="806488" y="111239"/>
                </a:cubicBezTo>
                <a:cubicBezTo>
                  <a:pt x="811115" y="116405"/>
                  <a:pt x="816821" y="118988"/>
                  <a:pt x="823606" y="118988"/>
                </a:cubicBezTo>
                <a:cubicBezTo>
                  <a:pt x="830391" y="118988"/>
                  <a:pt x="836081" y="116405"/>
                  <a:pt x="840677" y="111239"/>
                </a:cubicBezTo>
                <a:cubicBezTo>
                  <a:pt x="845272" y="106073"/>
                  <a:pt x="847570" y="98571"/>
                  <a:pt x="847570" y="88732"/>
                </a:cubicBezTo>
                <a:cubicBezTo>
                  <a:pt x="847570" y="79140"/>
                  <a:pt x="845272" y="71761"/>
                  <a:pt x="840677" y="66595"/>
                </a:cubicBezTo>
                <a:cubicBezTo>
                  <a:pt x="836081" y="61429"/>
                  <a:pt x="830391" y="58846"/>
                  <a:pt x="823606" y="58846"/>
                </a:cubicBezTo>
                <a:cubicBezTo>
                  <a:pt x="816821" y="58846"/>
                  <a:pt x="811115" y="61429"/>
                  <a:pt x="806488" y="66595"/>
                </a:cubicBezTo>
                <a:cubicBezTo>
                  <a:pt x="801862" y="71761"/>
                  <a:pt x="799549" y="79202"/>
                  <a:pt x="799549" y="88917"/>
                </a:cubicBezTo>
                <a:close/>
                <a:moveTo>
                  <a:pt x="984075" y="138048"/>
                </a:moveTo>
                <a:lnTo>
                  <a:pt x="958075" y="138048"/>
                </a:lnTo>
                <a:lnTo>
                  <a:pt x="958075" y="87957"/>
                </a:lnTo>
                <a:cubicBezTo>
                  <a:pt x="958075" y="77359"/>
                  <a:pt x="957520" y="70505"/>
                  <a:pt x="956410" y="67393"/>
                </a:cubicBezTo>
                <a:cubicBezTo>
                  <a:pt x="955299" y="64282"/>
                  <a:pt x="953495" y="61864"/>
                  <a:pt x="950997" y="60139"/>
                </a:cubicBezTo>
                <a:cubicBezTo>
                  <a:pt x="948499" y="58414"/>
                  <a:pt x="945492" y="57551"/>
                  <a:pt x="941976" y="57551"/>
                </a:cubicBezTo>
                <a:cubicBezTo>
                  <a:pt x="937473" y="57551"/>
                  <a:pt x="933433" y="58784"/>
                  <a:pt x="929855" y="61249"/>
                </a:cubicBezTo>
                <a:cubicBezTo>
                  <a:pt x="926277" y="63713"/>
                  <a:pt x="923825" y="66978"/>
                  <a:pt x="922499" y="71045"/>
                </a:cubicBezTo>
                <a:cubicBezTo>
                  <a:pt x="921173" y="75111"/>
                  <a:pt x="920510" y="82627"/>
                  <a:pt x="920510" y="93596"/>
                </a:cubicBezTo>
                <a:lnTo>
                  <a:pt x="920510" y="138048"/>
                </a:lnTo>
                <a:lnTo>
                  <a:pt x="894510" y="138048"/>
                </a:lnTo>
                <a:lnTo>
                  <a:pt x="894510" y="39786"/>
                </a:lnTo>
                <a:lnTo>
                  <a:pt x="918659" y="39786"/>
                </a:lnTo>
                <a:lnTo>
                  <a:pt x="918659" y="54220"/>
                </a:lnTo>
                <a:cubicBezTo>
                  <a:pt x="927233" y="43117"/>
                  <a:pt x="938028" y="37565"/>
                  <a:pt x="951043" y="37565"/>
                </a:cubicBezTo>
                <a:cubicBezTo>
                  <a:pt x="956780" y="37565"/>
                  <a:pt x="962023" y="38599"/>
                  <a:pt x="966773" y="40665"/>
                </a:cubicBezTo>
                <a:cubicBezTo>
                  <a:pt x="971522" y="42731"/>
                  <a:pt x="975115" y="45368"/>
                  <a:pt x="977552" y="48576"/>
                </a:cubicBezTo>
                <a:cubicBezTo>
                  <a:pt x="979988" y="51784"/>
                  <a:pt x="981685" y="55423"/>
                  <a:pt x="982641" y="59494"/>
                </a:cubicBezTo>
                <a:cubicBezTo>
                  <a:pt x="983597" y="63565"/>
                  <a:pt x="984075" y="69394"/>
                  <a:pt x="984075" y="76981"/>
                </a:cubicBezTo>
                <a:lnTo>
                  <a:pt x="984075" y="138048"/>
                </a:lnTo>
                <a:close/>
                <a:moveTo>
                  <a:pt x="1011400" y="138048"/>
                </a:moveTo>
                <a:lnTo>
                  <a:pt x="1011400" y="3516"/>
                </a:lnTo>
                <a:lnTo>
                  <a:pt x="1038788" y="3516"/>
                </a:lnTo>
                <a:lnTo>
                  <a:pt x="1038788" y="115102"/>
                </a:lnTo>
                <a:lnTo>
                  <a:pt x="1106887" y="115102"/>
                </a:lnTo>
                <a:lnTo>
                  <a:pt x="1106887" y="138048"/>
                </a:lnTo>
                <a:lnTo>
                  <a:pt x="1011400" y="138048"/>
                </a:lnTo>
                <a:close/>
                <a:moveTo>
                  <a:pt x="1179119" y="138048"/>
                </a:moveTo>
                <a:lnTo>
                  <a:pt x="1179119" y="2406"/>
                </a:lnTo>
                <a:lnTo>
                  <a:pt x="1223069" y="2406"/>
                </a:lnTo>
                <a:cubicBezTo>
                  <a:pt x="1239723" y="2406"/>
                  <a:pt x="1250580" y="3083"/>
                  <a:pt x="1255638" y="4438"/>
                </a:cubicBezTo>
                <a:cubicBezTo>
                  <a:pt x="1263410" y="6472"/>
                  <a:pt x="1269918" y="10893"/>
                  <a:pt x="1275161" y="17701"/>
                </a:cubicBezTo>
                <a:cubicBezTo>
                  <a:pt x="1280404" y="24510"/>
                  <a:pt x="1283026" y="33305"/>
                  <a:pt x="1283026" y="44088"/>
                </a:cubicBezTo>
                <a:cubicBezTo>
                  <a:pt x="1283026" y="52406"/>
                  <a:pt x="1281514" y="59400"/>
                  <a:pt x="1278492" y="65069"/>
                </a:cubicBezTo>
                <a:cubicBezTo>
                  <a:pt x="1275469" y="70738"/>
                  <a:pt x="1271629" y="75190"/>
                  <a:pt x="1266972" y="78424"/>
                </a:cubicBezTo>
                <a:cubicBezTo>
                  <a:pt x="1262315" y="81659"/>
                  <a:pt x="1257581" y="83800"/>
                  <a:pt x="1252770" y="84849"/>
                </a:cubicBezTo>
                <a:cubicBezTo>
                  <a:pt x="1246231" y="86142"/>
                  <a:pt x="1236763" y="86789"/>
                  <a:pt x="1224364" y="86789"/>
                </a:cubicBezTo>
                <a:lnTo>
                  <a:pt x="1206507" y="86789"/>
                </a:lnTo>
                <a:lnTo>
                  <a:pt x="1206507" y="138048"/>
                </a:lnTo>
                <a:lnTo>
                  <a:pt x="1179119" y="138048"/>
                </a:lnTo>
                <a:moveTo>
                  <a:pt x="1206507" y="25352"/>
                </a:moveTo>
                <a:lnTo>
                  <a:pt x="1206507" y="63843"/>
                </a:lnTo>
                <a:lnTo>
                  <a:pt x="1221496" y="63843"/>
                </a:lnTo>
                <a:cubicBezTo>
                  <a:pt x="1232291" y="63843"/>
                  <a:pt x="1239508" y="63133"/>
                  <a:pt x="1243147" y="61715"/>
                </a:cubicBezTo>
                <a:cubicBezTo>
                  <a:pt x="1246786" y="60296"/>
                  <a:pt x="1249639" y="58075"/>
                  <a:pt x="1251706" y="55053"/>
                </a:cubicBezTo>
                <a:cubicBezTo>
                  <a:pt x="1253772" y="52030"/>
                  <a:pt x="1254805" y="48514"/>
                  <a:pt x="1254805" y="44505"/>
                </a:cubicBezTo>
                <a:cubicBezTo>
                  <a:pt x="1254805" y="39570"/>
                  <a:pt x="1253356" y="35499"/>
                  <a:pt x="1250456" y="32291"/>
                </a:cubicBezTo>
                <a:cubicBezTo>
                  <a:pt x="1247557" y="29084"/>
                  <a:pt x="1243887" y="27079"/>
                  <a:pt x="1239446" y="26277"/>
                </a:cubicBezTo>
                <a:cubicBezTo>
                  <a:pt x="1236177" y="25660"/>
                  <a:pt x="1229607" y="25352"/>
                  <a:pt x="1219738" y="25352"/>
                </a:cubicBezTo>
                <a:lnTo>
                  <a:pt x="1206507" y="25352"/>
                </a:lnTo>
                <a:close/>
                <a:moveTo>
                  <a:pt x="1305326" y="26462"/>
                </a:moveTo>
                <a:lnTo>
                  <a:pt x="1305326" y="2406"/>
                </a:lnTo>
                <a:lnTo>
                  <a:pt x="1331325" y="2406"/>
                </a:lnTo>
                <a:lnTo>
                  <a:pt x="1331325" y="26462"/>
                </a:lnTo>
                <a:lnTo>
                  <a:pt x="1305326" y="26462"/>
                </a:lnTo>
                <a:moveTo>
                  <a:pt x="1305326" y="138048"/>
                </a:moveTo>
                <a:lnTo>
                  <a:pt x="1305326" y="39786"/>
                </a:lnTo>
                <a:lnTo>
                  <a:pt x="1331325" y="39786"/>
                </a:lnTo>
                <a:lnTo>
                  <a:pt x="1331325" y="138048"/>
                </a:lnTo>
                <a:lnTo>
                  <a:pt x="1305326" y="138048"/>
                </a:lnTo>
                <a:close/>
                <a:moveTo>
                  <a:pt x="1357265" y="39786"/>
                </a:moveTo>
                <a:lnTo>
                  <a:pt x="1381506" y="39786"/>
                </a:lnTo>
                <a:lnTo>
                  <a:pt x="1381506" y="54220"/>
                </a:lnTo>
                <a:cubicBezTo>
                  <a:pt x="1384652" y="49285"/>
                  <a:pt x="1388908" y="45276"/>
                  <a:pt x="1394275" y="42192"/>
                </a:cubicBezTo>
                <a:cubicBezTo>
                  <a:pt x="1399641" y="39108"/>
                  <a:pt x="1405594" y="37565"/>
                  <a:pt x="1412132" y="37565"/>
                </a:cubicBezTo>
                <a:cubicBezTo>
                  <a:pt x="1423544" y="37565"/>
                  <a:pt x="1433228" y="42038"/>
                  <a:pt x="1441185" y="50982"/>
                </a:cubicBezTo>
                <a:cubicBezTo>
                  <a:pt x="1449143" y="59926"/>
                  <a:pt x="1453121" y="72386"/>
                  <a:pt x="1453121" y="88362"/>
                </a:cubicBezTo>
                <a:cubicBezTo>
                  <a:pt x="1453121" y="104770"/>
                  <a:pt x="1449112" y="117523"/>
                  <a:pt x="1441093" y="126621"/>
                </a:cubicBezTo>
                <a:cubicBezTo>
                  <a:pt x="1433074" y="135720"/>
                  <a:pt x="1423359" y="140269"/>
                  <a:pt x="1411947" y="140269"/>
                </a:cubicBezTo>
                <a:cubicBezTo>
                  <a:pt x="1406519" y="140269"/>
                  <a:pt x="1401600" y="139189"/>
                  <a:pt x="1397189" y="137031"/>
                </a:cubicBezTo>
                <a:cubicBezTo>
                  <a:pt x="1392779" y="134872"/>
                  <a:pt x="1388137" y="131171"/>
                  <a:pt x="1383264" y="125927"/>
                </a:cubicBezTo>
                <a:lnTo>
                  <a:pt x="1383264" y="175429"/>
                </a:lnTo>
                <a:lnTo>
                  <a:pt x="1357265" y="175429"/>
                </a:lnTo>
                <a:lnTo>
                  <a:pt x="1357265" y="39786"/>
                </a:lnTo>
                <a:moveTo>
                  <a:pt x="1382987" y="87208"/>
                </a:moveTo>
                <a:cubicBezTo>
                  <a:pt x="1382987" y="98232"/>
                  <a:pt x="1385176" y="106378"/>
                  <a:pt x="1389556" y="111644"/>
                </a:cubicBezTo>
                <a:cubicBezTo>
                  <a:pt x="1393936" y="116910"/>
                  <a:pt x="1399271" y="119543"/>
                  <a:pt x="1405563" y="119543"/>
                </a:cubicBezTo>
                <a:cubicBezTo>
                  <a:pt x="1411608" y="119543"/>
                  <a:pt x="1416635" y="117126"/>
                  <a:pt x="1420645" y="112292"/>
                </a:cubicBezTo>
                <a:cubicBezTo>
                  <a:pt x="1424654" y="107457"/>
                  <a:pt x="1426659" y="99527"/>
                  <a:pt x="1426659" y="88501"/>
                </a:cubicBezTo>
                <a:cubicBezTo>
                  <a:pt x="1426659" y="78215"/>
                  <a:pt x="1424592" y="70578"/>
                  <a:pt x="1420460" y="65589"/>
                </a:cubicBezTo>
                <a:cubicBezTo>
                  <a:pt x="1416327" y="60600"/>
                  <a:pt x="1411207" y="58106"/>
                  <a:pt x="1405100" y="58106"/>
                </a:cubicBezTo>
                <a:cubicBezTo>
                  <a:pt x="1398747" y="58106"/>
                  <a:pt x="1393473" y="60554"/>
                  <a:pt x="1389278" y="65450"/>
                </a:cubicBezTo>
                <a:cubicBezTo>
                  <a:pt x="1385084" y="70347"/>
                  <a:pt x="1382987" y="77599"/>
                  <a:pt x="1382987" y="87208"/>
                </a:cubicBezTo>
                <a:close/>
                <a:moveTo>
                  <a:pt x="1530687" y="106775"/>
                </a:moveTo>
                <a:lnTo>
                  <a:pt x="1556595" y="111216"/>
                </a:lnTo>
                <a:cubicBezTo>
                  <a:pt x="1553264" y="120684"/>
                  <a:pt x="1548005" y="127894"/>
                  <a:pt x="1540819" y="132844"/>
                </a:cubicBezTo>
                <a:cubicBezTo>
                  <a:pt x="1533633" y="137794"/>
                  <a:pt x="1524642" y="140269"/>
                  <a:pt x="1513848" y="140269"/>
                </a:cubicBezTo>
                <a:cubicBezTo>
                  <a:pt x="1496761" y="140269"/>
                  <a:pt x="1484116" y="134687"/>
                  <a:pt x="1475912" y="123522"/>
                </a:cubicBezTo>
                <a:cubicBezTo>
                  <a:pt x="1469435" y="114578"/>
                  <a:pt x="1466197" y="103290"/>
                  <a:pt x="1466197" y="89657"/>
                </a:cubicBezTo>
                <a:cubicBezTo>
                  <a:pt x="1466197" y="73373"/>
                  <a:pt x="1470453" y="60620"/>
                  <a:pt x="1478966" y="51398"/>
                </a:cubicBezTo>
                <a:cubicBezTo>
                  <a:pt x="1487478" y="42176"/>
                  <a:pt x="1498242" y="37565"/>
                  <a:pt x="1511257" y="37565"/>
                </a:cubicBezTo>
                <a:cubicBezTo>
                  <a:pt x="1525876" y="37565"/>
                  <a:pt x="1537411" y="42392"/>
                  <a:pt x="1545862" y="52046"/>
                </a:cubicBezTo>
                <a:cubicBezTo>
                  <a:pt x="1554312" y="61699"/>
                  <a:pt x="1558353" y="76488"/>
                  <a:pt x="1557982" y="96412"/>
                </a:cubicBezTo>
                <a:lnTo>
                  <a:pt x="1492844" y="96412"/>
                </a:lnTo>
                <a:cubicBezTo>
                  <a:pt x="1493029" y="104122"/>
                  <a:pt x="1495127" y="110121"/>
                  <a:pt x="1499136" y="114408"/>
                </a:cubicBezTo>
                <a:cubicBezTo>
                  <a:pt x="1503146" y="118695"/>
                  <a:pt x="1508142" y="120839"/>
                  <a:pt x="1514125" y="120839"/>
                </a:cubicBezTo>
                <a:cubicBezTo>
                  <a:pt x="1518196" y="120839"/>
                  <a:pt x="1521620" y="119728"/>
                  <a:pt x="1524396" y="117508"/>
                </a:cubicBezTo>
                <a:cubicBezTo>
                  <a:pt x="1527171" y="115287"/>
                  <a:pt x="1529269" y="111709"/>
                  <a:pt x="1530687" y="106775"/>
                </a:cubicBezTo>
                <a:moveTo>
                  <a:pt x="1532168" y="80497"/>
                </a:moveTo>
                <a:cubicBezTo>
                  <a:pt x="1531983" y="73003"/>
                  <a:pt x="1530040" y="67305"/>
                  <a:pt x="1526339" y="63403"/>
                </a:cubicBezTo>
                <a:cubicBezTo>
                  <a:pt x="1522638" y="59502"/>
                  <a:pt x="1518135" y="57551"/>
                  <a:pt x="1512830" y="57551"/>
                </a:cubicBezTo>
                <a:cubicBezTo>
                  <a:pt x="1507155" y="57551"/>
                  <a:pt x="1502467" y="59609"/>
                  <a:pt x="1498766" y="63724"/>
                </a:cubicBezTo>
                <a:cubicBezTo>
                  <a:pt x="1495065" y="67842"/>
                  <a:pt x="1493245" y="73433"/>
                  <a:pt x="1493307" y="80497"/>
                </a:cubicBezTo>
                <a:lnTo>
                  <a:pt x="1532168" y="80497"/>
                </a:lnTo>
                <a:close/>
                <a:moveTo>
                  <a:pt x="1579142" y="138048"/>
                </a:moveTo>
                <a:lnTo>
                  <a:pt x="1579142" y="2406"/>
                </a:lnTo>
                <a:lnTo>
                  <a:pt x="1605142" y="2406"/>
                </a:lnTo>
                <a:lnTo>
                  <a:pt x="1605142" y="138048"/>
                </a:lnTo>
                <a:lnTo>
                  <a:pt x="1579142" y="138048"/>
                </a:lnTo>
                <a:close/>
                <a:moveTo>
                  <a:pt x="1631821" y="26462"/>
                </a:moveTo>
                <a:lnTo>
                  <a:pt x="1631821" y="2406"/>
                </a:lnTo>
                <a:lnTo>
                  <a:pt x="1657821" y="2406"/>
                </a:lnTo>
                <a:lnTo>
                  <a:pt x="1657821" y="26462"/>
                </a:lnTo>
                <a:lnTo>
                  <a:pt x="1631821" y="26462"/>
                </a:lnTo>
                <a:moveTo>
                  <a:pt x="1631821" y="138048"/>
                </a:moveTo>
                <a:lnTo>
                  <a:pt x="1631821" y="39786"/>
                </a:lnTo>
                <a:lnTo>
                  <a:pt x="1657821" y="39786"/>
                </a:lnTo>
                <a:lnTo>
                  <a:pt x="1657821" y="138048"/>
                </a:lnTo>
                <a:lnTo>
                  <a:pt x="1631821" y="138048"/>
                </a:lnTo>
                <a:close/>
                <a:moveTo>
                  <a:pt x="1773880" y="138048"/>
                </a:moveTo>
                <a:lnTo>
                  <a:pt x="1747880" y="138048"/>
                </a:lnTo>
                <a:lnTo>
                  <a:pt x="1747880" y="87957"/>
                </a:lnTo>
                <a:cubicBezTo>
                  <a:pt x="1747880" y="77359"/>
                  <a:pt x="1747325" y="70505"/>
                  <a:pt x="1746214" y="67393"/>
                </a:cubicBezTo>
                <a:cubicBezTo>
                  <a:pt x="1745104" y="64282"/>
                  <a:pt x="1743300" y="61864"/>
                  <a:pt x="1740802" y="60139"/>
                </a:cubicBezTo>
                <a:cubicBezTo>
                  <a:pt x="1738304" y="58414"/>
                  <a:pt x="1735296" y="57551"/>
                  <a:pt x="1731780" y="57551"/>
                </a:cubicBezTo>
                <a:cubicBezTo>
                  <a:pt x="1727278" y="57551"/>
                  <a:pt x="1723237" y="58784"/>
                  <a:pt x="1719660" y="61249"/>
                </a:cubicBezTo>
                <a:cubicBezTo>
                  <a:pt x="1716082" y="63713"/>
                  <a:pt x="1713630" y="66978"/>
                  <a:pt x="1712304" y="71045"/>
                </a:cubicBezTo>
                <a:cubicBezTo>
                  <a:pt x="1710978" y="75111"/>
                  <a:pt x="1710315" y="82627"/>
                  <a:pt x="1710315" y="93596"/>
                </a:cubicBezTo>
                <a:lnTo>
                  <a:pt x="1710315" y="138048"/>
                </a:lnTo>
                <a:lnTo>
                  <a:pt x="1684315" y="138048"/>
                </a:lnTo>
                <a:lnTo>
                  <a:pt x="1684315" y="39786"/>
                </a:lnTo>
                <a:lnTo>
                  <a:pt x="1708464" y="39786"/>
                </a:lnTo>
                <a:lnTo>
                  <a:pt x="1708464" y="54220"/>
                </a:lnTo>
                <a:cubicBezTo>
                  <a:pt x="1717038" y="43117"/>
                  <a:pt x="1727833" y="37565"/>
                  <a:pt x="1740848" y="37565"/>
                </a:cubicBezTo>
                <a:cubicBezTo>
                  <a:pt x="1746585" y="37565"/>
                  <a:pt x="1751828" y="38599"/>
                  <a:pt x="1756577" y="40665"/>
                </a:cubicBezTo>
                <a:cubicBezTo>
                  <a:pt x="1761327" y="42731"/>
                  <a:pt x="1764920" y="45368"/>
                  <a:pt x="1767357" y="48576"/>
                </a:cubicBezTo>
                <a:cubicBezTo>
                  <a:pt x="1769793" y="51784"/>
                  <a:pt x="1771489" y="55423"/>
                  <a:pt x="1772446" y="59494"/>
                </a:cubicBezTo>
                <a:cubicBezTo>
                  <a:pt x="1773402" y="63565"/>
                  <a:pt x="1773880" y="69394"/>
                  <a:pt x="1773880" y="76981"/>
                </a:cubicBezTo>
                <a:lnTo>
                  <a:pt x="1773880" y="138048"/>
                </a:lnTo>
                <a:close/>
                <a:moveTo>
                  <a:pt x="1857183" y="106775"/>
                </a:moveTo>
                <a:lnTo>
                  <a:pt x="1883090" y="111216"/>
                </a:lnTo>
                <a:cubicBezTo>
                  <a:pt x="1879759" y="120684"/>
                  <a:pt x="1874501" y="127894"/>
                  <a:pt x="1867315" y="132844"/>
                </a:cubicBezTo>
                <a:cubicBezTo>
                  <a:pt x="1860128" y="137794"/>
                  <a:pt x="1851138" y="140269"/>
                  <a:pt x="1840343" y="140269"/>
                </a:cubicBezTo>
                <a:cubicBezTo>
                  <a:pt x="1823257" y="140269"/>
                  <a:pt x="1810612" y="134687"/>
                  <a:pt x="1802408" y="123522"/>
                </a:cubicBezTo>
                <a:cubicBezTo>
                  <a:pt x="1795931" y="114578"/>
                  <a:pt x="1792693" y="103290"/>
                  <a:pt x="1792693" y="89657"/>
                </a:cubicBezTo>
                <a:cubicBezTo>
                  <a:pt x="1792693" y="73373"/>
                  <a:pt x="1796949" y="60620"/>
                  <a:pt x="1805461" y="51398"/>
                </a:cubicBezTo>
                <a:cubicBezTo>
                  <a:pt x="1813974" y="42176"/>
                  <a:pt x="1824737" y="37565"/>
                  <a:pt x="1837753" y="37565"/>
                </a:cubicBezTo>
                <a:cubicBezTo>
                  <a:pt x="1852372" y="37565"/>
                  <a:pt x="1863907" y="42392"/>
                  <a:pt x="1872357" y="52046"/>
                </a:cubicBezTo>
                <a:cubicBezTo>
                  <a:pt x="1880808" y="61699"/>
                  <a:pt x="1884848" y="76488"/>
                  <a:pt x="1884478" y="96412"/>
                </a:cubicBezTo>
                <a:lnTo>
                  <a:pt x="1819340" y="96412"/>
                </a:lnTo>
                <a:cubicBezTo>
                  <a:pt x="1819525" y="104122"/>
                  <a:pt x="1821622" y="110121"/>
                  <a:pt x="1825632" y="114408"/>
                </a:cubicBezTo>
                <a:cubicBezTo>
                  <a:pt x="1829641" y="118695"/>
                  <a:pt x="1834638" y="120839"/>
                  <a:pt x="1840621" y="120839"/>
                </a:cubicBezTo>
                <a:cubicBezTo>
                  <a:pt x="1844692" y="120839"/>
                  <a:pt x="1848116" y="119728"/>
                  <a:pt x="1850891" y="117508"/>
                </a:cubicBezTo>
                <a:cubicBezTo>
                  <a:pt x="1853667" y="115287"/>
                  <a:pt x="1855764" y="111709"/>
                  <a:pt x="1857183" y="106775"/>
                </a:cubicBezTo>
                <a:moveTo>
                  <a:pt x="1858663" y="80497"/>
                </a:moveTo>
                <a:cubicBezTo>
                  <a:pt x="1858478" y="73003"/>
                  <a:pt x="1856535" y="67305"/>
                  <a:pt x="1852834" y="63403"/>
                </a:cubicBezTo>
                <a:cubicBezTo>
                  <a:pt x="1849133" y="59502"/>
                  <a:pt x="1844630" y="57551"/>
                  <a:pt x="1839326" y="57551"/>
                </a:cubicBezTo>
                <a:cubicBezTo>
                  <a:pt x="1833651" y="57551"/>
                  <a:pt x="1828963" y="59609"/>
                  <a:pt x="1825262" y="63724"/>
                </a:cubicBezTo>
                <a:cubicBezTo>
                  <a:pt x="1821561" y="67842"/>
                  <a:pt x="1819741" y="73433"/>
                  <a:pt x="1819803" y="80497"/>
                </a:cubicBezTo>
                <a:lnTo>
                  <a:pt x="1858663" y="80497"/>
                </a:lnTo>
                <a:close/>
                <a:moveTo>
                  <a:pt x="1946936" y="39786"/>
                </a:moveTo>
                <a:lnTo>
                  <a:pt x="1961370" y="39786"/>
                </a:lnTo>
                <a:lnTo>
                  <a:pt x="1961370" y="32367"/>
                </a:lnTo>
                <a:cubicBezTo>
                  <a:pt x="1961370" y="24082"/>
                  <a:pt x="1962249" y="17899"/>
                  <a:pt x="1964007" y="13818"/>
                </a:cubicBezTo>
                <a:cubicBezTo>
                  <a:pt x="1965765" y="9737"/>
                  <a:pt x="1969003" y="6414"/>
                  <a:pt x="1973722" y="3848"/>
                </a:cubicBezTo>
                <a:cubicBezTo>
                  <a:pt x="1978441" y="1283"/>
                  <a:pt x="1984409" y="0"/>
                  <a:pt x="1991626" y="0"/>
                </a:cubicBezTo>
                <a:cubicBezTo>
                  <a:pt x="1999028" y="0"/>
                  <a:pt x="2006276" y="1110"/>
                  <a:pt x="2013369" y="3331"/>
                </a:cubicBezTo>
                <a:lnTo>
                  <a:pt x="2009853" y="21466"/>
                </a:lnTo>
                <a:cubicBezTo>
                  <a:pt x="2005720" y="20479"/>
                  <a:pt x="2001742" y="19986"/>
                  <a:pt x="1997917" y="19986"/>
                </a:cubicBezTo>
                <a:cubicBezTo>
                  <a:pt x="1994155" y="19986"/>
                  <a:pt x="1991456" y="20869"/>
                  <a:pt x="1989821" y="22637"/>
                </a:cubicBezTo>
                <a:cubicBezTo>
                  <a:pt x="1988187" y="24403"/>
                  <a:pt x="1987369" y="27795"/>
                  <a:pt x="1987369" y="32815"/>
                </a:cubicBezTo>
                <a:lnTo>
                  <a:pt x="1987369" y="39786"/>
                </a:lnTo>
                <a:lnTo>
                  <a:pt x="2006800" y="39786"/>
                </a:lnTo>
                <a:lnTo>
                  <a:pt x="2006800" y="60327"/>
                </a:lnTo>
                <a:lnTo>
                  <a:pt x="1987369" y="60327"/>
                </a:lnTo>
                <a:lnTo>
                  <a:pt x="1987369" y="138048"/>
                </a:lnTo>
                <a:lnTo>
                  <a:pt x="1961370" y="138048"/>
                </a:lnTo>
                <a:lnTo>
                  <a:pt x="1961370" y="60327"/>
                </a:lnTo>
                <a:lnTo>
                  <a:pt x="1946936" y="60327"/>
                </a:lnTo>
                <a:lnTo>
                  <a:pt x="1946936" y="39786"/>
                </a:lnTo>
                <a:close/>
                <a:moveTo>
                  <a:pt x="2046307" y="138048"/>
                </a:moveTo>
                <a:lnTo>
                  <a:pt x="2020307" y="138048"/>
                </a:lnTo>
                <a:lnTo>
                  <a:pt x="2020307" y="39786"/>
                </a:lnTo>
                <a:lnTo>
                  <a:pt x="2044456" y="39786"/>
                </a:lnTo>
                <a:lnTo>
                  <a:pt x="2044456" y="53757"/>
                </a:lnTo>
                <a:cubicBezTo>
                  <a:pt x="2048589" y="47157"/>
                  <a:pt x="2052306" y="42809"/>
                  <a:pt x="2055606" y="40711"/>
                </a:cubicBezTo>
                <a:cubicBezTo>
                  <a:pt x="2058906" y="38614"/>
                  <a:pt x="2062653" y="37565"/>
                  <a:pt x="2066848" y="37565"/>
                </a:cubicBezTo>
                <a:cubicBezTo>
                  <a:pt x="2072769" y="37565"/>
                  <a:pt x="2078475" y="39200"/>
                  <a:pt x="2083965" y="42469"/>
                </a:cubicBezTo>
                <a:lnTo>
                  <a:pt x="2075915" y="65138"/>
                </a:lnTo>
                <a:cubicBezTo>
                  <a:pt x="2071535" y="62301"/>
                  <a:pt x="2067464" y="60882"/>
                  <a:pt x="2063702" y="60882"/>
                </a:cubicBezTo>
                <a:cubicBezTo>
                  <a:pt x="2060062" y="60882"/>
                  <a:pt x="2056978" y="61884"/>
                  <a:pt x="2054449" y="63889"/>
                </a:cubicBezTo>
                <a:cubicBezTo>
                  <a:pt x="2051920" y="65894"/>
                  <a:pt x="2049931" y="69518"/>
                  <a:pt x="2048481" y="74761"/>
                </a:cubicBezTo>
                <a:cubicBezTo>
                  <a:pt x="2047032" y="80004"/>
                  <a:pt x="2046307" y="90984"/>
                  <a:pt x="2046307" y="107700"/>
                </a:cubicBezTo>
                <a:lnTo>
                  <a:pt x="2046307" y="138048"/>
                </a:lnTo>
                <a:close/>
                <a:moveTo>
                  <a:pt x="2089116" y="87529"/>
                </a:moveTo>
                <a:cubicBezTo>
                  <a:pt x="2089116" y="78894"/>
                  <a:pt x="2091244" y="70535"/>
                  <a:pt x="2095500" y="62455"/>
                </a:cubicBezTo>
                <a:cubicBezTo>
                  <a:pt x="2099757" y="54374"/>
                  <a:pt x="2105786" y="48206"/>
                  <a:pt x="2113589" y="43950"/>
                </a:cubicBezTo>
                <a:cubicBezTo>
                  <a:pt x="2121392" y="39694"/>
                  <a:pt x="2130105" y="37565"/>
                  <a:pt x="2139728" y="37565"/>
                </a:cubicBezTo>
                <a:cubicBezTo>
                  <a:pt x="2154594" y="37565"/>
                  <a:pt x="2166776" y="42392"/>
                  <a:pt x="2176275" y="52046"/>
                </a:cubicBezTo>
                <a:cubicBezTo>
                  <a:pt x="2185775" y="61699"/>
                  <a:pt x="2190524" y="73897"/>
                  <a:pt x="2190524" y="88640"/>
                </a:cubicBezTo>
                <a:cubicBezTo>
                  <a:pt x="2190524" y="103505"/>
                  <a:pt x="2185728" y="115827"/>
                  <a:pt x="2176137" y="125604"/>
                </a:cubicBezTo>
                <a:cubicBezTo>
                  <a:pt x="2166545" y="135381"/>
                  <a:pt x="2154470" y="140269"/>
                  <a:pt x="2139913" y="140269"/>
                </a:cubicBezTo>
                <a:cubicBezTo>
                  <a:pt x="2130907" y="140269"/>
                  <a:pt x="2122317" y="138233"/>
                  <a:pt x="2114144" y="134162"/>
                </a:cubicBezTo>
                <a:cubicBezTo>
                  <a:pt x="2105971" y="130091"/>
                  <a:pt x="2099757" y="124123"/>
                  <a:pt x="2095500" y="116259"/>
                </a:cubicBezTo>
                <a:cubicBezTo>
                  <a:pt x="2091244" y="108394"/>
                  <a:pt x="2089116" y="98817"/>
                  <a:pt x="2089116" y="87529"/>
                </a:cubicBezTo>
                <a:moveTo>
                  <a:pt x="2115764" y="88917"/>
                </a:moveTo>
                <a:cubicBezTo>
                  <a:pt x="2115764" y="98632"/>
                  <a:pt x="2118077" y="106073"/>
                  <a:pt x="2122703" y="111239"/>
                </a:cubicBezTo>
                <a:cubicBezTo>
                  <a:pt x="2127329" y="116405"/>
                  <a:pt x="2133035" y="118988"/>
                  <a:pt x="2139820" y="118988"/>
                </a:cubicBezTo>
                <a:cubicBezTo>
                  <a:pt x="2146605" y="118988"/>
                  <a:pt x="2152296" y="116405"/>
                  <a:pt x="2156891" y="111239"/>
                </a:cubicBezTo>
                <a:cubicBezTo>
                  <a:pt x="2161487" y="106073"/>
                  <a:pt x="2163784" y="98571"/>
                  <a:pt x="2163784" y="88732"/>
                </a:cubicBezTo>
                <a:cubicBezTo>
                  <a:pt x="2163784" y="79140"/>
                  <a:pt x="2161487" y="71761"/>
                  <a:pt x="2156891" y="66595"/>
                </a:cubicBezTo>
                <a:cubicBezTo>
                  <a:pt x="2152296" y="61429"/>
                  <a:pt x="2146605" y="58846"/>
                  <a:pt x="2139820" y="58846"/>
                </a:cubicBezTo>
                <a:cubicBezTo>
                  <a:pt x="2133035" y="58846"/>
                  <a:pt x="2127329" y="61429"/>
                  <a:pt x="2122703" y="66595"/>
                </a:cubicBezTo>
                <a:cubicBezTo>
                  <a:pt x="2118077" y="71761"/>
                  <a:pt x="2115764" y="79202"/>
                  <a:pt x="2115764" y="88917"/>
                </a:cubicBezTo>
                <a:close/>
                <a:moveTo>
                  <a:pt x="2208967" y="39786"/>
                </a:moveTo>
                <a:lnTo>
                  <a:pt x="2232931" y="39786"/>
                </a:lnTo>
                <a:lnTo>
                  <a:pt x="2232931" y="53202"/>
                </a:lnTo>
                <a:cubicBezTo>
                  <a:pt x="2241505" y="42778"/>
                  <a:pt x="2251714" y="37565"/>
                  <a:pt x="2263557" y="37565"/>
                </a:cubicBezTo>
                <a:cubicBezTo>
                  <a:pt x="2269849" y="37565"/>
                  <a:pt x="2275308" y="38867"/>
                  <a:pt x="2279934" y="41469"/>
                </a:cubicBezTo>
                <a:cubicBezTo>
                  <a:pt x="2284560" y="44071"/>
                  <a:pt x="2288354" y="48006"/>
                  <a:pt x="2291315" y="53275"/>
                </a:cubicBezTo>
                <a:cubicBezTo>
                  <a:pt x="2295633" y="48006"/>
                  <a:pt x="2300290" y="44071"/>
                  <a:pt x="2305286" y="41469"/>
                </a:cubicBezTo>
                <a:cubicBezTo>
                  <a:pt x="2310283" y="38867"/>
                  <a:pt x="2315618" y="37565"/>
                  <a:pt x="2321293" y="37565"/>
                </a:cubicBezTo>
                <a:cubicBezTo>
                  <a:pt x="2328510" y="37565"/>
                  <a:pt x="2334617" y="39030"/>
                  <a:pt x="2339613" y="41960"/>
                </a:cubicBezTo>
                <a:cubicBezTo>
                  <a:pt x="2344610" y="44890"/>
                  <a:pt x="2348341" y="49193"/>
                  <a:pt x="2350809" y="54868"/>
                </a:cubicBezTo>
                <a:cubicBezTo>
                  <a:pt x="2352598" y="59062"/>
                  <a:pt x="2353492" y="65847"/>
                  <a:pt x="2353492" y="75223"/>
                </a:cubicBezTo>
                <a:lnTo>
                  <a:pt x="2353492" y="138048"/>
                </a:lnTo>
                <a:lnTo>
                  <a:pt x="2327492" y="138048"/>
                </a:lnTo>
                <a:lnTo>
                  <a:pt x="2327492" y="81949"/>
                </a:lnTo>
                <a:cubicBezTo>
                  <a:pt x="2327492" y="72214"/>
                  <a:pt x="2326598" y="65930"/>
                  <a:pt x="2324809" y="63097"/>
                </a:cubicBezTo>
                <a:cubicBezTo>
                  <a:pt x="2322403" y="59400"/>
                  <a:pt x="2318702" y="57551"/>
                  <a:pt x="2313706" y="57551"/>
                </a:cubicBezTo>
                <a:cubicBezTo>
                  <a:pt x="2310067" y="57551"/>
                  <a:pt x="2306643" y="58660"/>
                  <a:pt x="2303436" y="60879"/>
                </a:cubicBezTo>
                <a:cubicBezTo>
                  <a:pt x="2300228" y="63096"/>
                  <a:pt x="2297915" y="66346"/>
                  <a:pt x="2296496" y="70629"/>
                </a:cubicBezTo>
                <a:cubicBezTo>
                  <a:pt x="2295077" y="74910"/>
                  <a:pt x="2294368" y="81672"/>
                  <a:pt x="2294368" y="90915"/>
                </a:cubicBezTo>
                <a:lnTo>
                  <a:pt x="2294368" y="138048"/>
                </a:lnTo>
                <a:lnTo>
                  <a:pt x="2268368" y="138048"/>
                </a:lnTo>
                <a:lnTo>
                  <a:pt x="2268368" y="84259"/>
                </a:lnTo>
                <a:cubicBezTo>
                  <a:pt x="2268368" y="74710"/>
                  <a:pt x="2267906" y="68549"/>
                  <a:pt x="2266981" y="65777"/>
                </a:cubicBezTo>
                <a:cubicBezTo>
                  <a:pt x="2266055" y="63003"/>
                  <a:pt x="2264621" y="60939"/>
                  <a:pt x="2262678" y="59584"/>
                </a:cubicBezTo>
                <a:cubicBezTo>
                  <a:pt x="2260735" y="58229"/>
                  <a:pt x="2258098" y="57551"/>
                  <a:pt x="2254767" y="57551"/>
                </a:cubicBezTo>
                <a:cubicBezTo>
                  <a:pt x="2250758" y="57551"/>
                  <a:pt x="2247149" y="58629"/>
                  <a:pt x="2243942" y="60786"/>
                </a:cubicBezTo>
                <a:cubicBezTo>
                  <a:pt x="2240734" y="62942"/>
                  <a:pt x="2238436" y="66053"/>
                  <a:pt x="2237048" y="70120"/>
                </a:cubicBezTo>
                <a:cubicBezTo>
                  <a:pt x="2235661" y="74187"/>
                  <a:pt x="2234967" y="80934"/>
                  <a:pt x="2234967" y="90360"/>
                </a:cubicBezTo>
                <a:lnTo>
                  <a:pt x="2234967" y="138048"/>
                </a:lnTo>
                <a:lnTo>
                  <a:pt x="2208967" y="138048"/>
                </a:lnTo>
                <a:lnTo>
                  <a:pt x="2208967" y="39786"/>
                </a:lnTo>
                <a:close/>
                <a:moveTo>
                  <a:pt x="2425294" y="94006"/>
                </a:moveTo>
                <a:lnTo>
                  <a:pt x="2451941" y="91415"/>
                </a:lnTo>
                <a:cubicBezTo>
                  <a:pt x="2453545" y="100392"/>
                  <a:pt x="2456799" y="106986"/>
                  <a:pt x="2461703" y="111196"/>
                </a:cubicBezTo>
                <a:cubicBezTo>
                  <a:pt x="2466606" y="115404"/>
                  <a:pt x="2473222" y="117508"/>
                  <a:pt x="2481549" y="117508"/>
                </a:cubicBezTo>
                <a:cubicBezTo>
                  <a:pt x="2490370" y="117508"/>
                  <a:pt x="2497017" y="115636"/>
                  <a:pt x="2501489" y="111892"/>
                </a:cubicBezTo>
                <a:cubicBezTo>
                  <a:pt x="2505961" y="108149"/>
                  <a:pt x="2508197" y="103770"/>
                  <a:pt x="2508197" y="98757"/>
                </a:cubicBezTo>
                <a:cubicBezTo>
                  <a:pt x="2508197" y="95540"/>
                  <a:pt x="2507256" y="92802"/>
                  <a:pt x="2505375" y="90545"/>
                </a:cubicBezTo>
                <a:cubicBezTo>
                  <a:pt x="2503493" y="88286"/>
                  <a:pt x="2500209" y="86321"/>
                  <a:pt x="2495521" y="84649"/>
                </a:cubicBezTo>
                <a:cubicBezTo>
                  <a:pt x="2492313" y="83537"/>
                  <a:pt x="2485004" y="81559"/>
                  <a:pt x="2473592" y="78716"/>
                </a:cubicBezTo>
                <a:cubicBezTo>
                  <a:pt x="2458911" y="75069"/>
                  <a:pt x="2448610" y="70587"/>
                  <a:pt x="2442689" y="65271"/>
                </a:cubicBezTo>
                <a:cubicBezTo>
                  <a:pt x="2434361" y="57792"/>
                  <a:pt x="2430198" y="48675"/>
                  <a:pt x="2430198" y="37921"/>
                </a:cubicBezTo>
                <a:cubicBezTo>
                  <a:pt x="2430198" y="30999"/>
                  <a:pt x="2432156" y="24525"/>
                  <a:pt x="2436073" y="18499"/>
                </a:cubicBezTo>
                <a:cubicBezTo>
                  <a:pt x="2439990" y="12472"/>
                  <a:pt x="2445634" y="7882"/>
                  <a:pt x="2453005" y="4730"/>
                </a:cubicBezTo>
                <a:cubicBezTo>
                  <a:pt x="2460376" y="1577"/>
                  <a:pt x="2469274" y="0"/>
                  <a:pt x="2479699" y="0"/>
                </a:cubicBezTo>
                <a:cubicBezTo>
                  <a:pt x="2496724" y="0"/>
                  <a:pt x="2509538" y="3749"/>
                  <a:pt x="2518143" y="11248"/>
                </a:cubicBezTo>
                <a:cubicBezTo>
                  <a:pt x="2526748" y="18744"/>
                  <a:pt x="2531267" y="28750"/>
                  <a:pt x="2531698" y="41266"/>
                </a:cubicBezTo>
                <a:lnTo>
                  <a:pt x="2504311" y="42377"/>
                </a:lnTo>
                <a:cubicBezTo>
                  <a:pt x="2503139" y="35406"/>
                  <a:pt x="2500625" y="30395"/>
                  <a:pt x="2496770" y="27341"/>
                </a:cubicBezTo>
                <a:cubicBezTo>
                  <a:pt x="2492915" y="24288"/>
                  <a:pt x="2487132" y="22761"/>
                  <a:pt x="2479421" y="22761"/>
                </a:cubicBezTo>
                <a:cubicBezTo>
                  <a:pt x="2471464" y="22761"/>
                  <a:pt x="2465234" y="24397"/>
                  <a:pt x="2460731" y="27668"/>
                </a:cubicBezTo>
                <a:cubicBezTo>
                  <a:pt x="2457832" y="29765"/>
                  <a:pt x="2456382" y="32573"/>
                  <a:pt x="2456382" y="36091"/>
                </a:cubicBezTo>
                <a:cubicBezTo>
                  <a:pt x="2456382" y="39300"/>
                  <a:pt x="2457739" y="42046"/>
                  <a:pt x="2460454" y="44328"/>
                </a:cubicBezTo>
                <a:cubicBezTo>
                  <a:pt x="2463908" y="47230"/>
                  <a:pt x="2472297" y="50256"/>
                  <a:pt x="2485621" y="53408"/>
                </a:cubicBezTo>
                <a:cubicBezTo>
                  <a:pt x="2498944" y="56559"/>
                  <a:pt x="2508798" y="59820"/>
                  <a:pt x="2515182" y="63189"/>
                </a:cubicBezTo>
                <a:cubicBezTo>
                  <a:pt x="2521567" y="66557"/>
                  <a:pt x="2526563" y="71161"/>
                  <a:pt x="2530172" y="77002"/>
                </a:cubicBezTo>
                <a:cubicBezTo>
                  <a:pt x="2533780" y="82840"/>
                  <a:pt x="2535584" y="90055"/>
                  <a:pt x="2535584" y="98647"/>
                </a:cubicBezTo>
                <a:cubicBezTo>
                  <a:pt x="2535584" y="106433"/>
                  <a:pt x="2533425" y="113725"/>
                  <a:pt x="2529108" y="120523"/>
                </a:cubicBezTo>
                <a:cubicBezTo>
                  <a:pt x="2524790" y="127322"/>
                  <a:pt x="2518683" y="132374"/>
                  <a:pt x="2510788" y="135680"/>
                </a:cubicBezTo>
                <a:cubicBezTo>
                  <a:pt x="2502892" y="138986"/>
                  <a:pt x="2493053" y="140639"/>
                  <a:pt x="2481272" y="140639"/>
                </a:cubicBezTo>
                <a:cubicBezTo>
                  <a:pt x="2464124" y="140639"/>
                  <a:pt x="2450954" y="136668"/>
                  <a:pt x="2441763" y="128726"/>
                </a:cubicBezTo>
                <a:cubicBezTo>
                  <a:pt x="2432572" y="120785"/>
                  <a:pt x="2427083" y="109211"/>
                  <a:pt x="2425294" y="94006"/>
                </a:cubicBezTo>
                <a:close/>
                <a:moveTo>
                  <a:pt x="2603499" y="39786"/>
                </a:moveTo>
                <a:lnTo>
                  <a:pt x="2603499" y="60512"/>
                </a:lnTo>
                <a:lnTo>
                  <a:pt x="2585734" y="60512"/>
                </a:lnTo>
                <a:lnTo>
                  <a:pt x="2585734" y="100049"/>
                </a:lnTo>
                <a:cubicBezTo>
                  <a:pt x="2585734" y="108057"/>
                  <a:pt x="2585904" y="112722"/>
                  <a:pt x="2586243" y="114047"/>
                </a:cubicBezTo>
                <a:cubicBezTo>
                  <a:pt x="2586583" y="115369"/>
                  <a:pt x="2587354" y="116462"/>
                  <a:pt x="2588556" y="117325"/>
                </a:cubicBezTo>
                <a:cubicBezTo>
                  <a:pt x="2589759" y="118187"/>
                  <a:pt x="2591224" y="118618"/>
                  <a:pt x="2592951" y="118618"/>
                </a:cubicBezTo>
                <a:cubicBezTo>
                  <a:pt x="2595357" y="118618"/>
                  <a:pt x="2598842" y="117785"/>
                  <a:pt x="2603407" y="116120"/>
                </a:cubicBezTo>
                <a:lnTo>
                  <a:pt x="2605627" y="136366"/>
                </a:lnTo>
                <a:cubicBezTo>
                  <a:pt x="2599582" y="138968"/>
                  <a:pt x="2592736" y="140269"/>
                  <a:pt x="2585087" y="140269"/>
                </a:cubicBezTo>
                <a:cubicBezTo>
                  <a:pt x="2580399" y="140269"/>
                  <a:pt x="2576173" y="139482"/>
                  <a:pt x="2572411" y="137910"/>
                </a:cubicBezTo>
                <a:cubicBezTo>
                  <a:pt x="2568648" y="136337"/>
                  <a:pt x="2565888" y="134301"/>
                  <a:pt x="2564130" y="131803"/>
                </a:cubicBezTo>
                <a:cubicBezTo>
                  <a:pt x="2562372" y="129305"/>
                  <a:pt x="2561153" y="125927"/>
                  <a:pt x="2560475" y="121671"/>
                </a:cubicBezTo>
                <a:cubicBezTo>
                  <a:pt x="2559920" y="118649"/>
                  <a:pt x="2559642" y="112542"/>
                  <a:pt x="2559642" y="103351"/>
                </a:cubicBezTo>
                <a:lnTo>
                  <a:pt x="2559642" y="60512"/>
                </a:lnTo>
                <a:lnTo>
                  <a:pt x="2547706" y="60512"/>
                </a:lnTo>
                <a:lnTo>
                  <a:pt x="2547706" y="39786"/>
                </a:lnTo>
                <a:lnTo>
                  <a:pt x="2559642" y="39786"/>
                </a:lnTo>
                <a:lnTo>
                  <a:pt x="2559642" y="20171"/>
                </a:lnTo>
                <a:lnTo>
                  <a:pt x="2585734" y="4811"/>
                </a:lnTo>
                <a:lnTo>
                  <a:pt x="2585734" y="39786"/>
                </a:lnTo>
                <a:lnTo>
                  <a:pt x="2603499" y="39786"/>
                </a:lnTo>
                <a:close/>
                <a:moveTo>
                  <a:pt x="2678444" y="106775"/>
                </a:moveTo>
                <a:lnTo>
                  <a:pt x="2704351" y="111216"/>
                </a:lnTo>
                <a:cubicBezTo>
                  <a:pt x="2701020" y="120684"/>
                  <a:pt x="2695761" y="127894"/>
                  <a:pt x="2688575" y="132844"/>
                </a:cubicBezTo>
                <a:cubicBezTo>
                  <a:pt x="2681389" y="137794"/>
                  <a:pt x="2672399" y="140269"/>
                  <a:pt x="2661604" y="140269"/>
                </a:cubicBezTo>
                <a:cubicBezTo>
                  <a:pt x="2644518" y="140269"/>
                  <a:pt x="2631872" y="134687"/>
                  <a:pt x="2623668" y="123522"/>
                </a:cubicBezTo>
                <a:cubicBezTo>
                  <a:pt x="2617192" y="114578"/>
                  <a:pt x="2613953" y="103290"/>
                  <a:pt x="2613953" y="89657"/>
                </a:cubicBezTo>
                <a:cubicBezTo>
                  <a:pt x="2613953" y="73373"/>
                  <a:pt x="2618209" y="60620"/>
                  <a:pt x="2626722" y="51398"/>
                </a:cubicBezTo>
                <a:cubicBezTo>
                  <a:pt x="2635234" y="42176"/>
                  <a:pt x="2645998" y="37565"/>
                  <a:pt x="2659013" y="37565"/>
                </a:cubicBezTo>
                <a:cubicBezTo>
                  <a:pt x="2673632" y="37565"/>
                  <a:pt x="2685167" y="42392"/>
                  <a:pt x="2693618" y="52046"/>
                </a:cubicBezTo>
                <a:cubicBezTo>
                  <a:pt x="2702069" y="61699"/>
                  <a:pt x="2706109" y="76488"/>
                  <a:pt x="2705739" y="96412"/>
                </a:cubicBezTo>
                <a:lnTo>
                  <a:pt x="2640601" y="96412"/>
                </a:lnTo>
                <a:cubicBezTo>
                  <a:pt x="2640786" y="104122"/>
                  <a:pt x="2642883" y="110121"/>
                  <a:pt x="2646892" y="114408"/>
                </a:cubicBezTo>
                <a:cubicBezTo>
                  <a:pt x="2650902" y="118695"/>
                  <a:pt x="2655898" y="120839"/>
                  <a:pt x="2661882" y="120839"/>
                </a:cubicBezTo>
                <a:cubicBezTo>
                  <a:pt x="2665953" y="120839"/>
                  <a:pt x="2669376" y="119728"/>
                  <a:pt x="2672152" y="117508"/>
                </a:cubicBezTo>
                <a:cubicBezTo>
                  <a:pt x="2674928" y="115287"/>
                  <a:pt x="2677025" y="111709"/>
                  <a:pt x="2678444" y="106775"/>
                </a:cubicBezTo>
                <a:moveTo>
                  <a:pt x="2679924" y="80497"/>
                </a:moveTo>
                <a:cubicBezTo>
                  <a:pt x="2679739" y="73003"/>
                  <a:pt x="2677796" y="67305"/>
                  <a:pt x="2674095" y="63403"/>
                </a:cubicBezTo>
                <a:cubicBezTo>
                  <a:pt x="2670394" y="59502"/>
                  <a:pt x="2665891" y="57551"/>
                  <a:pt x="2660586" y="57551"/>
                </a:cubicBezTo>
                <a:cubicBezTo>
                  <a:pt x="2654911" y="57551"/>
                  <a:pt x="2650223" y="59609"/>
                  <a:pt x="2646522" y="63724"/>
                </a:cubicBezTo>
                <a:cubicBezTo>
                  <a:pt x="2642821" y="67842"/>
                  <a:pt x="2641002" y="73433"/>
                  <a:pt x="2641063" y="80497"/>
                </a:cubicBezTo>
                <a:lnTo>
                  <a:pt x="2679924" y="80497"/>
                </a:lnTo>
                <a:close/>
                <a:moveTo>
                  <a:pt x="2726159" y="39786"/>
                </a:moveTo>
                <a:lnTo>
                  <a:pt x="2750400" y="39786"/>
                </a:lnTo>
                <a:lnTo>
                  <a:pt x="2750400" y="54220"/>
                </a:lnTo>
                <a:cubicBezTo>
                  <a:pt x="2753546" y="49285"/>
                  <a:pt x="2757802" y="45276"/>
                  <a:pt x="2763169" y="42192"/>
                </a:cubicBezTo>
                <a:cubicBezTo>
                  <a:pt x="2768535" y="39108"/>
                  <a:pt x="2774488" y="37565"/>
                  <a:pt x="2781026" y="37565"/>
                </a:cubicBezTo>
                <a:cubicBezTo>
                  <a:pt x="2792438" y="37565"/>
                  <a:pt x="2802122" y="42038"/>
                  <a:pt x="2810079" y="50982"/>
                </a:cubicBezTo>
                <a:cubicBezTo>
                  <a:pt x="2818037" y="59926"/>
                  <a:pt x="2822015" y="72386"/>
                  <a:pt x="2822015" y="88362"/>
                </a:cubicBezTo>
                <a:cubicBezTo>
                  <a:pt x="2822015" y="104770"/>
                  <a:pt x="2818006" y="117523"/>
                  <a:pt x="2809987" y="126621"/>
                </a:cubicBezTo>
                <a:cubicBezTo>
                  <a:pt x="2801968" y="135720"/>
                  <a:pt x="2792253" y="140269"/>
                  <a:pt x="2780841" y="140269"/>
                </a:cubicBezTo>
                <a:cubicBezTo>
                  <a:pt x="2775413" y="140269"/>
                  <a:pt x="2770494" y="139189"/>
                  <a:pt x="2766083" y="137031"/>
                </a:cubicBezTo>
                <a:cubicBezTo>
                  <a:pt x="2761673" y="134872"/>
                  <a:pt x="2757031" y="131171"/>
                  <a:pt x="2752158" y="125927"/>
                </a:cubicBezTo>
                <a:lnTo>
                  <a:pt x="2752158" y="175429"/>
                </a:lnTo>
                <a:lnTo>
                  <a:pt x="2726159" y="175429"/>
                </a:lnTo>
                <a:lnTo>
                  <a:pt x="2726159" y="39786"/>
                </a:lnTo>
                <a:moveTo>
                  <a:pt x="2751881" y="87208"/>
                </a:moveTo>
                <a:cubicBezTo>
                  <a:pt x="2751881" y="98232"/>
                  <a:pt x="2754070" y="106378"/>
                  <a:pt x="2758450" y="111644"/>
                </a:cubicBezTo>
                <a:cubicBezTo>
                  <a:pt x="2762830" y="116910"/>
                  <a:pt x="2768165" y="119543"/>
                  <a:pt x="2774457" y="119543"/>
                </a:cubicBezTo>
                <a:cubicBezTo>
                  <a:pt x="2780502" y="119543"/>
                  <a:pt x="2785529" y="117126"/>
                  <a:pt x="2789539" y="112292"/>
                </a:cubicBezTo>
                <a:cubicBezTo>
                  <a:pt x="2793548" y="107457"/>
                  <a:pt x="2795553" y="99527"/>
                  <a:pt x="2795553" y="88501"/>
                </a:cubicBezTo>
                <a:cubicBezTo>
                  <a:pt x="2795553" y="78215"/>
                  <a:pt x="2793486" y="70578"/>
                  <a:pt x="2789354" y="65589"/>
                </a:cubicBezTo>
                <a:cubicBezTo>
                  <a:pt x="2785221" y="60600"/>
                  <a:pt x="2780101" y="58106"/>
                  <a:pt x="2773994" y="58106"/>
                </a:cubicBezTo>
                <a:cubicBezTo>
                  <a:pt x="2767641" y="58106"/>
                  <a:pt x="2762367" y="60554"/>
                  <a:pt x="2758172" y="65450"/>
                </a:cubicBezTo>
                <a:cubicBezTo>
                  <a:pt x="2753978" y="70347"/>
                  <a:pt x="2751881" y="77599"/>
                  <a:pt x="2751881" y="87208"/>
                </a:cubicBezTo>
                <a:close/>
                <a:moveTo>
                  <a:pt x="2956332" y="138048"/>
                </a:moveTo>
                <a:lnTo>
                  <a:pt x="2930332" y="138048"/>
                </a:lnTo>
                <a:lnTo>
                  <a:pt x="2930332" y="40171"/>
                </a:lnTo>
                <a:cubicBezTo>
                  <a:pt x="2920833" y="49088"/>
                  <a:pt x="2909637" y="55683"/>
                  <a:pt x="2896745" y="59957"/>
                </a:cubicBezTo>
                <a:lnTo>
                  <a:pt x="2896745" y="36270"/>
                </a:lnTo>
                <a:cubicBezTo>
                  <a:pt x="2903531" y="34044"/>
                  <a:pt x="2910902" y="29823"/>
                  <a:pt x="2918859" y="23609"/>
                </a:cubicBezTo>
                <a:cubicBezTo>
                  <a:pt x="2926816" y="17392"/>
                  <a:pt x="2932275" y="10139"/>
                  <a:pt x="2935236" y="1851"/>
                </a:cubicBezTo>
                <a:lnTo>
                  <a:pt x="2956332" y="1851"/>
                </a:lnTo>
                <a:lnTo>
                  <a:pt x="2956332" y="138048"/>
                </a:lnTo>
                <a:close/>
                <a:moveTo>
                  <a:pt x="3098454" y="39786"/>
                </a:moveTo>
                <a:lnTo>
                  <a:pt x="3098454" y="60512"/>
                </a:lnTo>
                <a:lnTo>
                  <a:pt x="3080689" y="60512"/>
                </a:lnTo>
                <a:lnTo>
                  <a:pt x="3080689" y="100049"/>
                </a:lnTo>
                <a:cubicBezTo>
                  <a:pt x="3080689" y="108057"/>
                  <a:pt x="3080859" y="112722"/>
                  <a:pt x="3081198" y="114047"/>
                </a:cubicBezTo>
                <a:cubicBezTo>
                  <a:pt x="3081537" y="115369"/>
                  <a:pt x="3082308" y="116462"/>
                  <a:pt x="3083511" y="117325"/>
                </a:cubicBezTo>
                <a:cubicBezTo>
                  <a:pt x="3084714" y="118187"/>
                  <a:pt x="3086179" y="118618"/>
                  <a:pt x="3087906" y="118618"/>
                </a:cubicBezTo>
                <a:cubicBezTo>
                  <a:pt x="3090312" y="118618"/>
                  <a:pt x="3093797" y="117785"/>
                  <a:pt x="3098361" y="116120"/>
                </a:cubicBezTo>
                <a:lnTo>
                  <a:pt x="3100582" y="136366"/>
                </a:lnTo>
                <a:cubicBezTo>
                  <a:pt x="3094537" y="138968"/>
                  <a:pt x="3087690" y="140269"/>
                  <a:pt x="3080041" y="140269"/>
                </a:cubicBezTo>
                <a:cubicBezTo>
                  <a:pt x="3075353" y="140269"/>
                  <a:pt x="3071128" y="139482"/>
                  <a:pt x="3067365" y="137910"/>
                </a:cubicBezTo>
                <a:cubicBezTo>
                  <a:pt x="3063602" y="136337"/>
                  <a:pt x="3060842" y="134301"/>
                  <a:pt x="3059084" y="131803"/>
                </a:cubicBezTo>
                <a:cubicBezTo>
                  <a:pt x="3057326" y="129305"/>
                  <a:pt x="3056108" y="125927"/>
                  <a:pt x="3055429" y="121671"/>
                </a:cubicBezTo>
                <a:cubicBezTo>
                  <a:pt x="3054874" y="118649"/>
                  <a:pt x="3054597" y="112542"/>
                  <a:pt x="3054597" y="103351"/>
                </a:cubicBezTo>
                <a:lnTo>
                  <a:pt x="3054597" y="60512"/>
                </a:lnTo>
                <a:lnTo>
                  <a:pt x="3042661" y="60512"/>
                </a:lnTo>
                <a:lnTo>
                  <a:pt x="3042661" y="39786"/>
                </a:lnTo>
                <a:lnTo>
                  <a:pt x="3054597" y="39786"/>
                </a:lnTo>
                <a:lnTo>
                  <a:pt x="3054597" y="20171"/>
                </a:lnTo>
                <a:lnTo>
                  <a:pt x="3080689" y="4811"/>
                </a:lnTo>
                <a:lnTo>
                  <a:pt x="3080689" y="39786"/>
                </a:lnTo>
                <a:lnTo>
                  <a:pt x="3098454" y="39786"/>
                </a:lnTo>
                <a:close/>
                <a:moveTo>
                  <a:pt x="3110480" y="87529"/>
                </a:moveTo>
                <a:cubicBezTo>
                  <a:pt x="3110480" y="78894"/>
                  <a:pt x="3112608" y="70535"/>
                  <a:pt x="3116865" y="62455"/>
                </a:cubicBezTo>
                <a:cubicBezTo>
                  <a:pt x="3121121" y="54374"/>
                  <a:pt x="3127150" y="48206"/>
                  <a:pt x="3134953" y="43950"/>
                </a:cubicBezTo>
                <a:cubicBezTo>
                  <a:pt x="3142756" y="39694"/>
                  <a:pt x="3151469" y="37565"/>
                  <a:pt x="3161092" y="37565"/>
                </a:cubicBezTo>
                <a:cubicBezTo>
                  <a:pt x="3175958" y="37565"/>
                  <a:pt x="3188140" y="42392"/>
                  <a:pt x="3197640" y="52046"/>
                </a:cubicBezTo>
                <a:cubicBezTo>
                  <a:pt x="3207139" y="61699"/>
                  <a:pt x="3211889" y="73897"/>
                  <a:pt x="3211889" y="88640"/>
                </a:cubicBezTo>
                <a:cubicBezTo>
                  <a:pt x="3211889" y="103505"/>
                  <a:pt x="3207093" y="115827"/>
                  <a:pt x="3197501" y="125604"/>
                </a:cubicBezTo>
                <a:cubicBezTo>
                  <a:pt x="3187909" y="135381"/>
                  <a:pt x="3175834" y="140269"/>
                  <a:pt x="3161277" y="140269"/>
                </a:cubicBezTo>
                <a:cubicBezTo>
                  <a:pt x="3152271" y="140269"/>
                  <a:pt x="3143682" y="138233"/>
                  <a:pt x="3135509" y="134162"/>
                </a:cubicBezTo>
                <a:cubicBezTo>
                  <a:pt x="3127335" y="130091"/>
                  <a:pt x="3121121" y="124123"/>
                  <a:pt x="3116865" y="116259"/>
                </a:cubicBezTo>
                <a:cubicBezTo>
                  <a:pt x="3112608" y="108394"/>
                  <a:pt x="3110480" y="98817"/>
                  <a:pt x="3110480" y="87529"/>
                </a:cubicBezTo>
                <a:moveTo>
                  <a:pt x="3137128" y="88917"/>
                </a:moveTo>
                <a:cubicBezTo>
                  <a:pt x="3137128" y="98632"/>
                  <a:pt x="3139441" y="106073"/>
                  <a:pt x="3144067" y="111239"/>
                </a:cubicBezTo>
                <a:cubicBezTo>
                  <a:pt x="3148693" y="116405"/>
                  <a:pt x="3154399" y="118988"/>
                  <a:pt x="3161184" y="118988"/>
                </a:cubicBezTo>
                <a:cubicBezTo>
                  <a:pt x="3167970" y="118988"/>
                  <a:pt x="3173660" y="116405"/>
                  <a:pt x="3178255" y="111239"/>
                </a:cubicBezTo>
                <a:cubicBezTo>
                  <a:pt x="3182851" y="106073"/>
                  <a:pt x="3185149" y="98571"/>
                  <a:pt x="3185149" y="88732"/>
                </a:cubicBezTo>
                <a:cubicBezTo>
                  <a:pt x="3185149" y="79140"/>
                  <a:pt x="3182851" y="71761"/>
                  <a:pt x="3178255" y="66595"/>
                </a:cubicBezTo>
                <a:cubicBezTo>
                  <a:pt x="3173660" y="61429"/>
                  <a:pt x="3167970" y="58846"/>
                  <a:pt x="3161184" y="58846"/>
                </a:cubicBezTo>
                <a:cubicBezTo>
                  <a:pt x="3154399" y="58846"/>
                  <a:pt x="3148693" y="61429"/>
                  <a:pt x="3144067" y="66595"/>
                </a:cubicBezTo>
                <a:cubicBezTo>
                  <a:pt x="3139441" y="71761"/>
                  <a:pt x="3137128" y="79202"/>
                  <a:pt x="3137128" y="88917"/>
                </a:cubicBezTo>
                <a:close/>
                <a:moveTo>
                  <a:pt x="3278199" y="94006"/>
                </a:moveTo>
                <a:lnTo>
                  <a:pt x="3304846" y="91415"/>
                </a:lnTo>
                <a:cubicBezTo>
                  <a:pt x="3306450" y="100392"/>
                  <a:pt x="3309704" y="106986"/>
                  <a:pt x="3314608" y="111196"/>
                </a:cubicBezTo>
                <a:cubicBezTo>
                  <a:pt x="3319511" y="115404"/>
                  <a:pt x="3326127" y="117508"/>
                  <a:pt x="3334454" y="117508"/>
                </a:cubicBezTo>
                <a:cubicBezTo>
                  <a:pt x="3343275" y="117508"/>
                  <a:pt x="3349921" y="115636"/>
                  <a:pt x="3354394" y="111892"/>
                </a:cubicBezTo>
                <a:cubicBezTo>
                  <a:pt x="3358866" y="108149"/>
                  <a:pt x="3361102" y="103770"/>
                  <a:pt x="3361102" y="98757"/>
                </a:cubicBezTo>
                <a:cubicBezTo>
                  <a:pt x="3361102" y="95540"/>
                  <a:pt x="3360161" y="92802"/>
                  <a:pt x="3358280" y="90545"/>
                </a:cubicBezTo>
                <a:cubicBezTo>
                  <a:pt x="3356398" y="88286"/>
                  <a:pt x="3353114" y="86321"/>
                  <a:pt x="3348426" y="84649"/>
                </a:cubicBezTo>
                <a:cubicBezTo>
                  <a:pt x="3345218" y="83537"/>
                  <a:pt x="3337909" y="81559"/>
                  <a:pt x="3326497" y="78716"/>
                </a:cubicBezTo>
                <a:cubicBezTo>
                  <a:pt x="3311816" y="75069"/>
                  <a:pt x="3301515" y="70587"/>
                  <a:pt x="3295593" y="65271"/>
                </a:cubicBezTo>
                <a:cubicBezTo>
                  <a:pt x="3287266" y="57792"/>
                  <a:pt x="3283103" y="48675"/>
                  <a:pt x="3283103" y="37921"/>
                </a:cubicBezTo>
                <a:cubicBezTo>
                  <a:pt x="3283103" y="30999"/>
                  <a:pt x="3285061" y="24525"/>
                  <a:pt x="3288978" y="18499"/>
                </a:cubicBezTo>
                <a:cubicBezTo>
                  <a:pt x="3292895" y="12472"/>
                  <a:pt x="3298539" y="7882"/>
                  <a:pt x="3305910" y="4730"/>
                </a:cubicBezTo>
                <a:cubicBezTo>
                  <a:pt x="3313281" y="1577"/>
                  <a:pt x="3322179" y="0"/>
                  <a:pt x="3332604" y="0"/>
                </a:cubicBezTo>
                <a:cubicBezTo>
                  <a:pt x="3349628" y="0"/>
                  <a:pt x="3362443" y="3749"/>
                  <a:pt x="3371048" y="11248"/>
                </a:cubicBezTo>
                <a:cubicBezTo>
                  <a:pt x="3379653" y="18744"/>
                  <a:pt x="3384171" y="28750"/>
                  <a:pt x="3384603" y="41266"/>
                </a:cubicBezTo>
                <a:lnTo>
                  <a:pt x="3357216" y="42377"/>
                </a:lnTo>
                <a:cubicBezTo>
                  <a:pt x="3356044" y="35406"/>
                  <a:pt x="3353530" y="30395"/>
                  <a:pt x="3349675" y="27341"/>
                </a:cubicBezTo>
                <a:cubicBezTo>
                  <a:pt x="3345820" y="24288"/>
                  <a:pt x="3340037" y="22761"/>
                  <a:pt x="3332326" y="22761"/>
                </a:cubicBezTo>
                <a:cubicBezTo>
                  <a:pt x="3324369" y="22761"/>
                  <a:pt x="3318139" y="24397"/>
                  <a:pt x="3313636" y="27668"/>
                </a:cubicBezTo>
                <a:cubicBezTo>
                  <a:pt x="3310737" y="29765"/>
                  <a:pt x="3309287" y="32573"/>
                  <a:pt x="3309287" y="36091"/>
                </a:cubicBezTo>
                <a:cubicBezTo>
                  <a:pt x="3309287" y="39300"/>
                  <a:pt x="3310644" y="42046"/>
                  <a:pt x="3313358" y="44328"/>
                </a:cubicBezTo>
                <a:cubicBezTo>
                  <a:pt x="3316813" y="47230"/>
                  <a:pt x="3325202" y="50256"/>
                  <a:pt x="3338525" y="53408"/>
                </a:cubicBezTo>
                <a:cubicBezTo>
                  <a:pt x="3351849" y="56559"/>
                  <a:pt x="3361703" y="59820"/>
                  <a:pt x="3368087" y="63189"/>
                </a:cubicBezTo>
                <a:cubicBezTo>
                  <a:pt x="3374472" y="66557"/>
                  <a:pt x="3379468" y="71161"/>
                  <a:pt x="3383077" y="77002"/>
                </a:cubicBezTo>
                <a:cubicBezTo>
                  <a:pt x="3386685" y="82840"/>
                  <a:pt x="3388489" y="90055"/>
                  <a:pt x="3388489" y="98647"/>
                </a:cubicBezTo>
                <a:cubicBezTo>
                  <a:pt x="3388489" y="106433"/>
                  <a:pt x="3386330" y="113725"/>
                  <a:pt x="3382012" y="120523"/>
                </a:cubicBezTo>
                <a:cubicBezTo>
                  <a:pt x="3377695" y="127322"/>
                  <a:pt x="3371588" y="132374"/>
                  <a:pt x="3363692" y="135680"/>
                </a:cubicBezTo>
                <a:cubicBezTo>
                  <a:pt x="3355797" y="138986"/>
                  <a:pt x="3345958" y="140639"/>
                  <a:pt x="3334177" y="140639"/>
                </a:cubicBezTo>
                <a:cubicBezTo>
                  <a:pt x="3317029" y="140639"/>
                  <a:pt x="3303859" y="136668"/>
                  <a:pt x="3294668" y="128726"/>
                </a:cubicBezTo>
                <a:cubicBezTo>
                  <a:pt x="3285477" y="120785"/>
                  <a:pt x="3279987" y="109211"/>
                  <a:pt x="3278199" y="94006"/>
                </a:cubicBezTo>
                <a:close/>
                <a:moveTo>
                  <a:pt x="3456405" y="39786"/>
                </a:moveTo>
                <a:lnTo>
                  <a:pt x="3456405" y="60512"/>
                </a:lnTo>
                <a:lnTo>
                  <a:pt x="3438640" y="60512"/>
                </a:lnTo>
                <a:lnTo>
                  <a:pt x="3438640" y="100049"/>
                </a:lnTo>
                <a:cubicBezTo>
                  <a:pt x="3438640" y="108057"/>
                  <a:pt x="3438810" y="112722"/>
                  <a:pt x="3439149" y="114047"/>
                </a:cubicBezTo>
                <a:cubicBezTo>
                  <a:pt x="3439488" y="115369"/>
                  <a:pt x="3440259" y="116462"/>
                  <a:pt x="3441462" y="117325"/>
                </a:cubicBezTo>
                <a:cubicBezTo>
                  <a:pt x="3442665" y="118187"/>
                  <a:pt x="3444130" y="118618"/>
                  <a:pt x="3445857" y="118618"/>
                </a:cubicBezTo>
                <a:cubicBezTo>
                  <a:pt x="3448263" y="118618"/>
                  <a:pt x="3451748" y="117785"/>
                  <a:pt x="3456313" y="116120"/>
                </a:cubicBezTo>
                <a:lnTo>
                  <a:pt x="3458533" y="136366"/>
                </a:lnTo>
                <a:cubicBezTo>
                  <a:pt x="3452488" y="138968"/>
                  <a:pt x="3445641" y="140269"/>
                  <a:pt x="3437993" y="140269"/>
                </a:cubicBezTo>
                <a:cubicBezTo>
                  <a:pt x="3433305" y="140269"/>
                  <a:pt x="3429079" y="139482"/>
                  <a:pt x="3425316" y="137910"/>
                </a:cubicBezTo>
                <a:cubicBezTo>
                  <a:pt x="3421554" y="136337"/>
                  <a:pt x="3418793" y="134301"/>
                  <a:pt x="3417035" y="131803"/>
                </a:cubicBezTo>
                <a:cubicBezTo>
                  <a:pt x="3415277" y="129305"/>
                  <a:pt x="3414059" y="125927"/>
                  <a:pt x="3413381" y="121671"/>
                </a:cubicBezTo>
                <a:cubicBezTo>
                  <a:pt x="3412826" y="118649"/>
                  <a:pt x="3412548" y="112542"/>
                  <a:pt x="3412548" y="103351"/>
                </a:cubicBezTo>
                <a:lnTo>
                  <a:pt x="3412548" y="60512"/>
                </a:lnTo>
                <a:lnTo>
                  <a:pt x="3400612" y="60512"/>
                </a:lnTo>
                <a:lnTo>
                  <a:pt x="3400612" y="39786"/>
                </a:lnTo>
                <a:lnTo>
                  <a:pt x="3412548" y="39786"/>
                </a:lnTo>
                <a:lnTo>
                  <a:pt x="3412548" y="20171"/>
                </a:lnTo>
                <a:lnTo>
                  <a:pt x="3438640" y="4811"/>
                </a:lnTo>
                <a:lnTo>
                  <a:pt x="3438640" y="39786"/>
                </a:lnTo>
                <a:lnTo>
                  <a:pt x="3456405" y="39786"/>
                </a:lnTo>
                <a:close/>
                <a:moveTo>
                  <a:pt x="3531349" y="106775"/>
                </a:moveTo>
                <a:lnTo>
                  <a:pt x="3557256" y="111216"/>
                </a:lnTo>
                <a:cubicBezTo>
                  <a:pt x="3553925" y="120684"/>
                  <a:pt x="3548666" y="127894"/>
                  <a:pt x="3541480" y="132844"/>
                </a:cubicBezTo>
                <a:cubicBezTo>
                  <a:pt x="3534294" y="137794"/>
                  <a:pt x="3525304" y="140269"/>
                  <a:pt x="3514509" y="140269"/>
                </a:cubicBezTo>
                <a:cubicBezTo>
                  <a:pt x="3497422" y="140269"/>
                  <a:pt x="3484777" y="134687"/>
                  <a:pt x="3476573" y="123522"/>
                </a:cubicBezTo>
                <a:cubicBezTo>
                  <a:pt x="3470097" y="114578"/>
                  <a:pt x="3466858" y="103290"/>
                  <a:pt x="3466858" y="89657"/>
                </a:cubicBezTo>
                <a:cubicBezTo>
                  <a:pt x="3466858" y="73373"/>
                  <a:pt x="3471114" y="60620"/>
                  <a:pt x="3479627" y="51398"/>
                </a:cubicBezTo>
                <a:cubicBezTo>
                  <a:pt x="3488139" y="42176"/>
                  <a:pt x="3498903" y="37565"/>
                  <a:pt x="3511918" y="37565"/>
                </a:cubicBezTo>
                <a:cubicBezTo>
                  <a:pt x="3526537" y="37565"/>
                  <a:pt x="3538072" y="42392"/>
                  <a:pt x="3546523" y="52046"/>
                </a:cubicBezTo>
                <a:cubicBezTo>
                  <a:pt x="3554973" y="61699"/>
                  <a:pt x="3559014" y="76488"/>
                  <a:pt x="3558644" y="96412"/>
                </a:cubicBezTo>
                <a:lnTo>
                  <a:pt x="3493506" y="96412"/>
                </a:lnTo>
                <a:cubicBezTo>
                  <a:pt x="3493691" y="104122"/>
                  <a:pt x="3495788" y="110121"/>
                  <a:pt x="3499797" y="114408"/>
                </a:cubicBezTo>
                <a:cubicBezTo>
                  <a:pt x="3503807" y="118695"/>
                  <a:pt x="3508803" y="120839"/>
                  <a:pt x="3514786" y="120839"/>
                </a:cubicBezTo>
                <a:cubicBezTo>
                  <a:pt x="3518858" y="120839"/>
                  <a:pt x="3522281" y="119728"/>
                  <a:pt x="3525057" y="117508"/>
                </a:cubicBezTo>
                <a:cubicBezTo>
                  <a:pt x="3527833" y="115287"/>
                  <a:pt x="3529930" y="111709"/>
                  <a:pt x="3531349" y="106775"/>
                </a:cubicBezTo>
                <a:moveTo>
                  <a:pt x="3532829" y="80497"/>
                </a:moveTo>
                <a:cubicBezTo>
                  <a:pt x="3532644" y="73003"/>
                  <a:pt x="3530701" y="67305"/>
                  <a:pt x="3527000" y="63403"/>
                </a:cubicBezTo>
                <a:cubicBezTo>
                  <a:pt x="3523299" y="59502"/>
                  <a:pt x="3518796" y="57551"/>
                  <a:pt x="3513491" y="57551"/>
                </a:cubicBezTo>
                <a:cubicBezTo>
                  <a:pt x="3507816" y="57551"/>
                  <a:pt x="3503128" y="59609"/>
                  <a:pt x="3499427" y="63724"/>
                </a:cubicBezTo>
                <a:cubicBezTo>
                  <a:pt x="3495726" y="67842"/>
                  <a:pt x="3493907" y="73433"/>
                  <a:pt x="3493968" y="80497"/>
                </a:cubicBezTo>
                <a:lnTo>
                  <a:pt x="3532829" y="80497"/>
                </a:lnTo>
                <a:close/>
                <a:moveTo>
                  <a:pt x="3579064" y="39786"/>
                </a:moveTo>
                <a:lnTo>
                  <a:pt x="3603306" y="39786"/>
                </a:lnTo>
                <a:lnTo>
                  <a:pt x="3603306" y="54220"/>
                </a:lnTo>
                <a:cubicBezTo>
                  <a:pt x="3606452" y="49285"/>
                  <a:pt x="3610708" y="45276"/>
                  <a:pt x="3616074" y="42192"/>
                </a:cubicBezTo>
                <a:cubicBezTo>
                  <a:pt x="3621441" y="39108"/>
                  <a:pt x="3627393" y="37565"/>
                  <a:pt x="3633932" y="37565"/>
                </a:cubicBezTo>
                <a:cubicBezTo>
                  <a:pt x="3645343" y="37565"/>
                  <a:pt x="3655028" y="42038"/>
                  <a:pt x="3662985" y="50982"/>
                </a:cubicBezTo>
                <a:cubicBezTo>
                  <a:pt x="3670942" y="59926"/>
                  <a:pt x="3674921" y="72386"/>
                  <a:pt x="3674921" y="88362"/>
                </a:cubicBezTo>
                <a:cubicBezTo>
                  <a:pt x="3674921" y="104770"/>
                  <a:pt x="3670911" y="117523"/>
                  <a:pt x="3662892" y="126621"/>
                </a:cubicBezTo>
                <a:cubicBezTo>
                  <a:pt x="3654873" y="135720"/>
                  <a:pt x="3645158" y="140269"/>
                  <a:pt x="3633747" y="140269"/>
                </a:cubicBezTo>
                <a:cubicBezTo>
                  <a:pt x="3628318" y="140269"/>
                  <a:pt x="3623399" y="139189"/>
                  <a:pt x="3618989" y="137031"/>
                </a:cubicBezTo>
                <a:cubicBezTo>
                  <a:pt x="3614578" y="134872"/>
                  <a:pt x="3609937" y="131171"/>
                  <a:pt x="3605064" y="125927"/>
                </a:cubicBezTo>
                <a:lnTo>
                  <a:pt x="3605064" y="175429"/>
                </a:lnTo>
                <a:lnTo>
                  <a:pt x="3579064" y="175429"/>
                </a:lnTo>
                <a:lnTo>
                  <a:pt x="3579064" y="39786"/>
                </a:lnTo>
                <a:moveTo>
                  <a:pt x="3604786" y="87208"/>
                </a:moveTo>
                <a:cubicBezTo>
                  <a:pt x="3604786" y="98232"/>
                  <a:pt x="3606976" y="106378"/>
                  <a:pt x="3611355" y="111644"/>
                </a:cubicBezTo>
                <a:cubicBezTo>
                  <a:pt x="3615735" y="116910"/>
                  <a:pt x="3621071" y="119543"/>
                  <a:pt x="3627362" y="119543"/>
                </a:cubicBezTo>
                <a:cubicBezTo>
                  <a:pt x="3633407" y="119543"/>
                  <a:pt x="3638435" y="117126"/>
                  <a:pt x="3642444" y="112292"/>
                </a:cubicBezTo>
                <a:cubicBezTo>
                  <a:pt x="3646454" y="107457"/>
                  <a:pt x="3648458" y="99527"/>
                  <a:pt x="3648458" y="88501"/>
                </a:cubicBezTo>
                <a:cubicBezTo>
                  <a:pt x="3648458" y="78215"/>
                  <a:pt x="3646392" y="70578"/>
                  <a:pt x="3642259" y="65589"/>
                </a:cubicBezTo>
                <a:cubicBezTo>
                  <a:pt x="3638126" y="60600"/>
                  <a:pt x="3633006" y="58106"/>
                  <a:pt x="3626900" y="58106"/>
                </a:cubicBezTo>
                <a:cubicBezTo>
                  <a:pt x="3620546" y="58106"/>
                  <a:pt x="3615272" y="60554"/>
                  <a:pt x="3611078" y="65450"/>
                </a:cubicBezTo>
                <a:cubicBezTo>
                  <a:pt x="3606883" y="70347"/>
                  <a:pt x="3604786" y="77599"/>
                  <a:pt x="3604786" y="87208"/>
                </a:cubicBezTo>
                <a:close/>
                <a:moveTo>
                  <a:pt x="3830795" y="35900"/>
                </a:moveTo>
                <a:lnTo>
                  <a:pt x="3805628" y="38676"/>
                </a:lnTo>
                <a:cubicBezTo>
                  <a:pt x="3805011" y="33494"/>
                  <a:pt x="3803408" y="29670"/>
                  <a:pt x="3800817" y="27203"/>
                </a:cubicBezTo>
                <a:cubicBezTo>
                  <a:pt x="3798226" y="24735"/>
                  <a:pt x="3794864" y="23502"/>
                  <a:pt x="3790732" y="23502"/>
                </a:cubicBezTo>
                <a:cubicBezTo>
                  <a:pt x="3785242" y="23502"/>
                  <a:pt x="3780600" y="25978"/>
                  <a:pt x="3776807" y="30930"/>
                </a:cubicBezTo>
                <a:cubicBezTo>
                  <a:pt x="3773013" y="35882"/>
                  <a:pt x="3770623" y="46174"/>
                  <a:pt x="3769636" y="61807"/>
                </a:cubicBezTo>
                <a:cubicBezTo>
                  <a:pt x="3776113" y="54158"/>
                  <a:pt x="3784162" y="50334"/>
                  <a:pt x="3793785" y="50334"/>
                </a:cubicBezTo>
                <a:cubicBezTo>
                  <a:pt x="3804641" y="50334"/>
                  <a:pt x="3813940" y="54454"/>
                  <a:pt x="3821682" y="62695"/>
                </a:cubicBezTo>
                <a:cubicBezTo>
                  <a:pt x="3829423" y="70935"/>
                  <a:pt x="3833293" y="81574"/>
                  <a:pt x="3833293" y="94610"/>
                </a:cubicBezTo>
                <a:cubicBezTo>
                  <a:pt x="3833293" y="108447"/>
                  <a:pt x="3829222" y="119547"/>
                  <a:pt x="3821080" y="127911"/>
                </a:cubicBezTo>
                <a:cubicBezTo>
                  <a:pt x="3812938" y="136273"/>
                  <a:pt x="3802482" y="140454"/>
                  <a:pt x="3789714" y="140454"/>
                </a:cubicBezTo>
                <a:cubicBezTo>
                  <a:pt x="3776020" y="140454"/>
                  <a:pt x="3764763" y="135131"/>
                  <a:pt x="3755942" y="124485"/>
                </a:cubicBezTo>
                <a:cubicBezTo>
                  <a:pt x="3747121" y="113836"/>
                  <a:pt x="3742711" y="96383"/>
                  <a:pt x="3742711" y="72124"/>
                </a:cubicBezTo>
                <a:cubicBezTo>
                  <a:pt x="3742711" y="47250"/>
                  <a:pt x="3747306" y="29319"/>
                  <a:pt x="3756497" y="18332"/>
                </a:cubicBezTo>
                <a:cubicBezTo>
                  <a:pt x="3765688" y="7344"/>
                  <a:pt x="3777624" y="1851"/>
                  <a:pt x="3792305" y="1851"/>
                </a:cubicBezTo>
                <a:cubicBezTo>
                  <a:pt x="3802606" y="1851"/>
                  <a:pt x="3811134" y="4758"/>
                  <a:pt x="3817888" y="10574"/>
                </a:cubicBezTo>
                <a:cubicBezTo>
                  <a:pt x="3824642" y="16388"/>
                  <a:pt x="3828945" y="24830"/>
                  <a:pt x="3830795" y="35900"/>
                </a:cubicBezTo>
                <a:moveTo>
                  <a:pt x="3771856" y="92586"/>
                </a:moveTo>
                <a:cubicBezTo>
                  <a:pt x="3771856" y="100958"/>
                  <a:pt x="3773799" y="107420"/>
                  <a:pt x="3777686" y="111973"/>
                </a:cubicBezTo>
                <a:cubicBezTo>
                  <a:pt x="3781572" y="116526"/>
                  <a:pt x="3786013" y="118803"/>
                  <a:pt x="3791009" y="118803"/>
                </a:cubicBezTo>
                <a:cubicBezTo>
                  <a:pt x="3795821" y="118803"/>
                  <a:pt x="3799830" y="116939"/>
                  <a:pt x="3803038" y="113211"/>
                </a:cubicBezTo>
                <a:cubicBezTo>
                  <a:pt x="3806245" y="109483"/>
                  <a:pt x="3807849" y="103372"/>
                  <a:pt x="3807849" y="94879"/>
                </a:cubicBezTo>
                <a:cubicBezTo>
                  <a:pt x="3807849" y="86139"/>
                  <a:pt x="3806122" y="79738"/>
                  <a:pt x="3802667" y="75674"/>
                </a:cubicBezTo>
                <a:cubicBezTo>
                  <a:pt x="3799213" y="71611"/>
                  <a:pt x="3794895" y="69579"/>
                  <a:pt x="3789714" y="69579"/>
                </a:cubicBezTo>
                <a:cubicBezTo>
                  <a:pt x="3784717" y="69579"/>
                  <a:pt x="3780492" y="71519"/>
                  <a:pt x="3777038" y="75400"/>
                </a:cubicBezTo>
                <a:cubicBezTo>
                  <a:pt x="3773584" y="79280"/>
                  <a:pt x="3771856" y="85009"/>
                  <a:pt x="3771856" y="925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9687B-421D-4584-87DD-A20FF13D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064" y="546220"/>
            <a:ext cx="1752807" cy="161069"/>
          </a:xfrm>
          <a:custGeom xmlns:a="http://schemas.openxmlformats.org/drawingml/2006/main">
            <a:pathLst>
              <a:path w="1752807" h="161069">
                <a:moveTo>
                  <a:pt x="0" y="0"/>
                </a:moveTo>
                <a:lnTo>
                  <a:pt x="1752807" y="0"/>
                </a:lnTo>
                <a:lnTo>
                  <a:pt x="1752807" y="161069"/>
                </a:lnTo>
                <a:lnTo>
                  <a:pt x="0" y="161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AtomicPropositions(APs)">
            <a:extLst xmlns:a="http://schemas.openxmlformats.org/drawingml/2006/main">
              <a:ext uri="{FF2B5EF4-FFF2-40B4-BE49-F238E27FC236}">
                <a16:creationId xmlns:a16="http://schemas.microsoft.com/office/drawing/2014/main" id="{DF487E35-8578-426E-AF30-583A37E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994" y="572756"/>
            <a:ext cx="1673480" cy="124614"/>
          </a:xfrm>
          <a:custGeom xmlns:a="http://schemas.openxmlformats.org/drawingml/2006/main">
            <a:pathLst>
              <a:path w="1673480" h="124614">
                <a:moveTo>
                  <a:pt x="95274" y="96634"/>
                </a:moveTo>
                <a:lnTo>
                  <a:pt x="74418" y="96634"/>
                </a:lnTo>
                <a:lnTo>
                  <a:pt x="66128" y="75001"/>
                </a:lnTo>
                <a:lnTo>
                  <a:pt x="28174" y="75001"/>
                </a:lnTo>
                <a:lnTo>
                  <a:pt x="20337" y="96634"/>
                </a:lnTo>
                <a:lnTo>
                  <a:pt x="0" y="96634"/>
                </a:lnTo>
                <a:lnTo>
                  <a:pt x="36983" y="1684"/>
                </a:lnTo>
                <a:lnTo>
                  <a:pt x="57255" y="1684"/>
                </a:lnTo>
                <a:lnTo>
                  <a:pt x="95274" y="96634"/>
                </a:lnTo>
                <a:moveTo>
                  <a:pt x="59975" y="58939"/>
                </a:moveTo>
                <a:lnTo>
                  <a:pt x="46892" y="23835"/>
                </a:lnTo>
                <a:lnTo>
                  <a:pt x="34068" y="58939"/>
                </a:lnTo>
                <a:lnTo>
                  <a:pt x="59975" y="58939"/>
                </a:lnTo>
                <a:close/>
                <a:moveTo>
                  <a:pt x="136832" y="27850"/>
                </a:moveTo>
                <a:lnTo>
                  <a:pt x="136832" y="42358"/>
                </a:lnTo>
                <a:lnTo>
                  <a:pt x="124397" y="42358"/>
                </a:lnTo>
                <a:lnTo>
                  <a:pt x="124397" y="70034"/>
                </a:lnTo>
                <a:cubicBezTo>
                  <a:pt x="124397" y="75640"/>
                  <a:pt x="124516" y="78906"/>
                  <a:pt x="124753" y="79833"/>
                </a:cubicBezTo>
                <a:cubicBezTo>
                  <a:pt x="124991" y="80758"/>
                  <a:pt x="125530" y="81523"/>
                  <a:pt x="126372" y="82128"/>
                </a:cubicBezTo>
                <a:cubicBezTo>
                  <a:pt x="127214" y="82731"/>
                  <a:pt x="128240" y="83033"/>
                  <a:pt x="129449" y="83033"/>
                </a:cubicBezTo>
                <a:cubicBezTo>
                  <a:pt x="131133" y="83033"/>
                  <a:pt x="133572" y="82450"/>
                  <a:pt x="136768" y="81284"/>
                </a:cubicBezTo>
                <a:lnTo>
                  <a:pt x="138322" y="95456"/>
                </a:lnTo>
                <a:cubicBezTo>
                  <a:pt x="134090" y="97277"/>
                  <a:pt x="129298" y="98188"/>
                  <a:pt x="123943" y="98188"/>
                </a:cubicBezTo>
                <a:cubicBezTo>
                  <a:pt x="120662" y="98188"/>
                  <a:pt x="117704" y="97638"/>
                  <a:pt x="115070" y="96537"/>
                </a:cubicBezTo>
                <a:cubicBezTo>
                  <a:pt x="112436" y="95436"/>
                  <a:pt x="110504" y="94011"/>
                  <a:pt x="109274" y="92262"/>
                </a:cubicBezTo>
                <a:cubicBezTo>
                  <a:pt x="108043" y="90513"/>
                  <a:pt x="107190" y="88149"/>
                  <a:pt x="106715" y="85170"/>
                </a:cubicBezTo>
                <a:cubicBezTo>
                  <a:pt x="106327" y="83054"/>
                  <a:pt x="106132" y="78779"/>
                  <a:pt x="106132" y="72346"/>
                </a:cubicBezTo>
                <a:lnTo>
                  <a:pt x="106132" y="42358"/>
                </a:lnTo>
                <a:lnTo>
                  <a:pt x="97777" y="42358"/>
                </a:lnTo>
                <a:lnTo>
                  <a:pt x="97777" y="27850"/>
                </a:lnTo>
                <a:lnTo>
                  <a:pt x="106132" y="27850"/>
                </a:lnTo>
                <a:lnTo>
                  <a:pt x="106132" y="14119"/>
                </a:lnTo>
                <a:lnTo>
                  <a:pt x="124397" y="3368"/>
                </a:lnTo>
                <a:lnTo>
                  <a:pt x="124397" y="27850"/>
                </a:lnTo>
                <a:lnTo>
                  <a:pt x="136832" y="27850"/>
                </a:lnTo>
                <a:close/>
                <a:moveTo>
                  <a:pt x="145252" y="61271"/>
                </a:moveTo>
                <a:cubicBezTo>
                  <a:pt x="145252" y="55226"/>
                  <a:pt x="146741" y="49375"/>
                  <a:pt x="149721" y="43718"/>
                </a:cubicBezTo>
                <a:cubicBezTo>
                  <a:pt x="152700" y="38062"/>
                  <a:pt x="156921" y="33744"/>
                  <a:pt x="162383" y="30765"/>
                </a:cubicBezTo>
                <a:cubicBezTo>
                  <a:pt x="167845" y="27785"/>
                  <a:pt x="173944" y="26296"/>
                  <a:pt x="180680" y="26296"/>
                </a:cubicBezTo>
                <a:cubicBezTo>
                  <a:pt x="191086" y="26296"/>
                  <a:pt x="199614" y="29675"/>
                  <a:pt x="206263" y="36432"/>
                </a:cubicBezTo>
                <a:cubicBezTo>
                  <a:pt x="212913" y="43189"/>
                  <a:pt x="216237" y="51728"/>
                  <a:pt x="216237" y="62048"/>
                </a:cubicBezTo>
                <a:cubicBezTo>
                  <a:pt x="216237" y="72454"/>
                  <a:pt x="212880" y="81079"/>
                  <a:pt x="206166" y="87923"/>
                </a:cubicBezTo>
                <a:cubicBezTo>
                  <a:pt x="199452" y="94766"/>
                  <a:pt x="190999" y="98188"/>
                  <a:pt x="180809" y="98188"/>
                </a:cubicBezTo>
                <a:cubicBezTo>
                  <a:pt x="174505" y="98188"/>
                  <a:pt x="168493" y="96763"/>
                  <a:pt x="162771" y="93914"/>
                </a:cubicBezTo>
                <a:cubicBezTo>
                  <a:pt x="157050" y="91064"/>
                  <a:pt x="152700" y="86886"/>
                  <a:pt x="149721" y="81381"/>
                </a:cubicBezTo>
                <a:cubicBezTo>
                  <a:pt x="146741" y="75876"/>
                  <a:pt x="145252" y="69172"/>
                  <a:pt x="145252" y="61271"/>
                </a:cubicBezTo>
                <a:moveTo>
                  <a:pt x="163905" y="62242"/>
                </a:moveTo>
                <a:cubicBezTo>
                  <a:pt x="163905" y="69043"/>
                  <a:pt x="165524" y="74251"/>
                  <a:pt x="168762" y="77867"/>
                </a:cubicBezTo>
                <a:cubicBezTo>
                  <a:pt x="172001" y="81484"/>
                  <a:pt x="175995" y="83292"/>
                  <a:pt x="180744" y="83292"/>
                </a:cubicBezTo>
                <a:cubicBezTo>
                  <a:pt x="185494" y="83292"/>
                  <a:pt x="189477" y="81484"/>
                  <a:pt x="192694" y="77867"/>
                </a:cubicBezTo>
                <a:cubicBezTo>
                  <a:pt x="195911" y="74251"/>
                  <a:pt x="197519" y="69000"/>
                  <a:pt x="197519" y="62113"/>
                </a:cubicBezTo>
                <a:cubicBezTo>
                  <a:pt x="197519" y="55398"/>
                  <a:pt x="195911" y="50233"/>
                  <a:pt x="192694" y="46617"/>
                </a:cubicBezTo>
                <a:cubicBezTo>
                  <a:pt x="189477" y="43001"/>
                  <a:pt x="185494" y="41192"/>
                  <a:pt x="180744" y="41192"/>
                </a:cubicBezTo>
                <a:cubicBezTo>
                  <a:pt x="175995" y="41192"/>
                  <a:pt x="172001" y="43001"/>
                  <a:pt x="168762" y="46617"/>
                </a:cubicBezTo>
                <a:cubicBezTo>
                  <a:pt x="165524" y="50233"/>
                  <a:pt x="163905" y="55441"/>
                  <a:pt x="163905" y="62242"/>
                </a:cubicBezTo>
                <a:close/>
                <a:moveTo>
                  <a:pt x="229147" y="27850"/>
                </a:moveTo>
                <a:lnTo>
                  <a:pt x="245922" y="27850"/>
                </a:lnTo>
                <a:lnTo>
                  <a:pt x="245922" y="37242"/>
                </a:lnTo>
                <a:cubicBezTo>
                  <a:pt x="251924" y="29944"/>
                  <a:pt x="259070" y="26296"/>
                  <a:pt x="267360" y="26296"/>
                </a:cubicBezTo>
                <a:cubicBezTo>
                  <a:pt x="271764" y="26296"/>
                  <a:pt x="275586" y="27207"/>
                  <a:pt x="278824" y="29028"/>
                </a:cubicBezTo>
                <a:cubicBezTo>
                  <a:pt x="282062" y="30850"/>
                  <a:pt x="284718" y="33604"/>
                  <a:pt x="286790" y="37292"/>
                </a:cubicBezTo>
                <a:cubicBezTo>
                  <a:pt x="289813" y="33604"/>
                  <a:pt x="293073" y="30850"/>
                  <a:pt x="296570" y="29028"/>
                </a:cubicBezTo>
                <a:cubicBezTo>
                  <a:pt x="300068" y="27207"/>
                  <a:pt x="303803" y="26296"/>
                  <a:pt x="307775" y="26296"/>
                </a:cubicBezTo>
                <a:cubicBezTo>
                  <a:pt x="312827" y="26296"/>
                  <a:pt x="317102" y="27321"/>
                  <a:pt x="320599" y="29372"/>
                </a:cubicBezTo>
                <a:cubicBezTo>
                  <a:pt x="324097" y="31423"/>
                  <a:pt x="326709" y="34435"/>
                  <a:pt x="328436" y="38407"/>
                </a:cubicBezTo>
                <a:cubicBezTo>
                  <a:pt x="329688" y="41344"/>
                  <a:pt x="330315" y="46093"/>
                  <a:pt x="330315" y="52656"/>
                </a:cubicBezTo>
                <a:lnTo>
                  <a:pt x="330315" y="96634"/>
                </a:lnTo>
                <a:lnTo>
                  <a:pt x="312115" y="96634"/>
                </a:lnTo>
                <a:lnTo>
                  <a:pt x="312115" y="57364"/>
                </a:lnTo>
                <a:cubicBezTo>
                  <a:pt x="312115" y="50550"/>
                  <a:pt x="311489" y="46151"/>
                  <a:pt x="310236" y="44168"/>
                </a:cubicBezTo>
                <a:cubicBezTo>
                  <a:pt x="308553" y="41580"/>
                  <a:pt x="305962" y="40286"/>
                  <a:pt x="302464" y="40286"/>
                </a:cubicBezTo>
                <a:cubicBezTo>
                  <a:pt x="299917" y="40286"/>
                  <a:pt x="297520" y="41062"/>
                  <a:pt x="295275" y="42615"/>
                </a:cubicBezTo>
                <a:cubicBezTo>
                  <a:pt x="293030" y="44167"/>
                  <a:pt x="291411" y="46442"/>
                  <a:pt x="290417" y="49440"/>
                </a:cubicBezTo>
                <a:cubicBezTo>
                  <a:pt x="289424" y="52437"/>
                  <a:pt x="288928" y="57171"/>
                  <a:pt x="288928" y="63641"/>
                </a:cubicBezTo>
                <a:lnTo>
                  <a:pt x="288928" y="96634"/>
                </a:lnTo>
                <a:lnTo>
                  <a:pt x="270728" y="96634"/>
                </a:lnTo>
                <a:lnTo>
                  <a:pt x="270728" y="58981"/>
                </a:lnTo>
                <a:cubicBezTo>
                  <a:pt x="270728" y="52297"/>
                  <a:pt x="270404" y="47984"/>
                  <a:pt x="269756" y="46044"/>
                </a:cubicBezTo>
                <a:cubicBezTo>
                  <a:pt x="269109" y="44102"/>
                  <a:pt x="268105" y="42657"/>
                  <a:pt x="266745" y="41709"/>
                </a:cubicBezTo>
                <a:cubicBezTo>
                  <a:pt x="265385" y="40760"/>
                  <a:pt x="263539" y="40286"/>
                  <a:pt x="261207" y="40286"/>
                </a:cubicBezTo>
                <a:cubicBezTo>
                  <a:pt x="258401" y="40286"/>
                  <a:pt x="255875" y="41041"/>
                  <a:pt x="253629" y="42551"/>
                </a:cubicBezTo>
                <a:cubicBezTo>
                  <a:pt x="251384" y="44059"/>
                  <a:pt x="249776" y="46237"/>
                  <a:pt x="248804" y="49084"/>
                </a:cubicBezTo>
                <a:cubicBezTo>
                  <a:pt x="247833" y="51931"/>
                  <a:pt x="247347" y="56654"/>
                  <a:pt x="247347" y="63252"/>
                </a:cubicBezTo>
                <a:lnTo>
                  <a:pt x="247347" y="96634"/>
                </a:lnTo>
                <a:lnTo>
                  <a:pt x="229147" y="96634"/>
                </a:lnTo>
                <a:lnTo>
                  <a:pt x="229147" y="27850"/>
                </a:lnTo>
                <a:close/>
                <a:moveTo>
                  <a:pt x="348429" y="18524"/>
                </a:moveTo>
                <a:lnTo>
                  <a:pt x="348429" y="1684"/>
                </a:lnTo>
                <a:lnTo>
                  <a:pt x="366628" y="1684"/>
                </a:lnTo>
                <a:lnTo>
                  <a:pt x="366628" y="18524"/>
                </a:lnTo>
                <a:lnTo>
                  <a:pt x="348429" y="18524"/>
                </a:lnTo>
                <a:moveTo>
                  <a:pt x="348429" y="96634"/>
                </a:moveTo>
                <a:lnTo>
                  <a:pt x="348429" y="27850"/>
                </a:lnTo>
                <a:lnTo>
                  <a:pt x="366628" y="27850"/>
                </a:lnTo>
                <a:lnTo>
                  <a:pt x="366628" y="96634"/>
                </a:lnTo>
                <a:lnTo>
                  <a:pt x="348429" y="96634"/>
                </a:lnTo>
                <a:close/>
                <a:moveTo>
                  <a:pt x="445279" y="48187"/>
                </a:moveTo>
                <a:lnTo>
                  <a:pt x="427338" y="51426"/>
                </a:lnTo>
                <a:cubicBezTo>
                  <a:pt x="426734" y="47864"/>
                  <a:pt x="425363" y="45181"/>
                  <a:pt x="423226" y="43378"/>
                </a:cubicBezTo>
                <a:cubicBezTo>
                  <a:pt x="421088" y="41576"/>
                  <a:pt x="418314" y="40674"/>
                  <a:pt x="414903" y="40674"/>
                </a:cubicBezTo>
                <a:cubicBezTo>
                  <a:pt x="410369" y="40674"/>
                  <a:pt x="406753" y="42235"/>
                  <a:pt x="404054" y="45356"/>
                </a:cubicBezTo>
                <a:cubicBezTo>
                  <a:pt x="401356" y="48477"/>
                  <a:pt x="400006" y="53696"/>
                  <a:pt x="400006" y="61013"/>
                </a:cubicBezTo>
                <a:cubicBezTo>
                  <a:pt x="400006" y="69150"/>
                  <a:pt x="401377" y="74897"/>
                  <a:pt x="404119" y="78256"/>
                </a:cubicBezTo>
                <a:cubicBezTo>
                  <a:pt x="406861" y="81613"/>
                  <a:pt x="410542" y="83292"/>
                  <a:pt x="415162" y="83292"/>
                </a:cubicBezTo>
                <a:cubicBezTo>
                  <a:pt x="418616" y="83292"/>
                  <a:pt x="421444" y="82309"/>
                  <a:pt x="423647" y="80345"/>
                </a:cubicBezTo>
                <a:cubicBezTo>
                  <a:pt x="425849" y="78380"/>
                  <a:pt x="427403" y="75001"/>
                  <a:pt x="428310" y="70209"/>
                </a:cubicBezTo>
                <a:lnTo>
                  <a:pt x="446186" y="73317"/>
                </a:lnTo>
                <a:cubicBezTo>
                  <a:pt x="444329" y="81521"/>
                  <a:pt x="440767" y="87717"/>
                  <a:pt x="435499" y="91906"/>
                </a:cubicBezTo>
                <a:cubicBezTo>
                  <a:pt x="430231" y="96094"/>
                  <a:pt x="423172" y="98188"/>
                  <a:pt x="414320" y="98188"/>
                </a:cubicBezTo>
                <a:cubicBezTo>
                  <a:pt x="404259" y="98188"/>
                  <a:pt x="396239" y="95015"/>
                  <a:pt x="390259" y="88667"/>
                </a:cubicBezTo>
                <a:cubicBezTo>
                  <a:pt x="384278" y="82320"/>
                  <a:pt x="381288" y="73533"/>
                  <a:pt x="381288" y="62307"/>
                </a:cubicBezTo>
                <a:cubicBezTo>
                  <a:pt x="381288" y="50951"/>
                  <a:pt x="384289" y="42110"/>
                  <a:pt x="390291" y="35784"/>
                </a:cubicBezTo>
                <a:cubicBezTo>
                  <a:pt x="396293" y="29459"/>
                  <a:pt x="404410" y="26296"/>
                  <a:pt x="414644" y="26296"/>
                </a:cubicBezTo>
                <a:cubicBezTo>
                  <a:pt x="423020" y="26296"/>
                  <a:pt x="429681" y="28099"/>
                  <a:pt x="434625" y="31704"/>
                </a:cubicBezTo>
                <a:cubicBezTo>
                  <a:pt x="439569" y="35309"/>
                  <a:pt x="443120" y="40804"/>
                  <a:pt x="445279" y="48187"/>
                </a:cubicBezTo>
                <a:close/>
                <a:moveTo>
                  <a:pt x="496060" y="96634"/>
                </a:moveTo>
                <a:lnTo>
                  <a:pt x="496060" y="1684"/>
                </a:lnTo>
                <a:lnTo>
                  <a:pt x="526824" y="1684"/>
                </a:lnTo>
                <a:cubicBezTo>
                  <a:pt x="538483" y="1684"/>
                  <a:pt x="546082" y="2158"/>
                  <a:pt x="549623" y="3107"/>
                </a:cubicBezTo>
                <a:cubicBezTo>
                  <a:pt x="555063" y="4530"/>
                  <a:pt x="559619" y="7625"/>
                  <a:pt x="563289" y="12391"/>
                </a:cubicBezTo>
                <a:cubicBezTo>
                  <a:pt x="566959" y="17157"/>
                  <a:pt x="568794" y="23314"/>
                  <a:pt x="568794" y="30862"/>
                </a:cubicBezTo>
                <a:cubicBezTo>
                  <a:pt x="568794" y="36684"/>
                  <a:pt x="567736" y="41580"/>
                  <a:pt x="565620" y="45548"/>
                </a:cubicBezTo>
                <a:cubicBezTo>
                  <a:pt x="563505" y="49516"/>
                  <a:pt x="560817" y="52633"/>
                  <a:pt x="557557" y="54897"/>
                </a:cubicBezTo>
                <a:cubicBezTo>
                  <a:pt x="554297" y="57161"/>
                  <a:pt x="550983" y="58660"/>
                  <a:pt x="547615" y="59394"/>
                </a:cubicBezTo>
                <a:cubicBezTo>
                  <a:pt x="543038" y="60300"/>
                  <a:pt x="536410" y="60752"/>
                  <a:pt x="527731" y="60752"/>
                </a:cubicBezTo>
                <a:lnTo>
                  <a:pt x="515231" y="60752"/>
                </a:lnTo>
                <a:lnTo>
                  <a:pt x="515231" y="96634"/>
                </a:lnTo>
                <a:lnTo>
                  <a:pt x="496060" y="96634"/>
                </a:lnTo>
                <a:moveTo>
                  <a:pt x="515231" y="17746"/>
                </a:moveTo>
                <a:lnTo>
                  <a:pt x="515231" y="44690"/>
                </a:lnTo>
                <a:lnTo>
                  <a:pt x="525723" y="44690"/>
                </a:lnTo>
                <a:cubicBezTo>
                  <a:pt x="533280" y="44690"/>
                  <a:pt x="538331" y="44193"/>
                  <a:pt x="540879" y="43200"/>
                </a:cubicBezTo>
                <a:cubicBezTo>
                  <a:pt x="543427" y="42207"/>
                  <a:pt x="545424" y="40653"/>
                  <a:pt x="546870" y="38537"/>
                </a:cubicBezTo>
                <a:cubicBezTo>
                  <a:pt x="548316" y="36421"/>
                  <a:pt x="549040" y="33960"/>
                  <a:pt x="549040" y="31153"/>
                </a:cubicBezTo>
                <a:cubicBezTo>
                  <a:pt x="549040" y="27699"/>
                  <a:pt x="548025" y="24849"/>
                  <a:pt x="545996" y="22604"/>
                </a:cubicBezTo>
                <a:cubicBezTo>
                  <a:pt x="543966" y="20359"/>
                  <a:pt x="541397" y="18955"/>
                  <a:pt x="538288" y="18394"/>
                </a:cubicBezTo>
                <a:cubicBezTo>
                  <a:pt x="536000" y="17962"/>
                  <a:pt x="531401" y="17746"/>
                  <a:pt x="524493" y="17746"/>
                </a:cubicBezTo>
                <a:lnTo>
                  <a:pt x="515231" y="17746"/>
                </a:lnTo>
                <a:close/>
                <a:moveTo>
                  <a:pt x="601827" y="96634"/>
                </a:moveTo>
                <a:lnTo>
                  <a:pt x="583627" y="96634"/>
                </a:lnTo>
                <a:lnTo>
                  <a:pt x="583627" y="27850"/>
                </a:lnTo>
                <a:lnTo>
                  <a:pt x="600532" y="27850"/>
                </a:lnTo>
                <a:lnTo>
                  <a:pt x="600532" y="37630"/>
                </a:lnTo>
                <a:cubicBezTo>
                  <a:pt x="603425" y="33010"/>
                  <a:pt x="606026" y="29966"/>
                  <a:pt x="608336" y="28498"/>
                </a:cubicBezTo>
                <a:cubicBezTo>
                  <a:pt x="610646" y="27030"/>
                  <a:pt x="613269" y="26296"/>
                  <a:pt x="616206" y="26296"/>
                </a:cubicBezTo>
                <a:cubicBezTo>
                  <a:pt x="620351" y="26296"/>
                  <a:pt x="624345" y="27440"/>
                  <a:pt x="628188" y="29729"/>
                </a:cubicBezTo>
                <a:lnTo>
                  <a:pt x="622553" y="45597"/>
                </a:lnTo>
                <a:cubicBezTo>
                  <a:pt x="619487" y="43610"/>
                  <a:pt x="616637" y="42617"/>
                  <a:pt x="614003" y="42617"/>
                </a:cubicBezTo>
                <a:cubicBezTo>
                  <a:pt x="611456" y="42617"/>
                  <a:pt x="609297" y="43319"/>
                  <a:pt x="607527" y="44722"/>
                </a:cubicBezTo>
                <a:cubicBezTo>
                  <a:pt x="605756" y="46126"/>
                  <a:pt x="604364" y="48662"/>
                  <a:pt x="603349" y="52333"/>
                </a:cubicBezTo>
                <a:cubicBezTo>
                  <a:pt x="602334" y="56003"/>
                  <a:pt x="601827" y="63689"/>
                  <a:pt x="601827" y="75390"/>
                </a:cubicBezTo>
                <a:lnTo>
                  <a:pt x="601827" y="96634"/>
                </a:lnTo>
                <a:close/>
                <a:moveTo>
                  <a:pt x="631794" y="61271"/>
                </a:moveTo>
                <a:cubicBezTo>
                  <a:pt x="631794" y="55226"/>
                  <a:pt x="633284" y="49375"/>
                  <a:pt x="636263" y="43718"/>
                </a:cubicBezTo>
                <a:cubicBezTo>
                  <a:pt x="639242" y="38062"/>
                  <a:pt x="643463" y="33744"/>
                  <a:pt x="648925" y="30765"/>
                </a:cubicBezTo>
                <a:cubicBezTo>
                  <a:pt x="654387" y="27785"/>
                  <a:pt x="660486" y="26296"/>
                  <a:pt x="667222" y="26296"/>
                </a:cubicBezTo>
                <a:cubicBezTo>
                  <a:pt x="677628" y="26296"/>
                  <a:pt x="686156" y="29675"/>
                  <a:pt x="692806" y="36432"/>
                </a:cubicBezTo>
                <a:cubicBezTo>
                  <a:pt x="699455" y="43189"/>
                  <a:pt x="702780" y="51728"/>
                  <a:pt x="702780" y="62048"/>
                </a:cubicBezTo>
                <a:cubicBezTo>
                  <a:pt x="702780" y="72454"/>
                  <a:pt x="699423" y="81079"/>
                  <a:pt x="692708" y="87923"/>
                </a:cubicBezTo>
                <a:cubicBezTo>
                  <a:pt x="685994" y="94766"/>
                  <a:pt x="677542" y="98188"/>
                  <a:pt x="667352" y="98188"/>
                </a:cubicBezTo>
                <a:cubicBezTo>
                  <a:pt x="661048" y="98188"/>
                  <a:pt x="655035" y="96763"/>
                  <a:pt x="649314" y="93914"/>
                </a:cubicBezTo>
                <a:cubicBezTo>
                  <a:pt x="643593" y="91064"/>
                  <a:pt x="639242" y="86886"/>
                  <a:pt x="636263" y="81381"/>
                </a:cubicBezTo>
                <a:cubicBezTo>
                  <a:pt x="633284" y="75876"/>
                  <a:pt x="631794" y="69172"/>
                  <a:pt x="631794" y="61271"/>
                </a:cubicBezTo>
                <a:moveTo>
                  <a:pt x="650447" y="62242"/>
                </a:moveTo>
                <a:cubicBezTo>
                  <a:pt x="650447" y="69043"/>
                  <a:pt x="652067" y="74251"/>
                  <a:pt x="655305" y="77867"/>
                </a:cubicBezTo>
                <a:cubicBezTo>
                  <a:pt x="658543" y="81484"/>
                  <a:pt x="662537" y="83292"/>
                  <a:pt x="667287" y="83292"/>
                </a:cubicBezTo>
                <a:cubicBezTo>
                  <a:pt x="672037" y="83292"/>
                  <a:pt x="676020" y="81484"/>
                  <a:pt x="679237" y="77867"/>
                </a:cubicBezTo>
                <a:cubicBezTo>
                  <a:pt x="682454" y="74251"/>
                  <a:pt x="684062" y="69000"/>
                  <a:pt x="684062" y="62113"/>
                </a:cubicBezTo>
                <a:cubicBezTo>
                  <a:pt x="684062" y="55398"/>
                  <a:pt x="682454" y="50233"/>
                  <a:pt x="679237" y="46617"/>
                </a:cubicBezTo>
                <a:cubicBezTo>
                  <a:pt x="676020" y="43001"/>
                  <a:pt x="672037" y="41192"/>
                  <a:pt x="667287" y="41192"/>
                </a:cubicBezTo>
                <a:cubicBezTo>
                  <a:pt x="662537" y="41192"/>
                  <a:pt x="658543" y="43001"/>
                  <a:pt x="655305" y="46617"/>
                </a:cubicBezTo>
                <a:cubicBezTo>
                  <a:pt x="652067" y="50233"/>
                  <a:pt x="650447" y="55441"/>
                  <a:pt x="650447" y="62242"/>
                </a:cubicBezTo>
                <a:close/>
                <a:moveTo>
                  <a:pt x="716531" y="27850"/>
                </a:moveTo>
                <a:lnTo>
                  <a:pt x="733501" y="27850"/>
                </a:lnTo>
                <a:lnTo>
                  <a:pt x="733501" y="37954"/>
                </a:lnTo>
                <a:cubicBezTo>
                  <a:pt x="735703" y="34500"/>
                  <a:pt x="738682" y="31693"/>
                  <a:pt x="742439" y="29534"/>
                </a:cubicBezTo>
                <a:cubicBezTo>
                  <a:pt x="746195" y="27375"/>
                  <a:pt x="750362" y="26296"/>
                  <a:pt x="754939" y="26296"/>
                </a:cubicBezTo>
                <a:cubicBezTo>
                  <a:pt x="762927" y="26296"/>
                  <a:pt x="769706" y="29426"/>
                  <a:pt x="775276" y="35687"/>
                </a:cubicBezTo>
                <a:cubicBezTo>
                  <a:pt x="780846" y="41948"/>
                  <a:pt x="783631" y="50670"/>
                  <a:pt x="783631" y="61853"/>
                </a:cubicBezTo>
                <a:cubicBezTo>
                  <a:pt x="783631" y="73339"/>
                  <a:pt x="780824" y="82266"/>
                  <a:pt x="775211" y="88635"/>
                </a:cubicBezTo>
                <a:cubicBezTo>
                  <a:pt x="769598" y="95004"/>
                  <a:pt x="762797" y="98188"/>
                  <a:pt x="754809" y="98188"/>
                </a:cubicBezTo>
                <a:cubicBezTo>
                  <a:pt x="751010" y="98188"/>
                  <a:pt x="747566" y="97433"/>
                  <a:pt x="744479" y="95921"/>
                </a:cubicBezTo>
                <a:cubicBezTo>
                  <a:pt x="741392" y="94410"/>
                  <a:pt x="738142" y="91819"/>
                  <a:pt x="734731" y="88149"/>
                </a:cubicBezTo>
                <a:lnTo>
                  <a:pt x="734731" y="122800"/>
                </a:lnTo>
                <a:lnTo>
                  <a:pt x="716531" y="122800"/>
                </a:lnTo>
                <a:lnTo>
                  <a:pt x="716531" y="27850"/>
                </a:lnTo>
                <a:moveTo>
                  <a:pt x="734537" y="61046"/>
                </a:moveTo>
                <a:cubicBezTo>
                  <a:pt x="734537" y="68763"/>
                  <a:pt x="736070" y="74464"/>
                  <a:pt x="739135" y="78151"/>
                </a:cubicBezTo>
                <a:cubicBezTo>
                  <a:pt x="742201" y="81837"/>
                  <a:pt x="745936" y="83680"/>
                  <a:pt x="750340" y="83680"/>
                </a:cubicBezTo>
                <a:cubicBezTo>
                  <a:pt x="754572" y="83680"/>
                  <a:pt x="758091" y="81988"/>
                  <a:pt x="760898" y="78604"/>
                </a:cubicBezTo>
                <a:cubicBezTo>
                  <a:pt x="763704" y="75220"/>
                  <a:pt x="765107" y="69669"/>
                  <a:pt x="765107" y="61951"/>
                </a:cubicBezTo>
                <a:cubicBezTo>
                  <a:pt x="765107" y="54751"/>
                  <a:pt x="763661" y="49404"/>
                  <a:pt x="760768" y="45912"/>
                </a:cubicBezTo>
                <a:cubicBezTo>
                  <a:pt x="757875" y="42420"/>
                  <a:pt x="754291" y="40674"/>
                  <a:pt x="750017" y="40674"/>
                </a:cubicBezTo>
                <a:cubicBezTo>
                  <a:pt x="745569" y="40674"/>
                  <a:pt x="741877" y="42388"/>
                  <a:pt x="738941" y="45815"/>
                </a:cubicBezTo>
                <a:cubicBezTo>
                  <a:pt x="736005" y="49243"/>
                  <a:pt x="734537" y="54319"/>
                  <a:pt x="734537" y="61046"/>
                </a:cubicBezTo>
                <a:close/>
                <a:moveTo>
                  <a:pt x="793885" y="61271"/>
                </a:moveTo>
                <a:cubicBezTo>
                  <a:pt x="793885" y="55226"/>
                  <a:pt x="795375" y="49375"/>
                  <a:pt x="798354" y="43718"/>
                </a:cubicBezTo>
                <a:cubicBezTo>
                  <a:pt x="801334" y="38062"/>
                  <a:pt x="805554" y="33744"/>
                  <a:pt x="811016" y="30765"/>
                </a:cubicBezTo>
                <a:cubicBezTo>
                  <a:pt x="816478" y="27785"/>
                  <a:pt x="822577" y="26296"/>
                  <a:pt x="829313" y="26296"/>
                </a:cubicBezTo>
                <a:cubicBezTo>
                  <a:pt x="839719" y="26296"/>
                  <a:pt x="848247" y="29675"/>
                  <a:pt x="854897" y="36432"/>
                </a:cubicBezTo>
                <a:cubicBezTo>
                  <a:pt x="861546" y="43189"/>
                  <a:pt x="864871" y="51728"/>
                  <a:pt x="864871" y="62048"/>
                </a:cubicBezTo>
                <a:cubicBezTo>
                  <a:pt x="864871" y="72454"/>
                  <a:pt x="861514" y="81079"/>
                  <a:pt x="854800" y="87923"/>
                </a:cubicBezTo>
                <a:cubicBezTo>
                  <a:pt x="848085" y="94766"/>
                  <a:pt x="839633" y="98188"/>
                  <a:pt x="829443" y="98188"/>
                </a:cubicBezTo>
                <a:cubicBezTo>
                  <a:pt x="823139" y="98188"/>
                  <a:pt x="817126" y="96763"/>
                  <a:pt x="811405" y="93914"/>
                </a:cubicBezTo>
                <a:cubicBezTo>
                  <a:pt x="805684" y="91064"/>
                  <a:pt x="801334" y="86886"/>
                  <a:pt x="798354" y="81381"/>
                </a:cubicBezTo>
                <a:cubicBezTo>
                  <a:pt x="795375" y="75876"/>
                  <a:pt x="793885" y="69172"/>
                  <a:pt x="793885" y="61271"/>
                </a:cubicBezTo>
                <a:moveTo>
                  <a:pt x="812538" y="62242"/>
                </a:moveTo>
                <a:cubicBezTo>
                  <a:pt x="812538" y="69043"/>
                  <a:pt x="814158" y="74251"/>
                  <a:pt x="817396" y="77867"/>
                </a:cubicBezTo>
                <a:cubicBezTo>
                  <a:pt x="820634" y="81484"/>
                  <a:pt x="824628" y="83292"/>
                  <a:pt x="829378" y="83292"/>
                </a:cubicBezTo>
                <a:cubicBezTo>
                  <a:pt x="834128" y="83292"/>
                  <a:pt x="838111" y="81484"/>
                  <a:pt x="841328" y="77867"/>
                </a:cubicBezTo>
                <a:cubicBezTo>
                  <a:pt x="844545" y="74251"/>
                  <a:pt x="846153" y="69000"/>
                  <a:pt x="846153" y="62113"/>
                </a:cubicBezTo>
                <a:cubicBezTo>
                  <a:pt x="846153" y="55398"/>
                  <a:pt x="844545" y="50233"/>
                  <a:pt x="841328" y="46617"/>
                </a:cubicBezTo>
                <a:cubicBezTo>
                  <a:pt x="838111" y="43001"/>
                  <a:pt x="834128" y="41192"/>
                  <a:pt x="829378" y="41192"/>
                </a:cubicBezTo>
                <a:cubicBezTo>
                  <a:pt x="824628" y="41192"/>
                  <a:pt x="820634" y="43001"/>
                  <a:pt x="817396" y="46617"/>
                </a:cubicBezTo>
                <a:cubicBezTo>
                  <a:pt x="814158" y="50233"/>
                  <a:pt x="812538" y="55441"/>
                  <a:pt x="812538" y="62242"/>
                </a:cubicBezTo>
                <a:close/>
                <a:moveTo>
                  <a:pt x="872728" y="77074"/>
                </a:moveTo>
                <a:lnTo>
                  <a:pt x="890992" y="74224"/>
                </a:lnTo>
                <a:cubicBezTo>
                  <a:pt x="891770" y="77743"/>
                  <a:pt x="893346" y="80415"/>
                  <a:pt x="895720" y="82239"/>
                </a:cubicBezTo>
                <a:cubicBezTo>
                  <a:pt x="898095" y="84063"/>
                  <a:pt x="901420" y="84976"/>
                  <a:pt x="905695" y="84976"/>
                </a:cubicBezTo>
                <a:cubicBezTo>
                  <a:pt x="910401" y="84976"/>
                  <a:pt x="913942" y="84113"/>
                  <a:pt x="916317" y="82389"/>
                </a:cubicBezTo>
                <a:cubicBezTo>
                  <a:pt x="917914" y="81181"/>
                  <a:pt x="918713" y="79564"/>
                  <a:pt x="918713" y="77537"/>
                </a:cubicBezTo>
                <a:cubicBezTo>
                  <a:pt x="918713" y="76157"/>
                  <a:pt x="918281" y="75014"/>
                  <a:pt x="917418" y="74109"/>
                </a:cubicBezTo>
                <a:cubicBezTo>
                  <a:pt x="916511" y="73247"/>
                  <a:pt x="914482" y="72449"/>
                  <a:pt x="911330" y="71716"/>
                </a:cubicBezTo>
                <a:cubicBezTo>
                  <a:pt x="896649" y="68483"/>
                  <a:pt x="887344" y="65530"/>
                  <a:pt x="883415" y="62855"/>
                </a:cubicBezTo>
                <a:cubicBezTo>
                  <a:pt x="877974" y="59145"/>
                  <a:pt x="875254" y="53990"/>
                  <a:pt x="875254" y="47390"/>
                </a:cubicBezTo>
                <a:cubicBezTo>
                  <a:pt x="875254" y="41437"/>
                  <a:pt x="877607" y="36433"/>
                  <a:pt x="882314" y="32378"/>
                </a:cubicBezTo>
                <a:cubicBezTo>
                  <a:pt x="887020" y="28323"/>
                  <a:pt x="894317" y="26296"/>
                  <a:pt x="904205" y="26296"/>
                </a:cubicBezTo>
                <a:cubicBezTo>
                  <a:pt x="913618" y="26296"/>
                  <a:pt x="920613" y="27823"/>
                  <a:pt x="925190" y="30878"/>
                </a:cubicBezTo>
                <a:cubicBezTo>
                  <a:pt x="929767" y="33933"/>
                  <a:pt x="932919" y="38451"/>
                  <a:pt x="934646" y="44431"/>
                </a:cubicBezTo>
                <a:lnTo>
                  <a:pt x="917483" y="47669"/>
                </a:lnTo>
                <a:cubicBezTo>
                  <a:pt x="916748" y="44992"/>
                  <a:pt x="915356" y="42941"/>
                  <a:pt x="913305" y="41516"/>
                </a:cubicBezTo>
                <a:cubicBezTo>
                  <a:pt x="911254" y="40091"/>
                  <a:pt x="908329" y="39379"/>
                  <a:pt x="904529" y="39379"/>
                </a:cubicBezTo>
                <a:cubicBezTo>
                  <a:pt x="899736" y="39379"/>
                  <a:pt x="896303" y="40048"/>
                  <a:pt x="894231" y="41385"/>
                </a:cubicBezTo>
                <a:cubicBezTo>
                  <a:pt x="892849" y="42332"/>
                  <a:pt x="892158" y="43561"/>
                  <a:pt x="892158" y="45070"/>
                </a:cubicBezTo>
                <a:cubicBezTo>
                  <a:pt x="892158" y="46363"/>
                  <a:pt x="892763" y="47462"/>
                  <a:pt x="893972" y="48368"/>
                </a:cubicBezTo>
                <a:cubicBezTo>
                  <a:pt x="895613" y="49575"/>
                  <a:pt x="901280" y="51279"/>
                  <a:pt x="910973" y="53478"/>
                </a:cubicBezTo>
                <a:cubicBezTo>
                  <a:pt x="920667" y="55678"/>
                  <a:pt x="927435" y="58376"/>
                  <a:pt x="931278" y="61572"/>
                </a:cubicBezTo>
                <a:cubicBezTo>
                  <a:pt x="935078" y="64813"/>
                  <a:pt x="936978" y="69328"/>
                  <a:pt x="936978" y="75117"/>
                </a:cubicBezTo>
                <a:cubicBezTo>
                  <a:pt x="936978" y="81425"/>
                  <a:pt x="934344" y="86847"/>
                  <a:pt x="929076" y="91384"/>
                </a:cubicBezTo>
                <a:cubicBezTo>
                  <a:pt x="923808" y="95920"/>
                  <a:pt x="916014" y="98188"/>
                  <a:pt x="905695" y="98188"/>
                </a:cubicBezTo>
                <a:cubicBezTo>
                  <a:pt x="896325" y="98188"/>
                  <a:pt x="888909" y="96294"/>
                  <a:pt x="883447" y="92507"/>
                </a:cubicBezTo>
                <a:cubicBezTo>
                  <a:pt x="877985" y="88718"/>
                  <a:pt x="874412" y="83574"/>
                  <a:pt x="872728" y="77074"/>
                </a:cubicBezTo>
                <a:close/>
                <a:moveTo>
                  <a:pt x="952892" y="18524"/>
                </a:moveTo>
                <a:lnTo>
                  <a:pt x="952892" y="1684"/>
                </a:lnTo>
                <a:lnTo>
                  <a:pt x="971092" y="1684"/>
                </a:lnTo>
                <a:lnTo>
                  <a:pt x="971092" y="18524"/>
                </a:lnTo>
                <a:lnTo>
                  <a:pt x="952892" y="18524"/>
                </a:lnTo>
                <a:moveTo>
                  <a:pt x="952892" y="96634"/>
                </a:moveTo>
                <a:lnTo>
                  <a:pt x="952892" y="27850"/>
                </a:lnTo>
                <a:lnTo>
                  <a:pt x="971092" y="27850"/>
                </a:lnTo>
                <a:lnTo>
                  <a:pt x="971092" y="96634"/>
                </a:lnTo>
                <a:lnTo>
                  <a:pt x="952892" y="96634"/>
                </a:lnTo>
                <a:close/>
                <a:moveTo>
                  <a:pt x="1021308" y="27850"/>
                </a:moveTo>
                <a:lnTo>
                  <a:pt x="1021308" y="42358"/>
                </a:lnTo>
                <a:lnTo>
                  <a:pt x="1008873" y="42358"/>
                </a:lnTo>
                <a:lnTo>
                  <a:pt x="1008873" y="70034"/>
                </a:lnTo>
                <a:cubicBezTo>
                  <a:pt x="1008873" y="75640"/>
                  <a:pt x="1008991" y="78906"/>
                  <a:pt x="1009229" y="79833"/>
                </a:cubicBezTo>
                <a:cubicBezTo>
                  <a:pt x="1009466" y="80758"/>
                  <a:pt x="1010006" y="81523"/>
                  <a:pt x="1010848" y="82128"/>
                </a:cubicBezTo>
                <a:cubicBezTo>
                  <a:pt x="1011690" y="82731"/>
                  <a:pt x="1012715" y="83033"/>
                  <a:pt x="1013924" y="83033"/>
                </a:cubicBezTo>
                <a:cubicBezTo>
                  <a:pt x="1015608" y="83033"/>
                  <a:pt x="1018048" y="82450"/>
                  <a:pt x="1021243" y="81284"/>
                </a:cubicBezTo>
                <a:lnTo>
                  <a:pt x="1022798" y="95456"/>
                </a:lnTo>
                <a:cubicBezTo>
                  <a:pt x="1018566" y="97277"/>
                  <a:pt x="1013773" y="98188"/>
                  <a:pt x="1008419" y="98188"/>
                </a:cubicBezTo>
                <a:cubicBezTo>
                  <a:pt x="1005138" y="98188"/>
                  <a:pt x="1002180" y="97638"/>
                  <a:pt x="999546" y="96537"/>
                </a:cubicBezTo>
                <a:cubicBezTo>
                  <a:pt x="996912" y="95436"/>
                  <a:pt x="994980" y="94011"/>
                  <a:pt x="993749" y="92262"/>
                </a:cubicBezTo>
                <a:cubicBezTo>
                  <a:pt x="992519" y="90513"/>
                  <a:pt x="991666" y="88149"/>
                  <a:pt x="991191" y="85170"/>
                </a:cubicBezTo>
                <a:cubicBezTo>
                  <a:pt x="990802" y="83054"/>
                  <a:pt x="990608" y="78779"/>
                  <a:pt x="990608" y="72346"/>
                </a:cubicBezTo>
                <a:lnTo>
                  <a:pt x="990608" y="42358"/>
                </a:lnTo>
                <a:lnTo>
                  <a:pt x="982253" y="42358"/>
                </a:lnTo>
                <a:lnTo>
                  <a:pt x="982253" y="27850"/>
                </a:lnTo>
                <a:lnTo>
                  <a:pt x="990608" y="27850"/>
                </a:lnTo>
                <a:lnTo>
                  <a:pt x="990608" y="14119"/>
                </a:lnTo>
                <a:lnTo>
                  <a:pt x="1008873" y="3368"/>
                </a:lnTo>
                <a:lnTo>
                  <a:pt x="1008873" y="27850"/>
                </a:lnTo>
                <a:lnTo>
                  <a:pt x="1021308" y="27850"/>
                </a:lnTo>
                <a:close/>
                <a:moveTo>
                  <a:pt x="1033937" y="18524"/>
                </a:moveTo>
                <a:lnTo>
                  <a:pt x="1033937" y="1684"/>
                </a:lnTo>
                <a:lnTo>
                  <a:pt x="1052136" y="1684"/>
                </a:lnTo>
                <a:lnTo>
                  <a:pt x="1052136" y="18524"/>
                </a:lnTo>
                <a:lnTo>
                  <a:pt x="1033937" y="18524"/>
                </a:lnTo>
                <a:moveTo>
                  <a:pt x="1033937" y="96634"/>
                </a:moveTo>
                <a:lnTo>
                  <a:pt x="1033937" y="27850"/>
                </a:lnTo>
                <a:lnTo>
                  <a:pt x="1052136" y="27850"/>
                </a:lnTo>
                <a:lnTo>
                  <a:pt x="1052136" y="96634"/>
                </a:lnTo>
                <a:lnTo>
                  <a:pt x="1033937" y="96634"/>
                </a:lnTo>
                <a:close/>
                <a:moveTo>
                  <a:pt x="1066602" y="61271"/>
                </a:moveTo>
                <a:cubicBezTo>
                  <a:pt x="1066602" y="55226"/>
                  <a:pt x="1068092" y="49375"/>
                  <a:pt x="1071071" y="43718"/>
                </a:cubicBezTo>
                <a:cubicBezTo>
                  <a:pt x="1074050" y="38062"/>
                  <a:pt x="1078271" y="33744"/>
                  <a:pt x="1083733" y="30765"/>
                </a:cubicBezTo>
                <a:cubicBezTo>
                  <a:pt x="1089195" y="27785"/>
                  <a:pt x="1095294" y="26296"/>
                  <a:pt x="1102030" y="26296"/>
                </a:cubicBezTo>
                <a:cubicBezTo>
                  <a:pt x="1112436" y="26296"/>
                  <a:pt x="1120964" y="29675"/>
                  <a:pt x="1127613" y="36432"/>
                </a:cubicBezTo>
                <a:cubicBezTo>
                  <a:pt x="1134263" y="43189"/>
                  <a:pt x="1137588" y="51728"/>
                  <a:pt x="1137588" y="62048"/>
                </a:cubicBezTo>
                <a:cubicBezTo>
                  <a:pt x="1137588" y="72454"/>
                  <a:pt x="1134230" y="81079"/>
                  <a:pt x="1127516" y="87923"/>
                </a:cubicBezTo>
                <a:cubicBezTo>
                  <a:pt x="1120802" y="94766"/>
                  <a:pt x="1112350" y="98188"/>
                  <a:pt x="1102160" y="98188"/>
                </a:cubicBezTo>
                <a:cubicBezTo>
                  <a:pt x="1095855" y="98188"/>
                  <a:pt x="1089843" y="96763"/>
                  <a:pt x="1084122" y="93914"/>
                </a:cubicBezTo>
                <a:cubicBezTo>
                  <a:pt x="1078400" y="91064"/>
                  <a:pt x="1074050" y="86886"/>
                  <a:pt x="1071071" y="81381"/>
                </a:cubicBezTo>
                <a:cubicBezTo>
                  <a:pt x="1068092" y="75876"/>
                  <a:pt x="1066602" y="69172"/>
                  <a:pt x="1066602" y="61271"/>
                </a:cubicBezTo>
                <a:moveTo>
                  <a:pt x="1085255" y="62242"/>
                </a:moveTo>
                <a:cubicBezTo>
                  <a:pt x="1085255" y="69043"/>
                  <a:pt x="1086874" y="74251"/>
                  <a:pt x="1090113" y="77867"/>
                </a:cubicBezTo>
                <a:cubicBezTo>
                  <a:pt x="1093351" y="81484"/>
                  <a:pt x="1097345" y="83292"/>
                  <a:pt x="1102095" y="83292"/>
                </a:cubicBezTo>
                <a:cubicBezTo>
                  <a:pt x="1106844" y="83292"/>
                  <a:pt x="1110828" y="81484"/>
                  <a:pt x="1114044" y="77867"/>
                </a:cubicBezTo>
                <a:cubicBezTo>
                  <a:pt x="1117261" y="74251"/>
                  <a:pt x="1118870" y="69000"/>
                  <a:pt x="1118870" y="62113"/>
                </a:cubicBezTo>
                <a:cubicBezTo>
                  <a:pt x="1118870" y="55398"/>
                  <a:pt x="1117261" y="50233"/>
                  <a:pt x="1114044" y="46617"/>
                </a:cubicBezTo>
                <a:cubicBezTo>
                  <a:pt x="1110828" y="43001"/>
                  <a:pt x="1106844" y="41192"/>
                  <a:pt x="1102095" y="41192"/>
                </a:cubicBezTo>
                <a:cubicBezTo>
                  <a:pt x="1097345" y="41192"/>
                  <a:pt x="1093351" y="43001"/>
                  <a:pt x="1090113" y="46617"/>
                </a:cubicBezTo>
                <a:cubicBezTo>
                  <a:pt x="1086874" y="50233"/>
                  <a:pt x="1085255" y="55441"/>
                  <a:pt x="1085255" y="62242"/>
                </a:cubicBezTo>
                <a:close/>
                <a:moveTo>
                  <a:pt x="1214423" y="96634"/>
                </a:moveTo>
                <a:lnTo>
                  <a:pt x="1196223" y="96634"/>
                </a:lnTo>
                <a:lnTo>
                  <a:pt x="1196223" y="61570"/>
                </a:lnTo>
                <a:cubicBezTo>
                  <a:pt x="1196223" y="54151"/>
                  <a:pt x="1195835" y="49353"/>
                  <a:pt x="1195058" y="47175"/>
                </a:cubicBezTo>
                <a:cubicBezTo>
                  <a:pt x="1194280" y="44998"/>
                  <a:pt x="1193017" y="43305"/>
                  <a:pt x="1191269" y="42097"/>
                </a:cubicBezTo>
                <a:cubicBezTo>
                  <a:pt x="1189520" y="40890"/>
                  <a:pt x="1187415" y="40286"/>
                  <a:pt x="1184954" y="40286"/>
                </a:cubicBezTo>
                <a:cubicBezTo>
                  <a:pt x="1181802" y="40286"/>
                  <a:pt x="1178974" y="41149"/>
                  <a:pt x="1176469" y="42874"/>
                </a:cubicBezTo>
                <a:cubicBezTo>
                  <a:pt x="1173965" y="44599"/>
                  <a:pt x="1172249" y="46885"/>
                  <a:pt x="1171320" y="49732"/>
                </a:cubicBezTo>
                <a:cubicBezTo>
                  <a:pt x="1170392" y="52577"/>
                  <a:pt x="1169928" y="57839"/>
                  <a:pt x="1169928" y="65517"/>
                </a:cubicBezTo>
                <a:lnTo>
                  <a:pt x="1169928" y="96634"/>
                </a:lnTo>
                <a:lnTo>
                  <a:pt x="1151728" y="96634"/>
                </a:lnTo>
                <a:lnTo>
                  <a:pt x="1151728" y="27850"/>
                </a:lnTo>
                <a:lnTo>
                  <a:pt x="1168632" y="27850"/>
                </a:lnTo>
                <a:lnTo>
                  <a:pt x="1168632" y="37954"/>
                </a:lnTo>
                <a:cubicBezTo>
                  <a:pt x="1174634" y="30182"/>
                  <a:pt x="1182190" y="26296"/>
                  <a:pt x="1191301" y="26296"/>
                </a:cubicBezTo>
                <a:cubicBezTo>
                  <a:pt x="1195317" y="26296"/>
                  <a:pt x="1198987" y="27019"/>
                  <a:pt x="1202312" y="28466"/>
                </a:cubicBezTo>
                <a:cubicBezTo>
                  <a:pt x="1205636" y="29912"/>
                  <a:pt x="1208152" y="31758"/>
                  <a:pt x="1209857" y="34003"/>
                </a:cubicBezTo>
                <a:cubicBezTo>
                  <a:pt x="1211563" y="36248"/>
                  <a:pt x="1212750" y="38796"/>
                  <a:pt x="1213419" y="41646"/>
                </a:cubicBezTo>
                <a:cubicBezTo>
                  <a:pt x="1214089" y="44496"/>
                  <a:pt x="1214423" y="48576"/>
                  <a:pt x="1214423" y="53887"/>
                </a:cubicBezTo>
                <a:lnTo>
                  <a:pt x="1214423" y="96634"/>
                </a:lnTo>
                <a:close/>
                <a:moveTo>
                  <a:pt x="1226491" y="77074"/>
                </a:moveTo>
                <a:lnTo>
                  <a:pt x="1244755" y="74224"/>
                </a:lnTo>
                <a:cubicBezTo>
                  <a:pt x="1245532" y="77743"/>
                  <a:pt x="1247108" y="80415"/>
                  <a:pt x="1249483" y="82239"/>
                </a:cubicBezTo>
                <a:cubicBezTo>
                  <a:pt x="1251858" y="84063"/>
                  <a:pt x="1255183" y="84976"/>
                  <a:pt x="1259458" y="84976"/>
                </a:cubicBezTo>
                <a:cubicBezTo>
                  <a:pt x="1264164" y="84976"/>
                  <a:pt x="1267705" y="84113"/>
                  <a:pt x="1270079" y="82389"/>
                </a:cubicBezTo>
                <a:cubicBezTo>
                  <a:pt x="1271677" y="81181"/>
                  <a:pt x="1272476" y="79564"/>
                  <a:pt x="1272476" y="77537"/>
                </a:cubicBezTo>
                <a:cubicBezTo>
                  <a:pt x="1272476" y="76157"/>
                  <a:pt x="1272044" y="75014"/>
                  <a:pt x="1271181" y="74109"/>
                </a:cubicBezTo>
                <a:cubicBezTo>
                  <a:pt x="1270274" y="73247"/>
                  <a:pt x="1268244" y="72449"/>
                  <a:pt x="1265092" y="71716"/>
                </a:cubicBezTo>
                <a:cubicBezTo>
                  <a:pt x="1250412" y="68483"/>
                  <a:pt x="1241107" y="65530"/>
                  <a:pt x="1237177" y="62855"/>
                </a:cubicBezTo>
                <a:cubicBezTo>
                  <a:pt x="1231737" y="59145"/>
                  <a:pt x="1229017" y="53990"/>
                  <a:pt x="1229017" y="47390"/>
                </a:cubicBezTo>
                <a:cubicBezTo>
                  <a:pt x="1229017" y="41437"/>
                  <a:pt x="1231370" y="36433"/>
                  <a:pt x="1236076" y="32378"/>
                </a:cubicBezTo>
                <a:cubicBezTo>
                  <a:pt x="1240783" y="28323"/>
                  <a:pt x="1248080" y="26296"/>
                  <a:pt x="1257968" y="26296"/>
                </a:cubicBezTo>
                <a:cubicBezTo>
                  <a:pt x="1267381" y="26296"/>
                  <a:pt x="1274376" y="27823"/>
                  <a:pt x="1278953" y="30878"/>
                </a:cubicBezTo>
                <a:cubicBezTo>
                  <a:pt x="1283530" y="33933"/>
                  <a:pt x="1286682" y="38451"/>
                  <a:pt x="1288409" y="44431"/>
                </a:cubicBezTo>
                <a:lnTo>
                  <a:pt x="1271245" y="47669"/>
                </a:lnTo>
                <a:cubicBezTo>
                  <a:pt x="1270511" y="44992"/>
                  <a:pt x="1269119" y="42941"/>
                  <a:pt x="1267068" y="41516"/>
                </a:cubicBezTo>
                <a:cubicBezTo>
                  <a:pt x="1265017" y="40091"/>
                  <a:pt x="1262091" y="39379"/>
                  <a:pt x="1258292" y="39379"/>
                </a:cubicBezTo>
                <a:cubicBezTo>
                  <a:pt x="1253499" y="39379"/>
                  <a:pt x="1250066" y="40048"/>
                  <a:pt x="1247994" y="41385"/>
                </a:cubicBezTo>
                <a:cubicBezTo>
                  <a:pt x="1246612" y="42332"/>
                  <a:pt x="1245921" y="43561"/>
                  <a:pt x="1245921" y="45070"/>
                </a:cubicBezTo>
                <a:cubicBezTo>
                  <a:pt x="1245921" y="46363"/>
                  <a:pt x="1246526" y="47462"/>
                  <a:pt x="1247735" y="48368"/>
                </a:cubicBezTo>
                <a:cubicBezTo>
                  <a:pt x="1249375" y="49575"/>
                  <a:pt x="1255043" y="51279"/>
                  <a:pt x="1264736" y="53478"/>
                </a:cubicBezTo>
                <a:cubicBezTo>
                  <a:pt x="1274430" y="55678"/>
                  <a:pt x="1281198" y="58376"/>
                  <a:pt x="1285041" y="61572"/>
                </a:cubicBezTo>
                <a:cubicBezTo>
                  <a:pt x="1288841" y="64813"/>
                  <a:pt x="1290740" y="69328"/>
                  <a:pt x="1290740" y="75117"/>
                </a:cubicBezTo>
                <a:cubicBezTo>
                  <a:pt x="1290740" y="81425"/>
                  <a:pt x="1288107" y="86847"/>
                  <a:pt x="1282839" y="91384"/>
                </a:cubicBezTo>
                <a:cubicBezTo>
                  <a:pt x="1277571" y="95920"/>
                  <a:pt x="1269777" y="98188"/>
                  <a:pt x="1259458" y="98188"/>
                </a:cubicBezTo>
                <a:cubicBezTo>
                  <a:pt x="1250088" y="98188"/>
                  <a:pt x="1242672" y="96294"/>
                  <a:pt x="1237210" y="92507"/>
                </a:cubicBezTo>
                <a:cubicBezTo>
                  <a:pt x="1231748" y="88718"/>
                  <a:pt x="1228175" y="83574"/>
                  <a:pt x="1226491" y="77074"/>
                </a:cubicBezTo>
                <a:close/>
                <a:moveTo>
                  <a:pt x="1373711" y="124614"/>
                </a:moveTo>
                <a:lnTo>
                  <a:pt x="1361211" y="124614"/>
                </a:lnTo>
                <a:cubicBezTo>
                  <a:pt x="1354604" y="114629"/>
                  <a:pt x="1349574" y="104255"/>
                  <a:pt x="1346120" y="93493"/>
                </a:cubicBezTo>
                <a:cubicBezTo>
                  <a:pt x="1342665" y="82730"/>
                  <a:pt x="1340938" y="72313"/>
                  <a:pt x="1340938" y="62242"/>
                </a:cubicBezTo>
                <a:cubicBezTo>
                  <a:pt x="1340938" y="49750"/>
                  <a:pt x="1343076" y="37928"/>
                  <a:pt x="1347350" y="26778"/>
                </a:cubicBezTo>
                <a:cubicBezTo>
                  <a:pt x="1351064" y="17095"/>
                  <a:pt x="1355770" y="8169"/>
                  <a:pt x="1361470" y="0"/>
                </a:cubicBezTo>
                <a:lnTo>
                  <a:pt x="1373905" y="0"/>
                </a:lnTo>
                <a:cubicBezTo>
                  <a:pt x="1367990" y="13097"/>
                  <a:pt x="1363920" y="24237"/>
                  <a:pt x="1361696" y="33422"/>
                </a:cubicBezTo>
                <a:cubicBezTo>
                  <a:pt x="1359473" y="42607"/>
                  <a:pt x="1358361" y="52343"/>
                  <a:pt x="1358361" y="62631"/>
                </a:cubicBezTo>
                <a:cubicBezTo>
                  <a:pt x="1358361" y="69720"/>
                  <a:pt x="1359019" y="76982"/>
                  <a:pt x="1360336" y="84417"/>
                </a:cubicBezTo>
                <a:cubicBezTo>
                  <a:pt x="1361653" y="91850"/>
                  <a:pt x="1363456" y="98917"/>
                  <a:pt x="1365744" y="105616"/>
                </a:cubicBezTo>
                <a:cubicBezTo>
                  <a:pt x="1367256" y="110026"/>
                  <a:pt x="1369911" y="116358"/>
                  <a:pt x="1373711" y="124614"/>
                </a:cubicBezTo>
                <a:close/>
                <a:moveTo>
                  <a:pt x="1473452" y="96634"/>
                </a:moveTo>
                <a:lnTo>
                  <a:pt x="1452597" y="96634"/>
                </a:lnTo>
                <a:lnTo>
                  <a:pt x="1444306" y="75001"/>
                </a:lnTo>
                <a:lnTo>
                  <a:pt x="1406352" y="75001"/>
                </a:lnTo>
                <a:lnTo>
                  <a:pt x="1398515" y="96634"/>
                </a:lnTo>
                <a:lnTo>
                  <a:pt x="1378178" y="96634"/>
                </a:lnTo>
                <a:lnTo>
                  <a:pt x="1415161" y="1684"/>
                </a:lnTo>
                <a:lnTo>
                  <a:pt x="1435433" y="1684"/>
                </a:lnTo>
                <a:lnTo>
                  <a:pt x="1473452" y="96634"/>
                </a:lnTo>
                <a:moveTo>
                  <a:pt x="1438153" y="58939"/>
                </a:moveTo>
                <a:lnTo>
                  <a:pt x="1425070" y="23835"/>
                </a:lnTo>
                <a:lnTo>
                  <a:pt x="1412246" y="58939"/>
                </a:lnTo>
                <a:lnTo>
                  <a:pt x="1438153" y="58939"/>
                </a:lnTo>
                <a:close/>
                <a:moveTo>
                  <a:pt x="1483599" y="96634"/>
                </a:moveTo>
                <a:lnTo>
                  <a:pt x="1483599" y="1684"/>
                </a:lnTo>
                <a:lnTo>
                  <a:pt x="1514364" y="1684"/>
                </a:lnTo>
                <a:cubicBezTo>
                  <a:pt x="1526022" y="1684"/>
                  <a:pt x="1533622" y="2158"/>
                  <a:pt x="1537162" y="3107"/>
                </a:cubicBezTo>
                <a:cubicBezTo>
                  <a:pt x="1542603" y="4530"/>
                  <a:pt x="1547158" y="7625"/>
                  <a:pt x="1550828" y="12391"/>
                </a:cubicBezTo>
                <a:cubicBezTo>
                  <a:pt x="1554499" y="17157"/>
                  <a:pt x="1556334" y="23314"/>
                  <a:pt x="1556334" y="30862"/>
                </a:cubicBezTo>
                <a:cubicBezTo>
                  <a:pt x="1556334" y="36684"/>
                  <a:pt x="1555276" y="41580"/>
                  <a:pt x="1553160" y="45548"/>
                </a:cubicBezTo>
                <a:cubicBezTo>
                  <a:pt x="1551044" y="49516"/>
                  <a:pt x="1548356" y="52633"/>
                  <a:pt x="1545096" y="54897"/>
                </a:cubicBezTo>
                <a:cubicBezTo>
                  <a:pt x="1541836" y="57161"/>
                  <a:pt x="1538522" y="58660"/>
                  <a:pt x="1535155" y="59394"/>
                </a:cubicBezTo>
                <a:cubicBezTo>
                  <a:pt x="1530578" y="60300"/>
                  <a:pt x="1523950" y="60752"/>
                  <a:pt x="1515271" y="60752"/>
                </a:cubicBezTo>
                <a:lnTo>
                  <a:pt x="1502771" y="60752"/>
                </a:lnTo>
                <a:lnTo>
                  <a:pt x="1502771" y="96634"/>
                </a:lnTo>
                <a:lnTo>
                  <a:pt x="1483599" y="96634"/>
                </a:lnTo>
                <a:moveTo>
                  <a:pt x="1502771" y="17746"/>
                </a:moveTo>
                <a:lnTo>
                  <a:pt x="1502771" y="44690"/>
                </a:lnTo>
                <a:lnTo>
                  <a:pt x="1513263" y="44690"/>
                </a:lnTo>
                <a:cubicBezTo>
                  <a:pt x="1520819" y="44690"/>
                  <a:pt x="1525871" y="44193"/>
                  <a:pt x="1528419" y="43200"/>
                </a:cubicBezTo>
                <a:cubicBezTo>
                  <a:pt x="1530966" y="42207"/>
                  <a:pt x="1532963" y="40653"/>
                  <a:pt x="1534410" y="38537"/>
                </a:cubicBezTo>
                <a:cubicBezTo>
                  <a:pt x="1535856" y="36421"/>
                  <a:pt x="1536579" y="33960"/>
                  <a:pt x="1536579" y="31153"/>
                </a:cubicBezTo>
                <a:cubicBezTo>
                  <a:pt x="1536579" y="27699"/>
                  <a:pt x="1535565" y="24849"/>
                  <a:pt x="1533535" y="22604"/>
                </a:cubicBezTo>
                <a:cubicBezTo>
                  <a:pt x="1531506" y="20359"/>
                  <a:pt x="1528937" y="18955"/>
                  <a:pt x="1525828" y="18394"/>
                </a:cubicBezTo>
                <a:cubicBezTo>
                  <a:pt x="1523539" y="17962"/>
                  <a:pt x="1518941" y="17746"/>
                  <a:pt x="1512032" y="17746"/>
                </a:cubicBezTo>
                <a:lnTo>
                  <a:pt x="1502771" y="17746"/>
                </a:lnTo>
                <a:close/>
                <a:moveTo>
                  <a:pt x="1565533" y="77074"/>
                </a:moveTo>
                <a:lnTo>
                  <a:pt x="1583797" y="74224"/>
                </a:lnTo>
                <a:cubicBezTo>
                  <a:pt x="1584575" y="77743"/>
                  <a:pt x="1586151" y="80415"/>
                  <a:pt x="1588525" y="82239"/>
                </a:cubicBezTo>
                <a:cubicBezTo>
                  <a:pt x="1590900" y="84063"/>
                  <a:pt x="1594225" y="84976"/>
                  <a:pt x="1598500" y="84976"/>
                </a:cubicBezTo>
                <a:cubicBezTo>
                  <a:pt x="1603206" y="84976"/>
                  <a:pt x="1606747" y="84113"/>
                  <a:pt x="1609122" y="82389"/>
                </a:cubicBezTo>
                <a:cubicBezTo>
                  <a:pt x="1610719" y="81181"/>
                  <a:pt x="1611518" y="79564"/>
                  <a:pt x="1611518" y="77537"/>
                </a:cubicBezTo>
                <a:cubicBezTo>
                  <a:pt x="1611518" y="76157"/>
                  <a:pt x="1611086" y="75014"/>
                  <a:pt x="1610223" y="74109"/>
                </a:cubicBezTo>
                <a:cubicBezTo>
                  <a:pt x="1609316" y="73247"/>
                  <a:pt x="1607286" y="72449"/>
                  <a:pt x="1604134" y="71716"/>
                </a:cubicBezTo>
                <a:cubicBezTo>
                  <a:pt x="1589454" y="68483"/>
                  <a:pt x="1580149" y="65530"/>
                  <a:pt x="1576219" y="62855"/>
                </a:cubicBezTo>
                <a:cubicBezTo>
                  <a:pt x="1570779" y="59145"/>
                  <a:pt x="1568059" y="53990"/>
                  <a:pt x="1568059" y="47390"/>
                </a:cubicBezTo>
                <a:cubicBezTo>
                  <a:pt x="1568059" y="41437"/>
                  <a:pt x="1570412" y="36433"/>
                  <a:pt x="1575118" y="32378"/>
                </a:cubicBezTo>
                <a:cubicBezTo>
                  <a:pt x="1579825" y="28323"/>
                  <a:pt x="1587122" y="26296"/>
                  <a:pt x="1597010" y="26296"/>
                </a:cubicBezTo>
                <a:cubicBezTo>
                  <a:pt x="1606423" y="26296"/>
                  <a:pt x="1613418" y="27823"/>
                  <a:pt x="1617995" y="30878"/>
                </a:cubicBezTo>
                <a:cubicBezTo>
                  <a:pt x="1622572" y="33933"/>
                  <a:pt x="1625724" y="38451"/>
                  <a:pt x="1627451" y="44431"/>
                </a:cubicBezTo>
                <a:lnTo>
                  <a:pt x="1610287" y="47669"/>
                </a:lnTo>
                <a:cubicBezTo>
                  <a:pt x="1609553" y="44992"/>
                  <a:pt x="1608161" y="42941"/>
                  <a:pt x="1606110" y="41516"/>
                </a:cubicBezTo>
                <a:cubicBezTo>
                  <a:pt x="1604059" y="40091"/>
                  <a:pt x="1601134" y="39379"/>
                  <a:pt x="1597334" y="39379"/>
                </a:cubicBezTo>
                <a:cubicBezTo>
                  <a:pt x="1592541" y="39379"/>
                  <a:pt x="1589108" y="40048"/>
                  <a:pt x="1587036" y="41385"/>
                </a:cubicBezTo>
                <a:cubicBezTo>
                  <a:pt x="1585654" y="42332"/>
                  <a:pt x="1584963" y="43561"/>
                  <a:pt x="1584963" y="45070"/>
                </a:cubicBezTo>
                <a:cubicBezTo>
                  <a:pt x="1584963" y="46363"/>
                  <a:pt x="1585568" y="47462"/>
                  <a:pt x="1586777" y="48368"/>
                </a:cubicBezTo>
                <a:cubicBezTo>
                  <a:pt x="1588417" y="49575"/>
                  <a:pt x="1594085" y="51279"/>
                  <a:pt x="1603778" y="53478"/>
                </a:cubicBezTo>
                <a:cubicBezTo>
                  <a:pt x="1613472" y="55678"/>
                  <a:pt x="1620240" y="58376"/>
                  <a:pt x="1624083" y="61572"/>
                </a:cubicBezTo>
                <a:cubicBezTo>
                  <a:pt x="1627883" y="64813"/>
                  <a:pt x="1629783" y="69328"/>
                  <a:pt x="1629783" y="75117"/>
                </a:cubicBezTo>
                <a:cubicBezTo>
                  <a:pt x="1629783" y="81425"/>
                  <a:pt x="1627149" y="86847"/>
                  <a:pt x="1621881" y="91384"/>
                </a:cubicBezTo>
                <a:cubicBezTo>
                  <a:pt x="1616613" y="95920"/>
                  <a:pt x="1608819" y="98188"/>
                  <a:pt x="1598500" y="98188"/>
                </a:cubicBezTo>
                <a:cubicBezTo>
                  <a:pt x="1589130" y="98188"/>
                  <a:pt x="1581714" y="96294"/>
                  <a:pt x="1576252" y="92507"/>
                </a:cubicBezTo>
                <a:cubicBezTo>
                  <a:pt x="1570790" y="88718"/>
                  <a:pt x="1567217" y="83574"/>
                  <a:pt x="1565533" y="77074"/>
                </a:cubicBezTo>
                <a:close/>
                <a:moveTo>
                  <a:pt x="1640642" y="124614"/>
                </a:moveTo>
                <a:cubicBezTo>
                  <a:pt x="1644226" y="116920"/>
                  <a:pt x="1646752" y="111020"/>
                  <a:pt x="1648220" y="106914"/>
                </a:cubicBezTo>
                <a:cubicBezTo>
                  <a:pt x="1649688" y="102808"/>
                  <a:pt x="1651048" y="98075"/>
                  <a:pt x="1652301" y="92715"/>
                </a:cubicBezTo>
                <a:cubicBezTo>
                  <a:pt x="1653553" y="87354"/>
                  <a:pt x="1654481" y="82265"/>
                  <a:pt x="1655086" y="77446"/>
                </a:cubicBezTo>
                <a:cubicBezTo>
                  <a:pt x="1655690" y="72627"/>
                  <a:pt x="1655992" y="67688"/>
                  <a:pt x="1655992" y="62631"/>
                </a:cubicBezTo>
                <a:cubicBezTo>
                  <a:pt x="1655992" y="52343"/>
                  <a:pt x="1654891" y="42607"/>
                  <a:pt x="1652689" y="33422"/>
                </a:cubicBezTo>
                <a:cubicBezTo>
                  <a:pt x="1650487" y="24237"/>
                  <a:pt x="1646428" y="13097"/>
                  <a:pt x="1640513" y="0"/>
                </a:cubicBezTo>
                <a:lnTo>
                  <a:pt x="1652883" y="0"/>
                </a:lnTo>
                <a:cubicBezTo>
                  <a:pt x="1659403" y="9293"/>
                  <a:pt x="1664466" y="19148"/>
                  <a:pt x="1668072" y="29565"/>
                </a:cubicBezTo>
                <a:cubicBezTo>
                  <a:pt x="1671677" y="39981"/>
                  <a:pt x="1673480" y="50549"/>
                  <a:pt x="1673480" y="61268"/>
                </a:cubicBezTo>
                <a:cubicBezTo>
                  <a:pt x="1673480" y="70302"/>
                  <a:pt x="1672055" y="79984"/>
                  <a:pt x="1669205" y="90315"/>
                </a:cubicBezTo>
                <a:cubicBezTo>
                  <a:pt x="1665967" y="101899"/>
                  <a:pt x="1660634" y="113332"/>
                  <a:pt x="1653207" y="124614"/>
                </a:cubicBezTo>
                <a:lnTo>
                  <a:pt x="1640642" y="1246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53C3F-8DF5-4504-894E-4AA9ACB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5529" y="546220"/>
            <a:ext cx="549529" cy="151594"/>
          </a:xfrm>
          <a:custGeom xmlns:a="http://schemas.openxmlformats.org/drawingml/2006/main">
            <a:pathLst>
              <a:path w="549529" h="151594">
                <a:moveTo>
                  <a:pt x="0" y="0"/>
                </a:moveTo>
                <a:lnTo>
                  <a:pt x="549529" y="0"/>
                </a:lnTo>
                <a:lnTo>
                  <a:pt x="54952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Scopes">
            <a:extLst xmlns:a="http://schemas.openxmlformats.org/drawingml/2006/main">
              <a:ext uri="{FF2B5EF4-FFF2-40B4-BE49-F238E27FC236}">
                <a16:creationId xmlns:a16="http://schemas.microsoft.com/office/drawing/2014/main" id="{6B5539B2-F50B-4857-9056-D9B6445B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196" y="572756"/>
            <a:ext cx="460633" cy="122800"/>
          </a:xfrm>
          <a:custGeom xmlns:a="http://schemas.openxmlformats.org/drawingml/2006/main">
            <a:pathLst>
              <a:path w="460633" h="122800">
                <a:moveTo>
                  <a:pt x="0" y="65804"/>
                </a:moveTo>
                <a:lnTo>
                  <a:pt x="18653" y="63991"/>
                </a:lnTo>
                <a:cubicBezTo>
                  <a:pt x="19776" y="70275"/>
                  <a:pt x="22054" y="74890"/>
                  <a:pt x="25486" y="77837"/>
                </a:cubicBezTo>
                <a:cubicBezTo>
                  <a:pt x="28919" y="80783"/>
                  <a:pt x="33550" y="82255"/>
                  <a:pt x="39379" y="82255"/>
                </a:cubicBezTo>
                <a:cubicBezTo>
                  <a:pt x="45553" y="82255"/>
                  <a:pt x="50206" y="80945"/>
                  <a:pt x="53336" y="78325"/>
                </a:cubicBezTo>
                <a:cubicBezTo>
                  <a:pt x="56467" y="75704"/>
                  <a:pt x="58032" y="72639"/>
                  <a:pt x="58032" y="69130"/>
                </a:cubicBezTo>
                <a:cubicBezTo>
                  <a:pt x="58032" y="66878"/>
                  <a:pt x="57374" y="64962"/>
                  <a:pt x="56057" y="63382"/>
                </a:cubicBezTo>
                <a:cubicBezTo>
                  <a:pt x="54740" y="61800"/>
                  <a:pt x="52440" y="60424"/>
                  <a:pt x="49159" y="59255"/>
                </a:cubicBezTo>
                <a:cubicBezTo>
                  <a:pt x="46914" y="58476"/>
                  <a:pt x="41797" y="57092"/>
                  <a:pt x="33809" y="55101"/>
                </a:cubicBezTo>
                <a:cubicBezTo>
                  <a:pt x="23532" y="52548"/>
                  <a:pt x="16322" y="49411"/>
                  <a:pt x="12176" y="45690"/>
                </a:cubicBezTo>
                <a:cubicBezTo>
                  <a:pt x="6347" y="40454"/>
                  <a:pt x="3433" y="34073"/>
                  <a:pt x="3433" y="26545"/>
                </a:cubicBezTo>
                <a:cubicBezTo>
                  <a:pt x="3433" y="21699"/>
                  <a:pt x="4804" y="17168"/>
                  <a:pt x="7545" y="12950"/>
                </a:cubicBezTo>
                <a:cubicBezTo>
                  <a:pt x="10287" y="8730"/>
                  <a:pt x="14238" y="5517"/>
                  <a:pt x="19398" y="3311"/>
                </a:cubicBezTo>
                <a:cubicBezTo>
                  <a:pt x="24558" y="1104"/>
                  <a:pt x="30786" y="0"/>
                  <a:pt x="38084" y="0"/>
                </a:cubicBezTo>
                <a:cubicBezTo>
                  <a:pt x="50001" y="0"/>
                  <a:pt x="58971" y="2624"/>
                  <a:pt x="64995" y="7873"/>
                </a:cubicBezTo>
                <a:cubicBezTo>
                  <a:pt x="71018" y="13121"/>
                  <a:pt x="74181" y="20125"/>
                  <a:pt x="74483" y="28887"/>
                </a:cubicBezTo>
                <a:lnTo>
                  <a:pt x="55312" y="29664"/>
                </a:lnTo>
                <a:cubicBezTo>
                  <a:pt x="54491" y="24785"/>
                  <a:pt x="52732" y="21276"/>
                  <a:pt x="50033" y="19139"/>
                </a:cubicBezTo>
                <a:cubicBezTo>
                  <a:pt x="47335" y="17002"/>
                  <a:pt x="43287" y="15933"/>
                  <a:pt x="37889" y="15933"/>
                </a:cubicBezTo>
                <a:cubicBezTo>
                  <a:pt x="32319" y="15933"/>
                  <a:pt x="27958" y="17078"/>
                  <a:pt x="24806" y="19368"/>
                </a:cubicBezTo>
                <a:cubicBezTo>
                  <a:pt x="22777" y="20836"/>
                  <a:pt x="21762" y="22801"/>
                  <a:pt x="21762" y="25264"/>
                </a:cubicBezTo>
                <a:cubicBezTo>
                  <a:pt x="21762" y="27510"/>
                  <a:pt x="22712" y="29432"/>
                  <a:pt x="24612" y="31030"/>
                </a:cubicBezTo>
                <a:cubicBezTo>
                  <a:pt x="27030" y="33061"/>
                  <a:pt x="32902" y="35179"/>
                  <a:pt x="42229" y="37385"/>
                </a:cubicBezTo>
                <a:cubicBezTo>
                  <a:pt x="51555" y="39591"/>
                  <a:pt x="58453" y="41874"/>
                  <a:pt x="62922" y="44232"/>
                </a:cubicBezTo>
                <a:cubicBezTo>
                  <a:pt x="67391" y="46590"/>
                  <a:pt x="70889" y="49813"/>
                  <a:pt x="73415" y="53901"/>
                </a:cubicBezTo>
                <a:cubicBezTo>
                  <a:pt x="75940" y="57988"/>
                  <a:pt x="77203" y="63039"/>
                  <a:pt x="77203" y="69053"/>
                </a:cubicBezTo>
                <a:cubicBezTo>
                  <a:pt x="77203" y="74503"/>
                  <a:pt x="75692" y="79607"/>
                  <a:pt x="72670" y="84366"/>
                </a:cubicBezTo>
                <a:cubicBezTo>
                  <a:pt x="69647" y="89125"/>
                  <a:pt x="65373" y="92662"/>
                  <a:pt x="59846" y="94976"/>
                </a:cubicBezTo>
                <a:cubicBezTo>
                  <a:pt x="54319" y="97290"/>
                  <a:pt x="47432" y="98447"/>
                  <a:pt x="39185" y="98447"/>
                </a:cubicBezTo>
                <a:cubicBezTo>
                  <a:pt x="27181" y="98447"/>
                  <a:pt x="17962" y="95668"/>
                  <a:pt x="11529" y="90108"/>
                </a:cubicBezTo>
                <a:cubicBezTo>
                  <a:pt x="5095" y="84549"/>
                  <a:pt x="1252" y="76448"/>
                  <a:pt x="0" y="65804"/>
                </a:cubicBezTo>
                <a:close/>
                <a:moveTo>
                  <a:pt x="153178" y="48187"/>
                </a:moveTo>
                <a:lnTo>
                  <a:pt x="135237" y="51426"/>
                </a:lnTo>
                <a:cubicBezTo>
                  <a:pt x="134632" y="47864"/>
                  <a:pt x="133262" y="45181"/>
                  <a:pt x="131124" y="43378"/>
                </a:cubicBezTo>
                <a:cubicBezTo>
                  <a:pt x="128987" y="41576"/>
                  <a:pt x="126213" y="40674"/>
                  <a:pt x="122802" y="40674"/>
                </a:cubicBezTo>
                <a:cubicBezTo>
                  <a:pt x="118268" y="40674"/>
                  <a:pt x="114652" y="42235"/>
                  <a:pt x="111953" y="45356"/>
                </a:cubicBezTo>
                <a:cubicBezTo>
                  <a:pt x="109254" y="48477"/>
                  <a:pt x="107905" y="53696"/>
                  <a:pt x="107905" y="61013"/>
                </a:cubicBezTo>
                <a:cubicBezTo>
                  <a:pt x="107905" y="69150"/>
                  <a:pt x="109276" y="74897"/>
                  <a:pt x="112018" y="78256"/>
                </a:cubicBezTo>
                <a:cubicBezTo>
                  <a:pt x="114760" y="81613"/>
                  <a:pt x="118440" y="83292"/>
                  <a:pt x="123061" y="83292"/>
                </a:cubicBezTo>
                <a:cubicBezTo>
                  <a:pt x="126515" y="83292"/>
                  <a:pt x="129343" y="82309"/>
                  <a:pt x="131545" y="80345"/>
                </a:cubicBezTo>
                <a:cubicBezTo>
                  <a:pt x="133747" y="78380"/>
                  <a:pt x="135302" y="75001"/>
                  <a:pt x="136209" y="70209"/>
                </a:cubicBezTo>
                <a:lnTo>
                  <a:pt x="154084" y="73317"/>
                </a:lnTo>
                <a:cubicBezTo>
                  <a:pt x="152228" y="81521"/>
                  <a:pt x="148666" y="87717"/>
                  <a:pt x="143398" y="91906"/>
                </a:cubicBezTo>
                <a:cubicBezTo>
                  <a:pt x="138130" y="96094"/>
                  <a:pt x="131070" y="98188"/>
                  <a:pt x="122219" y="98188"/>
                </a:cubicBezTo>
                <a:cubicBezTo>
                  <a:pt x="112158" y="98188"/>
                  <a:pt x="104138" y="95015"/>
                  <a:pt x="98157" y="88667"/>
                </a:cubicBezTo>
                <a:cubicBezTo>
                  <a:pt x="92177" y="82320"/>
                  <a:pt x="89187" y="73533"/>
                  <a:pt x="89187" y="62307"/>
                </a:cubicBezTo>
                <a:cubicBezTo>
                  <a:pt x="89187" y="50951"/>
                  <a:pt x="92188" y="42110"/>
                  <a:pt x="98190" y="35784"/>
                </a:cubicBezTo>
                <a:cubicBezTo>
                  <a:pt x="104192" y="29459"/>
                  <a:pt x="112309" y="26296"/>
                  <a:pt x="122542" y="26296"/>
                </a:cubicBezTo>
                <a:cubicBezTo>
                  <a:pt x="130919" y="26296"/>
                  <a:pt x="137579" y="28099"/>
                  <a:pt x="142523" y="31704"/>
                </a:cubicBezTo>
                <a:cubicBezTo>
                  <a:pt x="147467" y="35309"/>
                  <a:pt x="151019" y="40804"/>
                  <a:pt x="153178" y="48187"/>
                </a:cubicBezTo>
                <a:close/>
                <a:moveTo>
                  <a:pt x="162744" y="61271"/>
                </a:moveTo>
                <a:cubicBezTo>
                  <a:pt x="162744" y="55226"/>
                  <a:pt x="164234" y="49375"/>
                  <a:pt x="167213" y="43718"/>
                </a:cubicBezTo>
                <a:cubicBezTo>
                  <a:pt x="170192" y="38062"/>
                  <a:pt x="174413" y="33744"/>
                  <a:pt x="179875" y="30765"/>
                </a:cubicBezTo>
                <a:cubicBezTo>
                  <a:pt x="185337" y="27785"/>
                  <a:pt x="191436" y="26296"/>
                  <a:pt x="198172" y="26296"/>
                </a:cubicBezTo>
                <a:cubicBezTo>
                  <a:pt x="208578" y="26296"/>
                  <a:pt x="217106" y="29675"/>
                  <a:pt x="223755" y="36432"/>
                </a:cubicBezTo>
                <a:cubicBezTo>
                  <a:pt x="230405" y="43189"/>
                  <a:pt x="233730" y="51728"/>
                  <a:pt x="233730" y="62048"/>
                </a:cubicBezTo>
                <a:cubicBezTo>
                  <a:pt x="233730" y="72454"/>
                  <a:pt x="230372" y="81079"/>
                  <a:pt x="223658" y="87923"/>
                </a:cubicBezTo>
                <a:cubicBezTo>
                  <a:pt x="216944" y="94766"/>
                  <a:pt x="208492" y="98188"/>
                  <a:pt x="198301" y="98188"/>
                </a:cubicBezTo>
                <a:cubicBezTo>
                  <a:pt x="191997" y="98188"/>
                  <a:pt x="185985" y="96763"/>
                  <a:pt x="180264" y="93914"/>
                </a:cubicBezTo>
                <a:cubicBezTo>
                  <a:pt x="174542" y="91064"/>
                  <a:pt x="170192" y="86886"/>
                  <a:pt x="167213" y="81381"/>
                </a:cubicBezTo>
                <a:cubicBezTo>
                  <a:pt x="164234" y="75876"/>
                  <a:pt x="162744" y="69172"/>
                  <a:pt x="162744" y="61271"/>
                </a:cubicBezTo>
                <a:moveTo>
                  <a:pt x="181397" y="62242"/>
                </a:moveTo>
                <a:cubicBezTo>
                  <a:pt x="181397" y="69043"/>
                  <a:pt x="183016" y="74251"/>
                  <a:pt x="186255" y="77867"/>
                </a:cubicBezTo>
                <a:cubicBezTo>
                  <a:pt x="189493" y="81484"/>
                  <a:pt x="193487" y="83292"/>
                  <a:pt x="198237" y="83292"/>
                </a:cubicBezTo>
                <a:cubicBezTo>
                  <a:pt x="202986" y="83292"/>
                  <a:pt x="206970" y="81484"/>
                  <a:pt x="210186" y="77867"/>
                </a:cubicBezTo>
                <a:cubicBezTo>
                  <a:pt x="213403" y="74251"/>
                  <a:pt x="215012" y="69000"/>
                  <a:pt x="215012" y="62113"/>
                </a:cubicBezTo>
                <a:cubicBezTo>
                  <a:pt x="215012" y="55398"/>
                  <a:pt x="213403" y="50233"/>
                  <a:pt x="210186" y="46617"/>
                </a:cubicBezTo>
                <a:cubicBezTo>
                  <a:pt x="206970" y="43001"/>
                  <a:pt x="202986" y="41192"/>
                  <a:pt x="198237" y="41192"/>
                </a:cubicBezTo>
                <a:cubicBezTo>
                  <a:pt x="193487" y="41192"/>
                  <a:pt x="189493" y="43001"/>
                  <a:pt x="186255" y="46617"/>
                </a:cubicBezTo>
                <a:cubicBezTo>
                  <a:pt x="183016" y="50233"/>
                  <a:pt x="181397" y="55441"/>
                  <a:pt x="181397" y="62242"/>
                </a:cubicBezTo>
                <a:close/>
                <a:moveTo>
                  <a:pt x="247481" y="27850"/>
                </a:moveTo>
                <a:lnTo>
                  <a:pt x="264450" y="27850"/>
                </a:lnTo>
                <a:lnTo>
                  <a:pt x="264450" y="37954"/>
                </a:lnTo>
                <a:cubicBezTo>
                  <a:pt x="266652" y="34500"/>
                  <a:pt x="269632" y="31693"/>
                  <a:pt x="273388" y="29534"/>
                </a:cubicBezTo>
                <a:cubicBezTo>
                  <a:pt x="277145" y="27375"/>
                  <a:pt x="281311" y="26296"/>
                  <a:pt x="285888" y="26296"/>
                </a:cubicBezTo>
                <a:cubicBezTo>
                  <a:pt x="293876" y="26296"/>
                  <a:pt x="300655" y="29426"/>
                  <a:pt x="306225" y="35687"/>
                </a:cubicBezTo>
                <a:cubicBezTo>
                  <a:pt x="311796" y="41948"/>
                  <a:pt x="314581" y="50670"/>
                  <a:pt x="314581" y="61853"/>
                </a:cubicBezTo>
                <a:cubicBezTo>
                  <a:pt x="314581" y="73339"/>
                  <a:pt x="311774" y="82266"/>
                  <a:pt x="306161" y="88635"/>
                </a:cubicBezTo>
                <a:cubicBezTo>
                  <a:pt x="300547" y="95004"/>
                  <a:pt x="293747" y="98188"/>
                  <a:pt x="285759" y="98188"/>
                </a:cubicBezTo>
                <a:cubicBezTo>
                  <a:pt x="281959" y="98188"/>
                  <a:pt x="278516" y="97433"/>
                  <a:pt x="275428" y="95921"/>
                </a:cubicBezTo>
                <a:cubicBezTo>
                  <a:pt x="272341" y="94410"/>
                  <a:pt x="269092" y="91819"/>
                  <a:pt x="265681" y="88149"/>
                </a:cubicBezTo>
                <a:lnTo>
                  <a:pt x="265681" y="122800"/>
                </a:lnTo>
                <a:lnTo>
                  <a:pt x="247481" y="122800"/>
                </a:lnTo>
                <a:lnTo>
                  <a:pt x="247481" y="27850"/>
                </a:lnTo>
                <a:moveTo>
                  <a:pt x="265486" y="61046"/>
                </a:moveTo>
                <a:cubicBezTo>
                  <a:pt x="265486" y="68763"/>
                  <a:pt x="267019" y="74464"/>
                  <a:pt x="270085" y="78151"/>
                </a:cubicBezTo>
                <a:cubicBezTo>
                  <a:pt x="273151" y="81837"/>
                  <a:pt x="276886" y="83680"/>
                  <a:pt x="281290" y="83680"/>
                </a:cubicBezTo>
                <a:cubicBezTo>
                  <a:pt x="285521" y="83680"/>
                  <a:pt x="289040" y="81988"/>
                  <a:pt x="291847" y="78604"/>
                </a:cubicBezTo>
                <a:cubicBezTo>
                  <a:pt x="294654" y="75220"/>
                  <a:pt x="296057" y="69669"/>
                  <a:pt x="296057" y="61951"/>
                </a:cubicBezTo>
                <a:cubicBezTo>
                  <a:pt x="296057" y="54751"/>
                  <a:pt x="294610" y="49404"/>
                  <a:pt x="291717" y="45912"/>
                </a:cubicBezTo>
                <a:cubicBezTo>
                  <a:pt x="288824" y="42420"/>
                  <a:pt x="285241" y="40674"/>
                  <a:pt x="280966" y="40674"/>
                </a:cubicBezTo>
                <a:cubicBezTo>
                  <a:pt x="276519" y="40674"/>
                  <a:pt x="272827" y="42388"/>
                  <a:pt x="269891" y="45815"/>
                </a:cubicBezTo>
                <a:cubicBezTo>
                  <a:pt x="266954" y="49243"/>
                  <a:pt x="265486" y="54319"/>
                  <a:pt x="265486" y="61046"/>
                </a:cubicBezTo>
                <a:close/>
                <a:moveTo>
                  <a:pt x="368877" y="74742"/>
                </a:moveTo>
                <a:lnTo>
                  <a:pt x="387012" y="77851"/>
                </a:lnTo>
                <a:cubicBezTo>
                  <a:pt x="384681" y="84479"/>
                  <a:pt x="381000" y="89526"/>
                  <a:pt x="375969" y="92991"/>
                </a:cubicBezTo>
                <a:cubicBezTo>
                  <a:pt x="370939" y="96456"/>
                  <a:pt x="364646" y="98188"/>
                  <a:pt x="357089" y="98188"/>
                </a:cubicBezTo>
                <a:cubicBezTo>
                  <a:pt x="345129" y="98188"/>
                  <a:pt x="336277" y="94281"/>
                  <a:pt x="330535" y="86465"/>
                </a:cubicBezTo>
                <a:cubicBezTo>
                  <a:pt x="326001" y="80204"/>
                  <a:pt x="323734" y="72303"/>
                  <a:pt x="323734" y="62760"/>
                </a:cubicBezTo>
                <a:cubicBezTo>
                  <a:pt x="323734" y="51361"/>
                  <a:pt x="326713" y="42434"/>
                  <a:pt x="332672" y="35979"/>
                </a:cubicBezTo>
                <a:cubicBezTo>
                  <a:pt x="338631" y="29523"/>
                  <a:pt x="346165" y="26296"/>
                  <a:pt x="355276" y="26296"/>
                </a:cubicBezTo>
                <a:cubicBezTo>
                  <a:pt x="365509" y="26296"/>
                  <a:pt x="373584" y="29675"/>
                  <a:pt x="379499" y="36432"/>
                </a:cubicBezTo>
                <a:cubicBezTo>
                  <a:pt x="385415" y="43189"/>
                  <a:pt x="388243" y="53542"/>
                  <a:pt x="387984" y="67488"/>
                </a:cubicBezTo>
                <a:lnTo>
                  <a:pt x="342387" y="67488"/>
                </a:lnTo>
                <a:cubicBezTo>
                  <a:pt x="342517" y="72886"/>
                  <a:pt x="343985" y="77085"/>
                  <a:pt x="346791" y="80086"/>
                </a:cubicBezTo>
                <a:cubicBezTo>
                  <a:pt x="349598" y="83087"/>
                  <a:pt x="353095" y="84587"/>
                  <a:pt x="357284" y="84587"/>
                </a:cubicBezTo>
                <a:cubicBezTo>
                  <a:pt x="360134" y="84587"/>
                  <a:pt x="362530" y="83810"/>
                  <a:pt x="364473" y="82255"/>
                </a:cubicBezTo>
                <a:cubicBezTo>
                  <a:pt x="366416" y="80701"/>
                  <a:pt x="367884" y="78197"/>
                  <a:pt x="368877" y="74742"/>
                </a:cubicBezTo>
                <a:moveTo>
                  <a:pt x="369913" y="56348"/>
                </a:moveTo>
                <a:cubicBezTo>
                  <a:pt x="369784" y="51102"/>
                  <a:pt x="368424" y="47113"/>
                  <a:pt x="365833" y="44382"/>
                </a:cubicBezTo>
                <a:cubicBezTo>
                  <a:pt x="363242" y="41651"/>
                  <a:pt x="360090" y="40286"/>
                  <a:pt x="356377" y="40286"/>
                </a:cubicBezTo>
                <a:cubicBezTo>
                  <a:pt x="352405" y="40286"/>
                  <a:pt x="349123" y="41726"/>
                  <a:pt x="346532" y="44607"/>
                </a:cubicBezTo>
                <a:cubicBezTo>
                  <a:pt x="343942" y="47489"/>
                  <a:pt x="342668" y="51403"/>
                  <a:pt x="342711" y="56348"/>
                </a:cubicBezTo>
                <a:lnTo>
                  <a:pt x="369913" y="56348"/>
                </a:lnTo>
                <a:close/>
                <a:moveTo>
                  <a:pt x="396383" y="77074"/>
                </a:moveTo>
                <a:lnTo>
                  <a:pt x="414648" y="74224"/>
                </a:lnTo>
                <a:cubicBezTo>
                  <a:pt x="415425" y="77743"/>
                  <a:pt x="417001" y="80415"/>
                  <a:pt x="419376" y="82239"/>
                </a:cubicBezTo>
                <a:cubicBezTo>
                  <a:pt x="421751" y="84063"/>
                  <a:pt x="425076" y="84976"/>
                  <a:pt x="429350" y="84976"/>
                </a:cubicBezTo>
                <a:cubicBezTo>
                  <a:pt x="434057" y="84976"/>
                  <a:pt x="437598" y="84113"/>
                  <a:pt x="439972" y="82389"/>
                </a:cubicBezTo>
                <a:cubicBezTo>
                  <a:pt x="441570" y="81181"/>
                  <a:pt x="442369" y="79564"/>
                  <a:pt x="442369" y="77537"/>
                </a:cubicBezTo>
                <a:cubicBezTo>
                  <a:pt x="442369" y="76157"/>
                  <a:pt x="441937" y="75014"/>
                  <a:pt x="441073" y="74109"/>
                </a:cubicBezTo>
                <a:cubicBezTo>
                  <a:pt x="440167" y="73247"/>
                  <a:pt x="438137" y="72449"/>
                  <a:pt x="434985" y="71716"/>
                </a:cubicBezTo>
                <a:cubicBezTo>
                  <a:pt x="420304" y="68483"/>
                  <a:pt x="410999" y="65530"/>
                  <a:pt x="407070" y="62855"/>
                </a:cubicBezTo>
                <a:cubicBezTo>
                  <a:pt x="401630" y="59145"/>
                  <a:pt x="398909" y="53990"/>
                  <a:pt x="398909" y="47390"/>
                </a:cubicBezTo>
                <a:cubicBezTo>
                  <a:pt x="398909" y="41437"/>
                  <a:pt x="401263" y="36433"/>
                  <a:pt x="405969" y="32378"/>
                </a:cubicBezTo>
                <a:cubicBezTo>
                  <a:pt x="410676" y="28323"/>
                  <a:pt x="417973" y="26296"/>
                  <a:pt x="427861" y="26296"/>
                </a:cubicBezTo>
                <a:cubicBezTo>
                  <a:pt x="437274" y="26296"/>
                  <a:pt x="444269" y="27823"/>
                  <a:pt x="448846" y="30878"/>
                </a:cubicBezTo>
                <a:cubicBezTo>
                  <a:pt x="453423" y="33933"/>
                  <a:pt x="456575" y="38451"/>
                  <a:pt x="458302" y="44431"/>
                </a:cubicBezTo>
                <a:lnTo>
                  <a:pt x="441138" y="47669"/>
                </a:lnTo>
                <a:cubicBezTo>
                  <a:pt x="440404" y="44992"/>
                  <a:pt x="439012" y="42941"/>
                  <a:pt x="436961" y="41516"/>
                </a:cubicBezTo>
                <a:cubicBezTo>
                  <a:pt x="434910" y="40091"/>
                  <a:pt x="431984" y="39379"/>
                  <a:pt x="428185" y="39379"/>
                </a:cubicBezTo>
                <a:cubicBezTo>
                  <a:pt x="423392" y="39379"/>
                  <a:pt x="419959" y="40048"/>
                  <a:pt x="417886" y="41385"/>
                </a:cubicBezTo>
                <a:cubicBezTo>
                  <a:pt x="416505" y="42332"/>
                  <a:pt x="415814" y="43561"/>
                  <a:pt x="415814" y="45070"/>
                </a:cubicBezTo>
                <a:cubicBezTo>
                  <a:pt x="415814" y="46363"/>
                  <a:pt x="416418" y="47462"/>
                  <a:pt x="417627" y="48368"/>
                </a:cubicBezTo>
                <a:cubicBezTo>
                  <a:pt x="419268" y="49575"/>
                  <a:pt x="424935" y="51279"/>
                  <a:pt x="434629" y="53478"/>
                </a:cubicBezTo>
                <a:cubicBezTo>
                  <a:pt x="444323" y="55678"/>
                  <a:pt x="451091" y="58376"/>
                  <a:pt x="454934" y="61572"/>
                </a:cubicBezTo>
                <a:cubicBezTo>
                  <a:pt x="458733" y="64813"/>
                  <a:pt x="460633" y="69328"/>
                  <a:pt x="460633" y="75117"/>
                </a:cubicBezTo>
                <a:cubicBezTo>
                  <a:pt x="460633" y="81425"/>
                  <a:pt x="457999" y="86847"/>
                  <a:pt x="452732" y="91384"/>
                </a:cubicBezTo>
                <a:cubicBezTo>
                  <a:pt x="447464" y="95920"/>
                  <a:pt x="439670" y="98188"/>
                  <a:pt x="429350" y="98188"/>
                </a:cubicBezTo>
                <a:cubicBezTo>
                  <a:pt x="419981" y="98188"/>
                  <a:pt x="412565" y="96294"/>
                  <a:pt x="407103" y="92507"/>
                </a:cubicBezTo>
                <a:cubicBezTo>
                  <a:pt x="401641" y="88718"/>
                  <a:pt x="398067" y="83574"/>
                  <a:pt x="396383" y="7707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B0397-B9D1-407F-A512-6E61C1E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974" y="546220"/>
            <a:ext cx="672699" cy="151594"/>
          </a:xfrm>
          <a:custGeom xmlns:a="http://schemas.openxmlformats.org/drawingml/2006/main">
            <a:pathLst>
              <a:path w="672699" h="151594">
                <a:moveTo>
                  <a:pt x="0" y="0"/>
                </a:moveTo>
                <a:lnTo>
                  <a:pt x="672699" y="0"/>
                </a:lnTo>
                <a:lnTo>
                  <a:pt x="672699" y="151594"/>
                </a:lnTo>
                <a:lnTo>
                  <a:pt x="0" y="151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Relations">
            <a:extLst xmlns:a="http://schemas.openxmlformats.org/drawingml/2006/main">
              <a:ext uri="{FF2B5EF4-FFF2-40B4-BE49-F238E27FC236}">
                <a16:creationId xmlns:a16="http://schemas.microsoft.com/office/drawing/2014/main" id="{7B041203-E3DB-48D3-B0CA-AC2AAB71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564" y="574440"/>
            <a:ext cx="580928" cy="96504"/>
          </a:xfrm>
          <a:custGeom xmlns:a="http://schemas.openxmlformats.org/drawingml/2006/main">
            <a:pathLst>
              <a:path w="580928" h="96504">
                <a:moveTo>
                  <a:pt x="0" y="94950"/>
                </a:moveTo>
                <a:lnTo>
                  <a:pt x="0" y="0"/>
                </a:lnTo>
                <a:lnTo>
                  <a:pt x="40350" y="0"/>
                </a:lnTo>
                <a:cubicBezTo>
                  <a:pt x="50497" y="0"/>
                  <a:pt x="57870" y="853"/>
                  <a:pt x="62469" y="2558"/>
                </a:cubicBezTo>
                <a:cubicBezTo>
                  <a:pt x="67067" y="4264"/>
                  <a:pt x="70748" y="7297"/>
                  <a:pt x="73512" y="11658"/>
                </a:cubicBezTo>
                <a:cubicBezTo>
                  <a:pt x="76275" y="16019"/>
                  <a:pt x="77657" y="21006"/>
                  <a:pt x="77657" y="26620"/>
                </a:cubicBezTo>
                <a:cubicBezTo>
                  <a:pt x="77657" y="33744"/>
                  <a:pt x="75563" y="39627"/>
                  <a:pt x="71374" y="44269"/>
                </a:cubicBezTo>
                <a:cubicBezTo>
                  <a:pt x="67186" y="48911"/>
                  <a:pt x="60925" y="51836"/>
                  <a:pt x="52592" y="53045"/>
                </a:cubicBezTo>
                <a:cubicBezTo>
                  <a:pt x="56737" y="55463"/>
                  <a:pt x="60159" y="58118"/>
                  <a:pt x="62857" y="61011"/>
                </a:cubicBezTo>
                <a:cubicBezTo>
                  <a:pt x="65556" y="63904"/>
                  <a:pt x="69194" y="69043"/>
                  <a:pt x="73771" y="76426"/>
                </a:cubicBezTo>
                <a:lnTo>
                  <a:pt x="85364" y="94950"/>
                </a:lnTo>
                <a:lnTo>
                  <a:pt x="62436" y="94950"/>
                </a:lnTo>
                <a:lnTo>
                  <a:pt x="48576" y="74283"/>
                </a:lnTo>
                <a:cubicBezTo>
                  <a:pt x="43654" y="66902"/>
                  <a:pt x="40286" y="62251"/>
                  <a:pt x="38472" y="60331"/>
                </a:cubicBezTo>
                <a:cubicBezTo>
                  <a:pt x="36659" y="58410"/>
                  <a:pt x="34737" y="57093"/>
                  <a:pt x="32708" y="56381"/>
                </a:cubicBezTo>
                <a:cubicBezTo>
                  <a:pt x="30678" y="55668"/>
                  <a:pt x="27462" y="55312"/>
                  <a:pt x="23057" y="55312"/>
                </a:cubicBezTo>
                <a:lnTo>
                  <a:pt x="19171" y="55312"/>
                </a:lnTo>
                <a:lnTo>
                  <a:pt x="19171" y="94950"/>
                </a:lnTo>
                <a:lnTo>
                  <a:pt x="0" y="94950"/>
                </a:lnTo>
                <a:moveTo>
                  <a:pt x="19171" y="40156"/>
                </a:moveTo>
                <a:lnTo>
                  <a:pt x="33356" y="40156"/>
                </a:lnTo>
                <a:cubicBezTo>
                  <a:pt x="42553" y="40156"/>
                  <a:pt x="48295" y="39768"/>
                  <a:pt x="50584" y="38990"/>
                </a:cubicBezTo>
                <a:cubicBezTo>
                  <a:pt x="52872" y="38213"/>
                  <a:pt x="54664" y="36875"/>
                  <a:pt x="55960" y="34975"/>
                </a:cubicBezTo>
                <a:cubicBezTo>
                  <a:pt x="57255" y="33075"/>
                  <a:pt x="57903" y="30700"/>
                  <a:pt x="57903" y="27850"/>
                </a:cubicBezTo>
                <a:cubicBezTo>
                  <a:pt x="57903" y="24655"/>
                  <a:pt x="57050" y="22075"/>
                  <a:pt x="55344" y="20110"/>
                </a:cubicBezTo>
                <a:cubicBezTo>
                  <a:pt x="53639" y="18146"/>
                  <a:pt x="51231" y="16904"/>
                  <a:pt x="48123" y="16386"/>
                </a:cubicBezTo>
                <a:cubicBezTo>
                  <a:pt x="46568" y="16170"/>
                  <a:pt x="41905" y="16062"/>
                  <a:pt x="34133" y="16062"/>
                </a:cubicBezTo>
                <a:lnTo>
                  <a:pt x="19171" y="16062"/>
                </a:lnTo>
                <a:lnTo>
                  <a:pt x="19171" y="40156"/>
                </a:lnTo>
                <a:close/>
                <a:moveTo>
                  <a:pt x="135409" y="73058"/>
                </a:moveTo>
                <a:lnTo>
                  <a:pt x="153544" y="76167"/>
                </a:lnTo>
                <a:cubicBezTo>
                  <a:pt x="151212" y="82795"/>
                  <a:pt x="147531" y="87842"/>
                  <a:pt x="142501" y="91307"/>
                </a:cubicBezTo>
                <a:cubicBezTo>
                  <a:pt x="137470" y="94772"/>
                  <a:pt x="131177" y="96504"/>
                  <a:pt x="123621" y="96504"/>
                </a:cubicBezTo>
                <a:cubicBezTo>
                  <a:pt x="111660" y="96504"/>
                  <a:pt x="102809" y="92597"/>
                  <a:pt x="97066" y="84781"/>
                </a:cubicBezTo>
                <a:cubicBezTo>
                  <a:pt x="92532" y="78520"/>
                  <a:pt x="90265" y="70619"/>
                  <a:pt x="90265" y="61076"/>
                </a:cubicBezTo>
                <a:cubicBezTo>
                  <a:pt x="90265" y="49677"/>
                  <a:pt x="93245" y="40750"/>
                  <a:pt x="99203" y="34295"/>
                </a:cubicBezTo>
                <a:cubicBezTo>
                  <a:pt x="105162" y="27839"/>
                  <a:pt x="112697" y="24612"/>
                  <a:pt x="121807" y="24612"/>
                </a:cubicBezTo>
                <a:cubicBezTo>
                  <a:pt x="132041" y="24612"/>
                  <a:pt x="140115" y="27991"/>
                  <a:pt x="146031" y="34748"/>
                </a:cubicBezTo>
                <a:cubicBezTo>
                  <a:pt x="151946" y="41505"/>
                  <a:pt x="154774" y="51858"/>
                  <a:pt x="154515" y="65804"/>
                </a:cubicBezTo>
                <a:lnTo>
                  <a:pt x="108918" y="65804"/>
                </a:lnTo>
                <a:cubicBezTo>
                  <a:pt x="109048" y="71202"/>
                  <a:pt x="110516" y="75401"/>
                  <a:pt x="113323" y="78402"/>
                </a:cubicBezTo>
                <a:cubicBezTo>
                  <a:pt x="116129" y="81403"/>
                  <a:pt x="119627" y="82903"/>
                  <a:pt x="123815" y="82903"/>
                </a:cubicBezTo>
                <a:cubicBezTo>
                  <a:pt x="126665" y="82903"/>
                  <a:pt x="129061" y="82126"/>
                  <a:pt x="131004" y="80571"/>
                </a:cubicBezTo>
                <a:cubicBezTo>
                  <a:pt x="132947" y="79017"/>
                  <a:pt x="134415" y="76513"/>
                  <a:pt x="135409" y="73058"/>
                </a:cubicBezTo>
                <a:moveTo>
                  <a:pt x="136445" y="54664"/>
                </a:moveTo>
                <a:cubicBezTo>
                  <a:pt x="136315" y="49418"/>
                  <a:pt x="134955" y="45429"/>
                  <a:pt x="132364" y="42698"/>
                </a:cubicBezTo>
                <a:cubicBezTo>
                  <a:pt x="129774" y="39967"/>
                  <a:pt x="126622" y="38602"/>
                  <a:pt x="122908" y="38602"/>
                </a:cubicBezTo>
                <a:cubicBezTo>
                  <a:pt x="118936" y="38602"/>
                  <a:pt x="115654" y="40042"/>
                  <a:pt x="113064" y="42923"/>
                </a:cubicBezTo>
                <a:cubicBezTo>
                  <a:pt x="110473" y="45805"/>
                  <a:pt x="109199" y="49719"/>
                  <a:pt x="109242" y="54664"/>
                </a:cubicBezTo>
                <a:lnTo>
                  <a:pt x="136445" y="54664"/>
                </a:lnTo>
                <a:close/>
                <a:moveTo>
                  <a:pt x="169327" y="94950"/>
                </a:moveTo>
                <a:lnTo>
                  <a:pt x="169327" y="0"/>
                </a:lnTo>
                <a:lnTo>
                  <a:pt x="187527" y="0"/>
                </a:lnTo>
                <a:lnTo>
                  <a:pt x="187527" y="94950"/>
                </a:lnTo>
                <a:lnTo>
                  <a:pt x="169327" y="94950"/>
                </a:lnTo>
                <a:close/>
                <a:moveTo>
                  <a:pt x="219804" y="47410"/>
                </a:moveTo>
                <a:lnTo>
                  <a:pt x="203288" y="44431"/>
                </a:lnTo>
                <a:cubicBezTo>
                  <a:pt x="205144" y="37694"/>
                  <a:pt x="208340" y="32706"/>
                  <a:pt x="212873" y="29469"/>
                </a:cubicBezTo>
                <a:cubicBezTo>
                  <a:pt x="217407" y="26231"/>
                  <a:pt x="224143" y="24612"/>
                  <a:pt x="233081" y="24612"/>
                </a:cubicBezTo>
                <a:cubicBezTo>
                  <a:pt x="241199" y="24612"/>
                  <a:pt x="247244" y="25573"/>
                  <a:pt x="251216" y="27494"/>
                </a:cubicBezTo>
                <a:cubicBezTo>
                  <a:pt x="255189" y="29415"/>
                  <a:pt x="257984" y="31855"/>
                  <a:pt x="259604" y="34813"/>
                </a:cubicBezTo>
                <a:cubicBezTo>
                  <a:pt x="261223" y="37771"/>
                  <a:pt x="262032" y="43200"/>
                  <a:pt x="262032" y="51102"/>
                </a:cubicBezTo>
                <a:lnTo>
                  <a:pt x="261838" y="72346"/>
                </a:lnTo>
                <a:cubicBezTo>
                  <a:pt x="261838" y="78391"/>
                  <a:pt x="262130" y="82849"/>
                  <a:pt x="262712" y="85720"/>
                </a:cubicBezTo>
                <a:cubicBezTo>
                  <a:pt x="263295" y="88592"/>
                  <a:pt x="264386" y="91668"/>
                  <a:pt x="265983" y="94950"/>
                </a:cubicBezTo>
                <a:lnTo>
                  <a:pt x="247978" y="94950"/>
                </a:lnTo>
                <a:cubicBezTo>
                  <a:pt x="247503" y="93741"/>
                  <a:pt x="246920" y="91949"/>
                  <a:pt x="246229" y="89574"/>
                </a:cubicBezTo>
                <a:cubicBezTo>
                  <a:pt x="245927" y="88495"/>
                  <a:pt x="245711" y="87782"/>
                  <a:pt x="245581" y="87437"/>
                </a:cubicBezTo>
                <a:cubicBezTo>
                  <a:pt x="242472" y="90459"/>
                  <a:pt x="239148" y="92726"/>
                  <a:pt x="235607" y="94237"/>
                </a:cubicBezTo>
                <a:cubicBezTo>
                  <a:pt x="232066" y="95749"/>
                  <a:pt x="228288" y="96504"/>
                  <a:pt x="224273" y="96504"/>
                </a:cubicBezTo>
                <a:cubicBezTo>
                  <a:pt x="217191" y="96504"/>
                  <a:pt x="211610" y="94591"/>
                  <a:pt x="207530" y="90764"/>
                </a:cubicBezTo>
                <a:cubicBezTo>
                  <a:pt x="203450" y="86938"/>
                  <a:pt x="201410" y="82100"/>
                  <a:pt x="201410" y="76252"/>
                </a:cubicBezTo>
                <a:cubicBezTo>
                  <a:pt x="201410" y="72382"/>
                  <a:pt x="202338" y="68932"/>
                  <a:pt x="204195" y="65901"/>
                </a:cubicBezTo>
                <a:cubicBezTo>
                  <a:pt x="206051" y="62869"/>
                  <a:pt x="208653" y="60547"/>
                  <a:pt x="211999" y="58935"/>
                </a:cubicBezTo>
                <a:cubicBezTo>
                  <a:pt x="215345" y="57322"/>
                  <a:pt x="220171" y="55914"/>
                  <a:pt x="226475" y="54711"/>
                </a:cubicBezTo>
                <a:cubicBezTo>
                  <a:pt x="234981" y="53120"/>
                  <a:pt x="240875" y="51636"/>
                  <a:pt x="244156" y="50260"/>
                </a:cubicBezTo>
                <a:lnTo>
                  <a:pt x="244156" y="48426"/>
                </a:lnTo>
                <a:cubicBezTo>
                  <a:pt x="244156" y="44890"/>
                  <a:pt x="243293" y="42368"/>
                  <a:pt x="241566" y="40863"/>
                </a:cubicBezTo>
                <a:cubicBezTo>
                  <a:pt x="239839" y="39355"/>
                  <a:pt x="236579" y="38602"/>
                  <a:pt x="231786" y="38602"/>
                </a:cubicBezTo>
                <a:cubicBezTo>
                  <a:pt x="228547" y="38602"/>
                  <a:pt x="226021" y="39253"/>
                  <a:pt x="224208" y="40557"/>
                </a:cubicBezTo>
                <a:cubicBezTo>
                  <a:pt x="222394" y="41859"/>
                  <a:pt x="220926" y="44143"/>
                  <a:pt x="219804" y="47410"/>
                </a:cubicBezTo>
                <a:moveTo>
                  <a:pt x="244156" y="62177"/>
                </a:moveTo>
                <a:cubicBezTo>
                  <a:pt x="241825" y="62945"/>
                  <a:pt x="238133" y="63863"/>
                  <a:pt x="233081" y="64930"/>
                </a:cubicBezTo>
                <a:cubicBezTo>
                  <a:pt x="228029" y="65996"/>
                  <a:pt x="224726" y="67041"/>
                  <a:pt x="223172" y="68065"/>
                </a:cubicBezTo>
                <a:cubicBezTo>
                  <a:pt x="220797" y="69729"/>
                  <a:pt x="219609" y="71841"/>
                  <a:pt x="219609" y="74400"/>
                </a:cubicBezTo>
                <a:cubicBezTo>
                  <a:pt x="219609" y="76918"/>
                  <a:pt x="220559" y="79095"/>
                  <a:pt x="222459" y="80930"/>
                </a:cubicBezTo>
                <a:cubicBezTo>
                  <a:pt x="224359" y="82763"/>
                  <a:pt x="226777" y="83680"/>
                  <a:pt x="229713" y="83680"/>
                </a:cubicBezTo>
                <a:cubicBezTo>
                  <a:pt x="232995" y="83680"/>
                  <a:pt x="236125" y="82614"/>
                  <a:pt x="239104" y="80480"/>
                </a:cubicBezTo>
                <a:cubicBezTo>
                  <a:pt x="241307" y="78860"/>
                  <a:pt x="242753" y="76876"/>
                  <a:pt x="243444" y="74528"/>
                </a:cubicBezTo>
                <a:cubicBezTo>
                  <a:pt x="243919" y="72992"/>
                  <a:pt x="244156" y="70070"/>
                  <a:pt x="244156" y="65762"/>
                </a:cubicBezTo>
                <a:lnTo>
                  <a:pt x="244156" y="62177"/>
                </a:lnTo>
                <a:close/>
                <a:moveTo>
                  <a:pt x="311496" y="26166"/>
                </a:moveTo>
                <a:lnTo>
                  <a:pt x="311496" y="40674"/>
                </a:lnTo>
                <a:lnTo>
                  <a:pt x="299060" y="40674"/>
                </a:lnTo>
                <a:lnTo>
                  <a:pt x="299060" y="68350"/>
                </a:lnTo>
                <a:cubicBezTo>
                  <a:pt x="299060" y="73956"/>
                  <a:pt x="299179" y="77222"/>
                  <a:pt x="299416" y="78149"/>
                </a:cubicBezTo>
                <a:cubicBezTo>
                  <a:pt x="299654" y="79074"/>
                  <a:pt x="300194" y="79839"/>
                  <a:pt x="301036" y="80444"/>
                </a:cubicBezTo>
                <a:cubicBezTo>
                  <a:pt x="301878" y="81047"/>
                  <a:pt x="302903" y="81349"/>
                  <a:pt x="304112" y="81349"/>
                </a:cubicBezTo>
                <a:cubicBezTo>
                  <a:pt x="305796" y="81349"/>
                  <a:pt x="308236" y="80766"/>
                  <a:pt x="311431" y="79600"/>
                </a:cubicBezTo>
                <a:lnTo>
                  <a:pt x="312985" y="93772"/>
                </a:lnTo>
                <a:cubicBezTo>
                  <a:pt x="308754" y="95594"/>
                  <a:pt x="303961" y="96504"/>
                  <a:pt x="298607" y="96504"/>
                </a:cubicBezTo>
                <a:cubicBezTo>
                  <a:pt x="295325" y="96504"/>
                  <a:pt x="292367" y="95954"/>
                  <a:pt x="289734" y="94853"/>
                </a:cubicBezTo>
                <a:cubicBezTo>
                  <a:pt x="287100" y="93752"/>
                  <a:pt x="285167" y="92327"/>
                  <a:pt x="283937" y="90578"/>
                </a:cubicBezTo>
                <a:cubicBezTo>
                  <a:pt x="282706" y="88829"/>
                  <a:pt x="281853" y="86465"/>
                  <a:pt x="281378" y="83486"/>
                </a:cubicBezTo>
                <a:cubicBezTo>
                  <a:pt x="280990" y="81370"/>
                  <a:pt x="280796" y="77096"/>
                  <a:pt x="280796" y="70662"/>
                </a:cubicBezTo>
                <a:lnTo>
                  <a:pt x="280796" y="40674"/>
                </a:lnTo>
                <a:lnTo>
                  <a:pt x="272440" y="40674"/>
                </a:lnTo>
                <a:lnTo>
                  <a:pt x="272440" y="26166"/>
                </a:lnTo>
                <a:lnTo>
                  <a:pt x="280796" y="26166"/>
                </a:lnTo>
                <a:lnTo>
                  <a:pt x="280796" y="12435"/>
                </a:lnTo>
                <a:lnTo>
                  <a:pt x="299060" y="1684"/>
                </a:lnTo>
                <a:lnTo>
                  <a:pt x="299060" y="26166"/>
                </a:lnTo>
                <a:lnTo>
                  <a:pt x="311496" y="26166"/>
                </a:lnTo>
                <a:close/>
                <a:moveTo>
                  <a:pt x="324123" y="16840"/>
                </a:moveTo>
                <a:lnTo>
                  <a:pt x="324123" y="0"/>
                </a:lnTo>
                <a:lnTo>
                  <a:pt x="342323" y="0"/>
                </a:lnTo>
                <a:lnTo>
                  <a:pt x="342323" y="16840"/>
                </a:lnTo>
                <a:lnTo>
                  <a:pt x="324123" y="16840"/>
                </a:lnTo>
                <a:moveTo>
                  <a:pt x="324123" y="94950"/>
                </a:moveTo>
                <a:lnTo>
                  <a:pt x="324123" y="26166"/>
                </a:lnTo>
                <a:lnTo>
                  <a:pt x="342323" y="26166"/>
                </a:lnTo>
                <a:lnTo>
                  <a:pt x="342323" y="94950"/>
                </a:lnTo>
                <a:lnTo>
                  <a:pt x="324123" y="94950"/>
                </a:lnTo>
                <a:close/>
                <a:moveTo>
                  <a:pt x="356789" y="59587"/>
                </a:moveTo>
                <a:cubicBezTo>
                  <a:pt x="356789" y="53542"/>
                  <a:pt x="358279" y="47691"/>
                  <a:pt x="361258" y="42034"/>
                </a:cubicBezTo>
                <a:cubicBezTo>
                  <a:pt x="364238" y="36378"/>
                  <a:pt x="368458" y="32060"/>
                  <a:pt x="373920" y="29081"/>
                </a:cubicBezTo>
                <a:cubicBezTo>
                  <a:pt x="379382" y="26101"/>
                  <a:pt x="385481" y="24612"/>
                  <a:pt x="392217" y="24612"/>
                </a:cubicBezTo>
                <a:cubicBezTo>
                  <a:pt x="402623" y="24612"/>
                  <a:pt x="411151" y="27991"/>
                  <a:pt x="417801" y="34748"/>
                </a:cubicBezTo>
                <a:cubicBezTo>
                  <a:pt x="424450" y="41505"/>
                  <a:pt x="427775" y="50044"/>
                  <a:pt x="427775" y="60364"/>
                </a:cubicBezTo>
                <a:cubicBezTo>
                  <a:pt x="427775" y="70770"/>
                  <a:pt x="424418" y="79395"/>
                  <a:pt x="417704" y="86239"/>
                </a:cubicBezTo>
                <a:cubicBezTo>
                  <a:pt x="410989" y="93082"/>
                  <a:pt x="402537" y="96504"/>
                  <a:pt x="392347" y="96504"/>
                </a:cubicBezTo>
                <a:cubicBezTo>
                  <a:pt x="386043" y="96504"/>
                  <a:pt x="380030" y="95079"/>
                  <a:pt x="374309" y="92230"/>
                </a:cubicBezTo>
                <a:cubicBezTo>
                  <a:pt x="368588" y="89380"/>
                  <a:pt x="364238" y="85202"/>
                  <a:pt x="361258" y="79697"/>
                </a:cubicBezTo>
                <a:cubicBezTo>
                  <a:pt x="358279" y="74192"/>
                  <a:pt x="356789" y="67488"/>
                  <a:pt x="356789" y="59587"/>
                </a:cubicBezTo>
                <a:moveTo>
                  <a:pt x="375442" y="60558"/>
                </a:moveTo>
                <a:cubicBezTo>
                  <a:pt x="375442" y="67359"/>
                  <a:pt x="377062" y="72567"/>
                  <a:pt x="380300" y="76183"/>
                </a:cubicBezTo>
                <a:cubicBezTo>
                  <a:pt x="383538" y="79800"/>
                  <a:pt x="387532" y="81608"/>
                  <a:pt x="392282" y="81608"/>
                </a:cubicBezTo>
                <a:cubicBezTo>
                  <a:pt x="397032" y="81608"/>
                  <a:pt x="401015" y="79800"/>
                  <a:pt x="404232" y="76183"/>
                </a:cubicBezTo>
                <a:cubicBezTo>
                  <a:pt x="407449" y="72567"/>
                  <a:pt x="409057" y="67316"/>
                  <a:pt x="409057" y="60429"/>
                </a:cubicBezTo>
                <a:cubicBezTo>
                  <a:pt x="409057" y="53714"/>
                  <a:pt x="407449" y="48549"/>
                  <a:pt x="404232" y="44933"/>
                </a:cubicBezTo>
                <a:cubicBezTo>
                  <a:pt x="401015" y="41317"/>
                  <a:pt x="397032" y="39508"/>
                  <a:pt x="392282" y="39508"/>
                </a:cubicBezTo>
                <a:cubicBezTo>
                  <a:pt x="387532" y="39508"/>
                  <a:pt x="383538" y="41317"/>
                  <a:pt x="380300" y="44933"/>
                </a:cubicBezTo>
                <a:cubicBezTo>
                  <a:pt x="377062" y="48549"/>
                  <a:pt x="375442" y="53757"/>
                  <a:pt x="375442" y="60558"/>
                </a:cubicBezTo>
                <a:close/>
                <a:moveTo>
                  <a:pt x="504611" y="94950"/>
                </a:moveTo>
                <a:lnTo>
                  <a:pt x="486411" y="94950"/>
                </a:lnTo>
                <a:lnTo>
                  <a:pt x="486411" y="59886"/>
                </a:lnTo>
                <a:cubicBezTo>
                  <a:pt x="486411" y="52467"/>
                  <a:pt x="486022" y="47669"/>
                  <a:pt x="485245" y="45491"/>
                </a:cubicBezTo>
                <a:cubicBezTo>
                  <a:pt x="484468" y="43314"/>
                  <a:pt x="483205" y="41621"/>
                  <a:pt x="481456" y="40413"/>
                </a:cubicBezTo>
                <a:cubicBezTo>
                  <a:pt x="479707" y="39206"/>
                  <a:pt x="477602" y="38602"/>
                  <a:pt x="475141" y="38602"/>
                </a:cubicBezTo>
                <a:cubicBezTo>
                  <a:pt x="471989" y="38602"/>
                  <a:pt x="469161" y="39465"/>
                  <a:pt x="466657" y="41190"/>
                </a:cubicBezTo>
                <a:cubicBezTo>
                  <a:pt x="464152" y="42915"/>
                  <a:pt x="462436" y="45201"/>
                  <a:pt x="461507" y="48048"/>
                </a:cubicBezTo>
                <a:cubicBezTo>
                  <a:pt x="460579" y="50893"/>
                  <a:pt x="460115" y="56155"/>
                  <a:pt x="460115" y="63833"/>
                </a:cubicBezTo>
                <a:lnTo>
                  <a:pt x="460115" y="94950"/>
                </a:lnTo>
                <a:lnTo>
                  <a:pt x="441915" y="94950"/>
                </a:lnTo>
                <a:lnTo>
                  <a:pt x="441915" y="26166"/>
                </a:lnTo>
                <a:lnTo>
                  <a:pt x="458820" y="26166"/>
                </a:lnTo>
                <a:lnTo>
                  <a:pt x="458820" y="36270"/>
                </a:lnTo>
                <a:cubicBezTo>
                  <a:pt x="464821" y="28498"/>
                  <a:pt x="472378" y="24612"/>
                  <a:pt x="481488" y="24612"/>
                </a:cubicBezTo>
                <a:cubicBezTo>
                  <a:pt x="485504" y="24612"/>
                  <a:pt x="489174" y="25335"/>
                  <a:pt x="492499" y="26782"/>
                </a:cubicBezTo>
                <a:cubicBezTo>
                  <a:pt x="495824" y="28228"/>
                  <a:pt x="498339" y="30074"/>
                  <a:pt x="500044" y="32319"/>
                </a:cubicBezTo>
                <a:cubicBezTo>
                  <a:pt x="501750" y="34565"/>
                  <a:pt x="502937" y="37112"/>
                  <a:pt x="503607" y="39962"/>
                </a:cubicBezTo>
                <a:cubicBezTo>
                  <a:pt x="504276" y="42812"/>
                  <a:pt x="504611" y="46892"/>
                  <a:pt x="504611" y="52203"/>
                </a:cubicBezTo>
                <a:lnTo>
                  <a:pt x="504611" y="94950"/>
                </a:lnTo>
                <a:close/>
                <a:moveTo>
                  <a:pt x="516678" y="75390"/>
                </a:moveTo>
                <a:lnTo>
                  <a:pt x="534943" y="72540"/>
                </a:lnTo>
                <a:cubicBezTo>
                  <a:pt x="535720" y="76059"/>
                  <a:pt x="537296" y="78731"/>
                  <a:pt x="539671" y="80555"/>
                </a:cubicBezTo>
                <a:cubicBezTo>
                  <a:pt x="542046" y="82379"/>
                  <a:pt x="545370" y="83292"/>
                  <a:pt x="549645" y="83292"/>
                </a:cubicBezTo>
                <a:cubicBezTo>
                  <a:pt x="554352" y="83292"/>
                  <a:pt x="557892" y="82429"/>
                  <a:pt x="560267" y="80705"/>
                </a:cubicBezTo>
                <a:cubicBezTo>
                  <a:pt x="561865" y="79497"/>
                  <a:pt x="562663" y="77880"/>
                  <a:pt x="562663" y="75853"/>
                </a:cubicBezTo>
                <a:cubicBezTo>
                  <a:pt x="562663" y="74473"/>
                  <a:pt x="562232" y="73330"/>
                  <a:pt x="561368" y="72425"/>
                </a:cubicBezTo>
                <a:cubicBezTo>
                  <a:pt x="560461" y="71563"/>
                  <a:pt x="558432" y="70765"/>
                  <a:pt x="555280" y="70032"/>
                </a:cubicBezTo>
                <a:cubicBezTo>
                  <a:pt x="540599" y="66799"/>
                  <a:pt x="531294" y="63846"/>
                  <a:pt x="527365" y="61171"/>
                </a:cubicBezTo>
                <a:cubicBezTo>
                  <a:pt x="521924" y="57461"/>
                  <a:pt x="519204" y="52306"/>
                  <a:pt x="519204" y="45706"/>
                </a:cubicBezTo>
                <a:cubicBezTo>
                  <a:pt x="519204" y="39753"/>
                  <a:pt x="521557" y="34749"/>
                  <a:pt x="526264" y="30694"/>
                </a:cubicBezTo>
                <a:cubicBezTo>
                  <a:pt x="530970" y="26639"/>
                  <a:pt x="538268" y="24612"/>
                  <a:pt x="548155" y="24612"/>
                </a:cubicBezTo>
                <a:cubicBezTo>
                  <a:pt x="557568" y="24612"/>
                  <a:pt x="564563" y="26139"/>
                  <a:pt x="569140" y="29194"/>
                </a:cubicBezTo>
                <a:cubicBezTo>
                  <a:pt x="573717" y="32249"/>
                  <a:pt x="576869" y="36767"/>
                  <a:pt x="578596" y="42747"/>
                </a:cubicBezTo>
                <a:lnTo>
                  <a:pt x="561433" y="45985"/>
                </a:lnTo>
                <a:cubicBezTo>
                  <a:pt x="560699" y="43308"/>
                  <a:pt x="559306" y="41257"/>
                  <a:pt x="557255" y="39832"/>
                </a:cubicBezTo>
                <a:cubicBezTo>
                  <a:pt x="555204" y="38407"/>
                  <a:pt x="552279" y="37695"/>
                  <a:pt x="548479" y="37695"/>
                </a:cubicBezTo>
                <a:cubicBezTo>
                  <a:pt x="543686" y="37695"/>
                  <a:pt x="540254" y="38364"/>
                  <a:pt x="538181" y="39701"/>
                </a:cubicBezTo>
                <a:cubicBezTo>
                  <a:pt x="536799" y="40648"/>
                  <a:pt x="536109" y="41877"/>
                  <a:pt x="536109" y="43386"/>
                </a:cubicBezTo>
                <a:cubicBezTo>
                  <a:pt x="536109" y="44679"/>
                  <a:pt x="536713" y="45778"/>
                  <a:pt x="537922" y="46684"/>
                </a:cubicBezTo>
                <a:cubicBezTo>
                  <a:pt x="539563" y="47891"/>
                  <a:pt x="545230" y="49595"/>
                  <a:pt x="554924" y="51794"/>
                </a:cubicBezTo>
                <a:cubicBezTo>
                  <a:pt x="564617" y="53994"/>
                  <a:pt x="571386" y="56692"/>
                  <a:pt x="575228" y="59888"/>
                </a:cubicBezTo>
                <a:cubicBezTo>
                  <a:pt x="579028" y="63129"/>
                  <a:pt x="580928" y="67644"/>
                  <a:pt x="580928" y="73433"/>
                </a:cubicBezTo>
                <a:cubicBezTo>
                  <a:pt x="580928" y="79741"/>
                  <a:pt x="578294" y="85163"/>
                  <a:pt x="573026" y="89700"/>
                </a:cubicBezTo>
                <a:cubicBezTo>
                  <a:pt x="567759" y="94236"/>
                  <a:pt x="559965" y="96504"/>
                  <a:pt x="549645" y="96504"/>
                </a:cubicBezTo>
                <a:cubicBezTo>
                  <a:pt x="540275" y="96504"/>
                  <a:pt x="532859" y="94611"/>
                  <a:pt x="527397" y="90823"/>
                </a:cubicBezTo>
                <a:cubicBezTo>
                  <a:pt x="521935" y="87034"/>
                  <a:pt x="518362" y="81890"/>
                  <a:pt x="516678" y="753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Fig.3.End-to-endtransformationofanaturallanguagerequirementintoastructuredOnionLtreebytheR">
            <a:extLst xmlns:a="http://schemas.openxmlformats.org/drawingml/2006/main">
              <a:ext uri="{FF2B5EF4-FFF2-40B4-BE49-F238E27FC236}">
                <a16:creationId xmlns:a16="http://schemas.microsoft.com/office/drawing/2014/main" id="{11E06F3F-9657-4A47-85B2-434B1A1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8" y="3450987"/>
            <a:ext cx="10146752" cy="205230"/>
          </a:xfrm>
          <a:custGeom xmlns:a="http://schemas.openxmlformats.org/drawingml/2006/main">
            <a:pathLst>
              <a:path w="10146752" h="205230">
                <a:moveTo>
                  <a:pt x="106356" y="102909"/>
                </a:moveTo>
                <a:lnTo>
                  <a:pt x="106356" y="50077"/>
                </a:lnTo>
                <a:lnTo>
                  <a:pt x="101119" y="50077"/>
                </a:lnTo>
                <a:cubicBezTo>
                  <a:pt x="98388" y="68293"/>
                  <a:pt x="94287" y="71709"/>
                  <a:pt x="76067" y="71709"/>
                </a:cubicBezTo>
                <a:lnTo>
                  <a:pt x="43043" y="71709"/>
                </a:lnTo>
                <a:lnTo>
                  <a:pt x="43043" y="21157"/>
                </a:lnTo>
                <a:cubicBezTo>
                  <a:pt x="43043" y="14780"/>
                  <a:pt x="44183" y="13414"/>
                  <a:pt x="50330" y="13414"/>
                </a:cubicBezTo>
                <a:lnTo>
                  <a:pt x="81304" y="13414"/>
                </a:lnTo>
                <a:cubicBezTo>
                  <a:pt x="107041" y="13414"/>
                  <a:pt x="112052" y="16830"/>
                  <a:pt x="115923" y="37323"/>
                </a:cubicBezTo>
                <a:lnTo>
                  <a:pt x="121615" y="37323"/>
                </a:lnTo>
                <a:lnTo>
                  <a:pt x="120934" y="4757"/>
                </a:lnTo>
                <a:lnTo>
                  <a:pt x="0" y="4757"/>
                </a:lnTo>
                <a:lnTo>
                  <a:pt x="0" y="9087"/>
                </a:lnTo>
                <a:cubicBezTo>
                  <a:pt x="16854" y="10453"/>
                  <a:pt x="19815" y="13640"/>
                  <a:pt x="19815" y="29580"/>
                </a:cubicBezTo>
                <a:lnTo>
                  <a:pt x="19815" y="128211"/>
                </a:lnTo>
                <a:cubicBezTo>
                  <a:pt x="19815" y="147123"/>
                  <a:pt x="17310" y="150084"/>
                  <a:pt x="0" y="151223"/>
                </a:cubicBezTo>
                <a:lnTo>
                  <a:pt x="0" y="155550"/>
                </a:lnTo>
                <a:lnTo>
                  <a:pt x="63768" y="155550"/>
                </a:lnTo>
                <a:lnTo>
                  <a:pt x="63768" y="151223"/>
                </a:lnTo>
                <a:cubicBezTo>
                  <a:pt x="46233" y="150313"/>
                  <a:pt x="43043" y="147123"/>
                  <a:pt x="43043" y="130717"/>
                </a:cubicBezTo>
                <a:lnTo>
                  <a:pt x="43043" y="81043"/>
                </a:lnTo>
                <a:lnTo>
                  <a:pt x="76067" y="81043"/>
                </a:lnTo>
                <a:cubicBezTo>
                  <a:pt x="94513" y="81043"/>
                  <a:pt x="98388" y="84463"/>
                  <a:pt x="101119" y="102919"/>
                </a:cubicBezTo>
                <a:lnTo>
                  <a:pt x="106356" y="102909"/>
                </a:lnTo>
                <a:close/>
                <a:moveTo>
                  <a:pt x="163748" y="50796"/>
                </a:moveTo>
                <a:lnTo>
                  <a:pt x="128448" y="63251"/>
                </a:lnTo>
                <a:lnTo>
                  <a:pt x="128448" y="66670"/>
                </a:lnTo>
                <a:lnTo>
                  <a:pt x="130272" y="66441"/>
                </a:lnTo>
                <a:cubicBezTo>
                  <a:pt x="133003" y="65986"/>
                  <a:pt x="135964" y="65756"/>
                  <a:pt x="138015" y="65756"/>
                </a:cubicBezTo>
                <a:cubicBezTo>
                  <a:pt x="143481" y="65756"/>
                  <a:pt x="145528" y="69402"/>
                  <a:pt x="145528" y="79431"/>
                </a:cubicBezTo>
                <a:lnTo>
                  <a:pt x="145528" y="132308"/>
                </a:lnTo>
                <a:cubicBezTo>
                  <a:pt x="145528" y="148718"/>
                  <a:pt x="143252" y="151223"/>
                  <a:pt x="127537" y="152134"/>
                </a:cubicBezTo>
                <a:lnTo>
                  <a:pt x="127537" y="155550"/>
                </a:lnTo>
                <a:lnTo>
                  <a:pt x="181513" y="155550"/>
                </a:lnTo>
                <a:lnTo>
                  <a:pt x="181513" y="152134"/>
                </a:lnTo>
                <a:cubicBezTo>
                  <a:pt x="166483" y="150998"/>
                  <a:pt x="164658" y="148718"/>
                  <a:pt x="164658" y="132308"/>
                </a:cubicBezTo>
                <a:lnTo>
                  <a:pt x="164658" y="51480"/>
                </a:lnTo>
                <a:lnTo>
                  <a:pt x="163748" y="50796"/>
                </a:lnTo>
                <a:moveTo>
                  <a:pt x="153044" y="87"/>
                </a:moveTo>
                <a:cubicBezTo>
                  <a:pt x="146897" y="87"/>
                  <a:pt x="141657" y="5327"/>
                  <a:pt x="141657" y="11704"/>
                </a:cubicBezTo>
                <a:cubicBezTo>
                  <a:pt x="141657" y="18081"/>
                  <a:pt x="146668" y="23318"/>
                  <a:pt x="153044" y="23318"/>
                </a:cubicBezTo>
                <a:cubicBezTo>
                  <a:pt x="159651" y="23318"/>
                  <a:pt x="164888" y="18307"/>
                  <a:pt x="164888" y="11704"/>
                </a:cubicBezTo>
                <a:cubicBezTo>
                  <a:pt x="164888" y="5327"/>
                  <a:pt x="159651" y="87"/>
                  <a:pt x="153044" y="87"/>
                </a:cubicBezTo>
                <a:close/>
                <a:moveTo>
                  <a:pt x="294246" y="67240"/>
                </a:moveTo>
                <a:lnTo>
                  <a:pt x="294246" y="58358"/>
                </a:lnTo>
                <a:lnTo>
                  <a:pt x="276710" y="58358"/>
                </a:lnTo>
                <a:cubicBezTo>
                  <a:pt x="272154" y="58358"/>
                  <a:pt x="268738" y="57649"/>
                  <a:pt x="264186" y="56036"/>
                </a:cubicBezTo>
                <a:lnTo>
                  <a:pt x="259175" y="54215"/>
                </a:lnTo>
                <a:cubicBezTo>
                  <a:pt x="253024" y="51936"/>
                  <a:pt x="246876" y="50796"/>
                  <a:pt x="240955" y="50796"/>
                </a:cubicBezTo>
                <a:cubicBezTo>
                  <a:pt x="219774" y="50796"/>
                  <a:pt x="202919" y="67240"/>
                  <a:pt x="202919" y="87959"/>
                </a:cubicBezTo>
                <a:cubicBezTo>
                  <a:pt x="202919" y="102304"/>
                  <a:pt x="209070" y="110954"/>
                  <a:pt x="224100" y="118467"/>
                </a:cubicBezTo>
                <a:cubicBezTo>
                  <a:pt x="219774" y="122568"/>
                  <a:pt x="215677" y="126432"/>
                  <a:pt x="214307" y="127568"/>
                </a:cubicBezTo>
                <a:cubicBezTo>
                  <a:pt x="206794" y="134161"/>
                  <a:pt x="203833" y="138710"/>
                  <a:pt x="203833" y="143255"/>
                </a:cubicBezTo>
                <a:cubicBezTo>
                  <a:pt x="203833" y="148030"/>
                  <a:pt x="206565" y="150758"/>
                  <a:pt x="215902" y="155314"/>
                </a:cubicBezTo>
                <a:cubicBezTo>
                  <a:pt x="199733" y="167167"/>
                  <a:pt x="193585" y="174694"/>
                  <a:pt x="193585" y="183129"/>
                </a:cubicBezTo>
                <a:cubicBezTo>
                  <a:pt x="193585" y="195208"/>
                  <a:pt x="211347" y="205230"/>
                  <a:pt x="232983" y="205230"/>
                </a:cubicBezTo>
                <a:cubicBezTo>
                  <a:pt x="250063" y="205230"/>
                  <a:pt x="267828" y="199309"/>
                  <a:pt x="279671" y="189742"/>
                </a:cubicBezTo>
                <a:cubicBezTo>
                  <a:pt x="288328" y="182673"/>
                  <a:pt x="292199" y="175376"/>
                  <a:pt x="292199" y="166712"/>
                </a:cubicBezTo>
                <a:cubicBezTo>
                  <a:pt x="292199" y="152579"/>
                  <a:pt x="281492" y="143029"/>
                  <a:pt x="264641" y="142348"/>
                </a:cubicBezTo>
                <a:lnTo>
                  <a:pt x="235262" y="140982"/>
                </a:lnTo>
                <a:cubicBezTo>
                  <a:pt x="223190" y="140527"/>
                  <a:pt x="217498" y="138480"/>
                  <a:pt x="217498" y="134845"/>
                </a:cubicBezTo>
                <a:cubicBezTo>
                  <a:pt x="217498" y="130296"/>
                  <a:pt x="225011" y="122338"/>
                  <a:pt x="231162" y="120517"/>
                </a:cubicBezTo>
                <a:cubicBezTo>
                  <a:pt x="233212" y="120747"/>
                  <a:pt x="234807" y="120972"/>
                  <a:pt x="235488" y="120972"/>
                </a:cubicBezTo>
                <a:cubicBezTo>
                  <a:pt x="239815" y="121428"/>
                  <a:pt x="242776" y="121657"/>
                  <a:pt x="244145" y="121657"/>
                </a:cubicBezTo>
                <a:cubicBezTo>
                  <a:pt x="252569" y="121657"/>
                  <a:pt x="261680" y="118241"/>
                  <a:pt x="268738" y="112094"/>
                </a:cubicBezTo>
                <a:cubicBezTo>
                  <a:pt x="276255" y="105717"/>
                  <a:pt x="279671" y="97748"/>
                  <a:pt x="279671" y="86367"/>
                </a:cubicBezTo>
                <a:cubicBezTo>
                  <a:pt x="279671" y="79764"/>
                  <a:pt x="278531" y="74527"/>
                  <a:pt x="275344" y="67240"/>
                </a:cubicBezTo>
                <a:lnTo>
                  <a:pt x="294246" y="67240"/>
                </a:lnTo>
                <a:moveTo>
                  <a:pt x="220684" y="155995"/>
                </a:moveTo>
                <a:cubicBezTo>
                  <a:pt x="228201" y="157593"/>
                  <a:pt x="246421" y="158959"/>
                  <a:pt x="257580" y="158959"/>
                </a:cubicBezTo>
                <a:cubicBezTo>
                  <a:pt x="278305" y="158959"/>
                  <a:pt x="285822" y="161923"/>
                  <a:pt x="285822" y="170132"/>
                </a:cubicBezTo>
                <a:cubicBezTo>
                  <a:pt x="285822" y="183358"/>
                  <a:pt x="268512" y="192247"/>
                  <a:pt x="242776" y="192247"/>
                </a:cubicBezTo>
                <a:cubicBezTo>
                  <a:pt x="222735" y="192247"/>
                  <a:pt x="209526" y="185638"/>
                  <a:pt x="209526" y="175605"/>
                </a:cubicBezTo>
                <a:cubicBezTo>
                  <a:pt x="209526" y="170361"/>
                  <a:pt x="211121" y="167397"/>
                  <a:pt x="220684" y="155995"/>
                </a:cubicBezTo>
                <a:moveTo>
                  <a:pt x="221824" y="78625"/>
                </a:moveTo>
                <a:cubicBezTo>
                  <a:pt x="221824" y="65193"/>
                  <a:pt x="228201" y="57176"/>
                  <a:pt x="238678" y="57176"/>
                </a:cubicBezTo>
                <a:cubicBezTo>
                  <a:pt x="245736" y="57176"/>
                  <a:pt x="251658" y="61093"/>
                  <a:pt x="255303" y="67925"/>
                </a:cubicBezTo>
                <a:cubicBezTo>
                  <a:pt x="259401" y="75893"/>
                  <a:pt x="262136" y="86367"/>
                  <a:pt x="262136" y="95246"/>
                </a:cubicBezTo>
                <a:cubicBezTo>
                  <a:pt x="262136" y="107993"/>
                  <a:pt x="255529" y="115961"/>
                  <a:pt x="245055" y="115961"/>
                </a:cubicBezTo>
                <a:cubicBezTo>
                  <a:pt x="231391" y="115961"/>
                  <a:pt x="221824" y="101164"/>
                  <a:pt x="221824" y="79309"/>
                </a:cubicBezTo>
                <a:lnTo>
                  <a:pt x="221824" y="78625"/>
                </a:lnTo>
                <a:close/>
                <a:moveTo>
                  <a:pt x="329549" y="132718"/>
                </a:moveTo>
                <a:cubicBezTo>
                  <a:pt x="322714" y="132718"/>
                  <a:pt x="317022" y="138640"/>
                  <a:pt x="317022" y="145701"/>
                </a:cubicBezTo>
                <a:cubicBezTo>
                  <a:pt x="317022" y="152304"/>
                  <a:pt x="322714" y="157996"/>
                  <a:pt x="329320" y="157996"/>
                </a:cubicBezTo>
                <a:cubicBezTo>
                  <a:pt x="336382" y="157996"/>
                  <a:pt x="342303" y="152304"/>
                  <a:pt x="342303" y="145701"/>
                </a:cubicBezTo>
                <a:cubicBezTo>
                  <a:pt x="342303" y="138640"/>
                  <a:pt x="336382" y="132718"/>
                  <a:pt x="329549" y="132718"/>
                </a:cubicBezTo>
                <a:close/>
                <a:moveTo>
                  <a:pt x="471663" y="80387"/>
                </a:moveTo>
                <a:cubicBezTo>
                  <a:pt x="485097" y="80387"/>
                  <a:pt x="490334" y="80842"/>
                  <a:pt x="495801" y="82889"/>
                </a:cubicBezTo>
                <a:cubicBezTo>
                  <a:pt x="509924" y="87893"/>
                  <a:pt x="518806" y="100865"/>
                  <a:pt x="518806" y="116563"/>
                </a:cubicBezTo>
                <a:cubicBezTo>
                  <a:pt x="518806" y="135676"/>
                  <a:pt x="505823" y="150466"/>
                  <a:pt x="488969" y="150466"/>
                </a:cubicBezTo>
                <a:cubicBezTo>
                  <a:pt x="482821" y="150466"/>
                  <a:pt x="478265" y="148874"/>
                  <a:pt x="469838" y="143411"/>
                </a:cubicBezTo>
                <a:cubicBezTo>
                  <a:pt x="463006" y="139318"/>
                  <a:pt x="459135" y="137726"/>
                  <a:pt x="455263" y="137726"/>
                </a:cubicBezTo>
                <a:cubicBezTo>
                  <a:pt x="450026" y="137726"/>
                  <a:pt x="446610" y="140909"/>
                  <a:pt x="446610" y="145688"/>
                </a:cubicBezTo>
                <a:cubicBezTo>
                  <a:pt x="446610" y="153656"/>
                  <a:pt x="456403" y="158664"/>
                  <a:pt x="472344" y="158664"/>
                </a:cubicBezTo>
                <a:cubicBezTo>
                  <a:pt x="489879" y="158664"/>
                  <a:pt x="507873" y="152746"/>
                  <a:pt x="518577" y="143411"/>
                </a:cubicBezTo>
                <a:cubicBezTo>
                  <a:pt x="529280" y="134084"/>
                  <a:pt x="535202" y="120886"/>
                  <a:pt x="535202" y="105644"/>
                </a:cubicBezTo>
                <a:cubicBezTo>
                  <a:pt x="535202" y="94037"/>
                  <a:pt x="531560" y="83344"/>
                  <a:pt x="524954" y="76289"/>
                </a:cubicBezTo>
                <a:cubicBezTo>
                  <a:pt x="520398" y="71285"/>
                  <a:pt x="516071" y="68554"/>
                  <a:pt x="506049" y="64231"/>
                </a:cubicBezTo>
                <a:cubicBezTo>
                  <a:pt x="521763" y="53538"/>
                  <a:pt x="527459" y="45118"/>
                  <a:pt x="527459" y="32829"/>
                </a:cubicBezTo>
                <a:cubicBezTo>
                  <a:pt x="527459" y="14401"/>
                  <a:pt x="512884" y="1644"/>
                  <a:pt x="491929" y="1644"/>
                </a:cubicBezTo>
                <a:cubicBezTo>
                  <a:pt x="480541" y="1644"/>
                  <a:pt x="470523" y="5518"/>
                  <a:pt x="462325" y="12806"/>
                </a:cubicBezTo>
                <a:cubicBezTo>
                  <a:pt x="455489" y="18950"/>
                  <a:pt x="452073" y="24868"/>
                  <a:pt x="447066" y="38518"/>
                </a:cubicBezTo>
                <a:lnTo>
                  <a:pt x="450482" y="39429"/>
                </a:lnTo>
                <a:cubicBezTo>
                  <a:pt x="459819" y="22818"/>
                  <a:pt x="470067" y="15311"/>
                  <a:pt x="484416" y="15311"/>
                </a:cubicBezTo>
                <a:cubicBezTo>
                  <a:pt x="499217" y="15311"/>
                  <a:pt x="509468" y="25323"/>
                  <a:pt x="509468" y="39658"/>
                </a:cubicBezTo>
                <a:cubicBezTo>
                  <a:pt x="509468" y="47849"/>
                  <a:pt x="506049" y="56040"/>
                  <a:pt x="500357" y="61729"/>
                </a:cubicBezTo>
                <a:cubicBezTo>
                  <a:pt x="493525" y="68554"/>
                  <a:pt x="487148" y="71966"/>
                  <a:pt x="471663" y="77429"/>
                </a:cubicBezTo>
                <a:lnTo>
                  <a:pt x="471663" y="80387"/>
                </a:lnTo>
                <a:close/>
                <a:moveTo>
                  <a:pt x="579158" y="132718"/>
                </a:moveTo>
                <a:cubicBezTo>
                  <a:pt x="572323" y="132718"/>
                  <a:pt x="566631" y="138640"/>
                  <a:pt x="566631" y="145701"/>
                </a:cubicBezTo>
                <a:cubicBezTo>
                  <a:pt x="566631" y="152304"/>
                  <a:pt x="572323" y="157996"/>
                  <a:pt x="578929" y="157996"/>
                </a:cubicBezTo>
                <a:cubicBezTo>
                  <a:pt x="585990" y="157996"/>
                  <a:pt x="591912" y="152304"/>
                  <a:pt x="591912" y="145701"/>
                </a:cubicBezTo>
                <a:cubicBezTo>
                  <a:pt x="591912" y="138640"/>
                  <a:pt x="585990" y="132718"/>
                  <a:pt x="579158" y="132718"/>
                </a:cubicBezTo>
                <a:close/>
                <a:moveTo>
                  <a:pt x="901418" y="117049"/>
                </a:moveTo>
                <a:lnTo>
                  <a:pt x="895042" y="117049"/>
                </a:lnTo>
                <a:cubicBezTo>
                  <a:pt x="883654" y="141656"/>
                  <a:pt x="873861" y="147126"/>
                  <a:pt x="841292" y="147126"/>
                </a:cubicBezTo>
                <a:lnTo>
                  <a:pt x="835144" y="147126"/>
                </a:lnTo>
                <a:cubicBezTo>
                  <a:pt x="823982" y="147126"/>
                  <a:pt x="814419" y="145986"/>
                  <a:pt x="812824" y="144391"/>
                </a:cubicBezTo>
                <a:cubicBezTo>
                  <a:pt x="811684" y="143707"/>
                  <a:pt x="811229" y="141201"/>
                  <a:pt x="811229" y="137326"/>
                </a:cubicBezTo>
                <a:lnTo>
                  <a:pt x="811229" y="81043"/>
                </a:lnTo>
                <a:lnTo>
                  <a:pt x="846303" y="81043"/>
                </a:lnTo>
                <a:cubicBezTo>
                  <a:pt x="864978" y="81043"/>
                  <a:pt x="868394" y="84008"/>
                  <a:pt x="871355" y="102919"/>
                </a:cubicBezTo>
                <a:lnTo>
                  <a:pt x="876592" y="102919"/>
                </a:lnTo>
                <a:lnTo>
                  <a:pt x="876592" y="50077"/>
                </a:lnTo>
                <a:lnTo>
                  <a:pt x="871355" y="50077"/>
                </a:lnTo>
                <a:cubicBezTo>
                  <a:pt x="869760" y="59411"/>
                  <a:pt x="868850" y="62827"/>
                  <a:pt x="866344" y="66013"/>
                </a:cubicBezTo>
                <a:cubicBezTo>
                  <a:pt x="863383" y="69885"/>
                  <a:pt x="857006" y="71709"/>
                  <a:pt x="846303" y="71709"/>
                </a:cubicBezTo>
                <a:lnTo>
                  <a:pt x="811229" y="71709"/>
                </a:lnTo>
                <a:lnTo>
                  <a:pt x="811229" y="21157"/>
                </a:lnTo>
                <a:cubicBezTo>
                  <a:pt x="811229" y="14780"/>
                  <a:pt x="812594" y="13414"/>
                  <a:pt x="818745" y="13414"/>
                </a:cubicBezTo>
                <a:lnTo>
                  <a:pt x="849490" y="13414"/>
                </a:lnTo>
                <a:cubicBezTo>
                  <a:pt x="875226" y="13414"/>
                  <a:pt x="880237" y="16830"/>
                  <a:pt x="884109" y="37323"/>
                </a:cubicBezTo>
                <a:lnTo>
                  <a:pt x="889801" y="37323"/>
                </a:lnTo>
                <a:lnTo>
                  <a:pt x="889120" y="4757"/>
                </a:lnTo>
                <a:lnTo>
                  <a:pt x="768186" y="4757"/>
                </a:lnTo>
                <a:lnTo>
                  <a:pt x="768186" y="9087"/>
                </a:lnTo>
                <a:cubicBezTo>
                  <a:pt x="785040" y="10453"/>
                  <a:pt x="788001" y="13640"/>
                  <a:pt x="788001" y="29587"/>
                </a:cubicBezTo>
                <a:lnTo>
                  <a:pt x="788001" y="130724"/>
                </a:lnTo>
                <a:cubicBezTo>
                  <a:pt x="788001" y="146668"/>
                  <a:pt x="784811" y="150087"/>
                  <a:pt x="768186" y="151223"/>
                </a:cubicBezTo>
                <a:lnTo>
                  <a:pt x="768186" y="155550"/>
                </a:lnTo>
                <a:lnTo>
                  <a:pt x="891167" y="155550"/>
                </a:lnTo>
                <a:lnTo>
                  <a:pt x="901418" y="117049"/>
                </a:lnTo>
                <a:close/>
                <a:moveTo>
                  <a:pt x="908249" y="64919"/>
                </a:moveTo>
                <a:cubicBezTo>
                  <a:pt x="909614" y="64234"/>
                  <a:pt x="911894" y="64008"/>
                  <a:pt x="914400" y="64008"/>
                </a:cubicBezTo>
                <a:cubicBezTo>
                  <a:pt x="920776" y="64008"/>
                  <a:pt x="922823" y="67424"/>
                  <a:pt x="922823" y="78579"/>
                </a:cubicBezTo>
                <a:lnTo>
                  <a:pt x="922823" y="135057"/>
                </a:lnTo>
                <a:cubicBezTo>
                  <a:pt x="922823" y="148037"/>
                  <a:pt x="920318" y="151223"/>
                  <a:pt x="908704" y="152134"/>
                </a:cubicBezTo>
                <a:lnTo>
                  <a:pt x="908704" y="155550"/>
                </a:lnTo>
                <a:lnTo>
                  <a:pt x="956987" y="155550"/>
                </a:lnTo>
                <a:lnTo>
                  <a:pt x="956987" y="152134"/>
                </a:lnTo>
                <a:cubicBezTo>
                  <a:pt x="945370" y="151223"/>
                  <a:pt x="941954" y="148492"/>
                  <a:pt x="941954" y="140294"/>
                </a:cubicBezTo>
                <a:lnTo>
                  <a:pt x="941954" y="76303"/>
                </a:lnTo>
                <a:cubicBezTo>
                  <a:pt x="952887" y="66055"/>
                  <a:pt x="957898" y="63324"/>
                  <a:pt x="965414" y="63324"/>
                </a:cubicBezTo>
                <a:cubicBezTo>
                  <a:pt x="976573" y="63324"/>
                  <a:pt x="982039" y="70382"/>
                  <a:pt x="982039" y="85412"/>
                </a:cubicBezTo>
                <a:lnTo>
                  <a:pt x="982039" y="133007"/>
                </a:lnTo>
                <a:cubicBezTo>
                  <a:pt x="982039" y="147352"/>
                  <a:pt x="979079" y="151223"/>
                  <a:pt x="967691" y="152134"/>
                </a:cubicBezTo>
                <a:lnTo>
                  <a:pt x="967691" y="155550"/>
                </a:lnTo>
                <a:lnTo>
                  <a:pt x="1015063" y="155550"/>
                </a:lnTo>
                <a:lnTo>
                  <a:pt x="1015063" y="152134"/>
                </a:lnTo>
                <a:cubicBezTo>
                  <a:pt x="1003901" y="150998"/>
                  <a:pt x="1001170" y="148263"/>
                  <a:pt x="1001170" y="137107"/>
                </a:cubicBezTo>
                <a:lnTo>
                  <a:pt x="1001170" y="84956"/>
                </a:lnTo>
                <a:cubicBezTo>
                  <a:pt x="1001170" y="63553"/>
                  <a:pt x="991148" y="50796"/>
                  <a:pt x="974297" y="50796"/>
                </a:cubicBezTo>
                <a:cubicBezTo>
                  <a:pt x="963819" y="50796"/>
                  <a:pt x="956758" y="54671"/>
                  <a:pt x="941273" y="69245"/>
                </a:cubicBezTo>
                <a:lnTo>
                  <a:pt x="941273" y="51255"/>
                </a:lnTo>
                <a:lnTo>
                  <a:pt x="939678" y="50796"/>
                </a:lnTo>
                <a:cubicBezTo>
                  <a:pt x="928519" y="54897"/>
                  <a:pt x="920776" y="57402"/>
                  <a:pt x="908249" y="61047"/>
                </a:cubicBezTo>
                <a:lnTo>
                  <a:pt x="908249" y="64919"/>
                </a:lnTo>
                <a:close/>
                <a:moveTo>
                  <a:pt x="1096823" y="157774"/>
                </a:moveTo>
                <a:lnTo>
                  <a:pt x="1130302" y="145934"/>
                </a:lnTo>
                <a:lnTo>
                  <a:pt x="1130302" y="142292"/>
                </a:lnTo>
                <a:cubicBezTo>
                  <a:pt x="1126201" y="142518"/>
                  <a:pt x="1125746" y="142518"/>
                  <a:pt x="1125061" y="142518"/>
                </a:cubicBezTo>
                <a:cubicBezTo>
                  <a:pt x="1116864" y="142518"/>
                  <a:pt x="1115043" y="140016"/>
                  <a:pt x="1115043" y="129546"/>
                </a:cubicBezTo>
                <a:lnTo>
                  <a:pt x="1115043" y="466"/>
                </a:lnTo>
                <a:lnTo>
                  <a:pt x="1113903" y="10"/>
                </a:lnTo>
                <a:cubicBezTo>
                  <a:pt x="1102970" y="3882"/>
                  <a:pt x="1095002" y="6158"/>
                  <a:pt x="1080423" y="10033"/>
                </a:cubicBezTo>
                <a:lnTo>
                  <a:pt x="1080423" y="13675"/>
                </a:lnTo>
                <a:cubicBezTo>
                  <a:pt x="1082248" y="13449"/>
                  <a:pt x="1083614" y="13449"/>
                  <a:pt x="1085435" y="13449"/>
                </a:cubicBezTo>
                <a:cubicBezTo>
                  <a:pt x="1093862" y="13449"/>
                  <a:pt x="1095912" y="15725"/>
                  <a:pt x="1095912" y="25063"/>
                </a:cubicBezTo>
                <a:lnTo>
                  <a:pt x="1095912" y="60589"/>
                </a:lnTo>
                <a:cubicBezTo>
                  <a:pt x="1087256" y="53301"/>
                  <a:pt x="1081108" y="50796"/>
                  <a:pt x="1071996" y="50796"/>
                </a:cubicBezTo>
                <a:cubicBezTo>
                  <a:pt x="1045808" y="50796"/>
                  <a:pt x="1024627" y="76519"/>
                  <a:pt x="1024627" y="108837"/>
                </a:cubicBezTo>
                <a:cubicBezTo>
                  <a:pt x="1024627" y="137966"/>
                  <a:pt x="1041707" y="157774"/>
                  <a:pt x="1066759" y="157774"/>
                </a:cubicBezTo>
                <a:cubicBezTo>
                  <a:pt x="1079513" y="157774"/>
                  <a:pt x="1088170" y="153222"/>
                  <a:pt x="1095912" y="142518"/>
                </a:cubicBezTo>
                <a:lnTo>
                  <a:pt x="1095912" y="157093"/>
                </a:lnTo>
                <a:lnTo>
                  <a:pt x="1096823" y="157774"/>
                </a:lnTo>
                <a:moveTo>
                  <a:pt x="1095912" y="132277"/>
                </a:moveTo>
                <a:cubicBezTo>
                  <a:pt x="1095912" y="133872"/>
                  <a:pt x="1094317" y="136604"/>
                  <a:pt x="1092041" y="139106"/>
                </a:cubicBezTo>
                <a:cubicBezTo>
                  <a:pt x="1087940" y="143658"/>
                  <a:pt x="1082248" y="145934"/>
                  <a:pt x="1075642" y="145934"/>
                </a:cubicBezTo>
                <a:cubicBezTo>
                  <a:pt x="1056740" y="145934"/>
                  <a:pt x="1044213" y="127725"/>
                  <a:pt x="1044213" y="99733"/>
                </a:cubicBezTo>
                <a:cubicBezTo>
                  <a:pt x="1044213" y="74017"/>
                  <a:pt x="1055371" y="57176"/>
                  <a:pt x="1072681" y="57176"/>
                </a:cubicBezTo>
                <a:cubicBezTo>
                  <a:pt x="1084753" y="57176"/>
                  <a:pt x="1095912" y="67869"/>
                  <a:pt x="1095912" y="79931"/>
                </a:cubicBezTo>
                <a:lnTo>
                  <a:pt x="1095912" y="132277"/>
                </a:lnTo>
                <a:close/>
                <a:moveTo>
                  <a:pt x="1141231" y="97057"/>
                </a:moveTo>
                <a:lnTo>
                  <a:pt x="1141231" y="111405"/>
                </a:lnTo>
                <a:lnTo>
                  <a:pt x="1197257" y="111405"/>
                </a:lnTo>
                <a:lnTo>
                  <a:pt x="1197257" y="97057"/>
                </a:lnTo>
                <a:lnTo>
                  <a:pt x="1141231" y="97057"/>
                </a:lnTo>
                <a:close/>
                <a:moveTo>
                  <a:pt x="1266264" y="53020"/>
                </a:moveTo>
                <a:lnTo>
                  <a:pt x="1243262" y="53020"/>
                </a:lnTo>
                <a:lnTo>
                  <a:pt x="1243262" y="26602"/>
                </a:lnTo>
                <a:cubicBezTo>
                  <a:pt x="1243262" y="24326"/>
                  <a:pt x="1243037" y="23641"/>
                  <a:pt x="1241667" y="23641"/>
                </a:cubicBezTo>
                <a:cubicBezTo>
                  <a:pt x="1240076" y="25692"/>
                  <a:pt x="1238707" y="27742"/>
                  <a:pt x="1237115" y="30018"/>
                </a:cubicBezTo>
                <a:cubicBezTo>
                  <a:pt x="1228458" y="42546"/>
                  <a:pt x="1218665" y="53479"/>
                  <a:pt x="1215024" y="54389"/>
                </a:cubicBezTo>
                <a:cubicBezTo>
                  <a:pt x="1212518" y="55981"/>
                  <a:pt x="1211149" y="57576"/>
                  <a:pt x="1211149" y="58716"/>
                </a:cubicBezTo>
                <a:cubicBezTo>
                  <a:pt x="1211149" y="59400"/>
                  <a:pt x="1211378" y="59856"/>
                  <a:pt x="1212063" y="60311"/>
                </a:cubicBezTo>
                <a:lnTo>
                  <a:pt x="1224132" y="60311"/>
                </a:lnTo>
                <a:lnTo>
                  <a:pt x="1224132" y="128854"/>
                </a:lnTo>
                <a:cubicBezTo>
                  <a:pt x="1224132" y="147981"/>
                  <a:pt x="1230964" y="157774"/>
                  <a:pt x="1244402" y="157774"/>
                </a:cubicBezTo>
                <a:cubicBezTo>
                  <a:pt x="1255561" y="157774"/>
                  <a:pt x="1264214" y="152311"/>
                  <a:pt x="1271731" y="140468"/>
                </a:cubicBezTo>
                <a:lnTo>
                  <a:pt x="1268770" y="137962"/>
                </a:lnTo>
                <a:cubicBezTo>
                  <a:pt x="1263988" y="143655"/>
                  <a:pt x="1260117" y="145934"/>
                  <a:pt x="1255106" y="145934"/>
                </a:cubicBezTo>
                <a:cubicBezTo>
                  <a:pt x="1246678" y="145934"/>
                  <a:pt x="1243262" y="139783"/>
                  <a:pt x="1243262" y="125438"/>
                </a:cubicBezTo>
                <a:lnTo>
                  <a:pt x="1243262" y="60311"/>
                </a:lnTo>
                <a:lnTo>
                  <a:pt x="1266264" y="60311"/>
                </a:lnTo>
                <a:lnTo>
                  <a:pt x="1266264" y="53020"/>
                </a:lnTo>
                <a:close/>
                <a:moveTo>
                  <a:pt x="1328441" y="50796"/>
                </a:moveTo>
                <a:cubicBezTo>
                  <a:pt x="1298833" y="50796"/>
                  <a:pt x="1278108" y="72651"/>
                  <a:pt x="1278108" y="104059"/>
                </a:cubicBezTo>
                <a:cubicBezTo>
                  <a:pt x="1278108" y="134783"/>
                  <a:pt x="1299288" y="157774"/>
                  <a:pt x="1327982" y="157774"/>
                </a:cubicBezTo>
                <a:cubicBezTo>
                  <a:pt x="1356680" y="157774"/>
                  <a:pt x="1378542" y="133646"/>
                  <a:pt x="1378542" y="102238"/>
                </a:cubicBezTo>
                <a:cubicBezTo>
                  <a:pt x="1378542" y="72422"/>
                  <a:pt x="1357591" y="50796"/>
                  <a:pt x="1328441" y="50796"/>
                </a:cubicBezTo>
                <a:moveTo>
                  <a:pt x="1325480" y="57176"/>
                </a:moveTo>
                <a:cubicBezTo>
                  <a:pt x="1344611" y="57176"/>
                  <a:pt x="1358046" y="79024"/>
                  <a:pt x="1358046" y="110203"/>
                </a:cubicBezTo>
                <a:cubicBezTo>
                  <a:pt x="1358046" y="135922"/>
                  <a:pt x="1347798" y="151397"/>
                  <a:pt x="1330717" y="151397"/>
                </a:cubicBezTo>
                <a:cubicBezTo>
                  <a:pt x="1321835" y="151397"/>
                  <a:pt x="1313408" y="145938"/>
                  <a:pt x="1308626" y="136833"/>
                </a:cubicBezTo>
                <a:cubicBezTo>
                  <a:pt x="1302249" y="124997"/>
                  <a:pt x="1298604" y="109067"/>
                  <a:pt x="1298604" y="92907"/>
                </a:cubicBezTo>
                <a:cubicBezTo>
                  <a:pt x="1298604" y="71285"/>
                  <a:pt x="1309307" y="57176"/>
                  <a:pt x="1325480" y="57176"/>
                </a:cubicBezTo>
                <a:close/>
                <a:moveTo>
                  <a:pt x="1394256" y="97057"/>
                </a:moveTo>
                <a:lnTo>
                  <a:pt x="1394256" y="111405"/>
                </a:lnTo>
                <a:lnTo>
                  <a:pt x="1450282" y="111405"/>
                </a:lnTo>
                <a:lnTo>
                  <a:pt x="1450282" y="97057"/>
                </a:lnTo>
                <a:lnTo>
                  <a:pt x="1394256" y="97057"/>
                </a:lnTo>
                <a:close/>
                <a:moveTo>
                  <a:pt x="1554135" y="118137"/>
                </a:moveTo>
                <a:cubicBezTo>
                  <a:pt x="1543205" y="135453"/>
                  <a:pt x="1533409" y="142063"/>
                  <a:pt x="1518834" y="142063"/>
                </a:cubicBezTo>
                <a:cubicBezTo>
                  <a:pt x="1505855" y="142063"/>
                  <a:pt x="1496062" y="135453"/>
                  <a:pt x="1489456" y="122467"/>
                </a:cubicBezTo>
                <a:cubicBezTo>
                  <a:pt x="1485355" y="113807"/>
                  <a:pt x="1483763" y="106287"/>
                  <a:pt x="1483308" y="92386"/>
                </a:cubicBezTo>
                <a:lnTo>
                  <a:pt x="1553454" y="92386"/>
                </a:lnTo>
                <a:cubicBezTo>
                  <a:pt x="1551629" y="77610"/>
                  <a:pt x="1549353" y="71028"/>
                  <a:pt x="1543661" y="63765"/>
                </a:cubicBezTo>
                <a:cubicBezTo>
                  <a:pt x="1536825" y="55581"/>
                  <a:pt x="1526351" y="50796"/>
                  <a:pt x="1514508" y="50796"/>
                </a:cubicBezTo>
                <a:cubicBezTo>
                  <a:pt x="1503120" y="50796"/>
                  <a:pt x="1492416" y="54897"/>
                  <a:pt x="1483763" y="62629"/>
                </a:cubicBezTo>
                <a:cubicBezTo>
                  <a:pt x="1473057" y="71935"/>
                  <a:pt x="1466909" y="88060"/>
                  <a:pt x="1466909" y="106742"/>
                </a:cubicBezTo>
                <a:cubicBezTo>
                  <a:pt x="1466909" y="138188"/>
                  <a:pt x="1483308" y="157774"/>
                  <a:pt x="1509497" y="157774"/>
                </a:cubicBezTo>
                <a:cubicBezTo>
                  <a:pt x="1531133" y="157774"/>
                  <a:pt x="1548213" y="144339"/>
                  <a:pt x="1557780" y="119732"/>
                </a:cubicBezTo>
                <a:lnTo>
                  <a:pt x="1554135" y="118137"/>
                </a:lnTo>
                <a:moveTo>
                  <a:pt x="1483763" y="85099"/>
                </a:moveTo>
                <a:cubicBezTo>
                  <a:pt x="1486266" y="67397"/>
                  <a:pt x="1494012" y="58997"/>
                  <a:pt x="1507902" y="58997"/>
                </a:cubicBezTo>
                <a:cubicBezTo>
                  <a:pt x="1521795" y="58997"/>
                  <a:pt x="1527262" y="65353"/>
                  <a:pt x="1530222" y="85099"/>
                </a:cubicBezTo>
                <a:lnTo>
                  <a:pt x="1483763" y="85099"/>
                </a:lnTo>
                <a:close/>
                <a:moveTo>
                  <a:pt x="1565978" y="64919"/>
                </a:moveTo>
                <a:cubicBezTo>
                  <a:pt x="1567344" y="64234"/>
                  <a:pt x="1569623" y="64008"/>
                  <a:pt x="1572129" y="64008"/>
                </a:cubicBezTo>
                <a:cubicBezTo>
                  <a:pt x="1578506" y="64008"/>
                  <a:pt x="1580553" y="67424"/>
                  <a:pt x="1580553" y="78579"/>
                </a:cubicBezTo>
                <a:lnTo>
                  <a:pt x="1580553" y="135057"/>
                </a:lnTo>
                <a:cubicBezTo>
                  <a:pt x="1580553" y="148037"/>
                  <a:pt x="1578047" y="151223"/>
                  <a:pt x="1566433" y="152134"/>
                </a:cubicBezTo>
                <a:lnTo>
                  <a:pt x="1566433" y="155550"/>
                </a:lnTo>
                <a:lnTo>
                  <a:pt x="1614716" y="155550"/>
                </a:lnTo>
                <a:lnTo>
                  <a:pt x="1614716" y="152134"/>
                </a:lnTo>
                <a:cubicBezTo>
                  <a:pt x="1603099" y="151223"/>
                  <a:pt x="1599683" y="148492"/>
                  <a:pt x="1599683" y="140294"/>
                </a:cubicBezTo>
                <a:lnTo>
                  <a:pt x="1599683" y="76303"/>
                </a:lnTo>
                <a:cubicBezTo>
                  <a:pt x="1610616" y="66055"/>
                  <a:pt x="1615627" y="63324"/>
                  <a:pt x="1623144" y="63324"/>
                </a:cubicBezTo>
                <a:cubicBezTo>
                  <a:pt x="1634302" y="63324"/>
                  <a:pt x="1639769" y="70382"/>
                  <a:pt x="1639769" y="85412"/>
                </a:cubicBezTo>
                <a:lnTo>
                  <a:pt x="1639769" y="133007"/>
                </a:lnTo>
                <a:cubicBezTo>
                  <a:pt x="1639769" y="147352"/>
                  <a:pt x="1636808" y="151223"/>
                  <a:pt x="1625420" y="152134"/>
                </a:cubicBezTo>
                <a:lnTo>
                  <a:pt x="1625420" y="155550"/>
                </a:lnTo>
                <a:lnTo>
                  <a:pt x="1672793" y="155550"/>
                </a:lnTo>
                <a:lnTo>
                  <a:pt x="1672793" y="152134"/>
                </a:lnTo>
                <a:cubicBezTo>
                  <a:pt x="1661631" y="150998"/>
                  <a:pt x="1658899" y="148263"/>
                  <a:pt x="1658899" y="137107"/>
                </a:cubicBezTo>
                <a:lnTo>
                  <a:pt x="1658899" y="84956"/>
                </a:lnTo>
                <a:cubicBezTo>
                  <a:pt x="1658899" y="63553"/>
                  <a:pt x="1648877" y="50796"/>
                  <a:pt x="1632026" y="50796"/>
                </a:cubicBezTo>
                <a:cubicBezTo>
                  <a:pt x="1621549" y="50796"/>
                  <a:pt x="1614487" y="54671"/>
                  <a:pt x="1599002" y="69245"/>
                </a:cubicBezTo>
                <a:lnTo>
                  <a:pt x="1599002" y="51255"/>
                </a:lnTo>
                <a:lnTo>
                  <a:pt x="1597407" y="50796"/>
                </a:lnTo>
                <a:cubicBezTo>
                  <a:pt x="1586248" y="54897"/>
                  <a:pt x="1578506" y="57402"/>
                  <a:pt x="1565978" y="61047"/>
                </a:cubicBezTo>
                <a:lnTo>
                  <a:pt x="1565978" y="64919"/>
                </a:lnTo>
                <a:close/>
                <a:moveTo>
                  <a:pt x="1754552" y="157774"/>
                </a:moveTo>
                <a:lnTo>
                  <a:pt x="1788031" y="145934"/>
                </a:lnTo>
                <a:lnTo>
                  <a:pt x="1788031" y="142292"/>
                </a:lnTo>
                <a:cubicBezTo>
                  <a:pt x="1783931" y="142518"/>
                  <a:pt x="1783475" y="142518"/>
                  <a:pt x="1782791" y="142518"/>
                </a:cubicBezTo>
                <a:cubicBezTo>
                  <a:pt x="1774593" y="142518"/>
                  <a:pt x="1772772" y="140016"/>
                  <a:pt x="1772772" y="129546"/>
                </a:cubicBezTo>
                <a:lnTo>
                  <a:pt x="1772772" y="466"/>
                </a:lnTo>
                <a:lnTo>
                  <a:pt x="1771632" y="10"/>
                </a:lnTo>
                <a:cubicBezTo>
                  <a:pt x="1760699" y="3882"/>
                  <a:pt x="1752731" y="6158"/>
                  <a:pt x="1738153" y="10033"/>
                </a:cubicBezTo>
                <a:lnTo>
                  <a:pt x="1738153" y="13675"/>
                </a:lnTo>
                <a:cubicBezTo>
                  <a:pt x="1739977" y="13449"/>
                  <a:pt x="1741343" y="13449"/>
                  <a:pt x="1743164" y="13449"/>
                </a:cubicBezTo>
                <a:cubicBezTo>
                  <a:pt x="1751591" y="13449"/>
                  <a:pt x="1753641" y="15725"/>
                  <a:pt x="1753641" y="25063"/>
                </a:cubicBezTo>
                <a:lnTo>
                  <a:pt x="1753641" y="60589"/>
                </a:lnTo>
                <a:cubicBezTo>
                  <a:pt x="1744985" y="53301"/>
                  <a:pt x="1738837" y="50796"/>
                  <a:pt x="1729726" y="50796"/>
                </a:cubicBezTo>
                <a:cubicBezTo>
                  <a:pt x="1703537" y="50796"/>
                  <a:pt x="1682356" y="76519"/>
                  <a:pt x="1682356" y="108837"/>
                </a:cubicBezTo>
                <a:cubicBezTo>
                  <a:pt x="1682356" y="137966"/>
                  <a:pt x="1699436" y="157774"/>
                  <a:pt x="1724489" y="157774"/>
                </a:cubicBezTo>
                <a:cubicBezTo>
                  <a:pt x="1737242" y="157774"/>
                  <a:pt x="1745899" y="153222"/>
                  <a:pt x="1753641" y="142518"/>
                </a:cubicBezTo>
                <a:lnTo>
                  <a:pt x="1753641" y="157093"/>
                </a:lnTo>
                <a:lnTo>
                  <a:pt x="1754552" y="157774"/>
                </a:lnTo>
                <a:moveTo>
                  <a:pt x="1753641" y="132277"/>
                </a:moveTo>
                <a:cubicBezTo>
                  <a:pt x="1753641" y="133872"/>
                  <a:pt x="1752046" y="136604"/>
                  <a:pt x="1749770" y="139106"/>
                </a:cubicBezTo>
                <a:cubicBezTo>
                  <a:pt x="1745669" y="143658"/>
                  <a:pt x="1739977" y="145934"/>
                  <a:pt x="1733371" y="145934"/>
                </a:cubicBezTo>
                <a:cubicBezTo>
                  <a:pt x="1714470" y="145934"/>
                  <a:pt x="1701942" y="127725"/>
                  <a:pt x="1701942" y="99733"/>
                </a:cubicBezTo>
                <a:cubicBezTo>
                  <a:pt x="1701942" y="74017"/>
                  <a:pt x="1713101" y="57176"/>
                  <a:pt x="1730410" y="57176"/>
                </a:cubicBezTo>
                <a:cubicBezTo>
                  <a:pt x="1742483" y="57176"/>
                  <a:pt x="1753641" y="67869"/>
                  <a:pt x="1753641" y="79931"/>
                </a:cubicBezTo>
                <a:lnTo>
                  <a:pt x="1753641" y="132277"/>
                </a:lnTo>
                <a:close/>
                <a:moveTo>
                  <a:pt x="1926954" y="53020"/>
                </a:moveTo>
                <a:lnTo>
                  <a:pt x="1903952" y="53020"/>
                </a:lnTo>
                <a:lnTo>
                  <a:pt x="1903952" y="26602"/>
                </a:lnTo>
                <a:cubicBezTo>
                  <a:pt x="1903952" y="24326"/>
                  <a:pt x="1903726" y="23641"/>
                  <a:pt x="1902357" y="23641"/>
                </a:cubicBezTo>
                <a:cubicBezTo>
                  <a:pt x="1900766" y="25692"/>
                  <a:pt x="1899396" y="27742"/>
                  <a:pt x="1897805" y="30018"/>
                </a:cubicBezTo>
                <a:cubicBezTo>
                  <a:pt x="1889148" y="42546"/>
                  <a:pt x="1879355" y="53479"/>
                  <a:pt x="1875713" y="54389"/>
                </a:cubicBezTo>
                <a:cubicBezTo>
                  <a:pt x="1873208" y="55981"/>
                  <a:pt x="1871839" y="57576"/>
                  <a:pt x="1871839" y="58716"/>
                </a:cubicBezTo>
                <a:cubicBezTo>
                  <a:pt x="1871839" y="59400"/>
                  <a:pt x="1872068" y="59856"/>
                  <a:pt x="1872753" y="60311"/>
                </a:cubicBezTo>
                <a:lnTo>
                  <a:pt x="1884822" y="60311"/>
                </a:lnTo>
                <a:lnTo>
                  <a:pt x="1884822" y="128854"/>
                </a:lnTo>
                <a:cubicBezTo>
                  <a:pt x="1884822" y="147981"/>
                  <a:pt x="1891654" y="157774"/>
                  <a:pt x="1905092" y="157774"/>
                </a:cubicBezTo>
                <a:cubicBezTo>
                  <a:pt x="1916251" y="157774"/>
                  <a:pt x="1924904" y="152311"/>
                  <a:pt x="1932420" y="140468"/>
                </a:cubicBezTo>
                <a:lnTo>
                  <a:pt x="1929460" y="137962"/>
                </a:lnTo>
                <a:cubicBezTo>
                  <a:pt x="1924678" y="143655"/>
                  <a:pt x="1920807" y="145934"/>
                  <a:pt x="1915795" y="145934"/>
                </a:cubicBezTo>
                <a:cubicBezTo>
                  <a:pt x="1907368" y="145934"/>
                  <a:pt x="1903952" y="139783"/>
                  <a:pt x="1903952" y="125438"/>
                </a:cubicBezTo>
                <a:lnTo>
                  <a:pt x="1903952" y="60311"/>
                </a:lnTo>
                <a:lnTo>
                  <a:pt x="1926954" y="60311"/>
                </a:lnTo>
                <a:lnTo>
                  <a:pt x="1926954" y="53020"/>
                </a:lnTo>
                <a:close/>
                <a:moveTo>
                  <a:pt x="1933786" y="66740"/>
                </a:moveTo>
                <a:cubicBezTo>
                  <a:pt x="1936976" y="66055"/>
                  <a:pt x="1939027" y="65826"/>
                  <a:pt x="1941758" y="65826"/>
                </a:cubicBezTo>
                <a:cubicBezTo>
                  <a:pt x="1947450" y="65826"/>
                  <a:pt x="1949501" y="69471"/>
                  <a:pt x="1949501" y="79490"/>
                </a:cubicBezTo>
                <a:lnTo>
                  <a:pt x="1949501" y="136423"/>
                </a:lnTo>
                <a:cubicBezTo>
                  <a:pt x="1949501" y="147807"/>
                  <a:pt x="1947906" y="149402"/>
                  <a:pt x="1933331" y="152134"/>
                </a:cubicBezTo>
                <a:lnTo>
                  <a:pt x="1933331" y="155550"/>
                </a:lnTo>
                <a:lnTo>
                  <a:pt x="1987991" y="155550"/>
                </a:lnTo>
                <a:lnTo>
                  <a:pt x="1987991" y="152134"/>
                </a:lnTo>
                <a:cubicBezTo>
                  <a:pt x="1972503" y="151453"/>
                  <a:pt x="1968631" y="148037"/>
                  <a:pt x="1968631" y="135057"/>
                </a:cubicBezTo>
                <a:lnTo>
                  <a:pt x="1968631" y="83816"/>
                </a:lnTo>
                <a:cubicBezTo>
                  <a:pt x="1968631" y="76529"/>
                  <a:pt x="1978424" y="65145"/>
                  <a:pt x="1984575" y="65145"/>
                </a:cubicBezTo>
                <a:cubicBezTo>
                  <a:pt x="1985941" y="65145"/>
                  <a:pt x="1987991" y="66284"/>
                  <a:pt x="1990497" y="68561"/>
                </a:cubicBezTo>
                <a:cubicBezTo>
                  <a:pt x="1994139" y="71747"/>
                  <a:pt x="1996644" y="73113"/>
                  <a:pt x="1999605" y="73113"/>
                </a:cubicBezTo>
                <a:cubicBezTo>
                  <a:pt x="2005071" y="73113"/>
                  <a:pt x="2008487" y="69242"/>
                  <a:pt x="2008487" y="62868"/>
                </a:cubicBezTo>
                <a:cubicBezTo>
                  <a:pt x="2008487" y="55352"/>
                  <a:pt x="2003706" y="50796"/>
                  <a:pt x="1995963" y="50796"/>
                </a:cubicBezTo>
                <a:cubicBezTo>
                  <a:pt x="1986396" y="50796"/>
                  <a:pt x="1979793" y="56036"/>
                  <a:pt x="1968631" y="72203"/>
                </a:cubicBezTo>
                <a:lnTo>
                  <a:pt x="1968631" y="51255"/>
                </a:lnTo>
                <a:lnTo>
                  <a:pt x="1967495" y="50796"/>
                </a:lnTo>
                <a:cubicBezTo>
                  <a:pt x="1955422" y="55807"/>
                  <a:pt x="1947225" y="58768"/>
                  <a:pt x="1933786" y="63094"/>
                </a:cubicBezTo>
                <a:lnTo>
                  <a:pt x="1933786" y="66740"/>
                </a:lnTo>
                <a:close/>
                <a:moveTo>
                  <a:pt x="2108694" y="140471"/>
                </a:moveTo>
                <a:cubicBezTo>
                  <a:pt x="2104823" y="143655"/>
                  <a:pt x="2102092" y="144794"/>
                  <a:pt x="2098675" y="144794"/>
                </a:cubicBezTo>
                <a:cubicBezTo>
                  <a:pt x="2093438" y="144794"/>
                  <a:pt x="2091843" y="141608"/>
                  <a:pt x="2091843" y="131596"/>
                </a:cubicBezTo>
                <a:lnTo>
                  <a:pt x="2091843" y="87215"/>
                </a:lnTo>
                <a:cubicBezTo>
                  <a:pt x="2091843" y="75379"/>
                  <a:pt x="2090704" y="68780"/>
                  <a:pt x="2087287" y="63317"/>
                </a:cubicBezTo>
                <a:cubicBezTo>
                  <a:pt x="2082276" y="55126"/>
                  <a:pt x="2072483" y="50796"/>
                  <a:pt x="2059049" y="50796"/>
                </a:cubicBezTo>
                <a:cubicBezTo>
                  <a:pt x="2037638" y="50796"/>
                  <a:pt x="2020788" y="61951"/>
                  <a:pt x="2020788" y="76289"/>
                </a:cubicBezTo>
                <a:cubicBezTo>
                  <a:pt x="2020788" y="81526"/>
                  <a:pt x="2025340" y="86075"/>
                  <a:pt x="2030580" y="86075"/>
                </a:cubicBezTo>
                <a:cubicBezTo>
                  <a:pt x="2036043" y="86075"/>
                  <a:pt x="2040829" y="81526"/>
                  <a:pt x="2040829" y="76519"/>
                </a:cubicBezTo>
                <a:cubicBezTo>
                  <a:pt x="2040829" y="75608"/>
                  <a:pt x="2040599" y="74468"/>
                  <a:pt x="2040373" y="72877"/>
                </a:cubicBezTo>
                <a:cubicBezTo>
                  <a:pt x="2039918" y="70830"/>
                  <a:pt x="2039689" y="69009"/>
                  <a:pt x="2039689" y="67414"/>
                </a:cubicBezTo>
                <a:cubicBezTo>
                  <a:pt x="2039689" y="61270"/>
                  <a:pt x="2046976" y="56262"/>
                  <a:pt x="2056088" y="56262"/>
                </a:cubicBezTo>
                <a:cubicBezTo>
                  <a:pt x="2067246" y="56262"/>
                  <a:pt x="2073394" y="62861"/>
                  <a:pt x="2073394" y="75153"/>
                </a:cubicBezTo>
                <a:lnTo>
                  <a:pt x="2073394" y="89036"/>
                </a:lnTo>
                <a:cubicBezTo>
                  <a:pt x="2038323" y="103145"/>
                  <a:pt x="2034452" y="104966"/>
                  <a:pt x="2024659" y="113616"/>
                </a:cubicBezTo>
                <a:cubicBezTo>
                  <a:pt x="2019648" y="118168"/>
                  <a:pt x="2016458" y="125904"/>
                  <a:pt x="2016458" y="133413"/>
                </a:cubicBezTo>
                <a:cubicBezTo>
                  <a:pt x="2016458" y="147755"/>
                  <a:pt x="2026480" y="157774"/>
                  <a:pt x="2040373" y="157774"/>
                </a:cubicBezTo>
                <a:cubicBezTo>
                  <a:pt x="2050392" y="157774"/>
                  <a:pt x="2059730" y="152992"/>
                  <a:pt x="2073623" y="141149"/>
                </a:cubicBezTo>
                <a:cubicBezTo>
                  <a:pt x="2074763" y="152992"/>
                  <a:pt x="2078860" y="157774"/>
                  <a:pt x="2088198" y="157774"/>
                </a:cubicBezTo>
                <a:cubicBezTo>
                  <a:pt x="2095941" y="157774"/>
                  <a:pt x="2100726" y="155043"/>
                  <a:pt x="2108694" y="146390"/>
                </a:cubicBezTo>
                <a:lnTo>
                  <a:pt x="2108694" y="140471"/>
                </a:lnTo>
                <a:moveTo>
                  <a:pt x="2073394" y="127485"/>
                </a:moveTo>
                <a:cubicBezTo>
                  <a:pt x="2073394" y="134546"/>
                  <a:pt x="2072258" y="136597"/>
                  <a:pt x="2067472" y="139328"/>
                </a:cubicBezTo>
                <a:cubicBezTo>
                  <a:pt x="2062009" y="142518"/>
                  <a:pt x="2055633" y="144565"/>
                  <a:pt x="2050847" y="144565"/>
                </a:cubicBezTo>
                <a:cubicBezTo>
                  <a:pt x="2042879" y="144565"/>
                  <a:pt x="2036502" y="136823"/>
                  <a:pt x="2036502" y="127030"/>
                </a:cubicBezTo>
                <a:lnTo>
                  <a:pt x="2036502" y="126119"/>
                </a:lnTo>
                <a:cubicBezTo>
                  <a:pt x="2036502" y="112681"/>
                  <a:pt x="2045836" y="104483"/>
                  <a:pt x="2073394" y="94461"/>
                </a:cubicBezTo>
                <a:lnTo>
                  <a:pt x="2073394" y="127485"/>
                </a:lnTo>
                <a:close/>
                <a:moveTo>
                  <a:pt x="2112795" y="64919"/>
                </a:moveTo>
                <a:cubicBezTo>
                  <a:pt x="2114161" y="64234"/>
                  <a:pt x="2116440" y="64008"/>
                  <a:pt x="2118946" y="64008"/>
                </a:cubicBezTo>
                <a:cubicBezTo>
                  <a:pt x="2125323" y="64008"/>
                  <a:pt x="2127370" y="67424"/>
                  <a:pt x="2127370" y="78579"/>
                </a:cubicBezTo>
                <a:lnTo>
                  <a:pt x="2127370" y="135057"/>
                </a:lnTo>
                <a:cubicBezTo>
                  <a:pt x="2127370" y="148037"/>
                  <a:pt x="2124864" y="151223"/>
                  <a:pt x="2113250" y="152134"/>
                </a:cubicBezTo>
                <a:lnTo>
                  <a:pt x="2113250" y="155550"/>
                </a:lnTo>
                <a:lnTo>
                  <a:pt x="2161534" y="155550"/>
                </a:lnTo>
                <a:lnTo>
                  <a:pt x="2161534" y="152134"/>
                </a:lnTo>
                <a:cubicBezTo>
                  <a:pt x="2149916" y="151223"/>
                  <a:pt x="2146500" y="148492"/>
                  <a:pt x="2146500" y="140294"/>
                </a:cubicBezTo>
                <a:lnTo>
                  <a:pt x="2146500" y="76303"/>
                </a:lnTo>
                <a:cubicBezTo>
                  <a:pt x="2157433" y="66055"/>
                  <a:pt x="2162444" y="63324"/>
                  <a:pt x="2169961" y="63324"/>
                </a:cubicBezTo>
                <a:cubicBezTo>
                  <a:pt x="2181119" y="63324"/>
                  <a:pt x="2186586" y="70382"/>
                  <a:pt x="2186586" y="85412"/>
                </a:cubicBezTo>
                <a:lnTo>
                  <a:pt x="2186586" y="133007"/>
                </a:lnTo>
                <a:cubicBezTo>
                  <a:pt x="2186586" y="147352"/>
                  <a:pt x="2183625" y="151223"/>
                  <a:pt x="2172237" y="152134"/>
                </a:cubicBezTo>
                <a:lnTo>
                  <a:pt x="2172237" y="155550"/>
                </a:lnTo>
                <a:lnTo>
                  <a:pt x="2219610" y="155550"/>
                </a:lnTo>
                <a:lnTo>
                  <a:pt x="2219610" y="152134"/>
                </a:lnTo>
                <a:cubicBezTo>
                  <a:pt x="2208448" y="150998"/>
                  <a:pt x="2205716" y="148263"/>
                  <a:pt x="2205716" y="137107"/>
                </a:cubicBezTo>
                <a:lnTo>
                  <a:pt x="2205716" y="84956"/>
                </a:lnTo>
                <a:cubicBezTo>
                  <a:pt x="2205716" y="63553"/>
                  <a:pt x="2195694" y="50796"/>
                  <a:pt x="2178843" y="50796"/>
                </a:cubicBezTo>
                <a:cubicBezTo>
                  <a:pt x="2168366" y="50796"/>
                  <a:pt x="2161304" y="54671"/>
                  <a:pt x="2145819" y="69245"/>
                </a:cubicBezTo>
                <a:lnTo>
                  <a:pt x="2145819" y="51255"/>
                </a:lnTo>
                <a:lnTo>
                  <a:pt x="2144224" y="50796"/>
                </a:lnTo>
                <a:cubicBezTo>
                  <a:pt x="2133065" y="54897"/>
                  <a:pt x="2125323" y="57402"/>
                  <a:pt x="2112795" y="61047"/>
                </a:cubicBezTo>
                <a:lnTo>
                  <a:pt x="2112795" y="64919"/>
                </a:lnTo>
                <a:close/>
                <a:moveTo>
                  <a:pt x="2294763" y="83994"/>
                </a:moveTo>
                <a:lnTo>
                  <a:pt x="2293852" y="53020"/>
                </a:lnTo>
                <a:lnTo>
                  <a:pt x="2291347" y="53020"/>
                </a:lnTo>
                <a:lnTo>
                  <a:pt x="2290892" y="53479"/>
                </a:lnTo>
                <a:cubicBezTo>
                  <a:pt x="2288841" y="55070"/>
                  <a:pt x="2288615" y="55300"/>
                  <a:pt x="2287705" y="55300"/>
                </a:cubicBezTo>
                <a:cubicBezTo>
                  <a:pt x="2286339" y="55300"/>
                  <a:pt x="2284059" y="54844"/>
                  <a:pt x="2281554" y="53705"/>
                </a:cubicBezTo>
                <a:cubicBezTo>
                  <a:pt x="2276543" y="51932"/>
                  <a:pt x="2271535" y="51018"/>
                  <a:pt x="2265613" y="51018"/>
                </a:cubicBezTo>
                <a:cubicBezTo>
                  <a:pt x="2247619" y="51018"/>
                  <a:pt x="2234640" y="62632"/>
                  <a:pt x="2234640" y="79021"/>
                </a:cubicBezTo>
                <a:cubicBezTo>
                  <a:pt x="2234640" y="91764"/>
                  <a:pt x="2241927" y="100869"/>
                  <a:pt x="2261287" y="111795"/>
                </a:cubicBezTo>
                <a:lnTo>
                  <a:pt x="2274496" y="119308"/>
                </a:lnTo>
                <a:cubicBezTo>
                  <a:pt x="2282464" y="123860"/>
                  <a:pt x="2286339" y="129323"/>
                  <a:pt x="2286339" y="136378"/>
                </a:cubicBezTo>
                <a:cubicBezTo>
                  <a:pt x="2286339" y="146393"/>
                  <a:pt x="2279048" y="152766"/>
                  <a:pt x="2267434" y="152766"/>
                </a:cubicBezTo>
                <a:cubicBezTo>
                  <a:pt x="2259692" y="152766"/>
                  <a:pt x="2252630" y="149806"/>
                  <a:pt x="2248304" y="144798"/>
                </a:cubicBezTo>
                <a:cubicBezTo>
                  <a:pt x="2243522" y="139109"/>
                  <a:pt x="2241472" y="133872"/>
                  <a:pt x="2238511" y="120900"/>
                </a:cubicBezTo>
                <a:lnTo>
                  <a:pt x="2234866" y="120900"/>
                </a:lnTo>
                <a:lnTo>
                  <a:pt x="2234866" y="156408"/>
                </a:lnTo>
                <a:lnTo>
                  <a:pt x="2237826" y="156408"/>
                </a:lnTo>
                <a:cubicBezTo>
                  <a:pt x="2239421" y="154132"/>
                  <a:pt x="2240332" y="153677"/>
                  <a:pt x="2243067" y="153677"/>
                </a:cubicBezTo>
                <a:cubicBezTo>
                  <a:pt x="2245117" y="153729"/>
                  <a:pt x="2248304" y="154184"/>
                  <a:pt x="2253541" y="155550"/>
                </a:cubicBezTo>
                <a:cubicBezTo>
                  <a:pt x="2259918" y="156864"/>
                  <a:pt x="2266069" y="157774"/>
                  <a:pt x="2270166" y="157774"/>
                </a:cubicBezTo>
                <a:cubicBezTo>
                  <a:pt x="2287705" y="157774"/>
                  <a:pt x="2302279" y="144572"/>
                  <a:pt x="2302279" y="128639"/>
                </a:cubicBezTo>
                <a:cubicBezTo>
                  <a:pt x="2302279" y="117258"/>
                  <a:pt x="2296813" y="109748"/>
                  <a:pt x="2283149" y="101553"/>
                </a:cubicBezTo>
                <a:lnTo>
                  <a:pt x="2258552" y="86986"/>
                </a:lnTo>
                <a:cubicBezTo>
                  <a:pt x="2252175" y="83344"/>
                  <a:pt x="2248759" y="77655"/>
                  <a:pt x="2248759" y="71508"/>
                </a:cubicBezTo>
                <a:cubicBezTo>
                  <a:pt x="2248759" y="62403"/>
                  <a:pt x="2255821" y="56029"/>
                  <a:pt x="2266295" y="56029"/>
                </a:cubicBezTo>
                <a:cubicBezTo>
                  <a:pt x="2279278" y="56029"/>
                  <a:pt x="2286110" y="63768"/>
                  <a:pt x="2291347" y="84028"/>
                </a:cubicBezTo>
                <a:lnTo>
                  <a:pt x="2294763" y="83994"/>
                </a:lnTo>
                <a:close/>
                <a:moveTo>
                  <a:pt x="2381990" y="53020"/>
                </a:moveTo>
                <a:lnTo>
                  <a:pt x="2353977" y="53020"/>
                </a:lnTo>
                <a:lnTo>
                  <a:pt x="2353977" y="26679"/>
                </a:lnTo>
                <a:cubicBezTo>
                  <a:pt x="2353977" y="13504"/>
                  <a:pt x="2358303" y="6467"/>
                  <a:pt x="2366960" y="6467"/>
                </a:cubicBezTo>
                <a:cubicBezTo>
                  <a:pt x="2371742" y="6467"/>
                  <a:pt x="2374932" y="8736"/>
                  <a:pt x="2379029" y="15322"/>
                </a:cubicBezTo>
                <a:cubicBezTo>
                  <a:pt x="2382674" y="21226"/>
                  <a:pt x="2385406" y="23499"/>
                  <a:pt x="2389277" y="23499"/>
                </a:cubicBezTo>
                <a:cubicBezTo>
                  <a:pt x="2394518" y="23499"/>
                  <a:pt x="2398844" y="19409"/>
                  <a:pt x="2398844" y="14185"/>
                </a:cubicBezTo>
                <a:cubicBezTo>
                  <a:pt x="2398844" y="6008"/>
                  <a:pt x="2388822" y="87"/>
                  <a:pt x="2375158" y="87"/>
                </a:cubicBezTo>
                <a:cubicBezTo>
                  <a:pt x="2361038" y="87"/>
                  <a:pt x="2348966" y="6238"/>
                  <a:pt x="2343044" y="16684"/>
                </a:cubicBezTo>
                <a:cubicBezTo>
                  <a:pt x="2337126" y="26679"/>
                  <a:pt x="2335302" y="34852"/>
                  <a:pt x="2335076" y="53020"/>
                </a:cubicBezTo>
                <a:lnTo>
                  <a:pt x="2316400" y="53020"/>
                </a:lnTo>
                <a:lnTo>
                  <a:pt x="2316400" y="60311"/>
                </a:lnTo>
                <a:lnTo>
                  <a:pt x="2335076" y="60311"/>
                </a:lnTo>
                <a:lnTo>
                  <a:pt x="2335076" y="131857"/>
                </a:lnTo>
                <a:cubicBezTo>
                  <a:pt x="2335076" y="148489"/>
                  <a:pt x="2332570" y="151223"/>
                  <a:pt x="2316171" y="152134"/>
                </a:cubicBezTo>
                <a:lnTo>
                  <a:pt x="2316171" y="155550"/>
                </a:lnTo>
                <a:lnTo>
                  <a:pt x="2375387" y="155550"/>
                </a:lnTo>
                <a:lnTo>
                  <a:pt x="2375387" y="152134"/>
                </a:lnTo>
                <a:cubicBezTo>
                  <a:pt x="2356712" y="151453"/>
                  <a:pt x="2354206" y="148947"/>
                  <a:pt x="2354206" y="131857"/>
                </a:cubicBezTo>
                <a:lnTo>
                  <a:pt x="2354206" y="60311"/>
                </a:lnTo>
                <a:lnTo>
                  <a:pt x="2381990" y="60311"/>
                </a:lnTo>
                <a:lnTo>
                  <a:pt x="2381990" y="53020"/>
                </a:lnTo>
                <a:close/>
                <a:moveTo>
                  <a:pt x="2444394" y="50796"/>
                </a:moveTo>
                <a:cubicBezTo>
                  <a:pt x="2414786" y="50796"/>
                  <a:pt x="2394061" y="72651"/>
                  <a:pt x="2394061" y="104059"/>
                </a:cubicBezTo>
                <a:cubicBezTo>
                  <a:pt x="2394061" y="134783"/>
                  <a:pt x="2415241" y="157774"/>
                  <a:pt x="2443936" y="157774"/>
                </a:cubicBezTo>
                <a:cubicBezTo>
                  <a:pt x="2472633" y="157774"/>
                  <a:pt x="2494495" y="133646"/>
                  <a:pt x="2494495" y="102238"/>
                </a:cubicBezTo>
                <a:cubicBezTo>
                  <a:pt x="2494495" y="72422"/>
                  <a:pt x="2473544" y="50796"/>
                  <a:pt x="2444394" y="50796"/>
                </a:cubicBezTo>
                <a:moveTo>
                  <a:pt x="2441433" y="57176"/>
                </a:moveTo>
                <a:cubicBezTo>
                  <a:pt x="2460564" y="57176"/>
                  <a:pt x="2473999" y="79024"/>
                  <a:pt x="2473999" y="110203"/>
                </a:cubicBezTo>
                <a:cubicBezTo>
                  <a:pt x="2473999" y="135922"/>
                  <a:pt x="2463751" y="151397"/>
                  <a:pt x="2446670" y="151397"/>
                </a:cubicBezTo>
                <a:cubicBezTo>
                  <a:pt x="2437788" y="151397"/>
                  <a:pt x="2429361" y="145938"/>
                  <a:pt x="2424579" y="136833"/>
                </a:cubicBezTo>
                <a:cubicBezTo>
                  <a:pt x="2418202" y="124997"/>
                  <a:pt x="2414557" y="109067"/>
                  <a:pt x="2414557" y="92907"/>
                </a:cubicBezTo>
                <a:cubicBezTo>
                  <a:pt x="2414557" y="71285"/>
                  <a:pt x="2425260" y="57176"/>
                  <a:pt x="2441433" y="57176"/>
                </a:cubicBezTo>
                <a:close/>
                <a:moveTo>
                  <a:pt x="2502922" y="66740"/>
                </a:moveTo>
                <a:cubicBezTo>
                  <a:pt x="2506112" y="66055"/>
                  <a:pt x="2508163" y="65826"/>
                  <a:pt x="2510894" y="65826"/>
                </a:cubicBezTo>
                <a:cubicBezTo>
                  <a:pt x="2516586" y="65826"/>
                  <a:pt x="2518637" y="69471"/>
                  <a:pt x="2518637" y="79490"/>
                </a:cubicBezTo>
                <a:lnTo>
                  <a:pt x="2518637" y="136423"/>
                </a:lnTo>
                <a:cubicBezTo>
                  <a:pt x="2518637" y="147807"/>
                  <a:pt x="2517042" y="149402"/>
                  <a:pt x="2502467" y="152134"/>
                </a:cubicBezTo>
                <a:lnTo>
                  <a:pt x="2502467" y="155550"/>
                </a:lnTo>
                <a:lnTo>
                  <a:pt x="2557127" y="155550"/>
                </a:lnTo>
                <a:lnTo>
                  <a:pt x="2557127" y="152134"/>
                </a:lnTo>
                <a:cubicBezTo>
                  <a:pt x="2541639" y="151453"/>
                  <a:pt x="2537767" y="148037"/>
                  <a:pt x="2537767" y="135057"/>
                </a:cubicBezTo>
                <a:lnTo>
                  <a:pt x="2537767" y="83816"/>
                </a:lnTo>
                <a:cubicBezTo>
                  <a:pt x="2537767" y="76529"/>
                  <a:pt x="2547560" y="65145"/>
                  <a:pt x="2553711" y="65145"/>
                </a:cubicBezTo>
                <a:cubicBezTo>
                  <a:pt x="2555077" y="65145"/>
                  <a:pt x="2557127" y="66284"/>
                  <a:pt x="2559633" y="68561"/>
                </a:cubicBezTo>
                <a:cubicBezTo>
                  <a:pt x="2563275" y="71747"/>
                  <a:pt x="2565780" y="73113"/>
                  <a:pt x="2568741" y="73113"/>
                </a:cubicBezTo>
                <a:cubicBezTo>
                  <a:pt x="2574207" y="73113"/>
                  <a:pt x="2577623" y="69242"/>
                  <a:pt x="2577623" y="62868"/>
                </a:cubicBezTo>
                <a:cubicBezTo>
                  <a:pt x="2577623" y="55352"/>
                  <a:pt x="2572842" y="50796"/>
                  <a:pt x="2565099" y="50796"/>
                </a:cubicBezTo>
                <a:cubicBezTo>
                  <a:pt x="2555532" y="50796"/>
                  <a:pt x="2548929" y="56036"/>
                  <a:pt x="2537767" y="72203"/>
                </a:cubicBezTo>
                <a:lnTo>
                  <a:pt x="2537767" y="51255"/>
                </a:lnTo>
                <a:lnTo>
                  <a:pt x="2536631" y="50796"/>
                </a:lnTo>
                <a:cubicBezTo>
                  <a:pt x="2524558" y="55807"/>
                  <a:pt x="2516360" y="58768"/>
                  <a:pt x="2502922" y="63094"/>
                </a:cubicBezTo>
                <a:lnTo>
                  <a:pt x="2502922" y="66740"/>
                </a:lnTo>
                <a:close/>
                <a:moveTo>
                  <a:pt x="2581496" y="64919"/>
                </a:moveTo>
                <a:cubicBezTo>
                  <a:pt x="2584457" y="64234"/>
                  <a:pt x="2586278" y="64008"/>
                  <a:pt x="2588783" y="64008"/>
                </a:cubicBezTo>
                <a:cubicBezTo>
                  <a:pt x="2594705" y="64008"/>
                  <a:pt x="2596755" y="67650"/>
                  <a:pt x="2596755" y="78579"/>
                </a:cubicBezTo>
                <a:lnTo>
                  <a:pt x="2596755" y="136194"/>
                </a:lnTo>
                <a:cubicBezTo>
                  <a:pt x="2596755" y="148492"/>
                  <a:pt x="2593565" y="151908"/>
                  <a:pt x="2580811" y="152134"/>
                </a:cubicBezTo>
                <a:lnTo>
                  <a:pt x="2580811" y="155550"/>
                </a:lnTo>
                <a:lnTo>
                  <a:pt x="2631371" y="155550"/>
                </a:lnTo>
                <a:lnTo>
                  <a:pt x="2631371" y="152134"/>
                </a:lnTo>
                <a:cubicBezTo>
                  <a:pt x="2619302" y="151679"/>
                  <a:pt x="2615886" y="149177"/>
                  <a:pt x="2615886" y="140294"/>
                </a:cubicBezTo>
                <a:lnTo>
                  <a:pt x="2615886" y="76077"/>
                </a:lnTo>
                <a:cubicBezTo>
                  <a:pt x="2615886" y="75622"/>
                  <a:pt x="2617707" y="73342"/>
                  <a:pt x="2619302" y="71751"/>
                </a:cubicBezTo>
                <a:cubicBezTo>
                  <a:pt x="2624994" y="66510"/>
                  <a:pt x="2634787" y="62639"/>
                  <a:pt x="2642759" y="62639"/>
                </a:cubicBezTo>
                <a:cubicBezTo>
                  <a:pt x="2652778" y="62639"/>
                  <a:pt x="2657789" y="70611"/>
                  <a:pt x="2657789" y="86551"/>
                </a:cubicBezTo>
                <a:lnTo>
                  <a:pt x="2657789" y="135968"/>
                </a:lnTo>
                <a:cubicBezTo>
                  <a:pt x="2657789" y="148721"/>
                  <a:pt x="2655283" y="151223"/>
                  <a:pt x="2642304" y="152134"/>
                </a:cubicBezTo>
                <a:lnTo>
                  <a:pt x="2642304" y="155550"/>
                </a:lnTo>
                <a:lnTo>
                  <a:pt x="2693319" y="155550"/>
                </a:lnTo>
                <a:lnTo>
                  <a:pt x="2693319" y="152134"/>
                </a:lnTo>
                <a:cubicBezTo>
                  <a:pt x="2680336" y="151908"/>
                  <a:pt x="2676919" y="148037"/>
                  <a:pt x="2676919" y="133917"/>
                </a:cubicBezTo>
                <a:lnTo>
                  <a:pt x="2676919" y="76533"/>
                </a:lnTo>
                <a:cubicBezTo>
                  <a:pt x="2683752" y="66740"/>
                  <a:pt x="2691268" y="62639"/>
                  <a:pt x="2701746" y="62639"/>
                </a:cubicBezTo>
                <a:cubicBezTo>
                  <a:pt x="2714725" y="62639"/>
                  <a:pt x="2718826" y="68790"/>
                  <a:pt x="2718826" y="87691"/>
                </a:cubicBezTo>
                <a:lnTo>
                  <a:pt x="2718826" y="135738"/>
                </a:lnTo>
                <a:cubicBezTo>
                  <a:pt x="2718826" y="148721"/>
                  <a:pt x="2717005" y="150542"/>
                  <a:pt x="2703796" y="152134"/>
                </a:cubicBezTo>
                <a:lnTo>
                  <a:pt x="2703796" y="155550"/>
                </a:lnTo>
                <a:lnTo>
                  <a:pt x="2753671" y="155550"/>
                </a:lnTo>
                <a:lnTo>
                  <a:pt x="2753671" y="152134"/>
                </a:lnTo>
                <a:lnTo>
                  <a:pt x="2747749" y="151679"/>
                </a:lnTo>
                <a:cubicBezTo>
                  <a:pt x="2740917" y="151223"/>
                  <a:pt x="2737957" y="147126"/>
                  <a:pt x="2737957" y="138244"/>
                </a:cubicBezTo>
                <a:lnTo>
                  <a:pt x="2737957" y="91333"/>
                </a:lnTo>
                <a:cubicBezTo>
                  <a:pt x="2737957" y="64464"/>
                  <a:pt x="2729074" y="50796"/>
                  <a:pt x="2711539" y="50796"/>
                </a:cubicBezTo>
                <a:cubicBezTo>
                  <a:pt x="2698330" y="50796"/>
                  <a:pt x="2686712" y="56717"/>
                  <a:pt x="2674414" y="69926"/>
                </a:cubicBezTo>
                <a:cubicBezTo>
                  <a:pt x="2670317" y="56947"/>
                  <a:pt x="2662574" y="50796"/>
                  <a:pt x="2650276" y="50796"/>
                </a:cubicBezTo>
                <a:cubicBezTo>
                  <a:pt x="2640253" y="50796"/>
                  <a:pt x="2633877" y="53986"/>
                  <a:pt x="2614972" y="68335"/>
                </a:cubicBezTo>
                <a:lnTo>
                  <a:pt x="2614972" y="51255"/>
                </a:lnTo>
                <a:lnTo>
                  <a:pt x="2613380" y="50796"/>
                </a:lnTo>
                <a:cubicBezTo>
                  <a:pt x="2601763" y="55126"/>
                  <a:pt x="2594020" y="57631"/>
                  <a:pt x="2581496" y="61047"/>
                </a:cubicBezTo>
                <a:lnTo>
                  <a:pt x="2581496" y="64919"/>
                </a:lnTo>
                <a:close/>
                <a:moveTo>
                  <a:pt x="2855016" y="140471"/>
                </a:moveTo>
                <a:cubicBezTo>
                  <a:pt x="2851145" y="143655"/>
                  <a:pt x="2848414" y="144794"/>
                  <a:pt x="2844998" y="144794"/>
                </a:cubicBezTo>
                <a:cubicBezTo>
                  <a:pt x="2839761" y="144794"/>
                  <a:pt x="2838166" y="141608"/>
                  <a:pt x="2838166" y="131596"/>
                </a:cubicBezTo>
                <a:lnTo>
                  <a:pt x="2838166" y="87215"/>
                </a:lnTo>
                <a:cubicBezTo>
                  <a:pt x="2838166" y="75379"/>
                  <a:pt x="2837026" y="68780"/>
                  <a:pt x="2833610" y="63317"/>
                </a:cubicBezTo>
                <a:cubicBezTo>
                  <a:pt x="2828598" y="55126"/>
                  <a:pt x="2818806" y="50796"/>
                  <a:pt x="2805371" y="50796"/>
                </a:cubicBezTo>
                <a:cubicBezTo>
                  <a:pt x="2783961" y="50796"/>
                  <a:pt x="2767110" y="61951"/>
                  <a:pt x="2767110" y="76289"/>
                </a:cubicBezTo>
                <a:cubicBezTo>
                  <a:pt x="2767110" y="81526"/>
                  <a:pt x="2771662" y="86075"/>
                  <a:pt x="2776903" y="86075"/>
                </a:cubicBezTo>
                <a:cubicBezTo>
                  <a:pt x="2782365" y="86075"/>
                  <a:pt x="2787151" y="81526"/>
                  <a:pt x="2787151" y="76519"/>
                </a:cubicBezTo>
                <a:cubicBezTo>
                  <a:pt x="2787151" y="75608"/>
                  <a:pt x="2786921" y="74468"/>
                  <a:pt x="2786695" y="72877"/>
                </a:cubicBezTo>
                <a:cubicBezTo>
                  <a:pt x="2786240" y="70830"/>
                  <a:pt x="2786011" y="69009"/>
                  <a:pt x="2786011" y="67414"/>
                </a:cubicBezTo>
                <a:cubicBezTo>
                  <a:pt x="2786011" y="61270"/>
                  <a:pt x="2793298" y="56262"/>
                  <a:pt x="2802410" y="56262"/>
                </a:cubicBezTo>
                <a:cubicBezTo>
                  <a:pt x="2813569" y="56262"/>
                  <a:pt x="2819716" y="62861"/>
                  <a:pt x="2819716" y="75153"/>
                </a:cubicBezTo>
                <a:lnTo>
                  <a:pt x="2819716" y="89036"/>
                </a:lnTo>
                <a:cubicBezTo>
                  <a:pt x="2784645" y="103145"/>
                  <a:pt x="2780774" y="104966"/>
                  <a:pt x="2770981" y="113616"/>
                </a:cubicBezTo>
                <a:cubicBezTo>
                  <a:pt x="2765970" y="118168"/>
                  <a:pt x="2762780" y="125904"/>
                  <a:pt x="2762780" y="133413"/>
                </a:cubicBezTo>
                <a:cubicBezTo>
                  <a:pt x="2762780" y="147755"/>
                  <a:pt x="2772802" y="157774"/>
                  <a:pt x="2786695" y="157774"/>
                </a:cubicBezTo>
                <a:cubicBezTo>
                  <a:pt x="2796714" y="157774"/>
                  <a:pt x="2806052" y="152992"/>
                  <a:pt x="2819945" y="141149"/>
                </a:cubicBezTo>
                <a:cubicBezTo>
                  <a:pt x="2821085" y="152992"/>
                  <a:pt x="2825182" y="157774"/>
                  <a:pt x="2834520" y="157774"/>
                </a:cubicBezTo>
                <a:cubicBezTo>
                  <a:pt x="2842263" y="157774"/>
                  <a:pt x="2847048" y="155043"/>
                  <a:pt x="2855016" y="146390"/>
                </a:cubicBezTo>
                <a:lnTo>
                  <a:pt x="2855016" y="140471"/>
                </a:lnTo>
                <a:moveTo>
                  <a:pt x="2819716" y="127485"/>
                </a:moveTo>
                <a:cubicBezTo>
                  <a:pt x="2819716" y="134546"/>
                  <a:pt x="2818580" y="136597"/>
                  <a:pt x="2813794" y="139328"/>
                </a:cubicBezTo>
                <a:cubicBezTo>
                  <a:pt x="2808332" y="142518"/>
                  <a:pt x="2801955" y="144565"/>
                  <a:pt x="2797169" y="144565"/>
                </a:cubicBezTo>
                <a:cubicBezTo>
                  <a:pt x="2789201" y="144565"/>
                  <a:pt x="2782824" y="136823"/>
                  <a:pt x="2782824" y="127030"/>
                </a:cubicBezTo>
                <a:lnTo>
                  <a:pt x="2782824" y="126119"/>
                </a:lnTo>
                <a:cubicBezTo>
                  <a:pt x="2782824" y="112681"/>
                  <a:pt x="2792158" y="104483"/>
                  <a:pt x="2819716" y="94461"/>
                </a:cubicBezTo>
                <a:lnTo>
                  <a:pt x="2819716" y="127485"/>
                </a:lnTo>
                <a:close/>
                <a:moveTo>
                  <a:pt x="2913548" y="53020"/>
                </a:moveTo>
                <a:lnTo>
                  <a:pt x="2890546" y="53020"/>
                </a:lnTo>
                <a:lnTo>
                  <a:pt x="2890546" y="26602"/>
                </a:lnTo>
                <a:cubicBezTo>
                  <a:pt x="2890546" y="24326"/>
                  <a:pt x="2890320" y="23641"/>
                  <a:pt x="2888951" y="23641"/>
                </a:cubicBezTo>
                <a:cubicBezTo>
                  <a:pt x="2887359" y="25692"/>
                  <a:pt x="2885990" y="27742"/>
                  <a:pt x="2884398" y="30018"/>
                </a:cubicBezTo>
                <a:cubicBezTo>
                  <a:pt x="2875742" y="42546"/>
                  <a:pt x="2865949" y="53479"/>
                  <a:pt x="2862307" y="54389"/>
                </a:cubicBezTo>
                <a:cubicBezTo>
                  <a:pt x="2859801" y="55981"/>
                  <a:pt x="2858432" y="57576"/>
                  <a:pt x="2858432" y="58716"/>
                </a:cubicBezTo>
                <a:cubicBezTo>
                  <a:pt x="2858432" y="59400"/>
                  <a:pt x="2858662" y="59856"/>
                  <a:pt x="2859346" y="60311"/>
                </a:cubicBezTo>
                <a:lnTo>
                  <a:pt x="2871415" y="60311"/>
                </a:lnTo>
                <a:lnTo>
                  <a:pt x="2871415" y="128854"/>
                </a:lnTo>
                <a:cubicBezTo>
                  <a:pt x="2871415" y="147981"/>
                  <a:pt x="2878247" y="157774"/>
                  <a:pt x="2891686" y="157774"/>
                </a:cubicBezTo>
                <a:cubicBezTo>
                  <a:pt x="2902844" y="157774"/>
                  <a:pt x="2911497" y="152311"/>
                  <a:pt x="2919014" y="140468"/>
                </a:cubicBezTo>
                <a:lnTo>
                  <a:pt x="2916053" y="137962"/>
                </a:lnTo>
                <a:cubicBezTo>
                  <a:pt x="2911271" y="143655"/>
                  <a:pt x="2907400" y="145934"/>
                  <a:pt x="2902389" y="145934"/>
                </a:cubicBezTo>
                <a:cubicBezTo>
                  <a:pt x="2893962" y="145934"/>
                  <a:pt x="2890546" y="139783"/>
                  <a:pt x="2890546" y="125438"/>
                </a:cubicBezTo>
                <a:lnTo>
                  <a:pt x="2890546" y="60311"/>
                </a:lnTo>
                <a:lnTo>
                  <a:pt x="2913548" y="60311"/>
                </a:lnTo>
                <a:lnTo>
                  <a:pt x="2913548" y="53020"/>
                </a:lnTo>
                <a:close/>
                <a:moveTo>
                  <a:pt x="2958641" y="50796"/>
                </a:moveTo>
                <a:lnTo>
                  <a:pt x="2923341" y="63251"/>
                </a:lnTo>
                <a:lnTo>
                  <a:pt x="2923341" y="66670"/>
                </a:lnTo>
                <a:lnTo>
                  <a:pt x="2925165" y="66441"/>
                </a:lnTo>
                <a:cubicBezTo>
                  <a:pt x="2927897" y="65986"/>
                  <a:pt x="2930857" y="65756"/>
                  <a:pt x="2932908" y="65756"/>
                </a:cubicBezTo>
                <a:cubicBezTo>
                  <a:pt x="2938374" y="65756"/>
                  <a:pt x="2940421" y="69402"/>
                  <a:pt x="2940421" y="79431"/>
                </a:cubicBezTo>
                <a:lnTo>
                  <a:pt x="2940421" y="132308"/>
                </a:lnTo>
                <a:cubicBezTo>
                  <a:pt x="2940421" y="148718"/>
                  <a:pt x="2938145" y="151223"/>
                  <a:pt x="2922430" y="152134"/>
                </a:cubicBezTo>
                <a:lnTo>
                  <a:pt x="2922430" y="155550"/>
                </a:lnTo>
                <a:lnTo>
                  <a:pt x="2976406" y="155550"/>
                </a:lnTo>
                <a:lnTo>
                  <a:pt x="2976406" y="152134"/>
                </a:lnTo>
                <a:cubicBezTo>
                  <a:pt x="2961376" y="150998"/>
                  <a:pt x="2959551" y="148718"/>
                  <a:pt x="2959551" y="132308"/>
                </a:cubicBezTo>
                <a:lnTo>
                  <a:pt x="2959551" y="51480"/>
                </a:lnTo>
                <a:lnTo>
                  <a:pt x="2958641" y="50796"/>
                </a:lnTo>
                <a:moveTo>
                  <a:pt x="2947938" y="87"/>
                </a:moveTo>
                <a:cubicBezTo>
                  <a:pt x="2941790" y="87"/>
                  <a:pt x="2936550" y="5327"/>
                  <a:pt x="2936550" y="11704"/>
                </a:cubicBezTo>
                <a:cubicBezTo>
                  <a:pt x="2936550" y="18081"/>
                  <a:pt x="2941561" y="23318"/>
                  <a:pt x="2947938" y="23318"/>
                </a:cubicBezTo>
                <a:cubicBezTo>
                  <a:pt x="2954544" y="23318"/>
                  <a:pt x="2959781" y="18307"/>
                  <a:pt x="2959781" y="11704"/>
                </a:cubicBezTo>
                <a:cubicBezTo>
                  <a:pt x="2959781" y="5327"/>
                  <a:pt x="2954544" y="87"/>
                  <a:pt x="2947938" y="87"/>
                </a:cubicBezTo>
                <a:close/>
                <a:moveTo>
                  <a:pt x="3039038" y="50796"/>
                </a:moveTo>
                <a:cubicBezTo>
                  <a:pt x="3009430" y="50796"/>
                  <a:pt x="2988704" y="72651"/>
                  <a:pt x="2988704" y="104059"/>
                </a:cubicBezTo>
                <a:cubicBezTo>
                  <a:pt x="2988704" y="134783"/>
                  <a:pt x="3009885" y="157774"/>
                  <a:pt x="3038579" y="157774"/>
                </a:cubicBezTo>
                <a:cubicBezTo>
                  <a:pt x="3067277" y="157774"/>
                  <a:pt x="3089139" y="133646"/>
                  <a:pt x="3089139" y="102238"/>
                </a:cubicBezTo>
                <a:cubicBezTo>
                  <a:pt x="3089139" y="72422"/>
                  <a:pt x="3068187" y="50796"/>
                  <a:pt x="3039038" y="50796"/>
                </a:cubicBezTo>
                <a:moveTo>
                  <a:pt x="3036077" y="57176"/>
                </a:moveTo>
                <a:cubicBezTo>
                  <a:pt x="3055207" y="57176"/>
                  <a:pt x="3068642" y="79024"/>
                  <a:pt x="3068642" y="110203"/>
                </a:cubicBezTo>
                <a:cubicBezTo>
                  <a:pt x="3068642" y="135922"/>
                  <a:pt x="3058394" y="151397"/>
                  <a:pt x="3041314" y="151397"/>
                </a:cubicBezTo>
                <a:cubicBezTo>
                  <a:pt x="3032431" y="151397"/>
                  <a:pt x="3024004" y="145938"/>
                  <a:pt x="3019223" y="136833"/>
                </a:cubicBezTo>
                <a:cubicBezTo>
                  <a:pt x="3012846" y="124997"/>
                  <a:pt x="3009200" y="109067"/>
                  <a:pt x="3009200" y="92907"/>
                </a:cubicBezTo>
                <a:cubicBezTo>
                  <a:pt x="3009200" y="71285"/>
                  <a:pt x="3019904" y="57176"/>
                  <a:pt x="3036077" y="57176"/>
                </a:cubicBezTo>
                <a:close/>
                <a:moveTo>
                  <a:pt x="3099616" y="64919"/>
                </a:moveTo>
                <a:cubicBezTo>
                  <a:pt x="3100982" y="64234"/>
                  <a:pt x="3103261" y="64008"/>
                  <a:pt x="3105767" y="64008"/>
                </a:cubicBezTo>
                <a:cubicBezTo>
                  <a:pt x="3112144" y="64008"/>
                  <a:pt x="3114191" y="67424"/>
                  <a:pt x="3114191" y="78579"/>
                </a:cubicBezTo>
                <a:lnTo>
                  <a:pt x="3114191" y="135057"/>
                </a:lnTo>
                <a:cubicBezTo>
                  <a:pt x="3114191" y="148037"/>
                  <a:pt x="3111685" y="151223"/>
                  <a:pt x="3100071" y="152134"/>
                </a:cubicBezTo>
                <a:lnTo>
                  <a:pt x="3100071" y="155550"/>
                </a:lnTo>
                <a:lnTo>
                  <a:pt x="3148355" y="155550"/>
                </a:lnTo>
                <a:lnTo>
                  <a:pt x="3148355" y="152134"/>
                </a:lnTo>
                <a:cubicBezTo>
                  <a:pt x="3136737" y="151223"/>
                  <a:pt x="3133321" y="148492"/>
                  <a:pt x="3133321" y="140294"/>
                </a:cubicBezTo>
                <a:lnTo>
                  <a:pt x="3133321" y="76303"/>
                </a:lnTo>
                <a:cubicBezTo>
                  <a:pt x="3144254" y="66055"/>
                  <a:pt x="3149265" y="63324"/>
                  <a:pt x="3156782" y="63324"/>
                </a:cubicBezTo>
                <a:cubicBezTo>
                  <a:pt x="3167940" y="63324"/>
                  <a:pt x="3173407" y="70382"/>
                  <a:pt x="3173407" y="85412"/>
                </a:cubicBezTo>
                <a:lnTo>
                  <a:pt x="3173407" y="133007"/>
                </a:lnTo>
                <a:cubicBezTo>
                  <a:pt x="3173407" y="147352"/>
                  <a:pt x="3170446" y="151223"/>
                  <a:pt x="3159058" y="152134"/>
                </a:cubicBezTo>
                <a:lnTo>
                  <a:pt x="3159058" y="155550"/>
                </a:lnTo>
                <a:lnTo>
                  <a:pt x="3206431" y="155550"/>
                </a:lnTo>
                <a:lnTo>
                  <a:pt x="3206431" y="152134"/>
                </a:lnTo>
                <a:cubicBezTo>
                  <a:pt x="3195269" y="150998"/>
                  <a:pt x="3192537" y="148263"/>
                  <a:pt x="3192537" y="137107"/>
                </a:cubicBezTo>
                <a:lnTo>
                  <a:pt x="3192537" y="84956"/>
                </a:lnTo>
                <a:cubicBezTo>
                  <a:pt x="3192537" y="63553"/>
                  <a:pt x="3182515" y="50796"/>
                  <a:pt x="3165664" y="50796"/>
                </a:cubicBezTo>
                <a:cubicBezTo>
                  <a:pt x="3155187" y="50796"/>
                  <a:pt x="3148125" y="54671"/>
                  <a:pt x="3132640" y="69245"/>
                </a:cubicBezTo>
                <a:lnTo>
                  <a:pt x="3132640" y="51255"/>
                </a:lnTo>
                <a:lnTo>
                  <a:pt x="3131045" y="50796"/>
                </a:lnTo>
                <a:cubicBezTo>
                  <a:pt x="3119886" y="54897"/>
                  <a:pt x="3112144" y="57402"/>
                  <a:pt x="3099616" y="61047"/>
                </a:cubicBezTo>
                <a:lnTo>
                  <a:pt x="3099616" y="64919"/>
                </a:lnTo>
                <a:close/>
                <a:moveTo>
                  <a:pt x="3345583" y="50796"/>
                </a:moveTo>
                <a:cubicBezTo>
                  <a:pt x="3315975" y="50796"/>
                  <a:pt x="3295249" y="72651"/>
                  <a:pt x="3295249" y="104059"/>
                </a:cubicBezTo>
                <a:cubicBezTo>
                  <a:pt x="3295249" y="134783"/>
                  <a:pt x="3316430" y="157774"/>
                  <a:pt x="3345124" y="157774"/>
                </a:cubicBezTo>
                <a:cubicBezTo>
                  <a:pt x="3373822" y="157774"/>
                  <a:pt x="3395684" y="133646"/>
                  <a:pt x="3395684" y="102238"/>
                </a:cubicBezTo>
                <a:cubicBezTo>
                  <a:pt x="3395684" y="72422"/>
                  <a:pt x="3374732" y="50796"/>
                  <a:pt x="3345583" y="50796"/>
                </a:cubicBezTo>
                <a:moveTo>
                  <a:pt x="3342622" y="57176"/>
                </a:moveTo>
                <a:cubicBezTo>
                  <a:pt x="3361753" y="57176"/>
                  <a:pt x="3375188" y="79024"/>
                  <a:pt x="3375188" y="110203"/>
                </a:cubicBezTo>
                <a:cubicBezTo>
                  <a:pt x="3375188" y="135922"/>
                  <a:pt x="3364940" y="151397"/>
                  <a:pt x="3347859" y="151397"/>
                </a:cubicBezTo>
                <a:cubicBezTo>
                  <a:pt x="3338977" y="151397"/>
                  <a:pt x="3330550" y="145938"/>
                  <a:pt x="3325768" y="136833"/>
                </a:cubicBezTo>
                <a:cubicBezTo>
                  <a:pt x="3319391" y="124997"/>
                  <a:pt x="3315746" y="109067"/>
                  <a:pt x="3315746" y="92907"/>
                </a:cubicBezTo>
                <a:cubicBezTo>
                  <a:pt x="3315746" y="71285"/>
                  <a:pt x="3326449" y="57176"/>
                  <a:pt x="3342622" y="57176"/>
                </a:cubicBezTo>
                <a:close/>
                <a:moveTo>
                  <a:pt x="3472891" y="53020"/>
                </a:moveTo>
                <a:lnTo>
                  <a:pt x="3444878" y="53020"/>
                </a:lnTo>
                <a:lnTo>
                  <a:pt x="3444878" y="26679"/>
                </a:lnTo>
                <a:cubicBezTo>
                  <a:pt x="3444878" y="13504"/>
                  <a:pt x="3449204" y="6467"/>
                  <a:pt x="3457861" y="6467"/>
                </a:cubicBezTo>
                <a:cubicBezTo>
                  <a:pt x="3462643" y="6467"/>
                  <a:pt x="3465833" y="8736"/>
                  <a:pt x="3469930" y="15322"/>
                </a:cubicBezTo>
                <a:cubicBezTo>
                  <a:pt x="3473575" y="21226"/>
                  <a:pt x="3476307" y="23499"/>
                  <a:pt x="3480178" y="23499"/>
                </a:cubicBezTo>
                <a:cubicBezTo>
                  <a:pt x="3485419" y="23499"/>
                  <a:pt x="3489745" y="19409"/>
                  <a:pt x="3489745" y="14185"/>
                </a:cubicBezTo>
                <a:cubicBezTo>
                  <a:pt x="3489745" y="6008"/>
                  <a:pt x="3479723" y="87"/>
                  <a:pt x="3466059" y="87"/>
                </a:cubicBezTo>
                <a:cubicBezTo>
                  <a:pt x="3451939" y="87"/>
                  <a:pt x="3439867" y="6238"/>
                  <a:pt x="3433945" y="16684"/>
                </a:cubicBezTo>
                <a:cubicBezTo>
                  <a:pt x="3428027" y="26679"/>
                  <a:pt x="3426203" y="34852"/>
                  <a:pt x="3425977" y="53020"/>
                </a:cubicBezTo>
                <a:lnTo>
                  <a:pt x="3407301" y="53020"/>
                </a:lnTo>
                <a:lnTo>
                  <a:pt x="3407301" y="60311"/>
                </a:lnTo>
                <a:lnTo>
                  <a:pt x="3425977" y="60311"/>
                </a:lnTo>
                <a:lnTo>
                  <a:pt x="3425977" y="131857"/>
                </a:lnTo>
                <a:cubicBezTo>
                  <a:pt x="3425977" y="148489"/>
                  <a:pt x="3423471" y="151223"/>
                  <a:pt x="3407072" y="152134"/>
                </a:cubicBezTo>
                <a:lnTo>
                  <a:pt x="3407072" y="155550"/>
                </a:lnTo>
                <a:lnTo>
                  <a:pt x="3466288" y="155550"/>
                </a:lnTo>
                <a:lnTo>
                  <a:pt x="3466288" y="152134"/>
                </a:lnTo>
                <a:cubicBezTo>
                  <a:pt x="3447613" y="151453"/>
                  <a:pt x="3445107" y="148947"/>
                  <a:pt x="3445107" y="131857"/>
                </a:cubicBezTo>
                <a:lnTo>
                  <a:pt x="3445107" y="60311"/>
                </a:lnTo>
                <a:lnTo>
                  <a:pt x="3472891" y="60311"/>
                </a:lnTo>
                <a:lnTo>
                  <a:pt x="3472891" y="53020"/>
                </a:lnTo>
                <a:close/>
                <a:moveTo>
                  <a:pt x="3657819" y="140471"/>
                </a:moveTo>
                <a:cubicBezTo>
                  <a:pt x="3653948" y="143655"/>
                  <a:pt x="3651217" y="144794"/>
                  <a:pt x="3647800" y="144794"/>
                </a:cubicBezTo>
                <a:cubicBezTo>
                  <a:pt x="3642563" y="144794"/>
                  <a:pt x="3640968" y="141608"/>
                  <a:pt x="3640968" y="131596"/>
                </a:cubicBezTo>
                <a:lnTo>
                  <a:pt x="3640968" y="87215"/>
                </a:lnTo>
                <a:cubicBezTo>
                  <a:pt x="3640968" y="75379"/>
                  <a:pt x="3639829" y="68780"/>
                  <a:pt x="3636413" y="63317"/>
                </a:cubicBezTo>
                <a:cubicBezTo>
                  <a:pt x="3631401" y="55126"/>
                  <a:pt x="3621608" y="50796"/>
                  <a:pt x="3608174" y="50796"/>
                </a:cubicBezTo>
                <a:cubicBezTo>
                  <a:pt x="3586763" y="50796"/>
                  <a:pt x="3569913" y="61951"/>
                  <a:pt x="3569913" y="76289"/>
                </a:cubicBezTo>
                <a:cubicBezTo>
                  <a:pt x="3569913" y="81526"/>
                  <a:pt x="3574465" y="86075"/>
                  <a:pt x="3579705" y="86075"/>
                </a:cubicBezTo>
                <a:cubicBezTo>
                  <a:pt x="3585168" y="86075"/>
                  <a:pt x="3589954" y="81526"/>
                  <a:pt x="3589954" y="76519"/>
                </a:cubicBezTo>
                <a:cubicBezTo>
                  <a:pt x="3589954" y="75608"/>
                  <a:pt x="3589724" y="74468"/>
                  <a:pt x="3589498" y="72877"/>
                </a:cubicBezTo>
                <a:cubicBezTo>
                  <a:pt x="3589043" y="70830"/>
                  <a:pt x="3588814" y="69009"/>
                  <a:pt x="3588814" y="67414"/>
                </a:cubicBezTo>
                <a:cubicBezTo>
                  <a:pt x="3588814" y="61270"/>
                  <a:pt x="3596101" y="56262"/>
                  <a:pt x="3605213" y="56262"/>
                </a:cubicBezTo>
                <a:cubicBezTo>
                  <a:pt x="3616371" y="56262"/>
                  <a:pt x="3622519" y="62861"/>
                  <a:pt x="3622519" y="75153"/>
                </a:cubicBezTo>
                <a:lnTo>
                  <a:pt x="3622519" y="89036"/>
                </a:lnTo>
                <a:cubicBezTo>
                  <a:pt x="3587448" y="103145"/>
                  <a:pt x="3583577" y="104966"/>
                  <a:pt x="3573784" y="113616"/>
                </a:cubicBezTo>
                <a:cubicBezTo>
                  <a:pt x="3568773" y="118168"/>
                  <a:pt x="3565583" y="125904"/>
                  <a:pt x="3565583" y="133413"/>
                </a:cubicBezTo>
                <a:cubicBezTo>
                  <a:pt x="3565583" y="147755"/>
                  <a:pt x="3575605" y="157774"/>
                  <a:pt x="3589498" y="157774"/>
                </a:cubicBezTo>
                <a:cubicBezTo>
                  <a:pt x="3599517" y="157774"/>
                  <a:pt x="3608855" y="152992"/>
                  <a:pt x="3622748" y="141149"/>
                </a:cubicBezTo>
                <a:cubicBezTo>
                  <a:pt x="3623888" y="152992"/>
                  <a:pt x="3627985" y="157774"/>
                  <a:pt x="3637323" y="157774"/>
                </a:cubicBezTo>
                <a:cubicBezTo>
                  <a:pt x="3645066" y="157774"/>
                  <a:pt x="3649851" y="155043"/>
                  <a:pt x="3657819" y="146390"/>
                </a:cubicBezTo>
                <a:lnTo>
                  <a:pt x="3657819" y="140471"/>
                </a:lnTo>
                <a:moveTo>
                  <a:pt x="3622519" y="127485"/>
                </a:moveTo>
                <a:cubicBezTo>
                  <a:pt x="3622519" y="134546"/>
                  <a:pt x="3621383" y="136597"/>
                  <a:pt x="3616597" y="139328"/>
                </a:cubicBezTo>
                <a:cubicBezTo>
                  <a:pt x="3611134" y="142518"/>
                  <a:pt x="3604758" y="144565"/>
                  <a:pt x="3599972" y="144565"/>
                </a:cubicBezTo>
                <a:cubicBezTo>
                  <a:pt x="3592004" y="144565"/>
                  <a:pt x="3585627" y="136823"/>
                  <a:pt x="3585627" y="127030"/>
                </a:cubicBezTo>
                <a:lnTo>
                  <a:pt x="3585627" y="126119"/>
                </a:lnTo>
                <a:cubicBezTo>
                  <a:pt x="3585627" y="112681"/>
                  <a:pt x="3594961" y="104483"/>
                  <a:pt x="3622519" y="94461"/>
                </a:cubicBezTo>
                <a:lnTo>
                  <a:pt x="3622519" y="127485"/>
                </a:lnTo>
                <a:close/>
                <a:moveTo>
                  <a:pt x="3740720" y="64919"/>
                </a:moveTo>
                <a:cubicBezTo>
                  <a:pt x="3742086" y="64234"/>
                  <a:pt x="3744366" y="64008"/>
                  <a:pt x="3746871" y="64008"/>
                </a:cubicBezTo>
                <a:cubicBezTo>
                  <a:pt x="3753248" y="64008"/>
                  <a:pt x="3755295" y="67424"/>
                  <a:pt x="3755295" y="78579"/>
                </a:cubicBezTo>
                <a:lnTo>
                  <a:pt x="3755295" y="135057"/>
                </a:lnTo>
                <a:cubicBezTo>
                  <a:pt x="3755295" y="148037"/>
                  <a:pt x="3752789" y="151223"/>
                  <a:pt x="3741175" y="152134"/>
                </a:cubicBezTo>
                <a:lnTo>
                  <a:pt x="3741175" y="155550"/>
                </a:lnTo>
                <a:lnTo>
                  <a:pt x="3789459" y="155550"/>
                </a:lnTo>
                <a:lnTo>
                  <a:pt x="3789459" y="152134"/>
                </a:lnTo>
                <a:cubicBezTo>
                  <a:pt x="3777841" y="151223"/>
                  <a:pt x="3774425" y="148492"/>
                  <a:pt x="3774425" y="140294"/>
                </a:cubicBezTo>
                <a:lnTo>
                  <a:pt x="3774425" y="76303"/>
                </a:lnTo>
                <a:cubicBezTo>
                  <a:pt x="3785358" y="66055"/>
                  <a:pt x="3790369" y="63324"/>
                  <a:pt x="3797886" y="63324"/>
                </a:cubicBezTo>
                <a:cubicBezTo>
                  <a:pt x="3809045" y="63324"/>
                  <a:pt x="3814511" y="70382"/>
                  <a:pt x="3814511" y="85412"/>
                </a:cubicBezTo>
                <a:lnTo>
                  <a:pt x="3814511" y="133007"/>
                </a:lnTo>
                <a:cubicBezTo>
                  <a:pt x="3814511" y="147352"/>
                  <a:pt x="3811550" y="151223"/>
                  <a:pt x="3800162" y="152134"/>
                </a:cubicBezTo>
                <a:lnTo>
                  <a:pt x="3800162" y="155550"/>
                </a:lnTo>
                <a:lnTo>
                  <a:pt x="3847535" y="155550"/>
                </a:lnTo>
                <a:lnTo>
                  <a:pt x="3847535" y="152134"/>
                </a:lnTo>
                <a:cubicBezTo>
                  <a:pt x="3836373" y="150998"/>
                  <a:pt x="3833641" y="148263"/>
                  <a:pt x="3833641" y="137107"/>
                </a:cubicBezTo>
                <a:lnTo>
                  <a:pt x="3833641" y="84956"/>
                </a:lnTo>
                <a:cubicBezTo>
                  <a:pt x="3833641" y="63553"/>
                  <a:pt x="3823619" y="50796"/>
                  <a:pt x="3806768" y="50796"/>
                </a:cubicBezTo>
                <a:cubicBezTo>
                  <a:pt x="3796291" y="50796"/>
                  <a:pt x="3789229" y="54671"/>
                  <a:pt x="3773744" y="69245"/>
                </a:cubicBezTo>
                <a:lnTo>
                  <a:pt x="3773744" y="51255"/>
                </a:lnTo>
                <a:lnTo>
                  <a:pt x="3772149" y="50796"/>
                </a:lnTo>
                <a:cubicBezTo>
                  <a:pt x="3760991" y="54897"/>
                  <a:pt x="3753248" y="57402"/>
                  <a:pt x="3740720" y="61047"/>
                </a:cubicBezTo>
                <a:lnTo>
                  <a:pt x="3740720" y="64919"/>
                </a:lnTo>
                <a:close/>
                <a:moveTo>
                  <a:pt x="3951611" y="140471"/>
                </a:moveTo>
                <a:cubicBezTo>
                  <a:pt x="3947740" y="143655"/>
                  <a:pt x="3945008" y="144794"/>
                  <a:pt x="3941592" y="144794"/>
                </a:cubicBezTo>
                <a:cubicBezTo>
                  <a:pt x="3936355" y="144794"/>
                  <a:pt x="3934760" y="141608"/>
                  <a:pt x="3934760" y="131596"/>
                </a:cubicBezTo>
                <a:lnTo>
                  <a:pt x="3934760" y="87215"/>
                </a:lnTo>
                <a:cubicBezTo>
                  <a:pt x="3934760" y="75379"/>
                  <a:pt x="3933620" y="68780"/>
                  <a:pt x="3930204" y="63317"/>
                </a:cubicBezTo>
                <a:cubicBezTo>
                  <a:pt x="3925193" y="55126"/>
                  <a:pt x="3915400" y="50796"/>
                  <a:pt x="3901966" y="50796"/>
                </a:cubicBezTo>
                <a:cubicBezTo>
                  <a:pt x="3880555" y="50796"/>
                  <a:pt x="3863704" y="61951"/>
                  <a:pt x="3863704" y="76289"/>
                </a:cubicBezTo>
                <a:cubicBezTo>
                  <a:pt x="3863704" y="81526"/>
                  <a:pt x="3868257" y="86075"/>
                  <a:pt x="3873497" y="86075"/>
                </a:cubicBezTo>
                <a:cubicBezTo>
                  <a:pt x="3878960" y="86075"/>
                  <a:pt x="3883745" y="81526"/>
                  <a:pt x="3883745" y="76519"/>
                </a:cubicBezTo>
                <a:cubicBezTo>
                  <a:pt x="3883745" y="75608"/>
                  <a:pt x="3883516" y="74468"/>
                  <a:pt x="3883290" y="72877"/>
                </a:cubicBezTo>
                <a:cubicBezTo>
                  <a:pt x="3882835" y="70830"/>
                  <a:pt x="3882606" y="69009"/>
                  <a:pt x="3882606" y="67414"/>
                </a:cubicBezTo>
                <a:cubicBezTo>
                  <a:pt x="3882606" y="61270"/>
                  <a:pt x="3889893" y="56262"/>
                  <a:pt x="3899005" y="56262"/>
                </a:cubicBezTo>
                <a:cubicBezTo>
                  <a:pt x="3910163" y="56262"/>
                  <a:pt x="3916311" y="62861"/>
                  <a:pt x="3916311" y="75153"/>
                </a:cubicBezTo>
                <a:lnTo>
                  <a:pt x="3916311" y="89036"/>
                </a:lnTo>
                <a:cubicBezTo>
                  <a:pt x="3881240" y="103145"/>
                  <a:pt x="3877369" y="104966"/>
                  <a:pt x="3867576" y="113616"/>
                </a:cubicBezTo>
                <a:cubicBezTo>
                  <a:pt x="3862565" y="118168"/>
                  <a:pt x="3859374" y="125904"/>
                  <a:pt x="3859374" y="133413"/>
                </a:cubicBezTo>
                <a:cubicBezTo>
                  <a:pt x="3859374" y="147755"/>
                  <a:pt x="3869397" y="157774"/>
                  <a:pt x="3883290" y="157774"/>
                </a:cubicBezTo>
                <a:cubicBezTo>
                  <a:pt x="3893309" y="157774"/>
                  <a:pt x="3902647" y="152992"/>
                  <a:pt x="3916540" y="141149"/>
                </a:cubicBezTo>
                <a:cubicBezTo>
                  <a:pt x="3917680" y="152992"/>
                  <a:pt x="3921777" y="157774"/>
                  <a:pt x="3931115" y="157774"/>
                </a:cubicBezTo>
                <a:cubicBezTo>
                  <a:pt x="3938857" y="157774"/>
                  <a:pt x="3943643" y="155043"/>
                  <a:pt x="3951611" y="146390"/>
                </a:cubicBezTo>
                <a:lnTo>
                  <a:pt x="3951611" y="140471"/>
                </a:lnTo>
                <a:moveTo>
                  <a:pt x="3916311" y="127485"/>
                </a:moveTo>
                <a:cubicBezTo>
                  <a:pt x="3916311" y="134546"/>
                  <a:pt x="3915174" y="136597"/>
                  <a:pt x="3910389" y="139328"/>
                </a:cubicBezTo>
                <a:cubicBezTo>
                  <a:pt x="3904926" y="142518"/>
                  <a:pt x="3898550" y="144565"/>
                  <a:pt x="3893764" y="144565"/>
                </a:cubicBezTo>
                <a:cubicBezTo>
                  <a:pt x="3885796" y="144565"/>
                  <a:pt x="3879419" y="136823"/>
                  <a:pt x="3879419" y="127030"/>
                </a:cubicBezTo>
                <a:lnTo>
                  <a:pt x="3879419" y="126119"/>
                </a:lnTo>
                <a:cubicBezTo>
                  <a:pt x="3879419" y="112681"/>
                  <a:pt x="3888753" y="104483"/>
                  <a:pt x="3916311" y="94461"/>
                </a:cubicBezTo>
                <a:lnTo>
                  <a:pt x="3916311" y="127485"/>
                </a:lnTo>
                <a:close/>
                <a:moveTo>
                  <a:pt x="4010143" y="53020"/>
                </a:moveTo>
                <a:lnTo>
                  <a:pt x="3987141" y="53020"/>
                </a:lnTo>
                <a:lnTo>
                  <a:pt x="3987141" y="26602"/>
                </a:lnTo>
                <a:cubicBezTo>
                  <a:pt x="3987141" y="24326"/>
                  <a:pt x="3986915" y="23641"/>
                  <a:pt x="3985546" y="23641"/>
                </a:cubicBezTo>
                <a:cubicBezTo>
                  <a:pt x="3983954" y="25692"/>
                  <a:pt x="3982585" y="27742"/>
                  <a:pt x="3980993" y="30018"/>
                </a:cubicBezTo>
                <a:cubicBezTo>
                  <a:pt x="3972337" y="42546"/>
                  <a:pt x="3962544" y="53479"/>
                  <a:pt x="3958902" y="54389"/>
                </a:cubicBezTo>
                <a:cubicBezTo>
                  <a:pt x="3956396" y="55981"/>
                  <a:pt x="3955027" y="57576"/>
                  <a:pt x="3955027" y="58716"/>
                </a:cubicBezTo>
                <a:cubicBezTo>
                  <a:pt x="3955027" y="59400"/>
                  <a:pt x="3955257" y="59856"/>
                  <a:pt x="3955941" y="60311"/>
                </a:cubicBezTo>
                <a:lnTo>
                  <a:pt x="3968010" y="60311"/>
                </a:lnTo>
                <a:lnTo>
                  <a:pt x="3968010" y="128854"/>
                </a:lnTo>
                <a:cubicBezTo>
                  <a:pt x="3968010" y="147981"/>
                  <a:pt x="3974842" y="157774"/>
                  <a:pt x="3988281" y="157774"/>
                </a:cubicBezTo>
                <a:cubicBezTo>
                  <a:pt x="3999439" y="157774"/>
                  <a:pt x="4008092" y="152311"/>
                  <a:pt x="4015609" y="140468"/>
                </a:cubicBezTo>
                <a:lnTo>
                  <a:pt x="4012648" y="137962"/>
                </a:lnTo>
                <a:cubicBezTo>
                  <a:pt x="4007867" y="143655"/>
                  <a:pt x="4003995" y="145934"/>
                  <a:pt x="3998984" y="145934"/>
                </a:cubicBezTo>
                <a:cubicBezTo>
                  <a:pt x="3990557" y="145934"/>
                  <a:pt x="3987141" y="139783"/>
                  <a:pt x="3987141" y="125438"/>
                </a:cubicBezTo>
                <a:lnTo>
                  <a:pt x="3987141" y="60311"/>
                </a:lnTo>
                <a:lnTo>
                  <a:pt x="4010143" y="60311"/>
                </a:lnTo>
                <a:lnTo>
                  <a:pt x="4010143" y="53020"/>
                </a:lnTo>
                <a:close/>
                <a:moveTo>
                  <a:pt x="4124471" y="144120"/>
                </a:moveTo>
                <a:lnTo>
                  <a:pt x="4123334" y="144120"/>
                </a:lnTo>
                <a:cubicBezTo>
                  <a:pt x="4112857" y="144120"/>
                  <a:pt x="4110351" y="141615"/>
                  <a:pt x="4110351" y="131137"/>
                </a:cubicBezTo>
                <a:lnTo>
                  <a:pt x="4110351" y="53020"/>
                </a:lnTo>
                <a:lnTo>
                  <a:pt x="4074366" y="53020"/>
                </a:lnTo>
                <a:lnTo>
                  <a:pt x="4074366" y="56895"/>
                </a:lnTo>
                <a:cubicBezTo>
                  <a:pt x="4088489" y="57576"/>
                  <a:pt x="4091221" y="59856"/>
                  <a:pt x="4091221" y="71240"/>
                </a:cubicBezTo>
                <a:lnTo>
                  <a:pt x="4091221" y="124753"/>
                </a:lnTo>
                <a:cubicBezTo>
                  <a:pt x="4091221" y="131130"/>
                  <a:pt x="4090081" y="134320"/>
                  <a:pt x="4086894" y="136823"/>
                </a:cubicBezTo>
                <a:cubicBezTo>
                  <a:pt x="4080743" y="141834"/>
                  <a:pt x="4073685" y="144565"/>
                  <a:pt x="4066853" y="144565"/>
                </a:cubicBezTo>
                <a:cubicBezTo>
                  <a:pt x="4057971" y="144565"/>
                  <a:pt x="4050683" y="136823"/>
                  <a:pt x="4050683" y="127259"/>
                </a:cubicBezTo>
                <a:lnTo>
                  <a:pt x="4050683" y="53020"/>
                </a:lnTo>
                <a:lnTo>
                  <a:pt x="4017430" y="53020"/>
                </a:lnTo>
                <a:lnTo>
                  <a:pt x="4017430" y="56210"/>
                </a:lnTo>
                <a:cubicBezTo>
                  <a:pt x="4028363" y="56895"/>
                  <a:pt x="4031553" y="60311"/>
                  <a:pt x="4031553" y="70785"/>
                </a:cubicBezTo>
                <a:lnTo>
                  <a:pt x="4031553" y="128169"/>
                </a:lnTo>
                <a:cubicBezTo>
                  <a:pt x="4031553" y="146160"/>
                  <a:pt x="4042482" y="157774"/>
                  <a:pt x="4059107" y="157774"/>
                </a:cubicBezTo>
                <a:cubicBezTo>
                  <a:pt x="4067534" y="157774"/>
                  <a:pt x="4076417" y="154132"/>
                  <a:pt x="4082568" y="147981"/>
                </a:cubicBezTo>
                <a:lnTo>
                  <a:pt x="4092360" y="138192"/>
                </a:lnTo>
                <a:lnTo>
                  <a:pt x="4092360" y="157093"/>
                </a:lnTo>
                <a:lnTo>
                  <a:pt x="4093271" y="157552"/>
                </a:lnTo>
                <a:cubicBezTo>
                  <a:pt x="4104659" y="152999"/>
                  <a:pt x="4112857" y="150494"/>
                  <a:pt x="4124471" y="147303"/>
                </a:cubicBezTo>
                <a:lnTo>
                  <a:pt x="4124471" y="144120"/>
                </a:lnTo>
                <a:close/>
                <a:moveTo>
                  <a:pt x="4130847" y="66740"/>
                </a:moveTo>
                <a:cubicBezTo>
                  <a:pt x="4134038" y="66055"/>
                  <a:pt x="4136088" y="65826"/>
                  <a:pt x="4138819" y="65826"/>
                </a:cubicBezTo>
                <a:cubicBezTo>
                  <a:pt x="4144512" y="65826"/>
                  <a:pt x="4146562" y="69471"/>
                  <a:pt x="4146562" y="79490"/>
                </a:cubicBezTo>
                <a:lnTo>
                  <a:pt x="4146562" y="136423"/>
                </a:lnTo>
                <a:cubicBezTo>
                  <a:pt x="4146562" y="147807"/>
                  <a:pt x="4144967" y="149402"/>
                  <a:pt x="4130392" y="152134"/>
                </a:cubicBezTo>
                <a:lnTo>
                  <a:pt x="4130392" y="155550"/>
                </a:lnTo>
                <a:lnTo>
                  <a:pt x="4185052" y="155550"/>
                </a:lnTo>
                <a:lnTo>
                  <a:pt x="4185052" y="152134"/>
                </a:lnTo>
                <a:cubicBezTo>
                  <a:pt x="4169564" y="151453"/>
                  <a:pt x="4165692" y="148037"/>
                  <a:pt x="4165692" y="135057"/>
                </a:cubicBezTo>
                <a:lnTo>
                  <a:pt x="4165692" y="83816"/>
                </a:lnTo>
                <a:cubicBezTo>
                  <a:pt x="4165692" y="76529"/>
                  <a:pt x="4175485" y="65145"/>
                  <a:pt x="4181636" y="65145"/>
                </a:cubicBezTo>
                <a:cubicBezTo>
                  <a:pt x="4183002" y="65145"/>
                  <a:pt x="4185052" y="66284"/>
                  <a:pt x="4187558" y="68561"/>
                </a:cubicBezTo>
                <a:cubicBezTo>
                  <a:pt x="4191200" y="71747"/>
                  <a:pt x="4193705" y="73113"/>
                  <a:pt x="4196666" y="73113"/>
                </a:cubicBezTo>
                <a:cubicBezTo>
                  <a:pt x="4202133" y="73113"/>
                  <a:pt x="4205549" y="69242"/>
                  <a:pt x="4205549" y="62868"/>
                </a:cubicBezTo>
                <a:cubicBezTo>
                  <a:pt x="4205549" y="55352"/>
                  <a:pt x="4200767" y="50796"/>
                  <a:pt x="4193024" y="50796"/>
                </a:cubicBezTo>
                <a:cubicBezTo>
                  <a:pt x="4183457" y="50796"/>
                  <a:pt x="4176855" y="56036"/>
                  <a:pt x="4165692" y="72203"/>
                </a:cubicBezTo>
                <a:lnTo>
                  <a:pt x="4165692" y="51255"/>
                </a:lnTo>
                <a:lnTo>
                  <a:pt x="4164556" y="50796"/>
                </a:lnTo>
                <a:cubicBezTo>
                  <a:pt x="4152484" y="55807"/>
                  <a:pt x="4144286" y="58768"/>
                  <a:pt x="4130847" y="63094"/>
                </a:cubicBezTo>
                <a:lnTo>
                  <a:pt x="4130847" y="66740"/>
                </a:lnTo>
                <a:close/>
                <a:moveTo>
                  <a:pt x="4305755" y="140471"/>
                </a:moveTo>
                <a:cubicBezTo>
                  <a:pt x="4301884" y="143655"/>
                  <a:pt x="4299153" y="144794"/>
                  <a:pt x="4295737" y="144794"/>
                </a:cubicBezTo>
                <a:cubicBezTo>
                  <a:pt x="4290500" y="144794"/>
                  <a:pt x="4288905" y="141608"/>
                  <a:pt x="4288905" y="131596"/>
                </a:cubicBezTo>
                <a:lnTo>
                  <a:pt x="4288905" y="87215"/>
                </a:lnTo>
                <a:cubicBezTo>
                  <a:pt x="4288905" y="75379"/>
                  <a:pt x="4287765" y="68780"/>
                  <a:pt x="4284349" y="63317"/>
                </a:cubicBezTo>
                <a:cubicBezTo>
                  <a:pt x="4279338" y="55126"/>
                  <a:pt x="4269545" y="50796"/>
                  <a:pt x="4256110" y="50796"/>
                </a:cubicBezTo>
                <a:cubicBezTo>
                  <a:pt x="4234700" y="50796"/>
                  <a:pt x="4217849" y="61951"/>
                  <a:pt x="4217849" y="76289"/>
                </a:cubicBezTo>
                <a:cubicBezTo>
                  <a:pt x="4217849" y="81526"/>
                  <a:pt x="4222401" y="86075"/>
                  <a:pt x="4227642" y="86075"/>
                </a:cubicBezTo>
                <a:cubicBezTo>
                  <a:pt x="4233105" y="86075"/>
                  <a:pt x="4237890" y="81526"/>
                  <a:pt x="4237890" y="76519"/>
                </a:cubicBezTo>
                <a:cubicBezTo>
                  <a:pt x="4237890" y="75608"/>
                  <a:pt x="4237660" y="74468"/>
                  <a:pt x="4237435" y="72877"/>
                </a:cubicBezTo>
                <a:cubicBezTo>
                  <a:pt x="4236979" y="70830"/>
                  <a:pt x="4236750" y="69009"/>
                  <a:pt x="4236750" y="67414"/>
                </a:cubicBezTo>
                <a:cubicBezTo>
                  <a:pt x="4236750" y="61270"/>
                  <a:pt x="4244037" y="56262"/>
                  <a:pt x="4253149" y="56262"/>
                </a:cubicBezTo>
                <a:cubicBezTo>
                  <a:pt x="4264308" y="56262"/>
                  <a:pt x="4270455" y="62861"/>
                  <a:pt x="4270455" y="75153"/>
                </a:cubicBezTo>
                <a:lnTo>
                  <a:pt x="4270455" y="89036"/>
                </a:lnTo>
                <a:cubicBezTo>
                  <a:pt x="4235384" y="103145"/>
                  <a:pt x="4231513" y="104966"/>
                  <a:pt x="4221720" y="113616"/>
                </a:cubicBezTo>
                <a:cubicBezTo>
                  <a:pt x="4216709" y="118168"/>
                  <a:pt x="4213519" y="125904"/>
                  <a:pt x="4213519" y="133413"/>
                </a:cubicBezTo>
                <a:cubicBezTo>
                  <a:pt x="4213519" y="147755"/>
                  <a:pt x="4223541" y="157774"/>
                  <a:pt x="4237435" y="157774"/>
                </a:cubicBezTo>
                <a:cubicBezTo>
                  <a:pt x="4247453" y="157774"/>
                  <a:pt x="4256791" y="152992"/>
                  <a:pt x="4270684" y="141149"/>
                </a:cubicBezTo>
                <a:cubicBezTo>
                  <a:pt x="4271824" y="152992"/>
                  <a:pt x="4275921" y="157774"/>
                  <a:pt x="4285259" y="157774"/>
                </a:cubicBezTo>
                <a:cubicBezTo>
                  <a:pt x="4293002" y="157774"/>
                  <a:pt x="4297787" y="155043"/>
                  <a:pt x="4305755" y="146390"/>
                </a:cubicBezTo>
                <a:lnTo>
                  <a:pt x="4305755" y="140471"/>
                </a:lnTo>
                <a:moveTo>
                  <a:pt x="4270455" y="127485"/>
                </a:moveTo>
                <a:cubicBezTo>
                  <a:pt x="4270455" y="134546"/>
                  <a:pt x="4269319" y="136597"/>
                  <a:pt x="4264534" y="139328"/>
                </a:cubicBezTo>
                <a:cubicBezTo>
                  <a:pt x="4259071" y="142518"/>
                  <a:pt x="4252694" y="144565"/>
                  <a:pt x="4247909" y="144565"/>
                </a:cubicBezTo>
                <a:cubicBezTo>
                  <a:pt x="4239940" y="144565"/>
                  <a:pt x="4233563" y="136823"/>
                  <a:pt x="4233563" y="127030"/>
                </a:cubicBezTo>
                <a:lnTo>
                  <a:pt x="4233563" y="126119"/>
                </a:lnTo>
                <a:cubicBezTo>
                  <a:pt x="4233563" y="112681"/>
                  <a:pt x="4242897" y="104483"/>
                  <a:pt x="4270455" y="94461"/>
                </a:cubicBezTo>
                <a:lnTo>
                  <a:pt x="4270455" y="127485"/>
                </a:lnTo>
                <a:close/>
                <a:moveTo>
                  <a:pt x="4310540" y="13664"/>
                </a:moveTo>
                <a:lnTo>
                  <a:pt x="4311906" y="13664"/>
                </a:lnTo>
                <a:cubicBezTo>
                  <a:pt x="4314412" y="13438"/>
                  <a:pt x="4317143" y="13209"/>
                  <a:pt x="4318968" y="13209"/>
                </a:cubicBezTo>
                <a:cubicBezTo>
                  <a:pt x="4326255" y="13209"/>
                  <a:pt x="4328531" y="16399"/>
                  <a:pt x="4328531" y="27102"/>
                </a:cubicBezTo>
                <a:lnTo>
                  <a:pt x="4328531" y="135738"/>
                </a:lnTo>
                <a:cubicBezTo>
                  <a:pt x="4328531" y="148037"/>
                  <a:pt x="4325344" y="150998"/>
                  <a:pt x="4310996" y="152134"/>
                </a:cubicBezTo>
                <a:lnTo>
                  <a:pt x="4310996" y="155550"/>
                </a:lnTo>
                <a:lnTo>
                  <a:pt x="4364742" y="155550"/>
                </a:lnTo>
                <a:lnTo>
                  <a:pt x="4364742" y="152134"/>
                </a:lnTo>
                <a:cubicBezTo>
                  <a:pt x="4350397" y="151223"/>
                  <a:pt x="4347662" y="148947"/>
                  <a:pt x="4347662" y="136419"/>
                </a:cubicBezTo>
                <a:lnTo>
                  <a:pt x="4347662" y="455"/>
                </a:lnTo>
                <a:lnTo>
                  <a:pt x="4346751" y="0"/>
                </a:lnTo>
                <a:cubicBezTo>
                  <a:pt x="4334908" y="3871"/>
                  <a:pt x="4326255" y="6151"/>
                  <a:pt x="4310540" y="10022"/>
                </a:cubicBezTo>
                <a:lnTo>
                  <a:pt x="4310540" y="13664"/>
                </a:lnTo>
                <a:close/>
                <a:moveTo>
                  <a:pt x="4452881" y="13664"/>
                </a:moveTo>
                <a:lnTo>
                  <a:pt x="4454247" y="13664"/>
                </a:lnTo>
                <a:cubicBezTo>
                  <a:pt x="4456753" y="13438"/>
                  <a:pt x="4459484" y="13209"/>
                  <a:pt x="4461309" y="13209"/>
                </a:cubicBezTo>
                <a:cubicBezTo>
                  <a:pt x="4468596" y="13209"/>
                  <a:pt x="4470872" y="16399"/>
                  <a:pt x="4470872" y="27102"/>
                </a:cubicBezTo>
                <a:lnTo>
                  <a:pt x="4470872" y="135738"/>
                </a:lnTo>
                <a:cubicBezTo>
                  <a:pt x="4470872" y="148037"/>
                  <a:pt x="4467685" y="150998"/>
                  <a:pt x="4453337" y="152134"/>
                </a:cubicBezTo>
                <a:lnTo>
                  <a:pt x="4453337" y="155550"/>
                </a:lnTo>
                <a:lnTo>
                  <a:pt x="4507083" y="155550"/>
                </a:lnTo>
                <a:lnTo>
                  <a:pt x="4507083" y="152134"/>
                </a:lnTo>
                <a:cubicBezTo>
                  <a:pt x="4492738" y="151223"/>
                  <a:pt x="4490003" y="148947"/>
                  <a:pt x="4490003" y="136419"/>
                </a:cubicBezTo>
                <a:lnTo>
                  <a:pt x="4490003" y="455"/>
                </a:lnTo>
                <a:lnTo>
                  <a:pt x="4489092" y="0"/>
                </a:lnTo>
                <a:cubicBezTo>
                  <a:pt x="4477249" y="3871"/>
                  <a:pt x="4468596" y="6151"/>
                  <a:pt x="4452881" y="10022"/>
                </a:cubicBezTo>
                <a:lnTo>
                  <a:pt x="4452881" y="13664"/>
                </a:lnTo>
                <a:close/>
                <a:moveTo>
                  <a:pt x="4612528" y="140471"/>
                </a:moveTo>
                <a:cubicBezTo>
                  <a:pt x="4608657" y="143655"/>
                  <a:pt x="4605926" y="144794"/>
                  <a:pt x="4602510" y="144794"/>
                </a:cubicBezTo>
                <a:cubicBezTo>
                  <a:pt x="4597273" y="144794"/>
                  <a:pt x="4595677" y="141608"/>
                  <a:pt x="4595677" y="131596"/>
                </a:cubicBezTo>
                <a:lnTo>
                  <a:pt x="4595677" y="87215"/>
                </a:lnTo>
                <a:cubicBezTo>
                  <a:pt x="4595677" y="75379"/>
                  <a:pt x="4594538" y="68780"/>
                  <a:pt x="4591122" y="63317"/>
                </a:cubicBezTo>
                <a:cubicBezTo>
                  <a:pt x="4586110" y="55126"/>
                  <a:pt x="4576318" y="50796"/>
                  <a:pt x="4562883" y="50796"/>
                </a:cubicBezTo>
                <a:cubicBezTo>
                  <a:pt x="4541472" y="50796"/>
                  <a:pt x="4524622" y="61951"/>
                  <a:pt x="4524622" y="76289"/>
                </a:cubicBezTo>
                <a:cubicBezTo>
                  <a:pt x="4524622" y="81526"/>
                  <a:pt x="4529174" y="86075"/>
                  <a:pt x="4534415" y="86075"/>
                </a:cubicBezTo>
                <a:cubicBezTo>
                  <a:pt x="4539877" y="86075"/>
                  <a:pt x="4544663" y="81526"/>
                  <a:pt x="4544663" y="76519"/>
                </a:cubicBezTo>
                <a:cubicBezTo>
                  <a:pt x="4544663" y="75608"/>
                  <a:pt x="4544433" y="74468"/>
                  <a:pt x="4544207" y="72877"/>
                </a:cubicBezTo>
                <a:cubicBezTo>
                  <a:pt x="4543752" y="70830"/>
                  <a:pt x="4543523" y="69009"/>
                  <a:pt x="4543523" y="67414"/>
                </a:cubicBezTo>
                <a:cubicBezTo>
                  <a:pt x="4543523" y="61270"/>
                  <a:pt x="4550810" y="56262"/>
                  <a:pt x="4559922" y="56262"/>
                </a:cubicBezTo>
                <a:cubicBezTo>
                  <a:pt x="4571081" y="56262"/>
                  <a:pt x="4577228" y="62861"/>
                  <a:pt x="4577228" y="75153"/>
                </a:cubicBezTo>
                <a:lnTo>
                  <a:pt x="4577228" y="89036"/>
                </a:lnTo>
                <a:cubicBezTo>
                  <a:pt x="4542157" y="103145"/>
                  <a:pt x="4538286" y="104966"/>
                  <a:pt x="4528493" y="113616"/>
                </a:cubicBezTo>
                <a:cubicBezTo>
                  <a:pt x="4523482" y="118168"/>
                  <a:pt x="4520292" y="125904"/>
                  <a:pt x="4520292" y="133413"/>
                </a:cubicBezTo>
                <a:cubicBezTo>
                  <a:pt x="4520292" y="147755"/>
                  <a:pt x="4530314" y="157774"/>
                  <a:pt x="4544207" y="157774"/>
                </a:cubicBezTo>
                <a:cubicBezTo>
                  <a:pt x="4554226" y="157774"/>
                  <a:pt x="4563564" y="152992"/>
                  <a:pt x="4577457" y="141149"/>
                </a:cubicBezTo>
                <a:cubicBezTo>
                  <a:pt x="4578597" y="152992"/>
                  <a:pt x="4582694" y="157774"/>
                  <a:pt x="4592032" y="157774"/>
                </a:cubicBezTo>
                <a:cubicBezTo>
                  <a:pt x="4599775" y="157774"/>
                  <a:pt x="4604560" y="155043"/>
                  <a:pt x="4612528" y="146390"/>
                </a:cubicBezTo>
                <a:lnTo>
                  <a:pt x="4612528" y="140471"/>
                </a:lnTo>
                <a:moveTo>
                  <a:pt x="4577228" y="127485"/>
                </a:moveTo>
                <a:cubicBezTo>
                  <a:pt x="4577228" y="134546"/>
                  <a:pt x="4576092" y="136597"/>
                  <a:pt x="4571306" y="139328"/>
                </a:cubicBezTo>
                <a:cubicBezTo>
                  <a:pt x="4565844" y="142518"/>
                  <a:pt x="4559467" y="144565"/>
                  <a:pt x="4554681" y="144565"/>
                </a:cubicBezTo>
                <a:cubicBezTo>
                  <a:pt x="4546713" y="144565"/>
                  <a:pt x="4540336" y="136823"/>
                  <a:pt x="4540336" y="127030"/>
                </a:cubicBezTo>
                <a:lnTo>
                  <a:pt x="4540336" y="126119"/>
                </a:lnTo>
                <a:cubicBezTo>
                  <a:pt x="4540336" y="112681"/>
                  <a:pt x="4549670" y="104483"/>
                  <a:pt x="4577228" y="94461"/>
                </a:cubicBezTo>
                <a:lnTo>
                  <a:pt x="4577228" y="127485"/>
                </a:lnTo>
                <a:close/>
                <a:moveTo>
                  <a:pt x="4616629" y="64919"/>
                </a:moveTo>
                <a:cubicBezTo>
                  <a:pt x="4617995" y="64234"/>
                  <a:pt x="4620274" y="64008"/>
                  <a:pt x="4622780" y="64008"/>
                </a:cubicBezTo>
                <a:cubicBezTo>
                  <a:pt x="4629157" y="64008"/>
                  <a:pt x="4631204" y="67424"/>
                  <a:pt x="4631204" y="78579"/>
                </a:cubicBezTo>
                <a:lnTo>
                  <a:pt x="4631204" y="135057"/>
                </a:lnTo>
                <a:cubicBezTo>
                  <a:pt x="4631204" y="148037"/>
                  <a:pt x="4628698" y="151223"/>
                  <a:pt x="4617084" y="152134"/>
                </a:cubicBezTo>
                <a:lnTo>
                  <a:pt x="4617084" y="155550"/>
                </a:lnTo>
                <a:lnTo>
                  <a:pt x="4665368" y="155550"/>
                </a:lnTo>
                <a:lnTo>
                  <a:pt x="4665368" y="152134"/>
                </a:lnTo>
                <a:cubicBezTo>
                  <a:pt x="4653750" y="151223"/>
                  <a:pt x="4650334" y="148492"/>
                  <a:pt x="4650334" y="140294"/>
                </a:cubicBezTo>
                <a:lnTo>
                  <a:pt x="4650334" y="76303"/>
                </a:lnTo>
                <a:cubicBezTo>
                  <a:pt x="4661267" y="66055"/>
                  <a:pt x="4666278" y="63324"/>
                  <a:pt x="4673795" y="63324"/>
                </a:cubicBezTo>
                <a:cubicBezTo>
                  <a:pt x="4684953" y="63324"/>
                  <a:pt x="4690420" y="70382"/>
                  <a:pt x="4690420" y="85412"/>
                </a:cubicBezTo>
                <a:lnTo>
                  <a:pt x="4690420" y="133007"/>
                </a:lnTo>
                <a:cubicBezTo>
                  <a:pt x="4690420" y="147352"/>
                  <a:pt x="4687459" y="151223"/>
                  <a:pt x="4676071" y="152134"/>
                </a:cubicBezTo>
                <a:lnTo>
                  <a:pt x="4676071" y="155550"/>
                </a:lnTo>
                <a:lnTo>
                  <a:pt x="4723444" y="155550"/>
                </a:lnTo>
                <a:lnTo>
                  <a:pt x="4723444" y="152134"/>
                </a:lnTo>
                <a:cubicBezTo>
                  <a:pt x="4712282" y="150998"/>
                  <a:pt x="4709550" y="148263"/>
                  <a:pt x="4709550" y="137107"/>
                </a:cubicBezTo>
                <a:lnTo>
                  <a:pt x="4709550" y="84956"/>
                </a:lnTo>
                <a:cubicBezTo>
                  <a:pt x="4709550" y="63553"/>
                  <a:pt x="4699528" y="50796"/>
                  <a:pt x="4682677" y="50796"/>
                </a:cubicBezTo>
                <a:cubicBezTo>
                  <a:pt x="4672200" y="50796"/>
                  <a:pt x="4665138" y="54671"/>
                  <a:pt x="4649653" y="69245"/>
                </a:cubicBezTo>
                <a:lnTo>
                  <a:pt x="4649653" y="51255"/>
                </a:lnTo>
                <a:lnTo>
                  <a:pt x="4648058" y="50796"/>
                </a:lnTo>
                <a:cubicBezTo>
                  <a:pt x="4636899" y="54897"/>
                  <a:pt x="4629157" y="57402"/>
                  <a:pt x="4616629" y="61047"/>
                </a:cubicBezTo>
                <a:lnTo>
                  <a:pt x="4616629" y="64919"/>
                </a:lnTo>
                <a:close/>
                <a:moveTo>
                  <a:pt x="4833897" y="67240"/>
                </a:moveTo>
                <a:lnTo>
                  <a:pt x="4833897" y="58358"/>
                </a:lnTo>
                <a:lnTo>
                  <a:pt x="4816361" y="58358"/>
                </a:lnTo>
                <a:cubicBezTo>
                  <a:pt x="4811806" y="58358"/>
                  <a:pt x="4808390" y="57649"/>
                  <a:pt x="4803837" y="56036"/>
                </a:cubicBezTo>
                <a:lnTo>
                  <a:pt x="4798826" y="54215"/>
                </a:lnTo>
                <a:cubicBezTo>
                  <a:pt x="4792675" y="51936"/>
                  <a:pt x="4786528" y="50796"/>
                  <a:pt x="4780606" y="50796"/>
                </a:cubicBezTo>
                <a:cubicBezTo>
                  <a:pt x="4759425" y="50796"/>
                  <a:pt x="4742571" y="67240"/>
                  <a:pt x="4742571" y="87959"/>
                </a:cubicBezTo>
                <a:cubicBezTo>
                  <a:pt x="4742571" y="102304"/>
                  <a:pt x="4748722" y="110954"/>
                  <a:pt x="4763752" y="118467"/>
                </a:cubicBezTo>
                <a:cubicBezTo>
                  <a:pt x="4759425" y="122568"/>
                  <a:pt x="4755328" y="126432"/>
                  <a:pt x="4753959" y="127568"/>
                </a:cubicBezTo>
                <a:cubicBezTo>
                  <a:pt x="4746445" y="134161"/>
                  <a:pt x="4743485" y="138710"/>
                  <a:pt x="4743485" y="143255"/>
                </a:cubicBezTo>
                <a:cubicBezTo>
                  <a:pt x="4743485" y="148030"/>
                  <a:pt x="4746216" y="150758"/>
                  <a:pt x="4755554" y="155314"/>
                </a:cubicBezTo>
                <a:cubicBezTo>
                  <a:pt x="4739384" y="167167"/>
                  <a:pt x="4733237" y="174694"/>
                  <a:pt x="4733237" y="183129"/>
                </a:cubicBezTo>
                <a:cubicBezTo>
                  <a:pt x="4733237" y="195208"/>
                  <a:pt x="4750998" y="205230"/>
                  <a:pt x="4772634" y="205230"/>
                </a:cubicBezTo>
                <a:cubicBezTo>
                  <a:pt x="4789714" y="205230"/>
                  <a:pt x="4807479" y="199309"/>
                  <a:pt x="4819322" y="189742"/>
                </a:cubicBezTo>
                <a:cubicBezTo>
                  <a:pt x="4827979" y="182673"/>
                  <a:pt x="4831850" y="175376"/>
                  <a:pt x="4831850" y="166712"/>
                </a:cubicBezTo>
                <a:cubicBezTo>
                  <a:pt x="4831850" y="152579"/>
                  <a:pt x="4821143" y="143029"/>
                  <a:pt x="4804292" y="142348"/>
                </a:cubicBezTo>
                <a:lnTo>
                  <a:pt x="4774914" y="140982"/>
                </a:lnTo>
                <a:cubicBezTo>
                  <a:pt x="4762841" y="140527"/>
                  <a:pt x="4757149" y="138480"/>
                  <a:pt x="4757149" y="134845"/>
                </a:cubicBezTo>
                <a:cubicBezTo>
                  <a:pt x="4757149" y="130296"/>
                  <a:pt x="4764662" y="122338"/>
                  <a:pt x="4770813" y="120517"/>
                </a:cubicBezTo>
                <a:cubicBezTo>
                  <a:pt x="4772863" y="120747"/>
                  <a:pt x="4774458" y="120972"/>
                  <a:pt x="4775140" y="120972"/>
                </a:cubicBezTo>
                <a:cubicBezTo>
                  <a:pt x="4779466" y="121428"/>
                  <a:pt x="4782427" y="121657"/>
                  <a:pt x="4783796" y="121657"/>
                </a:cubicBezTo>
                <a:cubicBezTo>
                  <a:pt x="4792220" y="121657"/>
                  <a:pt x="4801332" y="118241"/>
                  <a:pt x="4808390" y="112094"/>
                </a:cubicBezTo>
                <a:cubicBezTo>
                  <a:pt x="4815906" y="105717"/>
                  <a:pt x="4819322" y="97748"/>
                  <a:pt x="4819322" y="86367"/>
                </a:cubicBezTo>
                <a:cubicBezTo>
                  <a:pt x="4819322" y="79764"/>
                  <a:pt x="4818182" y="74527"/>
                  <a:pt x="4814996" y="67240"/>
                </a:cubicBezTo>
                <a:lnTo>
                  <a:pt x="4833897" y="67240"/>
                </a:lnTo>
                <a:moveTo>
                  <a:pt x="4760336" y="155995"/>
                </a:moveTo>
                <a:cubicBezTo>
                  <a:pt x="4767852" y="157593"/>
                  <a:pt x="4786072" y="158959"/>
                  <a:pt x="4797231" y="158959"/>
                </a:cubicBezTo>
                <a:cubicBezTo>
                  <a:pt x="4817957" y="158959"/>
                  <a:pt x="4825473" y="161923"/>
                  <a:pt x="4825473" y="170132"/>
                </a:cubicBezTo>
                <a:cubicBezTo>
                  <a:pt x="4825473" y="183358"/>
                  <a:pt x="4808164" y="192247"/>
                  <a:pt x="4782427" y="192247"/>
                </a:cubicBezTo>
                <a:cubicBezTo>
                  <a:pt x="4762386" y="192247"/>
                  <a:pt x="4749177" y="185638"/>
                  <a:pt x="4749177" y="175605"/>
                </a:cubicBezTo>
                <a:cubicBezTo>
                  <a:pt x="4749177" y="170361"/>
                  <a:pt x="4750772" y="167397"/>
                  <a:pt x="4760336" y="155995"/>
                </a:cubicBezTo>
                <a:moveTo>
                  <a:pt x="4761475" y="78625"/>
                </a:moveTo>
                <a:cubicBezTo>
                  <a:pt x="4761475" y="65193"/>
                  <a:pt x="4767852" y="57176"/>
                  <a:pt x="4778330" y="57176"/>
                </a:cubicBezTo>
                <a:cubicBezTo>
                  <a:pt x="4785388" y="57176"/>
                  <a:pt x="4791309" y="61093"/>
                  <a:pt x="4794955" y="67925"/>
                </a:cubicBezTo>
                <a:cubicBezTo>
                  <a:pt x="4799052" y="75893"/>
                  <a:pt x="4801787" y="86367"/>
                  <a:pt x="4801787" y="95246"/>
                </a:cubicBezTo>
                <a:cubicBezTo>
                  <a:pt x="4801787" y="107993"/>
                  <a:pt x="4795181" y="115961"/>
                  <a:pt x="4784707" y="115961"/>
                </a:cubicBezTo>
                <a:cubicBezTo>
                  <a:pt x="4771042" y="115961"/>
                  <a:pt x="4761475" y="101164"/>
                  <a:pt x="4761475" y="79309"/>
                </a:cubicBezTo>
                <a:lnTo>
                  <a:pt x="4761475" y="78625"/>
                </a:lnTo>
                <a:close/>
                <a:moveTo>
                  <a:pt x="4949820" y="144120"/>
                </a:moveTo>
                <a:lnTo>
                  <a:pt x="4948684" y="144120"/>
                </a:lnTo>
                <a:cubicBezTo>
                  <a:pt x="4938206" y="144120"/>
                  <a:pt x="4935701" y="141615"/>
                  <a:pt x="4935701" y="131137"/>
                </a:cubicBezTo>
                <a:lnTo>
                  <a:pt x="4935701" y="53020"/>
                </a:lnTo>
                <a:lnTo>
                  <a:pt x="4899716" y="53020"/>
                </a:lnTo>
                <a:lnTo>
                  <a:pt x="4899716" y="56895"/>
                </a:lnTo>
                <a:cubicBezTo>
                  <a:pt x="4913839" y="57576"/>
                  <a:pt x="4916570" y="59856"/>
                  <a:pt x="4916570" y="71240"/>
                </a:cubicBezTo>
                <a:lnTo>
                  <a:pt x="4916570" y="124753"/>
                </a:lnTo>
                <a:cubicBezTo>
                  <a:pt x="4916570" y="131130"/>
                  <a:pt x="4915430" y="134320"/>
                  <a:pt x="4912244" y="136823"/>
                </a:cubicBezTo>
                <a:cubicBezTo>
                  <a:pt x="4906093" y="141834"/>
                  <a:pt x="4899035" y="144565"/>
                  <a:pt x="4892202" y="144565"/>
                </a:cubicBezTo>
                <a:cubicBezTo>
                  <a:pt x="4883320" y="144565"/>
                  <a:pt x="4876033" y="136823"/>
                  <a:pt x="4876033" y="127259"/>
                </a:cubicBezTo>
                <a:lnTo>
                  <a:pt x="4876033" y="53020"/>
                </a:lnTo>
                <a:lnTo>
                  <a:pt x="4842779" y="53020"/>
                </a:lnTo>
                <a:lnTo>
                  <a:pt x="4842779" y="56210"/>
                </a:lnTo>
                <a:cubicBezTo>
                  <a:pt x="4853712" y="56895"/>
                  <a:pt x="4856902" y="60311"/>
                  <a:pt x="4856902" y="70785"/>
                </a:cubicBezTo>
                <a:lnTo>
                  <a:pt x="4856902" y="128169"/>
                </a:lnTo>
                <a:cubicBezTo>
                  <a:pt x="4856902" y="146160"/>
                  <a:pt x="4867831" y="157774"/>
                  <a:pt x="4884456" y="157774"/>
                </a:cubicBezTo>
                <a:cubicBezTo>
                  <a:pt x="4892884" y="157774"/>
                  <a:pt x="4901766" y="154132"/>
                  <a:pt x="4907917" y="147981"/>
                </a:cubicBezTo>
                <a:lnTo>
                  <a:pt x="4917710" y="138192"/>
                </a:lnTo>
                <a:lnTo>
                  <a:pt x="4917710" y="157093"/>
                </a:lnTo>
                <a:lnTo>
                  <a:pt x="4918620" y="157552"/>
                </a:lnTo>
                <a:cubicBezTo>
                  <a:pt x="4930008" y="152999"/>
                  <a:pt x="4938206" y="150494"/>
                  <a:pt x="4949820" y="147303"/>
                </a:cubicBezTo>
                <a:lnTo>
                  <a:pt x="4949820" y="144120"/>
                </a:lnTo>
                <a:close/>
                <a:moveTo>
                  <a:pt x="5055266" y="140471"/>
                </a:moveTo>
                <a:cubicBezTo>
                  <a:pt x="5051394" y="143655"/>
                  <a:pt x="5048663" y="144794"/>
                  <a:pt x="5045247" y="144794"/>
                </a:cubicBezTo>
                <a:cubicBezTo>
                  <a:pt x="5040010" y="144794"/>
                  <a:pt x="5038415" y="141608"/>
                  <a:pt x="5038415" y="131596"/>
                </a:cubicBezTo>
                <a:lnTo>
                  <a:pt x="5038415" y="87215"/>
                </a:lnTo>
                <a:cubicBezTo>
                  <a:pt x="5038415" y="75379"/>
                  <a:pt x="5037275" y="68780"/>
                  <a:pt x="5033859" y="63317"/>
                </a:cubicBezTo>
                <a:cubicBezTo>
                  <a:pt x="5028848" y="55126"/>
                  <a:pt x="5019055" y="50796"/>
                  <a:pt x="5005620" y="50796"/>
                </a:cubicBezTo>
                <a:cubicBezTo>
                  <a:pt x="4984210" y="50796"/>
                  <a:pt x="4967359" y="61951"/>
                  <a:pt x="4967359" y="76289"/>
                </a:cubicBezTo>
                <a:cubicBezTo>
                  <a:pt x="4967359" y="81526"/>
                  <a:pt x="4971911" y="86075"/>
                  <a:pt x="4977152" y="86075"/>
                </a:cubicBezTo>
                <a:cubicBezTo>
                  <a:pt x="4982615" y="86075"/>
                  <a:pt x="4987400" y="81526"/>
                  <a:pt x="4987400" y="76519"/>
                </a:cubicBezTo>
                <a:cubicBezTo>
                  <a:pt x="4987400" y="75608"/>
                  <a:pt x="4987171" y="74468"/>
                  <a:pt x="4986945" y="72877"/>
                </a:cubicBezTo>
                <a:cubicBezTo>
                  <a:pt x="4986490" y="70830"/>
                  <a:pt x="4986260" y="69009"/>
                  <a:pt x="4986260" y="67414"/>
                </a:cubicBezTo>
                <a:cubicBezTo>
                  <a:pt x="4986260" y="61270"/>
                  <a:pt x="4993547" y="56262"/>
                  <a:pt x="5002659" y="56262"/>
                </a:cubicBezTo>
                <a:cubicBezTo>
                  <a:pt x="5013818" y="56262"/>
                  <a:pt x="5019965" y="62861"/>
                  <a:pt x="5019965" y="75153"/>
                </a:cubicBezTo>
                <a:lnTo>
                  <a:pt x="5019965" y="89036"/>
                </a:lnTo>
                <a:cubicBezTo>
                  <a:pt x="4984894" y="103145"/>
                  <a:pt x="4981023" y="104966"/>
                  <a:pt x="4971230" y="113616"/>
                </a:cubicBezTo>
                <a:cubicBezTo>
                  <a:pt x="4966219" y="118168"/>
                  <a:pt x="4963029" y="125904"/>
                  <a:pt x="4963029" y="133413"/>
                </a:cubicBezTo>
                <a:cubicBezTo>
                  <a:pt x="4963029" y="147755"/>
                  <a:pt x="4973051" y="157774"/>
                  <a:pt x="4986945" y="157774"/>
                </a:cubicBezTo>
                <a:cubicBezTo>
                  <a:pt x="4996964" y="157774"/>
                  <a:pt x="5006301" y="152992"/>
                  <a:pt x="5020195" y="141149"/>
                </a:cubicBezTo>
                <a:cubicBezTo>
                  <a:pt x="5021335" y="152992"/>
                  <a:pt x="5025432" y="157774"/>
                  <a:pt x="5034769" y="157774"/>
                </a:cubicBezTo>
                <a:cubicBezTo>
                  <a:pt x="5042512" y="157774"/>
                  <a:pt x="5047297" y="155043"/>
                  <a:pt x="5055266" y="146390"/>
                </a:cubicBezTo>
                <a:lnTo>
                  <a:pt x="5055266" y="140471"/>
                </a:lnTo>
                <a:moveTo>
                  <a:pt x="5019965" y="127485"/>
                </a:moveTo>
                <a:cubicBezTo>
                  <a:pt x="5019965" y="134546"/>
                  <a:pt x="5018829" y="136597"/>
                  <a:pt x="5014044" y="139328"/>
                </a:cubicBezTo>
                <a:cubicBezTo>
                  <a:pt x="5008581" y="142518"/>
                  <a:pt x="5002204" y="144565"/>
                  <a:pt x="4997419" y="144565"/>
                </a:cubicBezTo>
                <a:cubicBezTo>
                  <a:pt x="4989450" y="144565"/>
                  <a:pt x="4983073" y="136823"/>
                  <a:pt x="4983073" y="127030"/>
                </a:cubicBezTo>
                <a:lnTo>
                  <a:pt x="4983073" y="126119"/>
                </a:lnTo>
                <a:cubicBezTo>
                  <a:pt x="4983073" y="112681"/>
                  <a:pt x="4992408" y="104483"/>
                  <a:pt x="5019965" y="94461"/>
                </a:cubicBezTo>
                <a:lnTo>
                  <a:pt x="5019965" y="127485"/>
                </a:lnTo>
                <a:close/>
                <a:moveTo>
                  <a:pt x="5162762" y="67240"/>
                </a:moveTo>
                <a:lnTo>
                  <a:pt x="5162762" y="58358"/>
                </a:lnTo>
                <a:lnTo>
                  <a:pt x="5145226" y="58358"/>
                </a:lnTo>
                <a:cubicBezTo>
                  <a:pt x="5140670" y="58358"/>
                  <a:pt x="5137254" y="57649"/>
                  <a:pt x="5132702" y="56036"/>
                </a:cubicBezTo>
                <a:lnTo>
                  <a:pt x="5127691" y="54215"/>
                </a:lnTo>
                <a:cubicBezTo>
                  <a:pt x="5121540" y="51936"/>
                  <a:pt x="5115392" y="50796"/>
                  <a:pt x="5109471" y="50796"/>
                </a:cubicBezTo>
                <a:cubicBezTo>
                  <a:pt x="5088290" y="50796"/>
                  <a:pt x="5071436" y="67240"/>
                  <a:pt x="5071436" y="87959"/>
                </a:cubicBezTo>
                <a:cubicBezTo>
                  <a:pt x="5071436" y="102304"/>
                  <a:pt x="5077586" y="110954"/>
                  <a:pt x="5092616" y="118467"/>
                </a:cubicBezTo>
                <a:cubicBezTo>
                  <a:pt x="5088290" y="122568"/>
                  <a:pt x="5084193" y="126432"/>
                  <a:pt x="5082823" y="127568"/>
                </a:cubicBezTo>
                <a:cubicBezTo>
                  <a:pt x="5075310" y="134161"/>
                  <a:pt x="5072349" y="138710"/>
                  <a:pt x="5072349" y="143255"/>
                </a:cubicBezTo>
                <a:cubicBezTo>
                  <a:pt x="5072349" y="148030"/>
                  <a:pt x="5075081" y="150758"/>
                  <a:pt x="5084419" y="155314"/>
                </a:cubicBezTo>
                <a:cubicBezTo>
                  <a:pt x="5068249" y="167167"/>
                  <a:pt x="5062101" y="174694"/>
                  <a:pt x="5062101" y="183129"/>
                </a:cubicBezTo>
                <a:cubicBezTo>
                  <a:pt x="5062101" y="195208"/>
                  <a:pt x="5079863" y="205230"/>
                  <a:pt x="5101499" y="205230"/>
                </a:cubicBezTo>
                <a:cubicBezTo>
                  <a:pt x="5118579" y="205230"/>
                  <a:pt x="5136344" y="199309"/>
                  <a:pt x="5148187" y="189742"/>
                </a:cubicBezTo>
                <a:cubicBezTo>
                  <a:pt x="5156844" y="182673"/>
                  <a:pt x="5160715" y="175376"/>
                  <a:pt x="5160715" y="166712"/>
                </a:cubicBezTo>
                <a:cubicBezTo>
                  <a:pt x="5160715" y="152579"/>
                  <a:pt x="5150008" y="143029"/>
                  <a:pt x="5133157" y="142348"/>
                </a:cubicBezTo>
                <a:lnTo>
                  <a:pt x="5103778" y="140982"/>
                </a:lnTo>
                <a:cubicBezTo>
                  <a:pt x="5091706" y="140527"/>
                  <a:pt x="5086014" y="138480"/>
                  <a:pt x="5086014" y="134845"/>
                </a:cubicBezTo>
                <a:cubicBezTo>
                  <a:pt x="5086014" y="130296"/>
                  <a:pt x="5093527" y="122338"/>
                  <a:pt x="5099678" y="120517"/>
                </a:cubicBezTo>
                <a:cubicBezTo>
                  <a:pt x="5101728" y="120747"/>
                  <a:pt x="5103323" y="120972"/>
                  <a:pt x="5104004" y="120972"/>
                </a:cubicBezTo>
                <a:cubicBezTo>
                  <a:pt x="5108331" y="121428"/>
                  <a:pt x="5111292" y="121657"/>
                  <a:pt x="5112661" y="121657"/>
                </a:cubicBezTo>
                <a:cubicBezTo>
                  <a:pt x="5121085" y="121657"/>
                  <a:pt x="5130196" y="118241"/>
                  <a:pt x="5137254" y="112094"/>
                </a:cubicBezTo>
                <a:cubicBezTo>
                  <a:pt x="5144771" y="105717"/>
                  <a:pt x="5148187" y="97748"/>
                  <a:pt x="5148187" y="86367"/>
                </a:cubicBezTo>
                <a:cubicBezTo>
                  <a:pt x="5148187" y="79764"/>
                  <a:pt x="5147047" y="74527"/>
                  <a:pt x="5143861" y="67240"/>
                </a:cubicBezTo>
                <a:lnTo>
                  <a:pt x="5162762" y="67240"/>
                </a:lnTo>
                <a:moveTo>
                  <a:pt x="5089200" y="155995"/>
                </a:moveTo>
                <a:cubicBezTo>
                  <a:pt x="5096717" y="157593"/>
                  <a:pt x="5114937" y="158959"/>
                  <a:pt x="5126096" y="158959"/>
                </a:cubicBezTo>
                <a:cubicBezTo>
                  <a:pt x="5146821" y="158959"/>
                  <a:pt x="5154338" y="161923"/>
                  <a:pt x="5154338" y="170132"/>
                </a:cubicBezTo>
                <a:cubicBezTo>
                  <a:pt x="5154338" y="183358"/>
                  <a:pt x="5137028" y="192247"/>
                  <a:pt x="5111292" y="192247"/>
                </a:cubicBezTo>
                <a:cubicBezTo>
                  <a:pt x="5091251" y="192247"/>
                  <a:pt x="5078042" y="185638"/>
                  <a:pt x="5078042" y="175605"/>
                </a:cubicBezTo>
                <a:cubicBezTo>
                  <a:pt x="5078042" y="170361"/>
                  <a:pt x="5079637" y="167397"/>
                  <a:pt x="5089200" y="155995"/>
                </a:cubicBezTo>
                <a:moveTo>
                  <a:pt x="5090340" y="78625"/>
                </a:moveTo>
                <a:cubicBezTo>
                  <a:pt x="5090340" y="65193"/>
                  <a:pt x="5096717" y="57176"/>
                  <a:pt x="5107195" y="57176"/>
                </a:cubicBezTo>
                <a:cubicBezTo>
                  <a:pt x="5114252" y="57176"/>
                  <a:pt x="5120174" y="61093"/>
                  <a:pt x="5123819" y="67925"/>
                </a:cubicBezTo>
                <a:cubicBezTo>
                  <a:pt x="5127917" y="75893"/>
                  <a:pt x="5130652" y="86367"/>
                  <a:pt x="5130652" y="95246"/>
                </a:cubicBezTo>
                <a:cubicBezTo>
                  <a:pt x="5130652" y="107993"/>
                  <a:pt x="5124045" y="115961"/>
                  <a:pt x="5113571" y="115961"/>
                </a:cubicBezTo>
                <a:cubicBezTo>
                  <a:pt x="5099907" y="115961"/>
                  <a:pt x="5090340" y="101164"/>
                  <a:pt x="5090340" y="79309"/>
                </a:cubicBezTo>
                <a:lnTo>
                  <a:pt x="5090340" y="78625"/>
                </a:lnTo>
                <a:close/>
                <a:moveTo>
                  <a:pt x="5262515" y="118137"/>
                </a:moveTo>
                <a:cubicBezTo>
                  <a:pt x="5251586" y="135453"/>
                  <a:pt x="5241789" y="142063"/>
                  <a:pt x="5227215" y="142063"/>
                </a:cubicBezTo>
                <a:cubicBezTo>
                  <a:pt x="5214235" y="142063"/>
                  <a:pt x="5204442" y="135453"/>
                  <a:pt x="5197836" y="122467"/>
                </a:cubicBezTo>
                <a:cubicBezTo>
                  <a:pt x="5193735" y="113807"/>
                  <a:pt x="5192144" y="106287"/>
                  <a:pt x="5191688" y="92386"/>
                </a:cubicBezTo>
                <a:lnTo>
                  <a:pt x="5261834" y="92386"/>
                </a:lnTo>
                <a:cubicBezTo>
                  <a:pt x="5260009" y="77610"/>
                  <a:pt x="5257733" y="71028"/>
                  <a:pt x="5252041" y="63765"/>
                </a:cubicBezTo>
                <a:cubicBezTo>
                  <a:pt x="5245205" y="55581"/>
                  <a:pt x="5234731" y="50796"/>
                  <a:pt x="5222888" y="50796"/>
                </a:cubicBezTo>
                <a:cubicBezTo>
                  <a:pt x="5211500" y="50796"/>
                  <a:pt x="5200797" y="54897"/>
                  <a:pt x="5192144" y="62629"/>
                </a:cubicBezTo>
                <a:cubicBezTo>
                  <a:pt x="5181437" y="71935"/>
                  <a:pt x="5175289" y="88060"/>
                  <a:pt x="5175289" y="106742"/>
                </a:cubicBezTo>
                <a:cubicBezTo>
                  <a:pt x="5175289" y="138188"/>
                  <a:pt x="5191688" y="157774"/>
                  <a:pt x="5217877" y="157774"/>
                </a:cubicBezTo>
                <a:cubicBezTo>
                  <a:pt x="5239513" y="157774"/>
                  <a:pt x="5256593" y="144339"/>
                  <a:pt x="5266160" y="119732"/>
                </a:cubicBezTo>
                <a:lnTo>
                  <a:pt x="5262515" y="118137"/>
                </a:lnTo>
                <a:moveTo>
                  <a:pt x="5192144" y="85099"/>
                </a:moveTo>
                <a:cubicBezTo>
                  <a:pt x="5194646" y="67397"/>
                  <a:pt x="5202392" y="58997"/>
                  <a:pt x="5216282" y="58997"/>
                </a:cubicBezTo>
                <a:cubicBezTo>
                  <a:pt x="5230175" y="58997"/>
                  <a:pt x="5235642" y="65353"/>
                  <a:pt x="5238602" y="85099"/>
                </a:cubicBezTo>
                <a:lnTo>
                  <a:pt x="5192144" y="85099"/>
                </a:lnTo>
                <a:close/>
                <a:moveTo>
                  <a:pt x="5351108" y="66740"/>
                </a:moveTo>
                <a:cubicBezTo>
                  <a:pt x="5354298" y="66055"/>
                  <a:pt x="5356348" y="65826"/>
                  <a:pt x="5359080" y="65826"/>
                </a:cubicBezTo>
                <a:cubicBezTo>
                  <a:pt x="5364772" y="65826"/>
                  <a:pt x="5366822" y="69471"/>
                  <a:pt x="5366822" y="79490"/>
                </a:cubicBezTo>
                <a:lnTo>
                  <a:pt x="5366822" y="136423"/>
                </a:lnTo>
                <a:cubicBezTo>
                  <a:pt x="5366822" y="147807"/>
                  <a:pt x="5365227" y="149402"/>
                  <a:pt x="5350653" y="152134"/>
                </a:cubicBezTo>
                <a:lnTo>
                  <a:pt x="5350653" y="155550"/>
                </a:lnTo>
                <a:lnTo>
                  <a:pt x="5405313" y="155550"/>
                </a:lnTo>
                <a:lnTo>
                  <a:pt x="5405313" y="152134"/>
                </a:lnTo>
                <a:cubicBezTo>
                  <a:pt x="5389824" y="151453"/>
                  <a:pt x="5385953" y="148037"/>
                  <a:pt x="5385953" y="135057"/>
                </a:cubicBezTo>
                <a:lnTo>
                  <a:pt x="5385953" y="83816"/>
                </a:lnTo>
                <a:cubicBezTo>
                  <a:pt x="5385953" y="76529"/>
                  <a:pt x="5395746" y="65145"/>
                  <a:pt x="5401897" y="65145"/>
                </a:cubicBezTo>
                <a:cubicBezTo>
                  <a:pt x="5403263" y="65145"/>
                  <a:pt x="5405313" y="66284"/>
                  <a:pt x="5407818" y="68561"/>
                </a:cubicBezTo>
                <a:cubicBezTo>
                  <a:pt x="5411460" y="71747"/>
                  <a:pt x="5413966" y="73113"/>
                  <a:pt x="5416927" y="73113"/>
                </a:cubicBezTo>
                <a:cubicBezTo>
                  <a:pt x="5422393" y="73113"/>
                  <a:pt x="5425809" y="69242"/>
                  <a:pt x="5425809" y="62868"/>
                </a:cubicBezTo>
                <a:cubicBezTo>
                  <a:pt x="5425809" y="55352"/>
                  <a:pt x="5421027" y="50796"/>
                  <a:pt x="5413285" y="50796"/>
                </a:cubicBezTo>
                <a:cubicBezTo>
                  <a:pt x="5403718" y="50796"/>
                  <a:pt x="5397115" y="56036"/>
                  <a:pt x="5385953" y="72203"/>
                </a:cubicBezTo>
                <a:lnTo>
                  <a:pt x="5385953" y="51255"/>
                </a:lnTo>
                <a:lnTo>
                  <a:pt x="5384817" y="50796"/>
                </a:lnTo>
                <a:cubicBezTo>
                  <a:pt x="5372744" y="55807"/>
                  <a:pt x="5364546" y="58768"/>
                  <a:pt x="5351108" y="63094"/>
                </a:cubicBezTo>
                <a:lnTo>
                  <a:pt x="5351108" y="66740"/>
                </a:lnTo>
                <a:close/>
                <a:moveTo>
                  <a:pt x="5518273" y="118137"/>
                </a:moveTo>
                <a:cubicBezTo>
                  <a:pt x="5507344" y="135453"/>
                  <a:pt x="5497548" y="142063"/>
                  <a:pt x="5482973" y="142063"/>
                </a:cubicBezTo>
                <a:cubicBezTo>
                  <a:pt x="5469993" y="142063"/>
                  <a:pt x="5460201" y="135453"/>
                  <a:pt x="5453594" y="122467"/>
                </a:cubicBezTo>
                <a:cubicBezTo>
                  <a:pt x="5449494" y="113807"/>
                  <a:pt x="5447902" y="106287"/>
                  <a:pt x="5447447" y="92386"/>
                </a:cubicBezTo>
                <a:lnTo>
                  <a:pt x="5517592" y="92386"/>
                </a:lnTo>
                <a:cubicBezTo>
                  <a:pt x="5515768" y="77610"/>
                  <a:pt x="5513492" y="71028"/>
                  <a:pt x="5507799" y="63765"/>
                </a:cubicBezTo>
                <a:cubicBezTo>
                  <a:pt x="5500964" y="55581"/>
                  <a:pt x="5490490" y="50796"/>
                  <a:pt x="5478647" y="50796"/>
                </a:cubicBezTo>
                <a:cubicBezTo>
                  <a:pt x="5467259" y="50796"/>
                  <a:pt x="5456555" y="54897"/>
                  <a:pt x="5447902" y="62629"/>
                </a:cubicBezTo>
                <a:cubicBezTo>
                  <a:pt x="5437195" y="71935"/>
                  <a:pt x="5431048" y="88060"/>
                  <a:pt x="5431048" y="106742"/>
                </a:cubicBezTo>
                <a:cubicBezTo>
                  <a:pt x="5431048" y="138188"/>
                  <a:pt x="5447447" y="157774"/>
                  <a:pt x="5473635" y="157774"/>
                </a:cubicBezTo>
                <a:cubicBezTo>
                  <a:pt x="5495272" y="157774"/>
                  <a:pt x="5512352" y="144339"/>
                  <a:pt x="5521919" y="119732"/>
                </a:cubicBezTo>
                <a:lnTo>
                  <a:pt x="5518273" y="118137"/>
                </a:lnTo>
                <a:moveTo>
                  <a:pt x="5447902" y="85099"/>
                </a:moveTo>
                <a:cubicBezTo>
                  <a:pt x="5450404" y="67397"/>
                  <a:pt x="5458150" y="58997"/>
                  <a:pt x="5472040" y="58997"/>
                </a:cubicBezTo>
                <a:cubicBezTo>
                  <a:pt x="5485934" y="58997"/>
                  <a:pt x="5491400" y="65353"/>
                  <a:pt x="5494361" y="85099"/>
                </a:cubicBezTo>
                <a:lnTo>
                  <a:pt x="5447902" y="85099"/>
                </a:lnTo>
                <a:close/>
                <a:moveTo>
                  <a:pt x="5608463" y="58771"/>
                </a:moveTo>
                <a:cubicBezTo>
                  <a:pt x="5597986" y="52624"/>
                  <a:pt x="5591153" y="50573"/>
                  <a:pt x="5582271" y="50573"/>
                </a:cubicBezTo>
                <a:cubicBezTo>
                  <a:pt x="5553803" y="50573"/>
                  <a:pt x="5531937" y="76067"/>
                  <a:pt x="5531937" y="108837"/>
                </a:cubicBezTo>
                <a:cubicBezTo>
                  <a:pt x="5531937" y="137511"/>
                  <a:pt x="5546971" y="157774"/>
                  <a:pt x="5568377" y="157774"/>
                </a:cubicBezTo>
                <a:cubicBezTo>
                  <a:pt x="5581586" y="157774"/>
                  <a:pt x="5594114" y="151856"/>
                  <a:pt x="5604133" y="140923"/>
                </a:cubicBezTo>
                <a:lnTo>
                  <a:pt x="5604133" y="183744"/>
                </a:lnTo>
                <a:cubicBezTo>
                  <a:pt x="5604133" y="196497"/>
                  <a:pt x="5600036" y="199917"/>
                  <a:pt x="5583866" y="201053"/>
                </a:cubicBezTo>
                <a:lnTo>
                  <a:pt x="5583866" y="204924"/>
                </a:lnTo>
                <a:lnTo>
                  <a:pt x="5637612" y="204924"/>
                </a:lnTo>
                <a:lnTo>
                  <a:pt x="5637612" y="201738"/>
                </a:lnTo>
                <a:cubicBezTo>
                  <a:pt x="5625088" y="199003"/>
                  <a:pt x="5623264" y="197182"/>
                  <a:pt x="5623264" y="187615"/>
                </a:cubicBezTo>
                <a:lnTo>
                  <a:pt x="5623264" y="51487"/>
                </a:lnTo>
                <a:lnTo>
                  <a:pt x="5620758" y="51487"/>
                </a:lnTo>
                <a:lnTo>
                  <a:pt x="5608463" y="58771"/>
                </a:lnTo>
                <a:moveTo>
                  <a:pt x="5604133" y="126588"/>
                </a:moveTo>
                <a:cubicBezTo>
                  <a:pt x="5604133" y="132051"/>
                  <a:pt x="5603223" y="135009"/>
                  <a:pt x="5600946" y="136829"/>
                </a:cubicBezTo>
                <a:cubicBezTo>
                  <a:pt x="5595935" y="141153"/>
                  <a:pt x="5588419" y="143884"/>
                  <a:pt x="5581361" y="143884"/>
                </a:cubicBezTo>
                <a:cubicBezTo>
                  <a:pt x="5574299" y="143884"/>
                  <a:pt x="5568152" y="141608"/>
                  <a:pt x="5563596" y="137055"/>
                </a:cubicBezTo>
                <a:cubicBezTo>
                  <a:pt x="5556308" y="130456"/>
                  <a:pt x="5551523" y="115666"/>
                  <a:pt x="5551523" y="100646"/>
                </a:cubicBezTo>
                <a:cubicBezTo>
                  <a:pt x="5551523" y="73791"/>
                  <a:pt x="5563596" y="56954"/>
                  <a:pt x="5582952" y="56954"/>
                </a:cubicBezTo>
                <a:cubicBezTo>
                  <a:pt x="5597075" y="56954"/>
                  <a:pt x="5604133" y="64460"/>
                  <a:pt x="5604133" y="79709"/>
                </a:cubicBezTo>
                <a:lnTo>
                  <a:pt x="5604133" y="126588"/>
                </a:lnTo>
                <a:close/>
                <a:moveTo>
                  <a:pt x="5749435" y="144120"/>
                </a:moveTo>
                <a:lnTo>
                  <a:pt x="5748298" y="144120"/>
                </a:lnTo>
                <a:cubicBezTo>
                  <a:pt x="5737821" y="144120"/>
                  <a:pt x="5735315" y="141615"/>
                  <a:pt x="5735315" y="131137"/>
                </a:cubicBezTo>
                <a:lnTo>
                  <a:pt x="5735315" y="53020"/>
                </a:lnTo>
                <a:lnTo>
                  <a:pt x="5699331" y="53020"/>
                </a:lnTo>
                <a:lnTo>
                  <a:pt x="5699331" y="56895"/>
                </a:lnTo>
                <a:cubicBezTo>
                  <a:pt x="5713453" y="57576"/>
                  <a:pt x="5716185" y="59856"/>
                  <a:pt x="5716185" y="71240"/>
                </a:cubicBezTo>
                <a:lnTo>
                  <a:pt x="5716185" y="124753"/>
                </a:lnTo>
                <a:cubicBezTo>
                  <a:pt x="5716185" y="131130"/>
                  <a:pt x="5715045" y="134320"/>
                  <a:pt x="5711858" y="136823"/>
                </a:cubicBezTo>
                <a:cubicBezTo>
                  <a:pt x="5705707" y="141834"/>
                  <a:pt x="5698649" y="144565"/>
                  <a:pt x="5691817" y="144565"/>
                </a:cubicBezTo>
                <a:cubicBezTo>
                  <a:pt x="5682935" y="144565"/>
                  <a:pt x="5675648" y="136823"/>
                  <a:pt x="5675648" y="127259"/>
                </a:cubicBezTo>
                <a:lnTo>
                  <a:pt x="5675648" y="53020"/>
                </a:lnTo>
                <a:lnTo>
                  <a:pt x="5642394" y="53020"/>
                </a:lnTo>
                <a:lnTo>
                  <a:pt x="5642394" y="56210"/>
                </a:lnTo>
                <a:cubicBezTo>
                  <a:pt x="5653327" y="56895"/>
                  <a:pt x="5656517" y="60311"/>
                  <a:pt x="5656517" y="70785"/>
                </a:cubicBezTo>
                <a:lnTo>
                  <a:pt x="5656517" y="128169"/>
                </a:lnTo>
                <a:cubicBezTo>
                  <a:pt x="5656517" y="146160"/>
                  <a:pt x="5667446" y="157774"/>
                  <a:pt x="5684071" y="157774"/>
                </a:cubicBezTo>
                <a:cubicBezTo>
                  <a:pt x="5692498" y="157774"/>
                  <a:pt x="5701381" y="154132"/>
                  <a:pt x="5707532" y="147981"/>
                </a:cubicBezTo>
                <a:lnTo>
                  <a:pt x="5717325" y="138192"/>
                </a:lnTo>
                <a:lnTo>
                  <a:pt x="5717325" y="157093"/>
                </a:lnTo>
                <a:lnTo>
                  <a:pt x="5718235" y="157552"/>
                </a:lnTo>
                <a:cubicBezTo>
                  <a:pt x="5729623" y="152999"/>
                  <a:pt x="5737821" y="150494"/>
                  <a:pt x="5749435" y="147303"/>
                </a:cubicBezTo>
                <a:lnTo>
                  <a:pt x="5749435" y="144120"/>
                </a:lnTo>
                <a:close/>
                <a:moveTo>
                  <a:pt x="5794073" y="50796"/>
                </a:moveTo>
                <a:lnTo>
                  <a:pt x="5758772" y="63251"/>
                </a:lnTo>
                <a:lnTo>
                  <a:pt x="5758772" y="66670"/>
                </a:lnTo>
                <a:lnTo>
                  <a:pt x="5760597" y="66441"/>
                </a:lnTo>
                <a:cubicBezTo>
                  <a:pt x="5763328" y="65986"/>
                  <a:pt x="5766289" y="65756"/>
                  <a:pt x="5768339" y="65756"/>
                </a:cubicBezTo>
                <a:cubicBezTo>
                  <a:pt x="5773806" y="65756"/>
                  <a:pt x="5775853" y="69402"/>
                  <a:pt x="5775853" y="79431"/>
                </a:cubicBezTo>
                <a:lnTo>
                  <a:pt x="5775853" y="132308"/>
                </a:lnTo>
                <a:cubicBezTo>
                  <a:pt x="5775853" y="148718"/>
                  <a:pt x="5773576" y="151223"/>
                  <a:pt x="5757862" y="152134"/>
                </a:cubicBezTo>
                <a:lnTo>
                  <a:pt x="5757862" y="155550"/>
                </a:lnTo>
                <a:lnTo>
                  <a:pt x="5811838" y="155550"/>
                </a:lnTo>
                <a:lnTo>
                  <a:pt x="5811838" y="152134"/>
                </a:lnTo>
                <a:cubicBezTo>
                  <a:pt x="5796808" y="150998"/>
                  <a:pt x="5794983" y="148718"/>
                  <a:pt x="5794983" y="132308"/>
                </a:cubicBezTo>
                <a:lnTo>
                  <a:pt x="5794983" y="51480"/>
                </a:lnTo>
                <a:lnTo>
                  <a:pt x="5794073" y="50796"/>
                </a:lnTo>
                <a:moveTo>
                  <a:pt x="5783369" y="87"/>
                </a:moveTo>
                <a:cubicBezTo>
                  <a:pt x="5777222" y="87"/>
                  <a:pt x="5771981" y="5327"/>
                  <a:pt x="5771981" y="11704"/>
                </a:cubicBezTo>
                <a:cubicBezTo>
                  <a:pt x="5771981" y="18081"/>
                  <a:pt x="5776993" y="23318"/>
                  <a:pt x="5783369" y="23318"/>
                </a:cubicBezTo>
                <a:cubicBezTo>
                  <a:pt x="5789976" y="23318"/>
                  <a:pt x="5795213" y="18307"/>
                  <a:pt x="5795213" y="11704"/>
                </a:cubicBezTo>
                <a:cubicBezTo>
                  <a:pt x="5795213" y="5327"/>
                  <a:pt x="5789976" y="87"/>
                  <a:pt x="5783369" y="87"/>
                </a:cubicBezTo>
                <a:close/>
                <a:moveTo>
                  <a:pt x="5819125" y="66740"/>
                </a:moveTo>
                <a:cubicBezTo>
                  <a:pt x="5822315" y="66055"/>
                  <a:pt x="5824365" y="65826"/>
                  <a:pt x="5827097" y="65826"/>
                </a:cubicBezTo>
                <a:cubicBezTo>
                  <a:pt x="5832789" y="65826"/>
                  <a:pt x="5834839" y="69471"/>
                  <a:pt x="5834839" y="79490"/>
                </a:cubicBezTo>
                <a:lnTo>
                  <a:pt x="5834839" y="136423"/>
                </a:lnTo>
                <a:cubicBezTo>
                  <a:pt x="5834839" y="147807"/>
                  <a:pt x="5833244" y="149402"/>
                  <a:pt x="5818669" y="152134"/>
                </a:cubicBezTo>
                <a:lnTo>
                  <a:pt x="5818669" y="155550"/>
                </a:lnTo>
                <a:lnTo>
                  <a:pt x="5873330" y="155550"/>
                </a:lnTo>
                <a:lnTo>
                  <a:pt x="5873330" y="152134"/>
                </a:lnTo>
                <a:cubicBezTo>
                  <a:pt x="5857841" y="151453"/>
                  <a:pt x="5853970" y="148037"/>
                  <a:pt x="5853970" y="135057"/>
                </a:cubicBezTo>
                <a:lnTo>
                  <a:pt x="5853970" y="83816"/>
                </a:lnTo>
                <a:cubicBezTo>
                  <a:pt x="5853970" y="76529"/>
                  <a:pt x="5863763" y="65145"/>
                  <a:pt x="5869914" y="65145"/>
                </a:cubicBezTo>
                <a:cubicBezTo>
                  <a:pt x="5871279" y="65145"/>
                  <a:pt x="5873330" y="66284"/>
                  <a:pt x="5875835" y="68561"/>
                </a:cubicBezTo>
                <a:cubicBezTo>
                  <a:pt x="5879477" y="71747"/>
                  <a:pt x="5881983" y="73113"/>
                  <a:pt x="5884944" y="73113"/>
                </a:cubicBezTo>
                <a:cubicBezTo>
                  <a:pt x="5890410" y="73113"/>
                  <a:pt x="5893826" y="69242"/>
                  <a:pt x="5893826" y="62868"/>
                </a:cubicBezTo>
                <a:cubicBezTo>
                  <a:pt x="5893826" y="55352"/>
                  <a:pt x="5889044" y="50796"/>
                  <a:pt x="5881302" y="50796"/>
                </a:cubicBezTo>
                <a:cubicBezTo>
                  <a:pt x="5871735" y="50796"/>
                  <a:pt x="5865132" y="56036"/>
                  <a:pt x="5853970" y="72203"/>
                </a:cubicBezTo>
                <a:lnTo>
                  <a:pt x="5853970" y="51255"/>
                </a:lnTo>
                <a:lnTo>
                  <a:pt x="5852833" y="50796"/>
                </a:lnTo>
                <a:cubicBezTo>
                  <a:pt x="5840761" y="55807"/>
                  <a:pt x="5832563" y="58768"/>
                  <a:pt x="5819125" y="63094"/>
                </a:cubicBezTo>
                <a:lnTo>
                  <a:pt x="5819125" y="66740"/>
                </a:lnTo>
                <a:close/>
                <a:moveTo>
                  <a:pt x="5986290" y="118137"/>
                </a:moveTo>
                <a:cubicBezTo>
                  <a:pt x="5975361" y="135453"/>
                  <a:pt x="5965565" y="142063"/>
                  <a:pt x="5950990" y="142063"/>
                </a:cubicBezTo>
                <a:cubicBezTo>
                  <a:pt x="5938010" y="142063"/>
                  <a:pt x="5928217" y="135453"/>
                  <a:pt x="5921611" y="122467"/>
                </a:cubicBezTo>
                <a:cubicBezTo>
                  <a:pt x="5917511" y="113807"/>
                  <a:pt x="5915919" y="106287"/>
                  <a:pt x="5915464" y="92386"/>
                </a:cubicBezTo>
                <a:lnTo>
                  <a:pt x="5985609" y="92386"/>
                </a:lnTo>
                <a:cubicBezTo>
                  <a:pt x="5983785" y="77610"/>
                  <a:pt x="5981508" y="71028"/>
                  <a:pt x="5975816" y="63765"/>
                </a:cubicBezTo>
                <a:cubicBezTo>
                  <a:pt x="5968981" y="55581"/>
                  <a:pt x="5958507" y="50796"/>
                  <a:pt x="5946663" y="50796"/>
                </a:cubicBezTo>
                <a:cubicBezTo>
                  <a:pt x="5935275" y="50796"/>
                  <a:pt x="5924572" y="54897"/>
                  <a:pt x="5915919" y="62629"/>
                </a:cubicBezTo>
                <a:cubicBezTo>
                  <a:pt x="5905212" y="71935"/>
                  <a:pt x="5899065" y="88060"/>
                  <a:pt x="5899065" y="106742"/>
                </a:cubicBezTo>
                <a:cubicBezTo>
                  <a:pt x="5899065" y="138188"/>
                  <a:pt x="5915464" y="157774"/>
                  <a:pt x="5941652" y="157774"/>
                </a:cubicBezTo>
                <a:cubicBezTo>
                  <a:pt x="5963288" y="157774"/>
                  <a:pt x="5980369" y="144339"/>
                  <a:pt x="5989936" y="119732"/>
                </a:cubicBezTo>
                <a:lnTo>
                  <a:pt x="5986290" y="118137"/>
                </a:lnTo>
                <a:moveTo>
                  <a:pt x="5915919" y="85099"/>
                </a:moveTo>
                <a:cubicBezTo>
                  <a:pt x="5918421" y="67397"/>
                  <a:pt x="5926167" y="58997"/>
                  <a:pt x="5940057" y="58997"/>
                </a:cubicBezTo>
                <a:cubicBezTo>
                  <a:pt x="5953951" y="58997"/>
                  <a:pt x="5959417" y="65353"/>
                  <a:pt x="5962378" y="85099"/>
                </a:cubicBezTo>
                <a:lnTo>
                  <a:pt x="5915919" y="85099"/>
                </a:lnTo>
                <a:close/>
                <a:moveTo>
                  <a:pt x="5998817" y="64919"/>
                </a:moveTo>
                <a:cubicBezTo>
                  <a:pt x="6001778" y="64234"/>
                  <a:pt x="6003599" y="64008"/>
                  <a:pt x="6006105" y="64008"/>
                </a:cubicBezTo>
                <a:cubicBezTo>
                  <a:pt x="6012026" y="64008"/>
                  <a:pt x="6014077" y="67650"/>
                  <a:pt x="6014077" y="78579"/>
                </a:cubicBezTo>
                <a:lnTo>
                  <a:pt x="6014077" y="136194"/>
                </a:lnTo>
                <a:cubicBezTo>
                  <a:pt x="6014077" y="148492"/>
                  <a:pt x="6010887" y="151908"/>
                  <a:pt x="5998133" y="152134"/>
                </a:cubicBezTo>
                <a:lnTo>
                  <a:pt x="5998133" y="155550"/>
                </a:lnTo>
                <a:lnTo>
                  <a:pt x="6048692" y="155550"/>
                </a:lnTo>
                <a:lnTo>
                  <a:pt x="6048692" y="152134"/>
                </a:lnTo>
                <a:cubicBezTo>
                  <a:pt x="6036623" y="151679"/>
                  <a:pt x="6033207" y="149177"/>
                  <a:pt x="6033207" y="140294"/>
                </a:cubicBezTo>
                <a:lnTo>
                  <a:pt x="6033207" y="76077"/>
                </a:lnTo>
                <a:cubicBezTo>
                  <a:pt x="6033207" y="75622"/>
                  <a:pt x="6035028" y="73342"/>
                  <a:pt x="6036623" y="71751"/>
                </a:cubicBezTo>
                <a:cubicBezTo>
                  <a:pt x="6042316" y="66510"/>
                  <a:pt x="6052108" y="62639"/>
                  <a:pt x="6060080" y="62639"/>
                </a:cubicBezTo>
                <a:cubicBezTo>
                  <a:pt x="6070099" y="62639"/>
                  <a:pt x="6075110" y="70611"/>
                  <a:pt x="6075110" y="86551"/>
                </a:cubicBezTo>
                <a:lnTo>
                  <a:pt x="6075110" y="135968"/>
                </a:lnTo>
                <a:cubicBezTo>
                  <a:pt x="6075110" y="148721"/>
                  <a:pt x="6072605" y="151223"/>
                  <a:pt x="6059625" y="152134"/>
                </a:cubicBezTo>
                <a:lnTo>
                  <a:pt x="6059625" y="155550"/>
                </a:lnTo>
                <a:lnTo>
                  <a:pt x="6110640" y="155550"/>
                </a:lnTo>
                <a:lnTo>
                  <a:pt x="6110640" y="152134"/>
                </a:lnTo>
                <a:cubicBezTo>
                  <a:pt x="6097657" y="151908"/>
                  <a:pt x="6094241" y="148037"/>
                  <a:pt x="6094241" y="133917"/>
                </a:cubicBezTo>
                <a:lnTo>
                  <a:pt x="6094241" y="76533"/>
                </a:lnTo>
                <a:cubicBezTo>
                  <a:pt x="6101073" y="66740"/>
                  <a:pt x="6108590" y="62639"/>
                  <a:pt x="6119067" y="62639"/>
                </a:cubicBezTo>
                <a:cubicBezTo>
                  <a:pt x="6132047" y="62639"/>
                  <a:pt x="6136147" y="68790"/>
                  <a:pt x="6136147" y="87691"/>
                </a:cubicBezTo>
                <a:lnTo>
                  <a:pt x="6136147" y="135738"/>
                </a:lnTo>
                <a:cubicBezTo>
                  <a:pt x="6136147" y="148721"/>
                  <a:pt x="6134326" y="150542"/>
                  <a:pt x="6121117" y="152134"/>
                </a:cubicBezTo>
                <a:lnTo>
                  <a:pt x="6121117" y="155550"/>
                </a:lnTo>
                <a:lnTo>
                  <a:pt x="6170992" y="155550"/>
                </a:lnTo>
                <a:lnTo>
                  <a:pt x="6170992" y="152134"/>
                </a:lnTo>
                <a:lnTo>
                  <a:pt x="6165071" y="151679"/>
                </a:lnTo>
                <a:cubicBezTo>
                  <a:pt x="6158239" y="151223"/>
                  <a:pt x="6155278" y="147126"/>
                  <a:pt x="6155278" y="138244"/>
                </a:cubicBezTo>
                <a:lnTo>
                  <a:pt x="6155278" y="91333"/>
                </a:lnTo>
                <a:cubicBezTo>
                  <a:pt x="6155278" y="64464"/>
                  <a:pt x="6146395" y="50796"/>
                  <a:pt x="6128860" y="50796"/>
                </a:cubicBezTo>
                <a:cubicBezTo>
                  <a:pt x="6115651" y="50796"/>
                  <a:pt x="6104034" y="56717"/>
                  <a:pt x="6091735" y="69926"/>
                </a:cubicBezTo>
                <a:cubicBezTo>
                  <a:pt x="6087638" y="56947"/>
                  <a:pt x="6079896" y="50796"/>
                  <a:pt x="6067597" y="50796"/>
                </a:cubicBezTo>
                <a:cubicBezTo>
                  <a:pt x="6057575" y="50796"/>
                  <a:pt x="6051198" y="53986"/>
                  <a:pt x="6032293" y="68335"/>
                </a:cubicBezTo>
                <a:lnTo>
                  <a:pt x="6032293" y="51255"/>
                </a:lnTo>
                <a:lnTo>
                  <a:pt x="6030702" y="50796"/>
                </a:lnTo>
                <a:cubicBezTo>
                  <a:pt x="6019084" y="55126"/>
                  <a:pt x="6011342" y="57631"/>
                  <a:pt x="5998817" y="61047"/>
                </a:cubicBezTo>
                <a:lnTo>
                  <a:pt x="5998817" y="64919"/>
                </a:lnTo>
                <a:close/>
                <a:moveTo>
                  <a:pt x="6264595" y="118137"/>
                </a:moveTo>
                <a:cubicBezTo>
                  <a:pt x="6253666" y="135453"/>
                  <a:pt x="6243869" y="142063"/>
                  <a:pt x="6229295" y="142063"/>
                </a:cubicBezTo>
                <a:cubicBezTo>
                  <a:pt x="6216315" y="142063"/>
                  <a:pt x="6206522" y="135453"/>
                  <a:pt x="6199916" y="122467"/>
                </a:cubicBezTo>
                <a:cubicBezTo>
                  <a:pt x="6195815" y="113807"/>
                  <a:pt x="6194224" y="106287"/>
                  <a:pt x="6193768" y="92386"/>
                </a:cubicBezTo>
                <a:lnTo>
                  <a:pt x="6263914" y="92386"/>
                </a:lnTo>
                <a:cubicBezTo>
                  <a:pt x="6262089" y="77610"/>
                  <a:pt x="6259813" y="71028"/>
                  <a:pt x="6254121" y="63765"/>
                </a:cubicBezTo>
                <a:cubicBezTo>
                  <a:pt x="6247285" y="55581"/>
                  <a:pt x="6236811" y="50796"/>
                  <a:pt x="6224968" y="50796"/>
                </a:cubicBezTo>
                <a:cubicBezTo>
                  <a:pt x="6213580" y="50796"/>
                  <a:pt x="6202877" y="54897"/>
                  <a:pt x="6194224" y="62629"/>
                </a:cubicBezTo>
                <a:cubicBezTo>
                  <a:pt x="6183517" y="71935"/>
                  <a:pt x="6177369" y="88060"/>
                  <a:pt x="6177369" y="106742"/>
                </a:cubicBezTo>
                <a:cubicBezTo>
                  <a:pt x="6177369" y="138188"/>
                  <a:pt x="6193768" y="157774"/>
                  <a:pt x="6219957" y="157774"/>
                </a:cubicBezTo>
                <a:cubicBezTo>
                  <a:pt x="6241593" y="157774"/>
                  <a:pt x="6258673" y="144339"/>
                  <a:pt x="6268240" y="119732"/>
                </a:cubicBezTo>
                <a:lnTo>
                  <a:pt x="6264595" y="118137"/>
                </a:lnTo>
                <a:moveTo>
                  <a:pt x="6194224" y="85099"/>
                </a:moveTo>
                <a:cubicBezTo>
                  <a:pt x="6196726" y="67397"/>
                  <a:pt x="6204472" y="58997"/>
                  <a:pt x="6218362" y="58997"/>
                </a:cubicBezTo>
                <a:cubicBezTo>
                  <a:pt x="6232255" y="58997"/>
                  <a:pt x="6237722" y="65353"/>
                  <a:pt x="6240683" y="85099"/>
                </a:cubicBezTo>
                <a:lnTo>
                  <a:pt x="6194224" y="85099"/>
                </a:lnTo>
                <a:close/>
                <a:moveTo>
                  <a:pt x="6276438" y="64919"/>
                </a:moveTo>
                <a:cubicBezTo>
                  <a:pt x="6277804" y="64234"/>
                  <a:pt x="6280084" y="64008"/>
                  <a:pt x="6282589" y="64008"/>
                </a:cubicBezTo>
                <a:cubicBezTo>
                  <a:pt x="6288966" y="64008"/>
                  <a:pt x="6291013" y="67424"/>
                  <a:pt x="6291013" y="78579"/>
                </a:cubicBezTo>
                <a:lnTo>
                  <a:pt x="6291013" y="135057"/>
                </a:lnTo>
                <a:cubicBezTo>
                  <a:pt x="6291013" y="148037"/>
                  <a:pt x="6288507" y="151223"/>
                  <a:pt x="6276893" y="152134"/>
                </a:cubicBezTo>
                <a:lnTo>
                  <a:pt x="6276893" y="155550"/>
                </a:lnTo>
                <a:lnTo>
                  <a:pt x="6325177" y="155550"/>
                </a:lnTo>
                <a:lnTo>
                  <a:pt x="6325177" y="152134"/>
                </a:lnTo>
                <a:cubicBezTo>
                  <a:pt x="6313559" y="151223"/>
                  <a:pt x="6310143" y="148492"/>
                  <a:pt x="6310143" y="140294"/>
                </a:cubicBezTo>
                <a:lnTo>
                  <a:pt x="6310143" y="76303"/>
                </a:lnTo>
                <a:cubicBezTo>
                  <a:pt x="6321076" y="66055"/>
                  <a:pt x="6326087" y="63324"/>
                  <a:pt x="6333604" y="63324"/>
                </a:cubicBezTo>
                <a:cubicBezTo>
                  <a:pt x="6344763" y="63324"/>
                  <a:pt x="6350229" y="70382"/>
                  <a:pt x="6350229" y="85412"/>
                </a:cubicBezTo>
                <a:lnTo>
                  <a:pt x="6350229" y="133007"/>
                </a:lnTo>
                <a:cubicBezTo>
                  <a:pt x="6350229" y="147352"/>
                  <a:pt x="6347268" y="151223"/>
                  <a:pt x="6335880" y="152134"/>
                </a:cubicBezTo>
                <a:lnTo>
                  <a:pt x="6335880" y="155550"/>
                </a:lnTo>
                <a:lnTo>
                  <a:pt x="6383253" y="155550"/>
                </a:lnTo>
                <a:lnTo>
                  <a:pt x="6383253" y="152134"/>
                </a:lnTo>
                <a:cubicBezTo>
                  <a:pt x="6372091" y="150998"/>
                  <a:pt x="6369360" y="148263"/>
                  <a:pt x="6369360" y="137107"/>
                </a:cubicBezTo>
                <a:lnTo>
                  <a:pt x="6369360" y="84956"/>
                </a:lnTo>
                <a:cubicBezTo>
                  <a:pt x="6369360" y="63553"/>
                  <a:pt x="6359337" y="50796"/>
                  <a:pt x="6342486" y="50796"/>
                </a:cubicBezTo>
                <a:cubicBezTo>
                  <a:pt x="6332009" y="50796"/>
                  <a:pt x="6324947" y="54671"/>
                  <a:pt x="6309462" y="69245"/>
                </a:cubicBezTo>
                <a:lnTo>
                  <a:pt x="6309462" y="51255"/>
                </a:lnTo>
                <a:lnTo>
                  <a:pt x="6307867" y="50796"/>
                </a:lnTo>
                <a:cubicBezTo>
                  <a:pt x="6296709" y="54897"/>
                  <a:pt x="6288966" y="57402"/>
                  <a:pt x="6276438" y="61047"/>
                </a:cubicBezTo>
                <a:lnTo>
                  <a:pt x="6276438" y="64919"/>
                </a:lnTo>
                <a:close/>
                <a:moveTo>
                  <a:pt x="6444742" y="53020"/>
                </a:moveTo>
                <a:lnTo>
                  <a:pt x="6421740" y="53020"/>
                </a:lnTo>
                <a:lnTo>
                  <a:pt x="6421740" y="26602"/>
                </a:lnTo>
                <a:cubicBezTo>
                  <a:pt x="6421740" y="24326"/>
                  <a:pt x="6421514" y="23641"/>
                  <a:pt x="6420145" y="23641"/>
                </a:cubicBezTo>
                <a:cubicBezTo>
                  <a:pt x="6418553" y="25692"/>
                  <a:pt x="6417184" y="27742"/>
                  <a:pt x="6415593" y="30018"/>
                </a:cubicBezTo>
                <a:cubicBezTo>
                  <a:pt x="6406936" y="42546"/>
                  <a:pt x="6397143" y="53479"/>
                  <a:pt x="6393501" y="54389"/>
                </a:cubicBezTo>
                <a:cubicBezTo>
                  <a:pt x="6390996" y="55981"/>
                  <a:pt x="6389626" y="57576"/>
                  <a:pt x="6389626" y="58716"/>
                </a:cubicBezTo>
                <a:cubicBezTo>
                  <a:pt x="6389626" y="59400"/>
                  <a:pt x="6389856" y="59856"/>
                  <a:pt x="6390540" y="60311"/>
                </a:cubicBezTo>
                <a:lnTo>
                  <a:pt x="6402609" y="60311"/>
                </a:lnTo>
                <a:lnTo>
                  <a:pt x="6402609" y="128854"/>
                </a:lnTo>
                <a:cubicBezTo>
                  <a:pt x="6402609" y="147981"/>
                  <a:pt x="6409442" y="157774"/>
                  <a:pt x="6422880" y="157774"/>
                </a:cubicBezTo>
                <a:cubicBezTo>
                  <a:pt x="6434039" y="157774"/>
                  <a:pt x="6442692" y="152311"/>
                  <a:pt x="6450208" y="140468"/>
                </a:cubicBezTo>
                <a:lnTo>
                  <a:pt x="6447247" y="137962"/>
                </a:lnTo>
                <a:cubicBezTo>
                  <a:pt x="6442466" y="143655"/>
                  <a:pt x="6438594" y="145934"/>
                  <a:pt x="6433583" y="145934"/>
                </a:cubicBezTo>
                <a:cubicBezTo>
                  <a:pt x="6425156" y="145934"/>
                  <a:pt x="6421740" y="139783"/>
                  <a:pt x="6421740" y="125438"/>
                </a:cubicBezTo>
                <a:lnTo>
                  <a:pt x="6421740" y="60311"/>
                </a:lnTo>
                <a:lnTo>
                  <a:pt x="6444742" y="60311"/>
                </a:lnTo>
                <a:lnTo>
                  <a:pt x="6444742" y="53020"/>
                </a:lnTo>
                <a:close/>
                <a:moveTo>
                  <a:pt x="6568635" y="50796"/>
                </a:moveTo>
                <a:lnTo>
                  <a:pt x="6533335" y="63251"/>
                </a:lnTo>
                <a:lnTo>
                  <a:pt x="6533335" y="66670"/>
                </a:lnTo>
                <a:lnTo>
                  <a:pt x="6535159" y="66441"/>
                </a:lnTo>
                <a:cubicBezTo>
                  <a:pt x="6537891" y="65986"/>
                  <a:pt x="6540852" y="65756"/>
                  <a:pt x="6542902" y="65756"/>
                </a:cubicBezTo>
                <a:cubicBezTo>
                  <a:pt x="6548368" y="65756"/>
                  <a:pt x="6550415" y="69402"/>
                  <a:pt x="6550415" y="79431"/>
                </a:cubicBezTo>
                <a:lnTo>
                  <a:pt x="6550415" y="132308"/>
                </a:lnTo>
                <a:cubicBezTo>
                  <a:pt x="6550415" y="148718"/>
                  <a:pt x="6548139" y="151223"/>
                  <a:pt x="6532425" y="152134"/>
                </a:cubicBezTo>
                <a:lnTo>
                  <a:pt x="6532425" y="155550"/>
                </a:lnTo>
                <a:lnTo>
                  <a:pt x="6586400" y="155550"/>
                </a:lnTo>
                <a:lnTo>
                  <a:pt x="6586400" y="152134"/>
                </a:lnTo>
                <a:cubicBezTo>
                  <a:pt x="6571370" y="150998"/>
                  <a:pt x="6569546" y="148718"/>
                  <a:pt x="6569546" y="132308"/>
                </a:cubicBezTo>
                <a:lnTo>
                  <a:pt x="6569546" y="51480"/>
                </a:lnTo>
                <a:lnTo>
                  <a:pt x="6568635" y="50796"/>
                </a:lnTo>
                <a:moveTo>
                  <a:pt x="6557932" y="87"/>
                </a:moveTo>
                <a:cubicBezTo>
                  <a:pt x="6551784" y="87"/>
                  <a:pt x="6546544" y="5327"/>
                  <a:pt x="6546544" y="11704"/>
                </a:cubicBezTo>
                <a:cubicBezTo>
                  <a:pt x="6546544" y="18081"/>
                  <a:pt x="6551555" y="23318"/>
                  <a:pt x="6557932" y="23318"/>
                </a:cubicBezTo>
                <a:cubicBezTo>
                  <a:pt x="6564538" y="23318"/>
                  <a:pt x="6569775" y="18307"/>
                  <a:pt x="6569775" y="11704"/>
                </a:cubicBezTo>
                <a:cubicBezTo>
                  <a:pt x="6569775" y="5327"/>
                  <a:pt x="6564538" y="87"/>
                  <a:pt x="6557932" y="87"/>
                </a:cubicBezTo>
                <a:close/>
                <a:moveTo>
                  <a:pt x="6595738" y="64919"/>
                </a:moveTo>
                <a:cubicBezTo>
                  <a:pt x="6597104" y="64234"/>
                  <a:pt x="6599384" y="64008"/>
                  <a:pt x="6601889" y="64008"/>
                </a:cubicBezTo>
                <a:cubicBezTo>
                  <a:pt x="6608266" y="64008"/>
                  <a:pt x="6610313" y="67424"/>
                  <a:pt x="6610313" y="78579"/>
                </a:cubicBezTo>
                <a:lnTo>
                  <a:pt x="6610313" y="135057"/>
                </a:lnTo>
                <a:cubicBezTo>
                  <a:pt x="6610313" y="148037"/>
                  <a:pt x="6607807" y="151223"/>
                  <a:pt x="6596193" y="152134"/>
                </a:cubicBezTo>
                <a:lnTo>
                  <a:pt x="6596193" y="155550"/>
                </a:lnTo>
                <a:lnTo>
                  <a:pt x="6644477" y="155550"/>
                </a:lnTo>
                <a:lnTo>
                  <a:pt x="6644477" y="152134"/>
                </a:lnTo>
                <a:cubicBezTo>
                  <a:pt x="6632859" y="151223"/>
                  <a:pt x="6629443" y="148492"/>
                  <a:pt x="6629443" y="140294"/>
                </a:cubicBezTo>
                <a:lnTo>
                  <a:pt x="6629443" y="76303"/>
                </a:lnTo>
                <a:cubicBezTo>
                  <a:pt x="6640376" y="66055"/>
                  <a:pt x="6645387" y="63324"/>
                  <a:pt x="6652904" y="63324"/>
                </a:cubicBezTo>
                <a:cubicBezTo>
                  <a:pt x="6664063" y="63324"/>
                  <a:pt x="6669529" y="70382"/>
                  <a:pt x="6669529" y="85412"/>
                </a:cubicBezTo>
                <a:lnTo>
                  <a:pt x="6669529" y="133007"/>
                </a:lnTo>
                <a:cubicBezTo>
                  <a:pt x="6669529" y="147352"/>
                  <a:pt x="6666568" y="151223"/>
                  <a:pt x="6655180" y="152134"/>
                </a:cubicBezTo>
                <a:lnTo>
                  <a:pt x="6655180" y="155550"/>
                </a:lnTo>
                <a:lnTo>
                  <a:pt x="6702553" y="155550"/>
                </a:lnTo>
                <a:lnTo>
                  <a:pt x="6702553" y="152134"/>
                </a:lnTo>
                <a:cubicBezTo>
                  <a:pt x="6691391" y="150998"/>
                  <a:pt x="6688659" y="148263"/>
                  <a:pt x="6688659" y="137107"/>
                </a:cubicBezTo>
                <a:lnTo>
                  <a:pt x="6688659" y="84956"/>
                </a:lnTo>
                <a:cubicBezTo>
                  <a:pt x="6688659" y="63553"/>
                  <a:pt x="6678637" y="50796"/>
                  <a:pt x="6661786" y="50796"/>
                </a:cubicBezTo>
                <a:cubicBezTo>
                  <a:pt x="6651309" y="50796"/>
                  <a:pt x="6644247" y="54671"/>
                  <a:pt x="6628762" y="69245"/>
                </a:cubicBezTo>
                <a:lnTo>
                  <a:pt x="6628762" y="51255"/>
                </a:lnTo>
                <a:lnTo>
                  <a:pt x="6627167" y="50796"/>
                </a:lnTo>
                <a:cubicBezTo>
                  <a:pt x="6616009" y="54897"/>
                  <a:pt x="6608266" y="57402"/>
                  <a:pt x="6595738" y="61047"/>
                </a:cubicBezTo>
                <a:lnTo>
                  <a:pt x="6595738" y="64919"/>
                </a:lnTo>
                <a:close/>
                <a:moveTo>
                  <a:pt x="6764042" y="53020"/>
                </a:moveTo>
                <a:lnTo>
                  <a:pt x="6741040" y="53020"/>
                </a:lnTo>
                <a:lnTo>
                  <a:pt x="6741040" y="26602"/>
                </a:lnTo>
                <a:cubicBezTo>
                  <a:pt x="6741040" y="24326"/>
                  <a:pt x="6740814" y="23641"/>
                  <a:pt x="6739445" y="23641"/>
                </a:cubicBezTo>
                <a:cubicBezTo>
                  <a:pt x="6737853" y="25692"/>
                  <a:pt x="6736484" y="27742"/>
                  <a:pt x="6734892" y="30018"/>
                </a:cubicBezTo>
                <a:cubicBezTo>
                  <a:pt x="6726236" y="42546"/>
                  <a:pt x="6716443" y="53479"/>
                  <a:pt x="6712801" y="54389"/>
                </a:cubicBezTo>
                <a:cubicBezTo>
                  <a:pt x="6710296" y="55981"/>
                  <a:pt x="6708926" y="57576"/>
                  <a:pt x="6708926" y="58716"/>
                </a:cubicBezTo>
                <a:cubicBezTo>
                  <a:pt x="6708926" y="59400"/>
                  <a:pt x="6709156" y="59856"/>
                  <a:pt x="6709840" y="60311"/>
                </a:cubicBezTo>
                <a:lnTo>
                  <a:pt x="6721909" y="60311"/>
                </a:lnTo>
                <a:lnTo>
                  <a:pt x="6721909" y="128854"/>
                </a:lnTo>
                <a:cubicBezTo>
                  <a:pt x="6721909" y="147981"/>
                  <a:pt x="6728741" y="157774"/>
                  <a:pt x="6742180" y="157774"/>
                </a:cubicBezTo>
                <a:cubicBezTo>
                  <a:pt x="6753338" y="157774"/>
                  <a:pt x="6761991" y="152311"/>
                  <a:pt x="6769508" y="140468"/>
                </a:cubicBezTo>
                <a:lnTo>
                  <a:pt x="6766547" y="137962"/>
                </a:lnTo>
                <a:cubicBezTo>
                  <a:pt x="6761766" y="143655"/>
                  <a:pt x="6757894" y="145934"/>
                  <a:pt x="6752883" y="145934"/>
                </a:cubicBezTo>
                <a:cubicBezTo>
                  <a:pt x="6744456" y="145934"/>
                  <a:pt x="6741040" y="139783"/>
                  <a:pt x="6741040" y="125438"/>
                </a:cubicBezTo>
                <a:lnTo>
                  <a:pt x="6741040" y="60311"/>
                </a:lnTo>
                <a:lnTo>
                  <a:pt x="6764042" y="60311"/>
                </a:lnTo>
                <a:lnTo>
                  <a:pt x="6764042" y="53020"/>
                </a:lnTo>
                <a:close/>
                <a:moveTo>
                  <a:pt x="6826219" y="50796"/>
                </a:moveTo>
                <a:cubicBezTo>
                  <a:pt x="6796611" y="50796"/>
                  <a:pt x="6775885" y="72651"/>
                  <a:pt x="6775885" y="104059"/>
                </a:cubicBezTo>
                <a:cubicBezTo>
                  <a:pt x="6775885" y="134783"/>
                  <a:pt x="6797066" y="157774"/>
                  <a:pt x="6825760" y="157774"/>
                </a:cubicBezTo>
                <a:cubicBezTo>
                  <a:pt x="6854458" y="157774"/>
                  <a:pt x="6876320" y="133646"/>
                  <a:pt x="6876320" y="102238"/>
                </a:cubicBezTo>
                <a:cubicBezTo>
                  <a:pt x="6876320" y="72422"/>
                  <a:pt x="6855368" y="50796"/>
                  <a:pt x="6826219" y="50796"/>
                </a:cubicBezTo>
                <a:moveTo>
                  <a:pt x="6823258" y="57176"/>
                </a:moveTo>
                <a:cubicBezTo>
                  <a:pt x="6842389" y="57176"/>
                  <a:pt x="6855824" y="79024"/>
                  <a:pt x="6855824" y="110203"/>
                </a:cubicBezTo>
                <a:cubicBezTo>
                  <a:pt x="6855824" y="135922"/>
                  <a:pt x="6845575" y="151397"/>
                  <a:pt x="6828495" y="151397"/>
                </a:cubicBezTo>
                <a:cubicBezTo>
                  <a:pt x="6819613" y="151397"/>
                  <a:pt x="6811186" y="145938"/>
                  <a:pt x="6806404" y="136833"/>
                </a:cubicBezTo>
                <a:cubicBezTo>
                  <a:pt x="6800027" y="124997"/>
                  <a:pt x="6796382" y="109067"/>
                  <a:pt x="6796382" y="92907"/>
                </a:cubicBezTo>
                <a:cubicBezTo>
                  <a:pt x="6796382" y="71285"/>
                  <a:pt x="6807085" y="57176"/>
                  <a:pt x="6823258" y="57176"/>
                </a:cubicBezTo>
                <a:close/>
                <a:moveTo>
                  <a:pt x="7062616" y="140471"/>
                </a:moveTo>
                <a:cubicBezTo>
                  <a:pt x="7058744" y="143655"/>
                  <a:pt x="7056013" y="144794"/>
                  <a:pt x="7052597" y="144794"/>
                </a:cubicBezTo>
                <a:cubicBezTo>
                  <a:pt x="7047360" y="144794"/>
                  <a:pt x="7045765" y="141608"/>
                  <a:pt x="7045765" y="131596"/>
                </a:cubicBezTo>
                <a:lnTo>
                  <a:pt x="7045765" y="87215"/>
                </a:lnTo>
                <a:cubicBezTo>
                  <a:pt x="7045765" y="75379"/>
                  <a:pt x="7044625" y="68780"/>
                  <a:pt x="7041209" y="63317"/>
                </a:cubicBezTo>
                <a:cubicBezTo>
                  <a:pt x="7036198" y="55126"/>
                  <a:pt x="7026405" y="50796"/>
                  <a:pt x="7012970" y="50796"/>
                </a:cubicBezTo>
                <a:cubicBezTo>
                  <a:pt x="6991560" y="50796"/>
                  <a:pt x="6974709" y="61951"/>
                  <a:pt x="6974709" y="76289"/>
                </a:cubicBezTo>
                <a:cubicBezTo>
                  <a:pt x="6974709" y="81526"/>
                  <a:pt x="6979261" y="86075"/>
                  <a:pt x="6984502" y="86075"/>
                </a:cubicBezTo>
                <a:cubicBezTo>
                  <a:pt x="6989965" y="86075"/>
                  <a:pt x="6994750" y="81526"/>
                  <a:pt x="6994750" y="76519"/>
                </a:cubicBezTo>
                <a:cubicBezTo>
                  <a:pt x="6994750" y="75608"/>
                  <a:pt x="6994521" y="74468"/>
                  <a:pt x="6994295" y="72877"/>
                </a:cubicBezTo>
                <a:cubicBezTo>
                  <a:pt x="6993840" y="70830"/>
                  <a:pt x="6993610" y="69009"/>
                  <a:pt x="6993610" y="67414"/>
                </a:cubicBezTo>
                <a:cubicBezTo>
                  <a:pt x="6993610" y="61270"/>
                  <a:pt x="7000898" y="56262"/>
                  <a:pt x="7010009" y="56262"/>
                </a:cubicBezTo>
                <a:cubicBezTo>
                  <a:pt x="7021168" y="56262"/>
                  <a:pt x="7027315" y="62861"/>
                  <a:pt x="7027315" y="75153"/>
                </a:cubicBezTo>
                <a:lnTo>
                  <a:pt x="7027315" y="89036"/>
                </a:lnTo>
                <a:cubicBezTo>
                  <a:pt x="6992244" y="103145"/>
                  <a:pt x="6988373" y="104966"/>
                  <a:pt x="6978580" y="113616"/>
                </a:cubicBezTo>
                <a:cubicBezTo>
                  <a:pt x="6973569" y="118168"/>
                  <a:pt x="6970379" y="125904"/>
                  <a:pt x="6970379" y="133413"/>
                </a:cubicBezTo>
                <a:cubicBezTo>
                  <a:pt x="6970379" y="147755"/>
                  <a:pt x="6980401" y="157774"/>
                  <a:pt x="6994295" y="157774"/>
                </a:cubicBezTo>
                <a:cubicBezTo>
                  <a:pt x="7004314" y="157774"/>
                  <a:pt x="7013651" y="152992"/>
                  <a:pt x="7027545" y="141149"/>
                </a:cubicBezTo>
                <a:cubicBezTo>
                  <a:pt x="7028685" y="152992"/>
                  <a:pt x="7032782" y="157774"/>
                  <a:pt x="7042119" y="157774"/>
                </a:cubicBezTo>
                <a:cubicBezTo>
                  <a:pt x="7049862" y="157774"/>
                  <a:pt x="7054647" y="155043"/>
                  <a:pt x="7062616" y="146390"/>
                </a:cubicBezTo>
                <a:lnTo>
                  <a:pt x="7062616" y="140471"/>
                </a:lnTo>
                <a:moveTo>
                  <a:pt x="7027315" y="127485"/>
                </a:moveTo>
                <a:cubicBezTo>
                  <a:pt x="7027315" y="134546"/>
                  <a:pt x="7026179" y="136597"/>
                  <a:pt x="7021394" y="139328"/>
                </a:cubicBezTo>
                <a:cubicBezTo>
                  <a:pt x="7015931" y="142518"/>
                  <a:pt x="7009554" y="144565"/>
                  <a:pt x="7004769" y="144565"/>
                </a:cubicBezTo>
                <a:cubicBezTo>
                  <a:pt x="6996800" y="144565"/>
                  <a:pt x="6990423" y="136823"/>
                  <a:pt x="6990423" y="127030"/>
                </a:cubicBezTo>
                <a:lnTo>
                  <a:pt x="6990423" y="126119"/>
                </a:lnTo>
                <a:cubicBezTo>
                  <a:pt x="6990423" y="112681"/>
                  <a:pt x="6999758" y="104483"/>
                  <a:pt x="7027315" y="94461"/>
                </a:cubicBezTo>
                <a:lnTo>
                  <a:pt x="7027315" y="127485"/>
                </a:lnTo>
                <a:close/>
                <a:moveTo>
                  <a:pt x="7213612" y="83994"/>
                </a:moveTo>
                <a:lnTo>
                  <a:pt x="7212701" y="53020"/>
                </a:lnTo>
                <a:lnTo>
                  <a:pt x="7210196" y="53020"/>
                </a:lnTo>
                <a:lnTo>
                  <a:pt x="7209740" y="53479"/>
                </a:lnTo>
                <a:cubicBezTo>
                  <a:pt x="7207690" y="55070"/>
                  <a:pt x="7207464" y="55300"/>
                  <a:pt x="7206554" y="55300"/>
                </a:cubicBezTo>
                <a:cubicBezTo>
                  <a:pt x="7205188" y="55300"/>
                  <a:pt x="7202908" y="54844"/>
                  <a:pt x="7200403" y="53705"/>
                </a:cubicBezTo>
                <a:cubicBezTo>
                  <a:pt x="7195392" y="51932"/>
                  <a:pt x="7190384" y="51018"/>
                  <a:pt x="7184462" y="51018"/>
                </a:cubicBezTo>
                <a:cubicBezTo>
                  <a:pt x="7166468" y="51018"/>
                  <a:pt x="7153488" y="62632"/>
                  <a:pt x="7153488" y="79021"/>
                </a:cubicBezTo>
                <a:cubicBezTo>
                  <a:pt x="7153488" y="91764"/>
                  <a:pt x="7160776" y="100869"/>
                  <a:pt x="7180136" y="111795"/>
                </a:cubicBezTo>
                <a:lnTo>
                  <a:pt x="7193345" y="119308"/>
                </a:lnTo>
                <a:cubicBezTo>
                  <a:pt x="7201313" y="123860"/>
                  <a:pt x="7205188" y="129323"/>
                  <a:pt x="7205188" y="136378"/>
                </a:cubicBezTo>
                <a:cubicBezTo>
                  <a:pt x="7205188" y="146393"/>
                  <a:pt x="7197897" y="152766"/>
                  <a:pt x="7186283" y="152766"/>
                </a:cubicBezTo>
                <a:cubicBezTo>
                  <a:pt x="7178541" y="152766"/>
                  <a:pt x="7171479" y="149806"/>
                  <a:pt x="7167153" y="144798"/>
                </a:cubicBezTo>
                <a:cubicBezTo>
                  <a:pt x="7162371" y="139109"/>
                  <a:pt x="7160321" y="133872"/>
                  <a:pt x="7157360" y="120900"/>
                </a:cubicBezTo>
                <a:lnTo>
                  <a:pt x="7153714" y="120900"/>
                </a:lnTo>
                <a:lnTo>
                  <a:pt x="7153714" y="156408"/>
                </a:lnTo>
                <a:lnTo>
                  <a:pt x="7156675" y="156408"/>
                </a:lnTo>
                <a:cubicBezTo>
                  <a:pt x="7158270" y="154132"/>
                  <a:pt x="7159181" y="153677"/>
                  <a:pt x="7161916" y="153677"/>
                </a:cubicBezTo>
                <a:cubicBezTo>
                  <a:pt x="7163966" y="153729"/>
                  <a:pt x="7167153" y="154184"/>
                  <a:pt x="7172390" y="155550"/>
                </a:cubicBezTo>
                <a:cubicBezTo>
                  <a:pt x="7178767" y="156864"/>
                  <a:pt x="7184918" y="157774"/>
                  <a:pt x="7189015" y="157774"/>
                </a:cubicBezTo>
                <a:cubicBezTo>
                  <a:pt x="7206554" y="157774"/>
                  <a:pt x="7221128" y="144572"/>
                  <a:pt x="7221128" y="128639"/>
                </a:cubicBezTo>
                <a:cubicBezTo>
                  <a:pt x="7221128" y="117258"/>
                  <a:pt x="7215662" y="109748"/>
                  <a:pt x="7201998" y="101553"/>
                </a:cubicBezTo>
                <a:lnTo>
                  <a:pt x="7177401" y="86986"/>
                </a:lnTo>
                <a:cubicBezTo>
                  <a:pt x="7171024" y="83344"/>
                  <a:pt x="7167608" y="77655"/>
                  <a:pt x="7167608" y="71508"/>
                </a:cubicBezTo>
                <a:cubicBezTo>
                  <a:pt x="7167608" y="62403"/>
                  <a:pt x="7174669" y="56029"/>
                  <a:pt x="7185143" y="56029"/>
                </a:cubicBezTo>
                <a:cubicBezTo>
                  <a:pt x="7198126" y="56029"/>
                  <a:pt x="7204959" y="63768"/>
                  <a:pt x="7210196" y="84028"/>
                </a:cubicBezTo>
                <a:lnTo>
                  <a:pt x="7213612" y="83994"/>
                </a:lnTo>
                <a:close/>
                <a:moveTo>
                  <a:pt x="7288540" y="53020"/>
                </a:moveTo>
                <a:lnTo>
                  <a:pt x="7265539" y="53020"/>
                </a:lnTo>
                <a:lnTo>
                  <a:pt x="7265539" y="26602"/>
                </a:lnTo>
                <a:cubicBezTo>
                  <a:pt x="7265539" y="24326"/>
                  <a:pt x="7265313" y="23641"/>
                  <a:pt x="7263944" y="23641"/>
                </a:cubicBezTo>
                <a:cubicBezTo>
                  <a:pt x="7262352" y="25692"/>
                  <a:pt x="7260983" y="27742"/>
                  <a:pt x="7259391" y="30018"/>
                </a:cubicBezTo>
                <a:cubicBezTo>
                  <a:pt x="7250735" y="42546"/>
                  <a:pt x="7240942" y="53479"/>
                  <a:pt x="7237300" y="54389"/>
                </a:cubicBezTo>
                <a:cubicBezTo>
                  <a:pt x="7234794" y="55981"/>
                  <a:pt x="7233425" y="57576"/>
                  <a:pt x="7233425" y="58716"/>
                </a:cubicBezTo>
                <a:cubicBezTo>
                  <a:pt x="7233425" y="59400"/>
                  <a:pt x="7233654" y="59856"/>
                  <a:pt x="7234339" y="60311"/>
                </a:cubicBezTo>
                <a:lnTo>
                  <a:pt x="7246408" y="60311"/>
                </a:lnTo>
                <a:lnTo>
                  <a:pt x="7246408" y="128854"/>
                </a:lnTo>
                <a:cubicBezTo>
                  <a:pt x="7246408" y="147981"/>
                  <a:pt x="7253240" y="157774"/>
                  <a:pt x="7266678" y="157774"/>
                </a:cubicBezTo>
                <a:cubicBezTo>
                  <a:pt x="7277837" y="157774"/>
                  <a:pt x="7286490" y="152311"/>
                  <a:pt x="7294007" y="140468"/>
                </a:cubicBezTo>
                <a:lnTo>
                  <a:pt x="7291046" y="137962"/>
                </a:lnTo>
                <a:cubicBezTo>
                  <a:pt x="7286264" y="143655"/>
                  <a:pt x="7282393" y="145934"/>
                  <a:pt x="7277382" y="145934"/>
                </a:cubicBezTo>
                <a:cubicBezTo>
                  <a:pt x="7268955" y="145934"/>
                  <a:pt x="7265539" y="139783"/>
                  <a:pt x="7265539" y="125438"/>
                </a:cubicBezTo>
                <a:lnTo>
                  <a:pt x="7265539" y="60311"/>
                </a:lnTo>
                <a:lnTo>
                  <a:pt x="7288540" y="60311"/>
                </a:lnTo>
                <a:lnTo>
                  <a:pt x="7288540" y="53020"/>
                </a:lnTo>
                <a:close/>
                <a:moveTo>
                  <a:pt x="7295373" y="66740"/>
                </a:moveTo>
                <a:cubicBezTo>
                  <a:pt x="7298563" y="66055"/>
                  <a:pt x="7300614" y="65826"/>
                  <a:pt x="7303345" y="65826"/>
                </a:cubicBezTo>
                <a:cubicBezTo>
                  <a:pt x="7309037" y="65826"/>
                  <a:pt x="7311088" y="69471"/>
                  <a:pt x="7311088" y="79490"/>
                </a:cubicBezTo>
                <a:lnTo>
                  <a:pt x="7311088" y="136423"/>
                </a:lnTo>
                <a:cubicBezTo>
                  <a:pt x="7311088" y="147807"/>
                  <a:pt x="7309493" y="149402"/>
                  <a:pt x="7294918" y="152134"/>
                </a:cubicBezTo>
                <a:lnTo>
                  <a:pt x="7294918" y="155550"/>
                </a:lnTo>
                <a:lnTo>
                  <a:pt x="7349578" y="155550"/>
                </a:lnTo>
                <a:lnTo>
                  <a:pt x="7349578" y="152134"/>
                </a:lnTo>
                <a:cubicBezTo>
                  <a:pt x="7334090" y="151453"/>
                  <a:pt x="7330218" y="148037"/>
                  <a:pt x="7330218" y="135057"/>
                </a:cubicBezTo>
                <a:lnTo>
                  <a:pt x="7330218" y="83816"/>
                </a:lnTo>
                <a:cubicBezTo>
                  <a:pt x="7330218" y="76529"/>
                  <a:pt x="7340011" y="65145"/>
                  <a:pt x="7346162" y="65145"/>
                </a:cubicBezTo>
                <a:cubicBezTo>
                  <a:pt x="7347528" y="65145"/>
                  <a:pt x="7349578" y="66284"/>
                  <a:pt x="7352084" y="68561"/>
                </a:cubicBezTo>
                <a:cubicBezTo>
                  <a:pt x="7355726" y="71747"/>
                  <a:pt x="7358231" y="73113"/>
                  <a:pt x="7361192" y="73113"/>
                </a:cubicBezTo>
                <a:cubicBezTo>
                  <a:pt x="7366658" y="73113"/>
                  <a:pt x="7370074" y="69242"/>
                  <a:pt x="7370074" y="62868"/>
                </a:cubicBezTo>
                <a:cubicBezTo>
                  <a:pt x="7370074" y="55352"/>
                  <a:pt x="7365293" y="50796"/>
                  <a:pt x="7357550" y="50796"/>
                </a:cubicBezTo>
                <a:cubicBezTo>
                  <a:pt x="7347983" y="50796"/>
                  <a:pt x="7341380" y="56036"/>
                  <a:pt x="7330218" y="72203"/>
                </a:cubicBezTo>
                <a:lnTo>
                  <a:pt x="7330218" y="51255"/>
                </a:lnTo>
                <a:lnTo>
                  <a:pt x="7329082" y="50796"/>
                </a:lnTo>
                <a:cubicBezTo>
                  <a:pt x="7317009" y="55807"/>
                  <a:pt x="7308812" y="58768"/>
                  <a:pt x="7295373" y="63094"/>
                </a:cubicBezTo>
                <a:lnTo>
                  <a:pt x="7295373" y="66740"/>
                </a:lnTo>
                <a:close/>
                <a:moveTo>
                  <a:pt x="7478709" y="144120"/>
                </a:moveTo>
                <a:lnTo>
                  <a:pt x="7477572" y="144120"/>
                </a:lnTo>
                <a:cubicBezTo>
                  <a:pt x="7467095" y="144120"/>
                  <a:pt x="7464589" y="141615"/>
                  <a:pt x="7464589" y="131137"/>
                </a:cubicBezTo>
                <a:lnTo>
                  <a:pt x="7464589" y="53020"/>
                </a:lnTo>
                <a:lnTo>
                  <a:pt x="7428604" y="53020"/>
                </a:lnTo>
                <a:lnTo>
                  <a:pt x="7428604" y="56895"/>
                </a:lnTo>
                <a:cubicBezTo>
                  <a:pt x="7442727" y="57576"/>
                  <a:pt x="7445459" y="59856"/>
                  <a:pt x="7445459" y="71240"/>
                </a:cubicBezTo>
                <a:lnTo>
                  <a:pt x="7445459" y="124753"/>
                </a:lnTo>
                <a:cubicBezTo>
                  <a:pt x="7445459" y="131130"/>
                  <a:pt x="7444319" y="134320"/>
                  <a:pt x="7441132" y="136823"/>
                </a:cubicBezTo>
                <a:cubicBezTo>
                  <a:pt x="7434981" y="141834"/>
                  <a:pt x="7427923" y="144565"/>
                  <a:pt x="7421091" y="144565"/>
                </a:cubicBezTo>
                <a:cubicBezTo>
                  <a:pt x="7412209" y="144565"/>
                  <a:pt x="7404921" y="136823"/>
                  <a:pt x="7404921" y="127259"/>
                </a:cubicBezTo>
                <a:lnTo>
                  <a:pt x="7404921" y="53020"/>
                </a:lnTo>
                <a:lnTo>
                  <a:pt x="7371668" y="53020"/>
                </a:lnTo>
                <a:lnTo>
                  <a:pt x="7371668" y="56210"/>
                </a:lnTo>
                <a:cubicBezTo>
                  <a:pt x="7382601" y="56895"/>
                  <a:pt x="7385791" y="60311"/>
                  <a:pt x="7385791" y="70785"/>
                </a:cubicBezTo>
                <a:lnTo>
                  <a:pt x="7385791" y="128169"/>
                </a:lnTo>
                <a:cubicBezTo>
                  <a:pt x="7385791" y="146160"/>
                  <a:pt x="7396720" y="157774"/>
                  <a:pt x="7413345" y="157774"/>
                </a:cubicBezTo>
                <a:cubicBezTo>
                  <a:pt x="7421772" y="157774"/>
                  <a:pt x="7430655" y="154132"/>
                  <a:pt x="7436806" y="147981"/>
                </a:cubicBezTo>
                <a:lnTo>
                  <a:pt x="7446599" y="138192"/>
                </a:lnTo>
                <a:lnTo>
                  <a:pt x="7446599" y="157093"/>
                </a:lnTo>
                <a:lnTo>
                  <a:pt x="7447509" y="157552"/>
                </a:lnTo>
                <a:cubicBezTo>
                  <a:pt x="7458897" y="152999"/>
                  <a:pt x="7467095" y="150494"/>
                  <a:pt x="7478709" y="147303"/>
                </a:cubicBezTo>
                <a:lnTo>
                  <a:pt x="7478709" y="144120"/>
                </a:lnTo>
                <a:close/>
                <a:moveTo>
                  <a:pt x="7574136" y="119986"/>
                </a:moveTo>
                <a:cubicBezTo>
                  <a:pt x="7563203" y="135916"/>
                  <a:pt x="7555005" y="141378"/>
                  <a:pt x="7542022" y="141378"/>
                </a:cubicBezTo>
                <a:cubicBezTo>
                  <a:pt x="7521296" y="141378"/>
                  <a:pt x="7506722" y="123172"/>
                  <a:pt x="7506722" y="97001"/>
                </a:cubicBezTo>
                <a:cubicBezTo>
                  <a:pt x="7506722" y="73561"/>
                  <a:pt x="7519249" y="57402"/>
                  <a:pt x="7537695" y="57402"/>
                </a:cubicBezTo>
                <a:cubicBezTo>
                  <a:pt x="7545893" y="57402"/>
                  <a:pt x="7548854" y="59904"/>
                  <a:pt x="7551134" y="68324"/>
                </a:cubicBezTo>
                <a:lnTo>
                  <a:pt x="7552499" y="73332"/>
                </a:lnTo>
                <a:cubicBezTo>
                  <a:pt x="7554320" y="79705"/>
                  <a:pt x="7558421" y="83803"/>
                  <a:pt x="7563203" y="83803"/>
                </a:cubicBezTo>
                <a:cubicBezTo>
                  <a:pt x="7569124" y="83803"/>
                  <a:pt x="7574136" y="79476"/>
                  <a:pt x="7574136" y="74243"/>
                </a:cubicBezTo>
                <a:cubicBezTo>
                  <a:pt x="7574136" y="61499"/>
                  <a:pt x="7558192" y="50796"/>
                  <a:pt x="7539061" y="50796"/>
                </a:cubicBezTo>
                <a:cubicBezTo>
                  <a:pt x="7527902" y="50796"/>
                  <a:pt x="7516289" y="55352"/>
                  <a:pt x="7506951" y="63546"/>
                </a:cubicBezTo>
                <a:cubicBezTo>
                  <a:pt x="7495563" y="73561"/>
                  <a:pt x="7489186" y="89036"/>
                  <a:pt x="7489186" y="107013"/>
                </a:cubicBezTo>
                <a:cubicBezTo>
                  <a:pt x="7489186" y="136600"/>
                  <a:pt x="7507177" y="157774"/>
                  <a:pt x="7532458" y="157774"/>
                </a:cubicBezTo>
                <a:cubicBezTo>
                  <a:pt x="7542707" y="157774"/>
                  <a:pt x="7551815" y="154132"/>
                  <a:pt x="7560016" y="147071"/>
                </a:cubicBezTo>
                <a:cubicBezTo>
                  <a:pt x="7566164" y="141604"/>
                  <a:pt x="7570490" y="135460"/>
                  <a:pt x="7577322" y="122032"/>
                </a:cubicBezTo>
                <a:lnTo>
                  <a:pt x="7574136" y="119986"/>
                </a:lnTo>
                <a:close/>
                <a:moveTo>
                  <a:pt x="7642686" y="53020"/>
                </a:moveTo>
                <a:lnTo>
                  <a:pt x="7619684" y="53020"/>
                </a:lnTo>
                <a:lnTo>
                  <a:pt x="7619684" y="26602"/>
                </a:lnTo>
                <a:cubicBezTo>
                  <a:pt x="7619684" y="24326"/>
                  <a:pt x="7619458" y="23641"/>
                  <a:pt x="7618089" y="23641"/>
                </a:cubicBezTo>
                <a:cubicBezTo>
                  <a:pt x="7616497" y="25692"/>
                  <a:pt x="7615128" y="27742"/>
                  <a:pt x="7613536" y="30018"/>
                </a:cubicBezTo>
                <a:cubicBezTo>
                  <a:pt x="7604880" y="42546"/>
                  <a:pt x="7595087" y="53479"/>
                  <a:pt x="7591445" y="54389"/>
                </a:cubicBezTo>
                <a:cubicBezTo>
                  <a:pt x="7588939" y="55981"/>
                  <a:pt x="7587570" y="57576"/>
                  <a:pt x="7587570" y="58716"/>
                </a:cubicBezTo>
                <a:cubicBezTo>
                  <a:pt x="7587570" y="59400"/>
                  <a:pt x="7587800" y="59856"/>
                  <a:pt x="7588484" y="60311"/>
                </a:cubicBezTo>
                <a:lnTo>
                  <a:pt x="7600553" y="60311"/>
                </a:lnTo>
                <a:lnTo>
                  <a:pt x="7600553" y="128854"/>
                </a:lnTo>
                <a:cubicBezTo>
                  <a:pt x="7600553" y="147981"/>
                  <a:pt x="7607385" y="157774"/>
                  <a:pt x="7620824" y="157774"/>
                </a:cubicBezTo>
                <a:cubicBezTo>
                  <a:pt x="7631982" y="157774"/>
                  <a:pt x="7640635" y="152311"/>
                  <a:pt x="7648152" y="140468"/>
                </a:cubicBezTo>
                <a:lnTo>
                  <a:pt x="7645191" y="137962"/>
                </a:lnTo>
                <a:cubicBezTo>
                  <a:pt x="7640409" y="143655"/>
                  <a:pt x="7636538" y="145934"/>
                  <a:pt x="7631527" y="145934"/>
                </a:cubicBezTo>
                <a:cubicBezTo>
                  <a:pt x="7623100" y="145934"/>
                  <a:pt x="7619684" y="139783"/>
                  <a:pt x="7619684" y="125438"/>
                </a:cubicBezTo>
                <a:lnTo>
                  <a:pt x="7619684" y="60311"/>
                </a:lnTo>
                <a:lnTo>
                  <a:pt x="7642686" y="60311"/>
                </a:lnTo>
                <a:lnTo>
                  <a:pt x="7642686" y="53020"/>
                </a:lnTo>
                <a:close/>
                <a:moveTo>
                  <a:pt x="7757014" y="144120"/>
                </a:moveTo>
                <a:lnTo>
                  <a:pt x="7755878" y="144120"/>
                </a:lnTo>
                <a:cubicBezTo>
                  <a:pt x="7745400" y="144120"/>
                  <a:pt x="7742895" y="141615"/>
                  <a:pt x="7742895" y="131137"/>
                </a:cubicBezTo>
                <a:lnTo>
                  <a:pt x="7742895" y="53020"/>
                </a:lnTo>
                <a:lnTo>
                  <a:pt x="7706910" y="53020"/>
                </a:lnTo>
                <a:lnTo>
                  <a:pt x="7706910" y="56895"/>
                </a:lnTo>
                <a:cubicBezTo>
                  <a:pt x="7721033" y="57576"/>
                  <a:pt x="7723764" y="59856"/>
                  <a:pt x="7723764" y="71240"/>
                </a:cubicBezTo>
                <a:lnTo>
                  <a:pt x="7723764" y="124753"/>
                </a:lnTo>
                <a:cubicBezTo>
                  <a:pt x="7723764" y="131130"/>
                  <a:pt x="7722624" y="134320"/>
                  <a:pt x="7719438" y="136823"/>
                </a:cubicBezTo>
                <a:cubicBezTo>
                  <a:pt x="7713287" y="141834"/>
                  <a:pt x="7706229" y="144565"/>
                  <a:pt x="7699396" y="144565"/>
                </a:cubicBezTo>
                <a:cubicBezTo>
                  <a:pt x="7690514" y="144565"/>
                  <a:pt x="7683227" y="136823"/>
                  <a:pt x="7683227" y="127259"/>
                </a:cubicBezTo>
                <a:lnTo>
                  <a:pt x="7683227" y="53020"/>
                </a:lnTo>
                <a:lnTo>
                  <a:pt x="7649973" y="53020"/>
                </a:lnTo>
                <a:lnTo>
                  <a:pt x="7649973" y="56210"/>
                </a:lnTo>
                <a:cubicBezTo>
                  <a:pt x="7660906" y="56895"/>
                  <a:pt x="7664096" y="60311"/>
                  <a:pt x="7664096" y="70785"/>
                </a:cubicBezTo>
                <a:lnTo>
                  <a:pt x="7664096" y="128169"/>
                </a:lnTo>
                <a:cubicBezTo>
                  <a:pt x="7664096" y="146160"/>
                  <a:pt x="7675025" y="157774"/>
                  <a:pt x="7691650" y="157774"/>
                </a:cubicBezTo>
                <a:cubicBezTo>
                  <a:pt x="7700078" y="157774"/>
                  <a:pt x="7708960" y="154132"/>
                  <a:pt x="7715111" y="147981"/>
                </a:cubicBezTo>
                <a:lnTo>
                  <a:pt x="7724904" y="138192"/>
                </a:lnTo>
                <a:lnTo>
                  <a:pt x="7724904" y="157093"/>
                </a:lnTo>
                <a:lnTo>
                  <a:pt x="7725814" y="157552"/>
                </a:lnTo>
                <a:cubicBezTo>
                  <a:pt x="7737202" y="152999"/>
                  <a:pt x="7745400" y="150494"/>
                  <a:pt x="7757014" y="147303"/>
                </a:cubicBezTo>
                <a:lnTo>
                  <a:pt x="7757014" y="144120"/>
                </a:lnTo>
                <a:close/>
                <a:moveTo>
                  <a:pt x="7763391" y="66740"/>
                </a:moveTo>
                <a:cubicBezTo>
                  <a:pt x="7766581" y="66055"/>
                  <a:pt x="7768631" y="65826"/>
                  <a:pt x="7771363" y="65826"/>
                </a:cubicBezTo>
                <a:cubicBezTo>
                  <a:pt x="7777055" y="65826"/>
                  <a:pt x="7779105" y="69471"/>
                  <a:pt x="7779105" y="79490"/>
                </a:cubicBezTo>
                <a:lnTo>
                  <a:pt x="7779105" y="136423"/>
                </a:lnTo>
                <a:cubicBezTo>
                  <a:pt x="7779105" y="147807"/>
                  <a:pt x="7777510" y="149402"/>
                  <a:pt x="7762935" y="152134"/>
                </a:cubicBezTo>
                <a:lnTo>
                  <a:pt x="7762935" y="155550"/>
                </a:lnTo>
                <a:lnTo>
                  <a:pt x="7817596" y="155550"/>
                </a:lnTo>
                <a:lnTo>
                  <a:pt x="7817596" y="152134"/>
                </a:lnTo>
                <a:cubicBezTo>
                  <a:pt x="7802107" y="151453"/>
                  <a:pt x="7798236" y="148037"/>
                  <a:pt x="7798236" y="135057"/>
                </a:cubicBezTo>
                <a:lnTo>
                  <a:pt x="7798236" y="83816"/>
                </a:lnTo>
                <a:cubicBezTo>
                  <a:pt x="7798236" y="76529"/>
                  <a:pt x="7808029" y="65145"/>
                  <a:pt x="7814179" y="65145"/>
                </a:cubicBezTo>
                <a:cubicBezTo>
                  <a:pt x="7815545" y="65145"/>
                  <a:pt x="7817596" y="66284"/>
                  <a:pt x="7820101" y="68561"/>
                </a:cubicBezTo>
                <a:cubicBezTo>
                  <a:pt x="7823743" y="71747"/>
                  <a:pt x="7826249" y="73113"/>
                  <a:pt x="7829209" y="73113"/>
                </a:cubicBezTo>
                <a:cubicBezTo>
                  <a:pt x="7834676" y="73113"/>
                  <a:pt x="7838092" y="69242"/>
                  <a:pt x="7838092" y="62868"/>
                </a:cubicBezTo>
                <a:cubicBezTo>
                  <a:pt x="7838092" y="55352"/>
                  <a:pt x="7833310" y="50796"/>
                  <a:pt x="7825567" y="50796"/>
                </a:cubicBezTo>
                <a:cubicBezTo>
                  <a:pt x="7816000" y="50796"/>
                  <a:pt x="7809398" y="56036"/>
                  <a:pt x="7798236" y="72203"/>
                </a:cubicBezTo>
                <a:lnTo>
                  <a:pt x="7798236" y="51255"/>
                </a:lnTo>
                <a:lnTo>
                  <a:pt x="7797099" y="50796"/>
                </a:lnTo>
                <a:cubicBezTo>
                  <a:pt x="7785027" y="55807"/>
                  <a:pt x="7776829" y="58768"/>
                  <a:pt x="7763391" y="63094"/>
                </a:cubicBezTo>
                <a:lnTo>
                  <a:pt x="7763391" y="66740"/>
                </a:lnTo>
                <a:close/>
                <a:moveTo>
                  <a:pt x="7930557" y="118137"/>
                </a:moveTo>
                <a:cubicBezTo>
                  <a:pt x="7919627" y="135453"/>
                  <a:pt x="7909831" y="142063"/>
                  <a:pt x="7895256" y="142063"/>
                </a:cubicBezTo>
                <a:cubicBezTo>
                  <a:pt x="7882277" y="142063"/>
                  <a:pt x="7872484" y="135453"/>
                  <a:pt x="7865878" y="122467"/>
                </a:cubicBezTo>
                <a:cubicBezTo>
                  <a:pt x="7861777" y="113807"/>
                  <a:pt x="7860185" y="106287"/>
                  <a:pt x="7859730" y="92386"/>
                </a:cubicBezTo>
                <a:lnTo>
                  <a:pt x="7929875" y="92386"/>
                </a:lnTo>
                <a:cubicBezTo>
                  <a:pt x="7928051" y="77610"/>
                  <a:pt x="7925775" y="71028"/>
                  <a:pt x="7920083" y="63765"/>
                </a:cubicBezTo>
                <a:cubicBezTo>
                  <a:pt x="7913247" y="55581"/>
                  <a:pt x="7902773" y="50796"/>
                  <a:pt x="7890930" y="50796"/>
                </a:cubicBezTo>
                <a:cubicBezTo>
                  <a:pt x="7879542" y="50796"/>
                  <a:pt x="7868838" y="54897"/>
                  <a:pt x="7860185" y="62629"/>
                </a:cubicBezTo>
                <a:cubicBezTo>
                  <a:pt x="7849478" y="71935"/>
                  <a:pt x="7843331" y="88060"/>
                  <a:pt x="7843331" y="106742"/>
                </a:cubicBezTo>
                <a:cubicBezTo>
                  <a:pt x="7843331" y="138188"/>
                  <a:pt x="7859730" y="157774"/>
                  <a:pt x="7885919" y="157774"/>
                </a:cubicBezTo>
                <a:cubicBezTo>
                  <a:pt x="7907555" y="157774"/>
                  <a:pt x="7924635" y="144339"/>
                  <a:pt x="7934202" y="119732"/>
                </a:cubicBezTo>
                <a:lnTo>
                  <a:pt x="7930557" y="118137"/>
                </a:lnTo>
                <a:moveTo>
                  <a:pt x="7860185" y="85099"/>
                </a:moveTo>
                <a:cubicBezTo>
                  <a:pt x="7862687" y="67397"/>
                  <a:pt x="7870433" y="58997"/>
                  <a:pt x="7884324" y="58997"/>
                </a:cubicBezTo>
                <a:cubicBezTo>
                  <a:pt x="7898217" y="58997"/>
                  <a:pt x="7903683" y="65353"/>
                  <a:pt x="7906644" y="85099"/>
                </a:cubicBezTo>
                <a:lnTo>
                  <a:pt x="7860185" y="85099"/>
                </a:lnTo>
                <a:close/>
                <a:moveTo>
                  <a:pt x="8017101" y="157774"/>
                </a:moveTo>
                <a:lnTo>
                  <a:pt x="8050580" y="145934"/>
                </a:lnTo>
                <a:lnTo>
                  <a:pt x="8050580" y="142292"/>
                </a:lnTo>
                <a:cubicBezTo>
                  <a:pt x="8046480" y="142518"/>
                  <a:pt x="8046025" y="142518"/>
                  <a:pt x="8045340" y="142518"/>
                </a:cubicBezTo>
                <a:cubicBezTo>
                  <a:pt x="8037142" y="142518"/>
                  <a:pt x="8035321" y="140016"/>
                  <a:pt x="8035321" y="129546"/>
                </a:cubicBezTo>
                <a:lnTo>
                  <a:pt x="8035321" y="466"/>
                </a:lnTo>
                <a:lnTo>
                  <a:pt x="8034181" y="10"/>
                </a:lnTo>
                <a:cubicBezTo>
                  <a:pt x="8023249" y="3882"/>
                  <a:pt x="8015280" y="6158"/>
                  <a:pt x="8000702" y="10033"/>
                </a:cubicBezTo>
                <a:lnTo>
                  <a:pt x="8000702" y="13675"/>
                </a:lnTo>
                <a:cubicBezTo>
                  <a:pt x="8002526" y="13449"/>
                  <a:pt x="8003892" y="13449"/>
                  <a:pt x="8005713" y="13449"/>
                </a:cubicBezTo>
                <a:cubicBezTo>
                  <a:pt x="8014140" y="13449"/>
                  <a:pt x="8016191" y="15725"/>
                  <a:pt x="8016191" y="25063"/>
                </a:cubicBezTo>
                <a:lnTo>
                  <a:pt x="8016191" y="60589"/>
                </a:lnTo>
                <a:cubicBezTo>
                  <a:pt x="8007534" y="53301"/>
                  <a:pt x="8001387" y="50796"/>
                  <a:pt x="7992275" y="50796"/>
                </a:cubicBezTo>
                <a:cubicBezTo>
                  <a:pt x="7966086" y="50796"/>
                  <a:pt x="7944905" y="76519"/>
                  <a:pt x="7944905" y="108837"/>
                </a:cubicBezTo>
                <a:cubicBezTo>
                  <a:pt x="7944905" y="137966"/>
                  <a:pt x="7961986" y="157774"/>
                  <a:pt x="7987038" y="157774"/>
                </a:cubicBezTo>
                <a:cubicBezTo>
                  <a:pt x="7999792" y="157774"/>
                  <a:pt x="8008448" y="153222"/>
                  <a:pt x="8016191" y="142518"/>
                </a:cubicBezTo>
                <a:lnTo>
                  <a:pt x="8016191" y="157093"/>
                </a:lnTo>
                <a:lnTo>
                  <a:pt x="8017101" y="157774"/>
                </a:lnTo>
                <a:moveTo>
                  <a:pt x="8016191" y="132277"/>
                </a:moveTo>
                <a:cubicBezTo>
                  <a:pt x="8016191" y="133872"/>
                  <a:pt x="8014596" y="136604"/>
                  <a:pt x="8012319" y="139106"/>
                </a:cubicBezTo>
                <a:cubicBezTo>
                  <a:pt x="8008219" y="143658"/>
                  <a:pt x="8002526" y="145934"/>
                  <a:pt x="7995920" y="145934"/>
                </a:cubicBezTo>
                <a:cubicBezTo>
                  <a:pt x="7977019" y="145934"/>
                  <a:pt x="7964491" y="127725"/>
                  <a:pt x="7964491" y="99733"/>
                </a:cubicBezTo>
                <a:cubicBezTo>
                  <a:pt x="7964491" y="74017"/>
                  <a:pt x="7975650" y="57176"/>
                  <a:pt x="7992959" y="57176"/>
                </a:cubicBezTo>
                <a:cubicBezTo>
                  <a:pt x="8005032" y="57176"/>
                  <a:pt x="8016191" y="67869"/>
                  <a:pt x="8016191" y="79931"/>
                </a:cubicBezTo>
                <a:lnTo>
                  <a:pt x="8016191" y="132277"/>
                </a:lnTo>
                <a:close/>
                <a:moveTo>
                  <a:pt x="8239382" y="3868"/>
                </a:moveTo>
                <a:cubicBezTo>
                  <a:pt x="8220251" y="3868"/>
                  <a:pt x="8199752" y="12976"/>
                  <a:pt x="8181531" y="29591"/>
                </a:cubicBezTo>
                <a:cubicBezTo>
                  <a:pt x="8158530" y="50758"/>
                  <a:pt x="8145095" y="78527"/>
                  <a:pt x="8145095" y="105154"/>
                </a:cubicBezTo>
                <a:cubicBezTo>
                  <a:pt x="8145095" y="137017"/>
                  <a:pt x="8165817" y="159553"/>
                  <a:pt x="8194744" y="159553"/>
                </a:cubicBezTo>
                <a:cubicBezTo>
                  <a:pt x="8242113" y="159553"/>
                  <a:pt x="8288117" y="111756"/>
                  <a:pt x="8290622" y="60318"/>
                </a:cubicBezTo>
                <a:cubicBezTo>
                  <a:pt x="8292218" y="28228"/>
                  <a:pt x="8269897" y="3868"/>
                  <a:pt x="8239382" y="3868"/>
                </a:cubicBezTo>
                <a:moveTo>
                  <a:pt x="8237331" y="11384"/>
                </a:moveTo>
                <a:cubicBezTo>
                  <a:pt x="8255322" y="11384"/>
                  <a:pt x="8266710" y="24587"/>
                  <a:pt x="8266710" y="45979"/>
                </a:cubicBezTo>
                <a:cubicBezTo>
                  <a:pt x="8266710" y="70559"/>
                  <a:pt x="8256007" y="103788"/>
                  <a:pt x="8241203" y="125184"/>
                </a:cubicBezTo>
                <a:cubicBezTo>
                  <a:pt x="8228675" y="143165"/>
                  <a:pt x="8214556" y="152040"/>
                  <a:pt x="8198615" y="152040"/>
                </a:cubicBezTo>
                <a:cubicBezTo>
                  <a:pt x="8179485" y="152040"/>
                  <a:pt x="8169007" y="138157"/>
                  <a:pt x="8169007" y="113574"/>
                </a:cubicBezTo>
                <a:cubicBezTo>
                  <a:pt x="8169007" y="92181"/>
                  <a:pt x="8180395" y="58271"/>
                  <a:pt x="8194059" y="38470"/>
                </a:cubicBezTo>
                <a:cubicBezTo>
                  <a:pt x="8206813" y="20034"/>
                  <a:pt x="8220706" y="11384"/>
                  <a:pt x="8237331" y="11384"/>
                </a:cubicBezTo>
                <a:close/>
                <a:moveTo>
                  <a:pt x="8400624" y="128847"/>
                </a:moveTo>
                <a:lnTo>
                  <a:pt x="8395842" y="134772"/>
                </a:lnTo>
                <a:cubicBezTo>
                  <a:pt x="8389236" y="143203"/>
                  <a:pt x="8385139" y="146848"/>
                  <a:pt x="8381949" y="146848"/>
                </a:cubicBezTo>
                <a:cubicBezTo>
                  <a:pt x="8380128" y="146848"/>
                  <a:pt x="8378307" y="145027"/>
                  <a:pt x="8378307" y="143203"/>
                </a:cubicBezTo>
                <a:cubicBezTo>
                  <a:pt x="8378307" y="141608"/>
                  <a:pt x="8378307" y="141608"/>
                  <a:pt x="8381493" y="128847"/>
                </a:cubicBezTo>
                <a:lnTo>
                  <a:pt x="8394476" y="81905"/>
                </a:lnTo>
                <a:cubicBezTo>
                  <a:pt x="8395613" y="77120"/>
                  <a:pt x="8396523" y="72109"/>
                  <a:pt x="8396523" y="68919"/>
                </a:cubicBezTo>
                <a:cubicBezTo>
                  <a:pt x="8396523" y="60717"/>
                  <a:pt x="8390376" y="55022"/>
                  <a:pt x="8381493" y="55022"/>
                </a:cubicBezTo>
                <a:cubicBezTo>
                  <a:pt x="8366919" y="55022"/>
                  <a:pt x="8352570" y="68689"/>
                  <a:pt x="8329113" y="105150"/>
                </a:cubicBezTo>
                <a:lnTo>
                  <a:pt x="8344372" y="55480"/>
                </a:lnTo>
                <a:lnTo>
                  <a:pt x="8343688" y="55022"/>
                </a:lnTo>
                <a:cubicBezTo>
                  <a:pt x="8331389" y="57527"/>
                  <a:pt x="8326607" y="58441"/>
                  <a:pt x="8306792" y="62083"/>
                </a:cubicBezTo>
                <a:lnTo>
                  <a:pt x="8306792" y="65728"/>
                </a:lnTo>
                <a:cubicBezTo>
                  <a:pt x="8318409" y="65954"/>
                  <a:pt x="8321370" y="67324"/>
                  <a:pt x="8321370" y="71879"/>
                </a:cubicBezTo>
                <a:cubicBezTo>
                  <a:pt x="8321370" y="73245"/>
                  <a:pt x="8321141" y="74614"/>
                  <a:pt x="8320912" y="75754"/>
                </a:cubicBezTo>
                <a:lnTo>
                  <a:pt x="8299050" y="155505"/>
                </a:lnTo>
                <a:lnTo>
                  <a:pt x="8316130" y="155505"/>
                </a:lnTo>
                <a:cubicBezTo>
                  <a:pt x="8326833" y="119506"/>
                  <a:pt x="8328883" y="114491"/>
                  <a:pt x="8338906" y="98996"/>
                </a:cubicBezTo>
                <a:cubicBezTo>
                  <a:pt x="8352570" y="78030"/>
                  <a:pt x="8364184" y="66639"/>
                  <a:pt x="8372611" y="66639"/>
                </a:cubicBezTo>
                <a:cubicBezTo>
                  <a:pt x="8376027" y="66639"/>
                  <a:pt x="8378077" y="69145"/>
                  <a:pt x="8378077" y="73245"/>
                </a:cubicBezTo>
                <a:cubicBezTo>
                  <a:pt x="8378077" y="75980"/>
                  <a:pt x="8376712" y="83500"/>
                  <a:pt x="8374891" y="90565"/>
                </a:cubicBezTo>
                <a:lnTo>
                  <a:pt x="8364868" y="128163"/>
                </a:lnTo>
                <a:cubicBezTo>
                  <a:pt x="8361908" y="139787"/>
                  <a:pt x="8361223" y="142977"/>
                  <a:pt x="8361223" y="145253"/>
                </a:cubicBezTo>
                <a:cubicBezTo>
                  <a:pt x="8361223" y="153910"/>
                  <a:pt x="8364413" y="157552"/>
                  <a:pt x="8371930" y="157552"/>
                </a:cubicBezTo>
                <a:cubicBezTo>
                  <a:pt x="8382178" y="157552"/>
                  <a:pt x="8388100" y="152770"/>
                  <a:pt x="8403814" y="131811"/>
                </a:cubicBezTo>
                <a:lnTo>
                  <a:pt x="8400624" y="128847"/>
                </a:lnTo>
                <a:close/>
                <a:moveTo>
                  <a:pt x="8460296" y="129525"/>
                </a:moveTo>
                <a:cubicBezTo>
                  <a:pt x="8454829" y="136812"/>
                  <a:pt x="8453234" y="138637"/>
                  <a:pt x="8450958" y="141142"/>
                </a:cubicBezTo>
                <a:cubicBezTo>
                  <a:pt x="8447083" y="145017"/>
                  <a:pt x="8443667" y="147293"/>
                  <a:pt x="8441620" y="147293"/>
                </a:cubicBezTo>
                <a:cubicBezTo>
                  <a:pt x="8439796" y="147293"/>
                  <a:pt x="8437975" y="145472"/>
                  <a:pt x="8437975" y="143877"/>
                </a:cubicBezTo>
                <a:cubicBezTo>
                  <a:pt x="8437975" y="141597"/>
                  <a:pt x="8438660" y="138181"/>
                  <a:pt x="8440251" y="133851"/>
                </a:cubicBezTo>
                <a:cubicBezTo>
                  <a:pt x="8440251" y="133167"/>
                  <a:pt x="8440936" y="131575"/>
                  <a:pt x="8441391" y="129751"/>
                </a:cubicBezTo>
                <a:lnTo>
                  <a:pt x="8441391" y="129295"/>
                </a:lnTo>
                <a:lnTo>
                  <a:pt x="8441620" y="128840"/>
                </a:lnTo>
                <a:lnTo>
                  <a:pt x="8461662" y="55480"/>
                </a:lnTo>
                <a:lnTo>
                  <a:pt x="8460977" y="55022"/>
                </a:lnTo>
                <a:cubicBezTo>
                  <a:pt x="8437975" y="59352"/>
                  <a:pt x="8433419" y="60033"/>
                  <a:pt x="8424537" y="60717"/>
                </a:cubicBezTo>
                <a:lnTo>
                  <a:pt x="8424537" y="64363"/>
                </a:lnTo>
                <a:cubicBezTo>
                  <a:pt x="8436609" y="64589"/>
                  <a:pt x="8438886" y="65273"/>
                  <a:pt x="8438886" y="69829"/>
                </a:cubicBezTo>
                <a:cubicBezTo>
                  <a:pt x="8438886" y="71654"/>
                  <a:pt x="8438204" y="75299"/>
                  <a:pt x="8436835" y="79855"/>
                </a:cubicBezTo>
                <a:lnTo>
                  <a:pt x="8425906" y="120180"/>
                </a:lnTo>
                <a:cubicBezTo>
                  <a:pt x="8422261" y="133396"/>
                  <a:pt x="8420895" y="140457"/>
                  <a:pt x="8420895" y="145017"/>
                </a:cubicBezTo>
                <a:cubicBezTo>
                  <a:pt x="8420895" y="153444"/>
                  <a:pt x="8424537" y="157996"/>
                  <a:pt x="8431369" y="157996"/>
                </a:cubicBezTo>
                <a:cubicBezTo>
                  <a:pt x="8441846" y="157996"/>
                  <a:pt x="8450274" y="151164"/>
                  <a:pt x="8463253" y="132030"/>
                </a:cubicBezTo>
                <a:lnTo>
                  <a:pt x="8460296" y="129525"/>
                </a:lnTo>
                <a:moveTo>
                  <a:pt x="8458471" y="6537"/>
                </a:moveTo>
                <a:cubicBezTo>
                  <a:pt x="8452324" y="6537"/>
                  <a:pt x="8447768" y="11777"/>
                  <a:pt x="8447768" y="18606"/>
                </a:cubicBezTo>
                <a:cubicBezTo>
                  <a:pt x="8447768" y="25890"/>
                  <a:pt x="8452095" y="30668"/>
                  <a:pt x="8458701" y="30668"/>
                </a:cubicBezTo>
                <a:cubicBezTo>
                  <a:pt x="8464622" y="30668"/>
                  <a:pt x="8469859" y="25434"/>
                  <a:pt x="8469859" y="19061"/>
                </a:cubicBezTo>
                <a:cubicBezTo>
                  <a:pt x="8469859" y="12458"/>
                  <a:pt x="8464622" y="6537"/>
                  <a:pt x="8458471" y="6537"/>
                </a:cubicBezTo>
                <a:close/>
                <a:moveTo>
                  <a:pt x="8547066" y="55022"/>
                </a:moveTo>
                <a:cubicBezTo>
                  <a:pt x="8512902" y="55022"/>
                  <a:pt x="8479197" y="90336"/>
                  <a:pt x="8479197" y="126105"/>
                </a:cubicBezTo>
                <a:cubicBezTo>
                  <a:pt x="8479197" y="145698"/>
                  <a:pt x="8491951" y="157996"/>
                  <a:pt x="8512676" y="157996"/>
                </a:cubicBezTo>
                <a:cubicBezTo>
                  <a:pt x="8527706" y="157996"/>
                  <a:pt x="8542281" y="151164"/>
                  <a:pt x="8555493" y="138178"/>
                </a:cubicBezTo>
                <a:cubicBezTo>
                  <a:pt x="8570523" y="123370"/>
                  <a:pt x="8579632" y="104003"/>
                  <a:pt x="8579632" y="86916"/>
                </a:cubicBezTo>
                <a:cubicBezTo>
                  <a:pt x="8579632" y="68008"/>
                  <a:pt x="8566423" y="55022"/>
                  <a:pt x="8547066" y="55022"/>
                </a:cubicBezTo>
                <a:moveTo>
                  <a:pt x="8544331" y="59807"/>
                </a:moveTo>
                <a:cubicBezTo>
                  <a:pt x="8554124" y="59807"/>
                  <a:pt x="8560501" y="68238"/>
                  <a:pt x="8560501" y="81221"/>
                </a:cubicBezTo>
                <a:cubicBezTo>
                  <a:pt x="8560501" y="97852"/>
                  <a:pt x="8552988" y="120635"/>
                  <a:pt x="8542966" y="135446"/>
                </a:cubicBezTo>
                <a:cubicBezTo>
                  <a:pt x="8534538" y="147519"/>
                  <a:pt x="8525885" y="153215"/>
                  <a:pt x="8516092" y="153215"/>
                </a:cubicBezTo>
                <a:cubicBezTo>
                  <a:pt x="8505389" y="153215"/>
                  <a:pt x="8498328" y="145013"/>
                  <a:pt x="8498328" y="132482"/>
                </a:cubicBezTo>
                <a:cubicBezTo>
                  <a:pt x="8498328" y="115624"/>
                  <a:pt x="8504934" y="95576"/>
                  <a:pt x="8516092" y="79400"/>
                </a:cubicBezTo>
                <a:cubicBezTo>
                  <a:pt x="8524975" y="66642"/>
                  <a:pt x="8534538" y="59807"/>
                  <a:pt x="8544331" y="59807"/>
                </a:cubicBezTo>
                <a:close/>
                <a:moveTo>
                  <a:pt x="8691683" y="128847"/>
                </a:moveTo>
                <a:lnTo>
                  <a:pt x="8686901" y="134772"/>
                </a:lnTo>
                <a:cubicBezTo>
                  <a:pt x="8680295" y="143203"/>
                  <a:pt x="8676198" y="146848"/>
                  <a:pt x="8673008" y="146848"/>
                </a:cubicBezTo>
                <a:cubicBezTo>
                  <a:pt x="8671187" y="146848"/>
                  <a:pt x="8669366" y="145027"/>
                  <a:pt x="8669366" y="143203"/>
                </a:cubicBezTo>
                <a:cubicBezTo>
                  <a:pt x="8669366" y="141608"/>
                  <a:pt x="8669366" y="141608"/>
                  <a:pt x="8672553" y="128847"/>
                </a:cubicBezTo>
                <a:lnTo>
                  <a:pt x="8685536" y="81905"/>
                </a:lnTo>
                <a:cubicBezTo>
                  <a:pt x="8686672" y="77120"/>
                  <a:pt x="8687582" y="72109"/>
                  <a:pt x="8687582" y="68919"/>
                </a:cubicBezTo>
                <a:cubicBezTo>
                  <a:pt x="8687582" y="60717"/>
                  <a:pt x="8681435" y="55022"/>
                  <a:pt x="8672553" y="55022"/>
                </a:cubicBezTo>
                <a:cubicBezTo>
                  <a:pt x="8657978" y="55022"/>
                  <a:pt x="8643629" y="68689"/>
                  <a:pt x="8620172" y="105150"/>
                </a:cubicBezTo>
                <a:lnTo>
                  <a:pt x="8635431" y="55480"/>
                </a:lnTo>
                <a:lnTo>
                  <a:pt x="8634747" y="55022"/>
                </a:lnTo>
                <a:cubicBezTo>
                  <a:pt x="8622448" y="57527"/>
                  <a:pt x="8617667" y="58441"/>
                  <a:pt x="8597851" y="62083"/>
                </a:cubicBezTo>
                <a:lnTo>
                  <a:pt x="8597851" y="65728"/>
                </a:lnTo>
                <a:cubicBezTo>
                  <a:pt x="8609469" y="65954"/>
                  <a:pt x="8612430" y="67324"/>
                  <a:pt x="8612430" y="71879"/>
                </a:cubicBezTo>
                <a:cubicBezTo>
                  <a:pt x="8612430" y="73245"/>
                  <a:pt x="8612200" y="74614"/>
                  <a:pt x="8611971" y="75754"/>
                </a:cubicBezTo>
                <a:lnTo>
                  <a:pt x="8590109" y="155505"/>
                </a:lnTo>
                <a:lnTo>
                  <a:pt x="8607189" y="155505"/>
                </a:lnTo>
                <a:cubicBezTo>
                  <a:pt x="8617892" y="119506"/>
                  <a:pt x="8619943" y="114491"/>
                  <a:pt x="8629965" y="98996"/>
                </a:cubicBezTo>
                <a:cubicBezTo>
                  <a:pt x="8643629" y="78030"/>
                  <a:pt x="8655243" y="66639"/>
                  <a:pt x="8663670" y="66639"/>
                </a:cubicBezTo>
                <a:cubicBezTo>
                  <a:pt x="8667086" y="66639"/>
                  <a:pt x="8669137" y="69145"/>
                  <a:pt x="8669137" y="73245"/>
                </a:cubicBezTo>
                <a:cubicBezTo>
                  <a:pt x="8669137" y="75980"/>
                  <a:pt x="8667771" y="83500"/>
                  <a:pt x="8665950" y="90565"/>
                </a:cubicBezTo>
                <a:lnTo>
                  <a:pt x="8655928" y="128163"/>
                </a:lnTo>
                <a:cubicBezTo>
                  <a:pt x="8652967" y="139787"/>
                  <a:pt x="8652282" y="142977"/>
                  <a:pt x="8652282" y="145253"/>
                </a:cubicBezTo>
                <a:cubicBezTo>
                  <a:pt x="8652282" y="153910"/>
                  <a:pt x="8655472" y="157552"/>
                  <a:pt x="8662989" y="157552"/>
                </a:cubicBezTo>
                <a:cubicBezTo>
                  <a:pt x="8673237" y="157552"/>
                  <a:pt x="8679159" y="152770"/>
                  <a:pt x="8694873" y="131811"/>
                </a:cubicBezTo>
                <a:lnTo>
                  <a:pt x="8691683" y="128847"/>
                </a:lnTo>
                <a:close/>
                <a:moveTo>
                  <a:pt x="8792577" y="6759"/>
                </a:moveTo>
                <a:lnTo>
                  <a:pt x="8730400" y="6759"/>
                </a:lnTo>
                <a:lnTo>
                  <a:pt x="8730400" y="10405"/>
                </a:lnTo>
                <a:cubicBezTo>
                  <a:pt x="8744519" y="11770"/>
                  <a:pt x="8747935" y="13595"/>
                  <a:pt x="8747935" y="20201"/>
                </a:cubicBezTo>
                <a:cubicBezTo>
                  <a:pt x="8747935" y="23391"/>
                  <a:pt x="8747025" y="28635"/>
                  <a:pt x="8745433" y="34331"/>
                </a:cubicBezTo>
                <a:lnTo>
                  <a:pt x="8717420" y="135047"/>
                </a:lnTo>
                <a:cubicBezTo>
                  <a:pt x="8713320" y="148263"/>
                  <a:pt x="8711724" y="149632"/>
                  <a:pt x="8698971" y="151908"/>
                </a:cubicBezTo>
                <a:lnTo>
                  <a:pt x="8698971" y="155550"/>
                </a:lnTo>
                <a:lnTo>
                  <a:pt x="8814894" y="155550"/>
                </a:lnTo>
                <a:lnTo>
                  <a:pt x="8828103" y="114769"/>
                </a:lnTo>
                <a:lnTo>
                  <a:pt x="8823547" y="113400"/>
                </a:lnTo>
                <a:cubicBezTo>
                  <a:pt x="8815578" y="129806"/>
                  <a:pt x="8809428" y="137097"/>
                  <a:pt x="8799409" y="142112"/>
                </a:cubicBezTo>
                <a:cubicBezTo>
                  <a:pt x="8791437" y="145986"/>
                  <a:pt x="8782099" y="147352"/>
                  <a:pt x="8762284" y="147352"/>
                </a:cubicBezTo>
                <a:cubicBezTo>
                  <a:pt x="8744978" y="147352"/>
                  <a:pt x="8739282" y="145531"/>
                  <a:pt x="8739282" y="139606"/>
                </a:cubicBezTo>
                <a:cubicBezTo>
                  <a:pt x="8739282" y="138011"/>
                  <a:pt x="8740422" y="132541"/>
                  <a:pt x="8741558" y="128211"/>
                </a:cubicBezTo>
                <a:lnTo>
                  <a:pt x="8769571" y="27266"/>
                </a:lnTo>
                <a:cubicBezTo>
                  <a:pt x="8772987" y="15645"/>
                  <a:pt x="8778909" y="11315"/>
                  <a:pt x="8792577" y="10405"/>
                </a:cubicBezTo>
                <a:lnTo>
                  <a:pt x="8792577" y="6759"/>
                </a:lnTo>
                <a:close/>
                <a:moveTo>
                  <a:pt x="8965205" y="53020"/>
                </a:moveTo>
                <a:lnTo>
                  <a:pt x="8942203" y="53020"/>
                </a:lnTo>
                <a:lnTo>
                  <a:pt x="8942203" y="26602"/>
                </a:lnTo>
                <a:cubicBezTo>
                  <a:pt x="8942203" y="24326"/>
                  <a:pt x="8941977" y="23641"/>
                  <a:pt x="8940608" y="23641"/>
                </a:cubicBezTo>
                <a:cubicBezTo>
                  <a:pt x="8939016" y="25692"/>
                  <a:pt x="8937647" y="27742"/>
                  <a:pt x="8936055" y="30018"/>
                </a:cubicBezTo>
                <a:cubicBezTo>
                  <a:pt x="8927399" y="42546"/>
                  <a:pt x="8917606" y="53479"/>
                  <a:pt x="8913964" y="54389"/>
                </a:cubicBezTo>
                <a:cubicBezTo>
                  <a:pt x="8911458" y="55981"/>
                  <a:pt x="8910089" y="57576"/>
                  <a:pt x="8910089" y="58716"/>
                </a:cubicBezTo>
                <a:cubicBezTo>
                  <a:pt x="8910089" y="59400"/>
                  <a:pt x="8910319" y="59856"/>
                  <a:pt x="8911003" y="60311"/>
                </a:cubicBezTo>
                <a:lnTo>
                  <a:pt x="8923072" y="60311"/>
                </a:lnTo>
                <a:lnTo>
                  <a:pt x="8923072" y="128854"/>
                </a:lnTo>
                <a:cubicBezTo>
                  <a:pt x="8923072" y="147981"/>
                  <a:pt x="8929904" y="157774"/>
                  <a:pt x="8943343" y="157774"/>
                </a:cubicBezTo>
                <a:cubicBezTo>
                  <a:pt x="8954501" y="157774"/>
                  <a:pt x="8963154" y="152311"/>
                  <a:pt x="8970671" y="140468"/>
                </a:cubicBezTo>
                <a:lnTo>
                  <a:pt x="8967710" y="137962"/>
                </a:lnTo>
                <a:cubicBezTo>
                  <a:pt x="8962928" y="143655"/>
                  <a:pt x="8959057" y="145934"/>
                  <a:pt x="8954046" y="145934"/>
                </a:cubicBezTo>
                <a:cubicBezTo>
                  <a:pt x="8945619" y="145934"/>
                  <a:pt x="8942203" y="139783"/>
                  <a:pt x="8942203" y="125438"/>
                </a:cubicBezTo>
                <a:lnTo>
                  <a:pt x="8942203" y="60311"/>
                </a:lnTo>
                <a:lnTo>
                  <a:pt x="8965205" y="60311"/>
                </a:lnTo>
                <a:lnTo>
                  <a:pt x="8965205" y="53020"/>
                </a:lnTo>
                <a:close/>
                <a:moveTo>
                  <a:pt x="8972037" y="66740"/>
                </a:moveTo>
                <a:cubicBezTo>
                  <a:pt x="8975227" y="66055"/>
                  <a:pt x="8977278" y="65826"/>
                  <a:pt x="8980009" y="65826"/>
                </a:cubicBezTo>
                <a:cubicBezTo>
                  <a:pt x="8985701" y="65826"/>
                  <a:pt x="8987752" y="69471"/>
                  <a:pt x="8987752" y="79490"/>
                </a:cubicBezTo>
                <a:lnTo>
                  <a:pt x="8987752" y="136423"/>
                </a:lnTo>
                <a:cubicBezTo>
                  <a:pt x="8987752" y="147807"/>
                  <a:pt x="8986156" y="149402"/>
                  <a:pt x="8971582" y="152134"/>
                </a:cubicBezTo>
                <a:lnTo>
                  <a:pt x="8971582" y="155550"/>
                </a:lnTo>
                <a:lnTo>
                  <a:pt x="9026242" y="155550"/>
                </a:lnTo>
                <a:lnTo>
                  <a:pt x="9026242" y="152134"/>
                </a:lnTo>
                <a:cubicBezTo>
                  <a:pt x="9010753" y="151453"/>
                  <a:pt x="9006882" y="148037"/>
                  <a:pt x="9006882" y="135057"/>
                </a:cubicBezTo>
                <a:lnTo>
                  <a:pt x="9006882" y="83816"/>
                </a:lnTo>
                <a:cubicBezTo>
                  <a:pt x="9006882" y="76529"/>
                  <a:pt x="9016675" y="65145"/>
                  <a:pt x="9022826" y="65145"/>
                </a:cubicBezTo>
                <a:cubicBezTo>
                  <a:pt x="9024192" y="65145"/>
                  <a:pt x="9026242" y="66284"/>
                  <a:pt x="9028748" y="68561"/>
                </a:cubicBezTo>
                <a:cubicBezTo>
                  <a:pt x="9032390" y="71747"/>
                  <a:pt x="9034895" y="73113"/>
                  <a:pt x="9037856" y="73113"/>
                </a:cubicBezTo>
                <a:cubicBezTo>
                  <a:pt x="9043322" y="73113"/>
                  <a:pt x="9046738" y="69242"/>
                  <a:pt x="9046738" y="62868"/>
                </a:cubicBezTo>
                <a:cubicBezTo>
                  <a:pt x="9046738" y="55352"/>
                  <a:pt x="9041957" y="50796"/>
                  <a:pt x="9034214" y="50796"/>
                </a:cubicBezTo>
                <a:cubicBezTo>
                  <a:pt x="9024647" y="50796"/>
                  <a:pt x="9018044" y="56036"/>
                  <a:pt x="9006882" y="72203"/>
                </a:cubicBezTo>
                <a:lnTo>
                  <a:pt x="9006882" y="51255"/>
                </a:lnTo>
                <a:lnTo>
                  <a:pt x="9005746" y="50796"/>
                </a:lnTo>
                <a:cubicBezTo>
                  <a:pt x="8993673" y="55807"/>
                  <a:pt x="8985475" y="58768"/>
                  <a:pt x="8972037" y="63094"/>
                </a:cubicBezTo>
                <a:lnTo>
                  <a:pt x="8972037" y="66740"/>
                </a:lnTo>
                <a:close/>
                <a:moveTo>
                  <a:pt x="9139203" y="118137"/>
                </a:moveTo>
                <a:cubicBezTo>
                  <a:pt x="9128274" y="135453"/>
                  <a:pt x="9118477" y="142063"/>
                  <a:pt x="9103902" y="142063"/>
                </a:cubicBezTo>
                <a:cubicBezTo>
                  <a:pt x="9090923" y="142063"/>
                  <a:pt x="9081130" y="135453"/>
                  <a:pt x="9074524" y="122467"/>
                </a:cubicBezTo>
                <a:cubicBezTo>
                  <a:pt x="9070423" y="113807"/>
                  <a:pt x="9068832" y="106287"/>
                  <a:pt x="9068376" y="92386"/>
                </a:cubicBezTo>
                <a:lnTo>
                  <a:pt x="9138522" y="92386"/>
                </a:lnTo>
                <a:cubicBezTo>
                  <a:pt x="9136697" y="77610"/>
                  <a:pt x="9134421" y="71028"/>
                  <a:pt x="9128729" y="63765"/>
                </a:cubicBezTo>
                <a:cubicBezTo>
                  <a:pt x="9121893" y="55581"/>
                  <a:pt x="9111419" y="50796"/>
                  <a:pt x="9099576" y="50796"/>
                </a:cubicBezTo>
                <a:cubicBezTo>
                  <a:pt x="9088188" y="50796"/>
                  <a:pt x="9077485" y="54897"/>
                  <a:pt x="9068832" y="62629"/>
                </a:cubicBezTo>
                <a:cubicBezTo>
                  <a:pt x="9058125" y="71935"/>
                  <a:pt x="9051977" y="88060"/>
                  <a:pt x="9051977" y="106742"/>
                </a:cubicBezTo>
                <a:cubicBezTo>
                  <a:pt x="9051977" y="138188"/>
                  <a:pt x="9068376" y="157774"/>
                  <a:pt x="9094565" y="157774"/>
                </a:cubicBezTo>
                <a:cubicBezTo>
                  <a:pt x="9116201" y="157774"/>
                  <a:pt x="9133281" y="144339"/>
                  <a:pt x="9142848" y="119732"/>
                </a:cubicBezTo>
                <a:lnTo>
                  <a:pt x="9139203" y="118137"/>
                </a:lnTo>
                <a:moveTo>
                  <a:pt x="9068832" y="85099"/>
                </a:moveTo>
                <a:cubicBezTo>
                  <a:pt x="9071334" y="67397"/>
                  <a:pt x="9079080" y="58997"/>
                  <a:pt x="9092970" y="58997"/>
                </a:cubicBezTo>
                <a:cubicBezTo>
                  <a:pt x="9106863" y="58997"/>
                  <a:pt x="9112330" y="65353"/>
                  <a:pt x="9115290" y="85099"/>
                </a:cubicBezTo>
                <a:lnTo>
                  <a:pt x="9068832" y="85099"/>
                </a:lnTo>
                <a:close/>
                <a:moveTo>
                  <a:pt x="9240321" y="118137"/>
                </a:moveTo>
                <a:cubicBezTo>
                  <a:pt x="9229392" y="135453"/>
                  <a:pt x="9219596" y="142063"/>
                  <a:pt x="9205021" y="142063"/>
                </a:cubicBezTo>
                <a:cubicBezTo>
                  <a:pt x="9192042" y="142063"/>
                  <a:pt x="9182249" y="135453"/>
                  <a:pt x="9175642" y="122467"/>
                </a:cubicBezTo>
                <a:cubicBezTo>
                  <a:pt x="9171542" y="113807"/>
                  <a:pt x="9169950" y="106287"/>
                  <a:pt x="9169495" y="92386"/>
                </a:cubicBezTo>
                <a:lnTo>
                  <a:pt x="9239640" y="92386"/>
                </a:lnTo>
                <a:cubicBezTo>
                  <a:pt x="9237816" y="77610"/>
                  <a:pt x="9235540" y="71028"/>
                  <a:pt x="9229847" y="63765"/>
                </a:cubicBezTo>
                <a:cubicBezTo>
                  <a:pt x="9223012" y="55581"/>
                  <a:pt x="9212538" y="50796"/>
                  <a:pt x="9200695" y="50796"/>
                </a:cubicBezTo>
                <a:cubicBezTo>
                  <a:pt x="9189307" y="50796"/>
                  <a:pt x="9178603" y="54897"/>
                  <a:pt x="9169950" y="62629"/>
                </a:cubicBezTo>
                <a:cubicBezTo>
                  <a:pt x="9159243" y="71935"/>
                  <a:pt x="9153096" y="88060"/>
                  <a:pt x="9153096" y="106742"/>
                </a:cubicBezTo>
                <a:cubicBezTo>
                  <a:pt x="9153096" y="138188"/>
                  <a:pt x="9169495" y="157774"/>
                  <a:pt x="9195683" y="157774"/>
                </a:cubicBezTo>
                <a:cubicBezTo>
                  <a:pt x="9217320" y="157774"/>
                  <a:pt x="9234400" y="144339"/>
                  <a:pt x="9243967" y="119732"/>
                </a:cubicBezTo>
                <a:lnTo>
                  <a:pt x="9240321" y="118137"/>
                </a:lnTo>
                <a:moveTo>
                  <a:pt x="9169950" y="85099"/>
                </a:moveTo>
                <a:cubicBezTo>
                  <a:pt x="9172452" y="67397"/>
                  <a:pt x="9180198" y="58997"/>
                  <a:pt x="9194088" y="58997"/>
                </a:cubicBezTo>
                <a:cubicBezTo>
                  <a:pt x="9207982" y="58997"/>
                  <a:pt x="9213448" y="65353"/>
                  <a:pt x="9216409" y="85099"/>
                </a:cubicBezTo>
                <a:lnTo>
                  <a:pt x="9169950" y="85099"/>
                </a:lnTo>
                <a:close/>
                <a:moveTo>
                  <a:pt x="9362168" y="466"/>
                </a:moveTo>
                <a:lnTo>
                  <a:pt x="9361028" y="10"/>
                </a:lnTo>
                <a:cubicBezTo>
                  <a:pt x="9351461" y="3426"/>
                  <a:pt x="9345314" y="5247"/>
                  <a:pt x="9334611" y="8208"/>
                </a:cubicBezTo>
                <a:lnTo>
                  <a:pt x="9328004" y="10033"/>
                </a:lnTo>
                <a:lnTo>
                  <a:pt x="9328004" y="13675"/>
                </a:lnTo>
                <a:cubicBezTo>
                  <a:pt x="9329370" y="13449"/>
                  <a:pt x="9330281" y="13449"/>
                  <a:pt x="9331876" y="13449"/>
                </a:cubicBezTo>
                <a:cubicBezTo>
                  <a:pt x="9340987" y="13449"/>
                  <a:pt x="9343034" y="15496"/>
                  <a:pt x="9343034" y="25063"/>
                </a:cubicBezTo>
                <a:lnTo>
                  <a:pt x="9343034" y="143206"/>
                </a:lnTo>
                <a:cubicBezTo>
                  <a:pt x="9343034" y="150261"/>
                  <a:pt x="9362394" y="157774"/>
                  <a:pt x="9380614" y="157774"/>
                </a:cubicBezTo>
                <a:cubicBezTo>
                  <a:pt x="9410677" y="157774"/>
                  <a:pt x="9433905" y="132736"/>
                  <a:pt x="9433905" y="100191"/>
                </a:cubicBezTo>
                <a:cubicBezTo>
                  <a:pt x="9433905" y="72199"/>
                  <a:pt x="9416599" y="50796"/>
                  <a:pt x="9393823" y="50796"/>
                </a:cubicBezTo>
                <a:cubicBezTo>
                  <a:pt x="9379930" y="50796"/>
                  <a:pt x="9366721" y="58997"/>
                  <a:pt x="9362168" y="70152"/>
                </a:cubicBezTo>
                <a:lnTo>
                  <a:pt x="9362168" y="466"/>
                </a:lnTo>
                <a:moveTo>
                  <a:pt x="9362168" y="82214"/>
                </a:moveTo>
                <a:cubicBezTo>
                  <a:pt x="9362168" y="73339"/>
                  <a:pt x="9372872" y="65145"/>
                  <a:pt x="9384715" y="65145"/>
                </a:cubicBezTo>
                <a:cubicBezTo>
                  <a:pt x="9402476" y="65145"/>
                  <a:pt x="9413864" y="82896"/>
                  <a:pt x="9413864" y="110662"/>
                </a:cubicBezTo>
                <a:cubicBezTo>
                  <a:pt x="9413864" y="135922"/>
                  <a:pt x="9402931" y="150487"/>
                  <a:pt x="9384260" y="150487"/>
                </a:cubicBezTo>
                <a:cubicBezTo>
                  <a:pt x="9372416" y="150487"/>
                  <a:pt x="9362168" y="145253"/>
                  <a:pt x="9362168" y="139564"/>
                </a:cubicBezTo>
                <a:lnTo>
                  <a:pt x="9362168" y="82214"/>
                </a:lnTo>
                <a:close/>
                <a:moveTo>
                  <a:pt x="9549373" y="53020"/>
                </a:moveTo>
                <a:lnTo>
                  <a:pt x="9518629" y="53020"/>
                </a:lnTo>
                <a:lnTo>
                  <a:pt x="9518629" y="56439"/>
                </a:lnTo>
                <a:cubicBezTo>
                  <a:pt x="9525916" y="56439"/>
                  <a:pt x="9529561" y="58486"/>
                  <a:pt x="9529561" y="62132"/>
                </a:cubicBezTo>
                <a:cubicBezTo>
                  <a:pt x="9529561" y="63042"/>
                  <a:pt x="9529332" y="64408"/>
                  <a:pt x="9528647" y="66003"/>
                </a:cubicBezTo>
                <a:lnTo>
                  <a:pt x="9506556" y="128858"/>
                </a:lnTo>
                <a:lnTo>
                  <a:pt x="9480368" y="71240"/>
                </a:lnTo>
                <a:cubicBezTo>
                  <a:pt x="9478998" y="68053"/>
                  <a:pt x="9478088" y="65093"/>
                  <a:pt x="9478088" y="62587"/>
                </a:cubicBezTo>
                <a:cubicBezTo>
                  <a:pt x="9478088" y="58486"/>
                  <a:pt x="9481504" y="56895"/>
                  <a:pt x="9491297" y="56439"/>
                </a:cubicBezTo>
                <a:lnTo>
                  <a:pt x="9491297" y="53020"/>
                </a:lnTo>
                <a:lnTo>
                  <a:pt x="9444383" y="53020"/>
                </a:lnTo>
                <a:lnTo>
                  <a:pt x="9444383" y="56210"/>
                </a:lnTo>
                <a:cubicBezTo>
                  <a:pt x="9450304" y="57121"/>
                  <a:pt x="9454176" y="59626"/>
                  <a:pt x="9455997" y="63497"/>
                </a:cubicBezTo>
                <a:lnTo>
                  <a:pt x="9481959" y="119523"/>
                </a:lnTo>
                <a:lnTo>
                  <a:pt x="9482644" y="121344"/>
                </a:lnTo>
                <a:lnTo>
                  <a:pt x="9486060" y="128176"/>
                </a:lnTo>
                <a:cubicBezTo>
                  <a:pt x="9492437" y="139564"/>
                  <a:pt x="9496082" y="147762"/>
                  <a:pt x="9496082" y="151178"/>
                </a:cubicBezTo>
                <a:cubicBezTo>
                  <a:pt x="9496082" y="154594"/>
                  <a:pt x="9490842" y="168940"/>
                  <a:pt x="9486970" y="175772"/>
                </a:cubicBezTo>
                <a:cubicBezTo>
                  <a:pt x="9483784" y="181693"/>
                  <a:pt x="9478773" y="186020"/>
                  <a:pt x="9475582" y="186020"/>
                </a:cubicBezTo>
                <a:cubicBezTo>
                  <a:pt x="9474217" y="186020"/>
                  <a:pt x="9472166" y="185565"/>
                  <a:pt x="9469890" y="184428"/>
                </a:cubicBezTo>
                <a:cubicBezTo>
                  <a:pt x="9465564" y="182833"/>
                  <a:pt x="9461692" y="181923"/>
                  <a:pt x="9457821" y="181923"/>
                </a:cubicBezTo>
                <a:cubicBezTo>
                  <a:pt x="9452581" y="181923"/>
                  <a:pt x="9448028" y="186479"/>
                  <a:pt x="9448028" y="191941"/>
                </a:cubicBezTo>
                <a:cubicBezTo>
                  <a:pt x="9448028" y="199458"/>
                  <a:pt x="9455315" y="205154"/>
                  <a:pt x="9464879" y="205154"/>
                </a:cubicBezTo>
                <a:cubicBezTo>
                  <a:pt x="9480138" y="205154"/>
                  <a:pt x="9491071" y="192400"/>
                  <a:pt x="9503369" y="159605"/>
                </a:cubicBezTo>
                <a:lnTo>
                  <a:pt x="9538440" y="66688"/>
                </a:lnTo>
                <a:cubicBezTo>
                  <a:pt x="9541401" y="59397"/>
                  <a:pt x="9543907" y="57121"/>
                  <a:pt x="9549373" y="56439"/>
                </a:cubicBezTo>
                <a:lnTo>
                  <a:pt x="9549373" y="53020"/>
                </a:lnTo>
                <a:close/>
                <a:moveTo>
                  <a:pt x="9691942" y="53020"/>
                </a:moveTo>
                <a:lnTo>
                  <a:pt x="9668940" y="53020"/>
                </a:lnTo>
                <a:lnTo>
                  <a:pt x="9668940" y="26602"/>
                </a:lnTo>
                <a:cubicBezTo>
                  <a:pt x="9668940" y="24326"/>
                  <a:pt x="9668714" y="23641"/>
                  <a:pt x="9667345" y="23641"/>
                </a:cubicBezTo>
                <a:cubicBezTo>
                  <a:pt x="9665753" y="25692"/>
                  <a:pt x="9664384" y="27742"/>
                  <a:pt x="9662792" y="30018"/>
                </a:cubicBezTo>
                <a:cubicBezTo>
                  <a:pt x="9654136" y="42546"/>
                  <a:pt x="9644343" y="53479"/>
                  <a:pt x="9640701" y="54389"/>
                </a:cubicBezTo>
                <a:cubicBezTo>
                  <a:pt x="9638195" y="55981"/>
                  <a:pt x="9636826" y="57576"/>
                  <a:pt x="9636826" y="58716"/>
                </a:cubicBezTo>
                <a:cubicBezTo>
                  <a:pt x="9636826" y="59400"/>
                  <a:pt x="9637056" y="59856"/>
                  <a:pt x="9637740" y="60311"/>
                </a:cubicBezTo>
                <a:lnTo>
                  <a:pt x="9649809" y="60311"/>
                </a:lnTo>
                <a:lnTo>
                  <a:pt x="9649809" y="128854"/>
                </a:lnTo>
                <a:cubicBezTo>
                  <a:pt x="9649809" y="147981"/>
                  <a:pt x="9656641" y="157774"/>
                  <a:pt x="9670080" y="157774"/>
                </a:cubicBezTo>
                <a:cubicBezTo>
                  <a:pt x="9681238" y="157774"/>
                  <a:pt x="9689891" y="152311"/>
                  <a:pt x="9697408" y="140468"/>
                </a:cubicBezTo>
                <a:lnTo>
                  <a:pt x="9694447" y="137962"/>
                </a:lnTo>
                <a:cubicBezTo>
                  <a:pt x="9689666" y="143655"/>
                  <a:pt x="9685794" y="145934"/>
                  <a:pt x="9680783" y="145934"/>
                </a:cubicBezTo>
                <a:cubicBezTo>
                  <a:pt x="9672356" y="145934"/>
                  <a:pt x="9668940" y="139783"/>
                  <a:pt x="9668940" y="125438"/>
                </a:cubicBezTo>
                <a:lnTo>
                  <a:pt x="9668940" y="60311"/>
                </a:lnTo>
                <a:lnTo>
                  <a:pt x="9691942" y="60311"/>
                </a:lnTo>
                <a:lnTo>
                  <a:pt x="9691942" y="53020"/>
                </a:lnTo>
                <a:close/>
                <a:moveTo>
                  <a:pt x="9732938" y="77443"/>
                </a:moveTo>
                <a:cubicBezTo>
                  <a:pt x="9742502" y="66969"/>
                  <a:pt x="9749334" y="63094"/>
                  <a:pt x="9758216" y="63094"/>
                </a:cubicBezTo>
                <a:cubicBezTo>
                  <a:pt x="9769604" y="63094"/>
                  <a:pt x="9775296" y="71296"/>
                  <a:pt x="9775296" y="87236"/>
                </a:cubicBezTo>
                <a:lnTo>
                  <a:pt x="9775296" y="132322"/>
                </a:lnTo>
                <a:cubicBezTo>
                  <a:pt x="9775296" y="147807"/>
                  <a:pt x="9773020" y="150768"/>
                  <a:pt x="9759811" y="152134"/>
                </a:cubicBezTo>
                <a:lnTo>
                  <a:pt x="9759811" y="155550"/>
                </a:lnTo>
                <a:lnTo>
                  <a:pt x="9808095" y="155550"/>
                </a:lnTo>
                <a:lnTo>
                  <a:pt x="9808095" y="152134"/>
                </a:lnTo>
                <a:cubicBezTo>
                  <a:pt x="9795796" y="149858"/>
                  <a:pt x="9794427" y="148037"/>
                  <a:pt x="9794427" y="132322"/>
                </a:cubicBezTo>
                <a:lnTo>
                  <a:pt x="9794427" y="87007"/>
                </a:lnTo>
                <a:cubicBezTo>
                  <a:pt x="9794427" y="63094"/>
                  <a:pt x="9784863" y="50796"/>
                  <a:pt x="9766414" y="50796"/>
                </a:cubicBezTo>
                <a:cubicBezTo>
                  <a:pt x="9752979" y="50796"/>
                  <a:pt x="9743412" y="56262"/>
                  <a:pt x="9732938" y="69926"/>
                </a:cubicBezTo>
                <a:lnTo>
                  <a:pt x="9732938" y="695"/>
                </a:lnTo>
                <a:lnTo>
                  <a:pt x="9731798" y="10"/>
                </a:lnTo>
                <a:cubicBezTo>
                  <a:pt x="9724056" y="2742"/>
                  <a:pt x="9718360" y="4566"/>
                  <a:pt x="9705606" y="8208"/>
                </a:cubicBezTo>
                <a:lnTo>
                  <a:pt x="9699459" y="10033"/>
                </a:lnTo>
                <a:lnTo>
                  <a:pt x="9699459" y="13675"/>
                </a:lnTo>
                <a:cubicBezTo>
                  <a:pt x="9700369" y="13449"/>
                  <a:pt x="9701054" y="13449"/>
                  <a:pt x="9702190" y="13449"/>
                </a:cubicBezTo>
                <a:cubicBezTo>
                  <a:pt x="9711983" y="13449"/>
                  <a:pt x="9713808" y="15270"/>
                  <a:pt x="9713808" y="25063"/>
                </a:cubicBezTo>
                <a:lnTo>
                  <a:pt x="9713808" y="132322"/>
                </a:lnTo>
                <a:cubicBezTo>
                  <a:pt x="9713808" y="148263"/>
                  <a:pt x="9712438" y="150313"/>
                  <a:pt x="9699229" y="152134"/>
                </a:cubicBezTo>
                <a:lnTo>
                  <a:pt x="9699229" y="155550"/>
                </a:lnTo>
                <a:lnTo>
                  <a:pt x="9748423" y="155550"/>
                </a:lnTo>
                <a:lnTo>
                  <a:pt x="9748423" y="152134"/>
                </a:lnTo>
                <a:cubicBezTo>
                  <a:pt x="9735214" y="150768"/>
                  <a:pt x="9732938" y="148037"/>
                  <a:pt x="9732938" y="132322"/>
                </a:cubicBezTo>
                <a:lnTo>
                  <a:pt x="9732938" y="77443"/>
                </a:lnTo>
                <a:close/>
                <a:moveTo>
                  <a:pt x="9903973" y="118137"/>
                </a:moveTo>
                <a:cubicBezTo>
                  <a:pt x="9893044" y="135453"/>
                  <a:pt x="9883247" y="142063"/>
                  <a:pt x="9868673" y="142063"/>
                </a:cubicBezTo>
                <a:cubicBezTo>
                  <a:pt x="9855693" y="142063"/>
                  <a:pt x="9845900" y="135453"/>
                  <a:pt x="9839294" y="122467"/>
                </a:cubicBezTo>
                <a:cubicBezTo>
                  <a:pt x="9835193" y="113807"/>
                  <a:pt x="9833602" y="106287"/>
                  <a:pt x="9833146" y="92386"/>
                </a:cubicBezTo>
                <a:lnTo>
                  <a:pt x="9903292" y="92386"/>
                </a:lnTo>
                <a:cubicBezTo>
                  <a:pt x="9901467" y="77610"/>
                  <a:pt x="9899191" y="71028"/>
                  <a:pt x="9893499" y="63765"/>
                </a:cubicBezTo>
                <a:cubicBezTo>
                  <a:pt x="9886663" y="55581"/>
                  <a:pt x="9876189" y="50796"/>
                  <a:pt x="9864346" y="50796"/>
                </a:cubicBezTo>
                <a:cubicBezTo>
                  <a:pt x="9852958" y="50796"/>
                  <a:pt x="9842255" y="54897"/>
                  <a:pt x="9833602" y="62629"/>
                </a:cubicBezTo>
                <a:cubicBezTo>
                  <a:pt x="9822895" y="71935"/>
                  <a:pt x="9816747" y="88060"/>
                  <a:pt x="9816747" y="106742"/>
                </a:cubicBezTo>
                <a:cubicBezTo>
                  <a:pt x="9816747" y="138188"/>
                  <a:pt x="9833146" y="157774"/>
                  <a:pt x="9859335" y="157774"/>
                </a:cubicBezTo>
                <a:cubicBezTo>
                  <a:pt x="9880971" y="157774"/>
                  <a:pt x="9898051" y="144339"/>
                  <a:pt x="9907618" y="119732"/>
                </a:cubicBezTo>
                <a:lnTo>
                  <a:pt x="9903973" y="118137"/>
                </a:lnTo>
                <a:moveTo>
                  <a:pt x="9833602" y="85099"/>
                </a:moveTo>
                <a:cubicBezTo>
                  <a:pt x="9836104" y="67397"/>
                  <a:pt x="9843850" y="58997"/>
                  <a:pt x="9857740" y="58997"/>
                </a:cubicBezTo>
                <a:cubicBezTo>
                  <a:pt x="9871633" y="58997"/>
                  <a:pt x="9877100" y="65353"/>
                  <a:pt x="9880061" y="85099"/>
                </a:cubicBezTo>
                <a:lnTo>
                  <a:pt x="9833602" y="85099"/>
                </a:lnTo>
                <a:close/>
                <a:moveTo>
                  <a:pt x="10146752" y="151223"/>
                </a:moveTo>
                <a:cubicBezTo>
                  <a:pt x="10138095" y="150542"/>
                  <a:pt x="10133543" y="148263"/>
                  <a:pt x="10126936" y="140520"/>
                </a:cubicBezTo>
                <a:lnTo>
                  <a:pt x="10080022" y="82889"/>
                </a:lnTo>
                <a:cubicBezTo>
                  <a:pt x="10095282" y="79928"/>
                  <a:pt x="10102114" y="77193"/>
                  <a:pt x="10109627" y="71042"/>
                </a:cubicBezTo>
                <a:cubicBezTo>
                  <a:pt x="10116918" y="65120"/>
                  <a:pt x="10121244" y="55553"/>
                  <a:pt x="10121244" y="44846"/>
                </a:cubicBezTo>
                <a:cubicBezTo>
                  <a:pt x="10121244" y="35054"/>
                  <a:pt x="10118283" y="26626"/>
                  <a:pt x="10112362" y="20020"/>
                </a:cubicBezTo>
                <a:cubicBezTo>
                  <a:pt x="10103705" y="10679"/>
                  <a:pt x="10084804" y="4757"/>
                  <a:pt x="10063397" y="4757"/>
                </a:cubicBezTo>
                <a:lnTo>
                  <a:pt x="10000539" y="4757"/>
                </a:lnTo>
                <a:lnTo>
                  <a:pt x="10000539" y="9087"/>
                </a:lnTo>
                <a:cubicBezTo>
                  <a:pt x="10017620" y="10908"/>
                  <a:pt x="10019896" y="13414"/>
                  <a:pt x="10019896" y="29587"/>
                </a:cubicBezTo>
                <a:lnTo>
                  <a:pt x="10019896" y="128218"/>
                </a:lnTo>
                <a:cubicBezTo>
                  <a:pt x="10019896" y="147123"/>
                  <a:pt x="10017620" y="149858"/>
                  <a:pt x="10000539" y="151223"/>
                </a:cubicBezTo>
                <a:lnTo>
                  <a:pt x="10000539" y="155550"/>
                </a:lnTo>
                <a:lnTo>
                  <a:pt x="10063623" y="155550"/>
                </a:lnTo>
                <a:lnTo>
                  <a:pt x="10063623" y="151223"/>
                </a:lnTo>
                <a:cubicBezTo>
                  <a:pt x="10046088" y="150087"/>
                  <a:pt x="10043127" y="147123"/>
                  <a:pt x="10043127" y="130724"/>
                </a:cubicBezTo>
                <a:lnTo>
                  <a:pt x="10043127" y="85849"/>
                </a:lnTo>
                <a:lnTo>
                  <a:pt x="10055881" y="85394"/>
                </a:lnTo>
                <a:lnTo>
                  <a:pt x="10110082" y="155550"/>
                </a:lnTo>
                <a:lnTo>
                  <a:pt x="10146752" y="155550"/>
                </a:lnTo>
                <a:lnTo>
                  <a:pt x="10146752" y="151223"/>
                </a:lnTo>
                <a:moveTo>
                  <a:pt x="10043127" y="21386"/>
                </a:moveTo>
                <a:cubicBezTo>
                  <a:pt x="10043127" y="15009"/>
                  <a:pt x="10045632" y="13185"/>
                  <a:pt x="10054741" y="13185"/>
                </a:cubicBezTo>
                <a:cubicBezTo>
                  <a:pt x="10083209" y="13185"/>
                  <a:pt x="10096418" y="22978"/>
                  <a:pt x="10096418" y="44388"/>
                </a:cubicBezTo>
                <a:cubicBezTo>
                  <a:pt x="10096418" y="55776"/>
                  <a:pt x="10091636" y="65339"/>
                  <a:pt x="10083438" y="69666"/>
                </a:cubicBezTo>
                <a:cubicBezTo>
                  <a:pt x="10072961" y="75587"/>
                  <a:pt x="10064989" y="76953"/>
                  <a:pt x="10043127" y="77412"/>
                </a:cubicBezTo>
                <a:lnTo>
                  <a:pt x="10043127" y="21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EQ">
            <a:extLst xmlns:a="http://schemas.openxmlformats.org/drawingml/2006/main">
              <a:ext uri="{FF2B5EF4-FFF2-40B4-BE49-F238E27FC236}">
                <a16:creationId xmlns:a16="http://schemas.microsoft.com/office/drawing/2014/main" id="{930FB497-D051-4F0A-B094-E46DD05A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516" y="3483411"/>
            <a:ext cx="247969" cy="155597"/>
          </a:xfrm>
          <a:custGeom xmlns:a="http://schemas.openxmlformats.org/drawingml/2006/main">
            <a:pathLst>
              <a:path w="247969" h="155597">
                <a:moveTo>
                  <a:pt x="106586" y="92325"/>
                </a:moveTo>
                <a:lnTo>
                  <a:pt x="101485" y="92325"/>
                </a:lnTo>
                <a:cubicBezTo>
                  <a:pt x="92375" y="112010"/>
                  <a:pt x="84540" y="116386"/>
                  <a:pt x="58485" y="116386"/>
                </a:cubicBezTo>
                <a:lnTo>
                  <a:pt x="53567" y="116386"/>
                </a:lnTo>
                <a:cubicBezTo>
                  <a:pt x="44637" y="116386"/>
                  <a:pt x="36987" y="115475"/>
                  <a:pt x="35710" y="114198"/>
                </a:cubicBezTo>
                <a:cubicBezTo>
                  <a:pt x="34799" y="113651"/>
                  <a:pt x="34434" y="111646"/>
                  <a:pt x="34434" y="108546"/>
                </a:cubicBezTo>
                <a:lnTo>
                  <a:pt x="34434" y="63520"/>
                </a:lnTo>
                <a:lnTo>
                  <a:pt x="62494" y="63520"/>
                </a:lnTo>
                <a:cubicBezTo>
                  <a:pt x="77434" y="63520"/>
                  <a:pt x="80167" y="65891"/>
                  <a:pt x="82536" y="81021"/>
                </a:cubicBezTo>
                <a:lnTo>
                  <a:pt x="86725" y="81021"/>
                </a:lnTo>
                <a:lnTo>
                  <a:pt x="86725" y="38746"/>
                </a:lnTo>
                <a:lnTo>
                  <a:pt x="82536" y="38746"/>
                </a:lnTo>
                <a:cubicBezTo>
                  <a:pt x="81260" y="46214"/>
                  <a:pt x="80531" y="48947"/>
                  <a:pt x="78527" y="51496"/>
                </a:cubicBezTo>
                <a:cubicBezTo>
                  <a:pt x="76158" y="54593"/>
                  <a:pt x="71057" y="56053"/>
                  <a:pt x="62494" y="56053"/>
                </a:cubicBezTo>
                <a:lnTo>
                  <a:pt x="34434" y="56053"/>
                </a:lnTo>
                <a:lnTo>
                  <a:pt x="34434" y="15610"/>
                </a:lnTo>
                <a:cubicBezTo>
                  <a:pt x="34434" y="10509"/>
                  <a:pt x="35527" y="9416"/>
                  <a:pt x="40448" y="9416"/>
                </a:cubicBezTo>
                <a:lnTo>
                  <a:pt x="65043" y="9416"/>
                </a:lnTo>
                <a:cubicBezTo>
                  <a:pt x="85633" y="9416"/>
                  <a:pt x="89642" y="12149"/>
                  <a:pt x="92739" y="28543"/>
                </a:cubicBezTo>
                <a:lnTo>
                  <a:pt x="97293" y="28543"/>
                </a:lnTo>
                <a:lnTo>
                  <a:pt x="96748" y="2491"/>
                </a:lnTo>
                <a:lnTo>
                  <a:pt x="0" y="2491"/>
                </a:lnTo>
                <a:lnTo>
                  <a:pt x="0" y="5955"/>
                </a:lnTo>
                <a:cubicBezTo>
                  <a:pt x="13484" y="7048"/>
                  <a:pt x="15852" y="9597"/>
                  <a:pt x="15852" y="22355"/>
                </a:cubicBezTo>
                <a:lnTo>
                  <a:pt x="15852" y="103264"/>
                </a:lnTo>
                <a:cubicBezTo>
                  <a:pt x="15852" y="116019"/>
                  <a:pt x="13300" y="118755"/>
                  <a:pt x="0" y="119664"/>
                </a:cubicBezTo>
                <a:lnTo>
                  <a:pt x="0" y="123125"/>
                </a:lnTo>
                <a:lnTo>
                  <a:pt x="98385" y="123125"/>
                </a:lnTo>
                <a:lnTo>
                  <a:pt x="106586" y="92325"/>
                </a:lnTo>
                <a:close/>
                <a:moveTo>
                  <a:pt x="247969" y="152136"/>
                </a:moveTo>
                <a:cubicBezTo>
                  <a:pt x="227199" y="151591"/>
                  <a:pt x="212623" y="143573"/>
                  <a:pt x="197866" y="124443"/>
                </a:cubicBezTo>
                <a:cubicBezTo>
                  <a:pt x="210254" y="122074"/>
                  <a:pt x="216816" y="118977"/>
                  <a:pt x="225195" y="111688"/>
                </a:cubicBezTo>
                <a:cubicBezTo>
                  <a:pt x="238678" y="99664"/>
                  <a:pt x="245601" y="83083"/>
                  <a:pt x="245601" y="62858"/>
                </a:cubicBezTo>
                <a:cubicBezTo>
                  <a:pt x="245601" y="26239"/>
                  <a:pt x="220822" y="0"/>
                  <a:pt x="186023" y="0"/>
                </a:cubicBezTo>
                <a:cubicBezTo>
                  <a:pt x="151224" y="0"/>
                  <a:pt x="126445" y="26239"/>
                  <a:pt x="126445" y="63225"/>
                </a:cubicBezTo>
                <a:cubicBezTo>
                  <a:pt x="126445" y="81079"/>
                  <a:pt x="131911" y="96019"/>
                  <a:pt x="142659" y="107679"/>
                </a:cubicBezTo>
                <a:cubicBezTo>
                  <a:pt x="149765" y="115333"/>
                  <a:pt x="155598" y="118977"/>
                  <a:pt x="168533" y="123348"/>
                </a:cubicBezTo>
                <a:lnTo>
                  <a:pt x="177096" y="133370"/>
                </a:lnTo>
                <a:cubicBezTo>
                  <a:pt x="189484" y="147763"/>
                  <a:pt x="211531" y="155597"/>
                  <a:pt x="240499" y="155597"/>
                </a:cubicBezTo>
                <a:cubicBezTo>
                  <a:pt x="243232" y="155597"/>
                  <a:pt x="244872" y="155597"/>
                  <a:pt x="246877" y="155416"/>
                </a:cubicBezTo>
                <a:lnTo>
                  <a:pt x="247969" y="155416"/>
                </a:lnTo>
                <a:lnTo>
                  <a:pt x="247969" y="152136"/>
                </a:lnTo>
                <a:moveTo>
                  <a:pt x="186571" y="6561"/>
                </a:moveTo>
                <a:cubicBezTo>
                  <a:pt x="194405" y="6561"/>
                  <a:pt x="202784" y="10022"/>
                  <a:pt x="209162" y="15671"/>
                </a:cubicBezTo>
                <a:cubicBezTo>
                  <a:pt x="219001" y="24415"/>
                  <a:pt x="224831" y="41907"/>
                  <a:pt x="224831" y="62494"/>
                </a:cubicBezTo>
                <a:cubicBezTo>
                  <a:pt x="224831" y="80531"/>
                  <a:pt x="219548" y="99116"/>
                  <a:pt x="212259" y="107498"/>
                </a:cubicBezTo>
                <a:cubicBezTo>
                  <a:pt x="205517" y="114969"/>
                  <a:pt x="196045" y="119158"/>
                  <a:pt x="186023" y="119158"/>
                </a:cubicBezTo>
                <a:cubicBezTo>
                  <a:pt x="177277" y="119158"/>
                  <a:pt x="169262" y="116061"/>
                  <a:pt x="162701" y="110231"/>
                </a:cubicBezTo>
                <a:cubicBezTo>
                  <a:pt x="153045" y="101668"/>
                  <a:pt x="147216" y="83448"/>
                  <a:pt x="147216" y="62130"/>
                </a:cubicBezTo>
                <a:cubicBezTo>
                  <a:pt x="147216" y="44640"/>
                  <a:pt x="152498" y="26784"/>
                  <a:pt x="159968" y="18404"/>
                </a:cubicBezTo>
                <a:cubicBezTo>
                  <a:pt x="167438" y="10386"/>
                  <a:pt x="176004" y="6561"/>
                  <a:pt x="186571" y="6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2">
            <a:extLst xmlns:a="http://schemas.openxmlformats.org/drawingml/2006/main">
              <a:ext uri="{FF2B5EF4-FFF2-40B4-BE49-F238E27FC236}">
                <a16:creationId xmlns:a16="http://schemas.microsoft.com/office/drawing/2014/main" id="{83B02285-6D59-4211-9E33-F1DF05D0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33" y="3452631"/>
            <a:ext cx="101345" cy="153906"/>
          </a:xfrm>
          <a:custGeom xmlns:a="http://schemas.openxmlformats.org/drawingml/2006/main">
            <a:pathLst>
              <a:path w="101345" h="153906">
                <a:moveTo>
                  <a:pt x="101345" y="122714"/>
                </a:moveTo>
                <a:lnTo>
                  <a:pt x="98384" y="121574"/>
                </a:lnTo>
                <a:cubicBezTo>
                  <a:pt x="89957" y="134550"/>
                  <a:pt x="86996" y="136600"/>
                  <a:pt x="76748" y="136600"/>
                </a:cubicBezTo>
                <a:lnTo>
                  <a:pt x="22317" y="136600"/>
                </a:lnTo>
                <a:lnTo>
                  <a:pt x="60578" y="96532"/>
                </a:lnTo>
                <a:cubicBezTo>
                  <a:pt x="80849" y="75362"/>
                  <a:pt x="89731" y="58059"/>
                  <a:pt x="89731" y="40304"/>
                </a:cubicBezTo>
                <a:cubicBezTo>
                  <a:pt x="89731" y="17539"/>
                  <a:pt x="71282" y="0"/>
                  <a:pt x="47599" y="0"/>
                </a:cubicBezTo>
                <a:cubicBezTo>
                  <a:pt x="35071" y="0"/>
                  <a:pt x="23228" y="5011"/>
                  <a:pt x="14801" y="14123"/>
                </a:cubicBezTo>
                <a:cubicBezTo>
                  <a:pt x="7513" y="21862"/>
                  <a:pt x="4097" y="29149"/>
                  <a:pt x="226" y="45312"/>
                </a:cubicBezTo>
                <a:lnTo>
                  <a:pt x="5008" y="46448"/>
                </a:lnTo>
                <a:cubicBezTo>
                  <a:pt x="14119" y="24138"/>
                  <a:pt x="22317" y="16854"/>
                  <a:pt x="38032" y="16854"/>
                </a:cubicBezTo>
                <a:cubicBezTo>
                  <a:pt x="57162" y="16854"/>
                  <a:pt x="70145" y="29830"/>
                  <a:pt x="70145" y="48954"/>
                </a:cubicBezTo>
                <a:cubicBezTo>
                  <a:pt x="70145" y="66712"/>
                  <a:pt x="59668" y="87882"/>
                  <a:pt x="40537" y="108142"/>
                </a:cubicBezTo>
                <a:lnTo>
                  <a:pt x="0" y="151175"/>
                </a:lnTo>
                <a:lnTo>
                  <a:pt x="0" y="153906"/>
                </a:lnTo>
                <a:lnTo>
                  <a:pt x="88821" y="153906"/>
                </a:lnTo>
                <a:lnTo>
                  <a:pt x="101345" y="122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ONION">
            <a:extLst xmlns:a="http://schemas.openxmlformats.org/drawingml/2006/main">
              <a:ext uri="{FF2B5EF4-FFF2-40B4-BE49-F238E27FC236}">
                <a16:creationId xmlns:a16="http://schemas.microsoft.com/office/drawing/2014/main" id="{E52DD5CE-87E9-4EAD-A6EC-DA9EDA2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064" y="3483411"/>
            <a:ext cx="622933" cy="125616"/>
          </a:xfrm>
          <a:custGeom xmlns:a="http://schemas.openxmlformats.org/drawingml/2006/main">
            <a:pathLst>
              <a:path w="622933" h="125616">
                <a:moveTo>
                  <a:pt x="59578" y="0"/>
                </a:moveTo>
                <a:cubicBezTo>
                  <a:pt x="24779" y="0"/>
                  <a:pt x="0" y="26222"/>
                  <a:pt x="0" y="62811"/>
                </a:cubicBezTo>
                <a:cubicBezTo>
                  <a:pt x="0" y="79923"/>
                  <a:pt x="5830" y="96486"/>
                  <a:pt x="15669" y="107045"/>
                </a:cubicBezTo>
                <a:cubicBezTo>
                  <a:pt x="26236" y="118513"/>
                  <a:pt x="42452" y="125616"/>
                  <a:pt x="58485" y="125616"/>
                </a:cubicBezTo>
                <a:cubicBezTo>
                  <a:pt x="94376" y="125616"/>
                  <a:pt x="119155" y="100128"/>
                  <a:pt x="119155" y="63539"/>
                </a:cubicBezTo>
                <a:cubicBezTo>
                  <a:pt x="119155" y="45516"/>
                  <a:pt x="113873" y="30045"/>
                  <a:pt x="103851" y="19122"/>
                </a:cubicBezTo>
                <a:cubicBezTo>
                  <a:pt x="92375" y="6561"/>
                  <a:pt x="77070" y="0"/>
                  <a:pt x="59578" y="0"/>
                </a:cubicBezTo>
                <a:moveTo>
                  <a:pt x="59578" y="6561"/>
                </a:moveTo>
                <a:cubicBezTo>
                  <a:pt x="67960" y="6561"/>
                  <a:pt x="76339" y="9839"/>
                  <a:pt x="82900" y="15663"/>
                </a:cubicBezTo>
                <a:cubicBezTo>
                  <a:pt x="92739" y="24582"/>
                  <a:pt x="98385" y="41693"/>
                  <a:pt x="98385" y="63356"/>
                </a:cubicBezTo>
                <a:cubicBezTo>
                  <a:pt x="98385" y="74095"/>
                  <a:pt x="96017" y="86656"/>
                  <a:pt x="92375" y="96122"/>
                </a:cubicBezTo>
                <a:cubicBezTo>
                  <a:pt x="90734" y="100673"/>
                  <a:pt x="87637" y="105224"/>
                  <a:pt x="83445" y="109411"/>
                </a:cubicBezTo>
                <a:cubicBezTo>
                  <a:pt x="77070" y="115783"/>
                  <a:pt x="68869" y="119058"/>
                  <a:pt x="59213" y="119058"/>
                </a:cubicBezTo>
                <a:cubicBezTo>
                  <a:pt x="50831" y="119058"/>
                  <a:pt x="42633" y="115783"/>
                  <a:pt x="36255" y="110139"/>
                </a:cubicBezTo>
                <a:cubicBezTo>
                  <a:pt x="26784" y="101766"/>
                  <a:pt x="20770" y="83381"/>
                  <a:pt x="20770" y="63175"/>
                </a:cubicBezTo>
                <a:cubicBezTo>
                  <a:pt x="20770" y="44607"/>
                  <a:pt x="25872" y="26950"/>
                  <a:pt x="33523" y="18393"/>
                </a:cubicBezTo>
                <a:cubicBezTo>
                  <a:pt x="40628" y="10567"/>
                  <a:pt x="49558" y="6561"/>
                  <a:pt x="59578" y="6561"/>
                </a:cubicBezTo>
                <a:close/>
                <a:moveTo>
                  <a:pt x="248153" y="125083"/>
                </a:moveTo>
                <a:lnTo>
                  <a:pt x="248153" y="29269"/>
                </a:lnTo>
                <a:cubicBezTo>
                  <a:pt x="248153" y="18340"/>
                  <a:pt x="249974" y="11601"/>
                  <a:pt x="253435" y="9233"/>
                </a:cubicBezTo>
                <a:cubicBezTo>
                  <a:pt x="255987" y="7412"/>
                  <a:pt x="258537" y="6683"/>
                  <a:pt x="265462" y="5955"/>
                </a:cubicBezTo>
                <a:lnTo>
                  <a:pt x="265462" y="2491"/>
                </a:lnTo>
                <a:lnTo>
                  <a:pt x="222646" y="2491"/>
                </a:lnTo>
                <a:lnTo>
                  <a:pt x="222646" y="5955"/>
                </a:lnTo>
                <a:cubicBezTo>
                  <a:pt x="229568" y="6500"/>
                  <a:pt x="232117" y="7228"/>
                  <a:pt x="234850" y="8869"/>
                </a:cubicBezTo>
                <a:cubicBezTo>
                  <a:pt x="238495" y="11418"/>
                  <a:pt x="240135" y="17976"/>
                  <a:pt x="240135" y="29269"/>
                </a:cubicBezTo>
                <a:lnTo>
                  <a:pt x="240135" y="90656"/>
                </a:lnTo>
                <a:lnTo>
                  <a:pt x="169990" y="2491"/>
                </a:lnTo>
                <a:lnTo>
                  <a:pt x="138834" y="2491"/>
                </a:lnTo>
                <a:lnTo>
                  <a:pt x="138834" y="5955"/>
                </a:lnTo>
                <a:cubicBezTo>
                  <a:pt x="146668" y="5955"/>
                  <a:pt x="149217" y="7412"/>
                  <a:pt x="156507" y="15972"/>
                </a:cubicBezTo>
                <a:lnTo>
                  <a:pt x="156507" y="96303"/>
                </a:lnTo>
                <a:cubicBezTo>
                  <a:pt x="156507" y="115110"/>
                  <a:pt x="153955" y="118572"/>
                  <a:pt x="138834" y="119664"/>
                </a:cubicBezTo>
                <a:lnTo>
                  <a:pt x="138834" y="123125"/>
                </a:lnTo>
                <a:lnTo>
                  <a:pt x="181650" y="123125"/>
                </a:lnTo>
                <a:lnTo>
                  <a:pt x="181650" y="119664"/>
                </a:lnTo>
                <a:cubicBezTo>
                  <a:pt x="167622" y="118936"/>
                  <a:pt x="164525" y="114746"/>
                  <a:pt x="164525" y="96345"/>
                </a:cubicBezTo>
                <a:lnTo>
                  <a:pt x="164525" y="24924"/>
                </a:lnTo>
                <a:lnTo>
                  <a:pt x="245053" y="125083"/>
                </a:lnTo>
                <a:lnTo>
                  <a:pt x="248153" y="125083"/>
                </a:lnTo>
                <a:close/>
                <a:moveTo>
                  <a:pt x="300259" y="103264"/>
                </a:moveTo>
                <a:cubicBezTo>
                  <a:pt x="300259" y="116931"/>
                  <a:pt x="297891" y="119119"/>
                  <a:pt x="282586" y="119664"/>
                </a:cubicBezTo>
                <a:lnTo>
                  <a:pt x="282586" y="123125"/>
                </a:lnTo>
                <a:lnTo>
                  <a:pt x="336698" y="123125"/>
                </a:lnTo>
                <a:lnTo>
                  <a:pt x="336698" y="119664"/>
                </a:lnTo>
                <a:cubicBezTo>
                  <a:pt x="321758" y="119119"/>
                  <a:pt x="318844" y="116567"/>
                  <a:pt x="318844" y="103264"/>
                </a:cubicBezTo>
                <a:lnTo>
                  <a:pt x="318844" y="22355"/>
                </a:lnTo>
                <a:cubicBezTo>
                  <a:pt x="318844" y="9052"/>
                  <a:pt x="321394" y="6683"/>
                  <a:pt x="336698" y="5955"/>
                </a:cubicBezTo>
                <a:lnTo>
                  <a:pt x="336698" y="2491"/>
                </a:lnTo>
                <a:lnTo>
                  <a:pt x="282586" y="2491"/>
                </a:lnTo>
                <a:lnTo>
                  <a:pt x="282586" y="5955"/>
                </a:lnTo>
                <a:cubicBezTo>
                  <a:pt x="298074" y="6864"/>
                  <a:pt x="300259" y="8869"/>
                  <a:pt x="300259" y="22355"/>
                </a:cubicBezTo>
                <a:lnTo>
                  <a:pt x="300259" y="103264"/>
                </a:lnTo>
                <a:close/>
                <a:moveTo>
                  <a:pt x="417049" y="0"/>
                </a:moveTo>
                <a:cubicBezTo>
                  <a:pt x="382250" y="0"/>
                  <a:pt x="357471" y="26222"/>
                  <a:pt x="357471" y="62811"/>
                </a:cubicBezTo>
                <a:cubicBezTo>
                  <a:pt x="357471" y="79923"/>
                  <a:pt x="363301" y="96486"/>
                  <a:pt x="373140" y="107045"/>
                </a:cubicBezTo>
                <a:cubicBezTo>
                  <a:pt x="383707" y="118513"/>
                  <a:pt x="399923" y="125616"/>
                  <a:pt x="415956" y="125616"/>
                </a:cubicBezTo>
                <a:cubicBezTo>
                  <a:pt x="451847" y="125616"/>
                  <a:pt x="476626" y="100128"/>
                  <a:pt x="476626" y="63539"/>
                </a:cubicBezTo>
                <a:cubicBezTo>
                  <a:pt x="476626" y="45516"/>
                  <a:pt x="471344" y="30045"/>
                  <a:pt x="461322" y="19122"/>
                </a:cubicBezTo>
                <a:cubicBezTo>
                  <a:pt x="449846" y="6561"/>
                  <a:pt x="434541" y="0"/>
                  <a:pt x="417049" y="0"/>
                </a:cubicBezTo>
                <a:moveTo>
                  <a:pt x="417049" y="6561"/>
                </a:moveTo>
                <a:cubicBezTo>
                  <a:pt x="425431" y="6561"/>
                  <a:pt x="433810" y="9839"/>
                  <a:pt x="440371" y="15663"/>
                </a:cubicBezTo>
                <a:cubicBezTo>
                  <a:pt x="450210" y="24582"/>
                  <a:pt x="455856" y="41693"/>
                  <a:pt x="455856" y="63356"/>
                </a:cubicBezTo>
                <a:cubicBezTo>
                  <a:pt x="455856" y="74095"/>
                  <a:pt x="453488" y="86656"/>
                  <a:pt x="449846" y="96122"/>
                </a:cubicBezTo>
                <a:cubicBezTo>
                  <a:pt x="448205" y="100673"/>
                  <a:pt x="445108" y="105224"/>
                  <a:pt x="440916" y="109411"/>
                </a:cubicBezTo>
                <a:cubicBezTo>
                  <a:pt x="434541" y="115783"/>
                  <a:pt x="426340" y="119058"/>
                  <a:pt x="416684" y="119058"/>
                </a:cubicBezTo>
                <a:cubicBezTo>
                  <a:pt x="408302" y="119058"/>
                  <a:pt x="400104" y="115783"/>
                  <a:pt x="393726" y="110139"/>
                </a:cubicBezTo>
                <a:cubicBezTo>
                  <a:pt x="384255" y="101766"/>
                  <a:pt x="378241" y="83381"/>
                  <a:pt x="378241" y="63175"/>
                </a:cubicBezTo>
                <a:cubicBezTo>
                  <a:pt x="378241" y="44607"/>
                  <a:pt x="383343" y="26950"/>
                  <a:pt x="390993" y="18393"/>
                </a:cubicBezTo>
                <a:cubicBezTo>
                  <a:pt x="398099" y="10567"/>
                  <a:pt x="407029" y="6561"/>
                  <a:pt x="417049" y="6561"/>
                </a:cubicBezTo>
                <a:close/>
                <a:moveTo>
                  <a:pt x="605624" y="125083"/>
                </a:moveTo>
                <a:lnTo>
                  <a:pt x="605624" y="29269"/>
                </a:lnTo>
                <a:cubicBezTo>
                  <a:pt x="605624" y="18340"/>
                  <a:pt x="607445" y="11601"/>
                  <a:pt x="610906" y="9233"/>
                </a:cubicBezTo>
                <a:cubicBezTo>
                  <a:pt x="613458" y="7412"/>
                  <a:pt x="616008" y="6683"/>
                  <a:pt x="622933" y="5955"/>
                </a:cubicBezTo>
                <a:lnTo>
                  <a:pt x="622933" y="2491"/>
                </a:lnTo>
                <a:lnTo>
                  <a:pt x="580117" y="2491"/>
                </a:lnTo>
                <a:lnTo>
                  <a:pt x="580117" y="5955"/>
                </a:lnTo>
                <a:cubicBezTo>
                  <a:pt x="587039" y="6500"/>
                  <a:pt x="589588" y="7228"/>
                  <a:pt x="592321" y="8869"/>
                </a:cubicBezTo>
                <a:cubicBezTo>
                  <a:pt x="595966" y="11418"/>
                  <a:pt x="597606" y="17976"/>
                  <a:pt x="597606" y="29269"/>
                </a:cubicBezTo>
                <a:lnTo>
                  <a:pt x="597606" y="90656"/>
                </a:lnTo>
                <a:lnTo>
                  <a:pt x="527461" y="2491"/>
                </a:lnTo>
                <a:lnTo>
                  <a:pt x="496305" y="2491"/>
                </a:lnTo>
                <a:lnTo>
                  <a:pt x="496305" y="5955"/>
                </a:lnTo>
                <a:cubicBezTo>
                  <a:pt x="504139" y="5955"/>
                  <a:pt x="506688" y="7412"/>
                  <a:pt x="513978" y="15972"/>
                </a:cubicBezTo>
                <a:lnTo>
                  <a:pt x="513978" y="96303"/>
                </a:lnTo>
                <a:cubicBezTo>
                  <a:pt x="513978" y="115110"/>
                  <a:pt x="511426" y="118572"/>
                  <a:pt x="496305" y="119664"/>
                </a:cubicBezTo>
                <a:lnTo>
                  <a:pt x="496305" y="123125"/>
                </a:lnTo>
                <a:lnTo>
                  <a:pt x="539121" y="123125"/>
                </a:lnTo>
                <a:lnTo>
                  <a:pt x="539121" y="119664"/>
                </a:lnTo>
                <a:cubicBezTo>
                  <a:pt x="525093" y="118936"/>
                  <a:pt x="521996" y="114746"/>
                  <a:pt x="521996" y="96345"/>
                </a:cubicBezTo>
                <a:lnTo>
                  <a:pt x="521996" y="24924"/>
                </a:lnTo>
                <a:lnTo>
                  <a:pt x="602524" y="125083"/>
                </a:lnTo>
                <a:lnTo>
                  <a:pt x="605624" y="125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Ltranslator.Thefgureillustratesthe">
            <a:extLst xmlns:a="http://schemas.openxmlformats.org/drawingml/2006/main">
              <a:ext uri="{FF2B5EF4-FFF2-40B4-BE49-F238E27FC236}">
                <a16:creationId xmlns:a16="http://schemas.microsoft.com/office/drawing/2014/main" id="{5F616ABC-49B7-4AFE-A3A7-573AEE07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48" y="3450987"/>
            <a:ext cx="3485645" cy="205230"/>
          </a:xfrm>
          <a:custGeom xmlns:a="http://schemas.openxmlformats.org/drawingml/2006/main">
            <a:pathLst>
              <a:path w="3485645" h="205230">
                <a:moveTo>
                  <a:pt x="127766" y="115920"/>
                </a:moveTo>
                <a:cubicBezTo>
                  <a:pt x="123895" y="124573"/>
                  <a:pt x="120705" y="129813"/>
                  <a:pt x="117289" y="133684"/>
                </a:cubicBezTo>
                <a:cubicBezTo>
                  <a:pt x="109317" y="142570"/>
                  <a:pt x="96793" y="146671"/>
                  <a:pt x="77888" y="146671"/>
                </a:cubicBezTo>
                <a:lnTo>
                  <a:pt x="62629" y="146671"/>
                </a:lnTo>
                <a:cubicBezTo>
                  <a:pt x="46004" y="146671"/>
                  <a:pt x="43043" y="145302"/>
                  <a:pt x="43043" y="137330"/>
                </a:cubicBezTo>
                <a:lnTo>
                  <a:pt x="43043" y="29587"/>
                </a:lnTo>
                <a:cubicBezTo>
                  <a:pt x="43043" y="13414"/>
                  <a:pt x="46233" y="10224"/>
                  <a:pt x="64224" y="9087"/>
                </a:cubicBezTo>
                <a:lnTo>
                  <a:pt x="64224" y="4757"/>
                </a:lnTo>
                <a:lnTo>
                  <a:pt x="0" y="4757"/>
                </a:lnTo>
                <a:lnTo>
                  <a:pt x="0" y="9087"/>
                </a:lnTo>
                <a:cubicBezTo>
                  <a:pt x="16854" y="10453"/>
                  <a:pt x="19815" y="13643"/>
                  <a:pt x="19815" y="29587"/>
                </a:cubicBezTo>
                <a:lnTo>
                  <a:pt x="19815" y="130724"/>
                </a:lnTo>
                <a:cubicBezTo>
                  <a:pt x="19815" y="146671"/>
                  <a:pt x="16625" y="150087"/>
                  <a:pt x="0" y="151223"/>
                </a:cubicBezTo>
                <a:lnTo>
                  <a:pt x="0" y="155550"/>
                </a:lnTo>
                <a:lnTo>
                  <a:pt x="122526" y="155550"/>
                </a:lnTo>
                <a:lnTo>
                  <a:pt x="133459" y="115923"/>
                </a:lnTo>
                <a:lnTo>
                  <a:pt x="127766" y="115920"/>
                </a:lnTo>
                <a:close/>
                <a:moveTo>
                  <a:pt x="278987" y="53020"/>
                </a:moveTo>
                <a:lnTo>
                  <a:pt x="255985" y="53020"/>
                </a:lnTo>
                <a:lnTo>
                  <a:pt x="255985" y="26602"/>
                </a:lnTo>
                <a:cubicBezTo>
                  <a:pt x="255985" y="24326"/>
                  <a:pt x="255759" y="23641"/>
                  <a:pt x="254390" y="23641"/>
                </a:cubicBezTo>
                <a:cubicBezTo>
                  <a:pt x="252798" y="25692"/>
                  <a:pt x="251429" y="27742"/>
                  <a:pt x="249837" y="30018"/>
                </a:cubicBezTo>
                <a:cubicBezTo>
                  <a:pt x="241181" y="42546"/>
                  <a:pt x="231388" y="53479"/>
                  <a:pt x="227746" y="54389"/>
                </a:cubicBezTo>
                <a:cubicBezTo>
                  <a:pt x="225240" y="55981"/>
                  <a:pt x="223871" y="57576"/>
                  <a:pt x="223871" y="58716"/>
                </a:cubicBezTo>
                <a:cubicBezTo>
                  <a:pt x="223871" y="59400"/>
                  <a:pt x="224101" y="59856"/>
                  <a:pt x="224785" y="60311"/>
                </a:cubicBezTo>
                <a:lnTo>
                  <a:pt x="236854" y="60311"/>
                </a:lnTo>
                <a:lnTo>
                  <a:pt x="236854" y="128854"/>
                </a:lnTo>
                <a:cubicBezTo>
                  <a:pt x="236854" y="147981"/>
                  <a:pt x="243686" y="157774"/>
                  <a:pt x="257125" y="157774"/>
                </a:cubicBezTo>
                <a:cubicBezTo>
                  <a:pt x="268283" y="157774"/>
                  <a:pt x="276936" y="152311"/>
                  <a:pt x="284453" y="140468"/>
                </a:cubicBezTo>
                <a:lnTo>
                  <a:pt x="281492" y="137962"/>
                </a:lnTo>
                <a:cubicBezTo>
                  <a:pt x="276710" y="143655"/>
                  <a:pt x="272839" y="145934"/>
                  <a:pt x="267828" y="145934"/>
                </a:cubicBezTo>
                <a:cubicBezTo>
                  <a:pt x="259401" y="145934"/>
                  <a:pt x="255985" y="139783"/>
                  <a:pt x="255985" y="125438"/>
                </a:cubicBezTo>
                <a:lnTo>
                  <a:pt x="255985" y="60311"/>
                </a:lnTo>
                <a:lnTo>
                  <a:pt x="278987" y="60311"/>
                </a:lnTo>
                <a:lnTo>
                  <a:pt x="278987" y="53020"/>
                </a:lnTo>
                <a:close/>
                <a:moveTo>
                  <a:pt x="285819" y="66740"/>
                </a:moveTo>
                <a:cubicBezTo>
                  <a:pt x="289009" y="66055"/>
                  <a:pt x="291060" y="65826"/>
                  <a:pt x="293791" y="65826"/>
                </a:cubicBezTo>
                <a:cubicBezTo>
                  <a:pt x="299483" y="65826"/>
                  <a:pt x="301534" y="69471"/>
                  <a:pt x="301534" y="79490"/>
                </a:cubicBezTo>
                <a:lnTo>
                  <a:pt x="301534" y="136423"/>
                </a:lnTo>
                <a:cubicBezTo>
                  <a:pt x="301534" y="147807"/>
                  <a:pt x="299939" y="149402"/>
                  <a:pt x="285364" y="152134"/>
                </a:cubicBezTo>
                <a:lnTo>
                  <a:pt x="285364" y="155550"/>
                </a:lnTo>
                <a:lnTo>
                  <a:pt x="340024" y="155550"/>
                </a:lnTo>
                <a:lnTo>
                  <a:pt x="340024" y="152134"/>
                </a:lnTo>
                <a:cubicBezTo>
                  <a:pt x="324536" y="151453"/>
                  <a:pt x="320664" y="148037"/>
                  <a:pt x="320664" y="135057"/>
                </a:cubicBezTo>
                <a:lnTo>
                  <a:pt x="320664" y="83816"/>
                </a:lnTo>
                <a:cubicBezTo>
                  <a:pt x="320664" y="76529"/>
                  <a:pt x="330457" y="65145"/>
                  <a:pt x="336608" y="65145"/>
                </a:cubicBezTo>
                <a:cubicBezTo>
                  <a:pt x="337974" y="65145"/>
                  <a:pt x="340024" y="66284"/>
                  <a:pt x="342530" y="68561"/>
                </a:cubicBezTo>
                <a:cubicBezTo>
                  <a:pt x="346172" y="71747"/>
                  <a:pt x="348677" y="73113"/>
                  <a:pt x="351638" y="73113"/>
                </a:cubicBezTo>
                <a:cubicBezTo>
                  <a:pt x="357104" y="73113"/>
                  <a:pt x="360520" y="69242"/>
                  <a:pt x="360520" y="62868"/>
                </a:cubicBezTo>
                <a:cubicBezTo>
                  <a:pt x="360520" y="55352"/>
                  <a:pt x="355739" y="50796"/>
                  <a:pt x="347996" y="50796"/>
                </a:cubicBezTo>
                <a:cubicBezTo>
                  <a:pt x="338429" y="50796"/>
                  <a:pt x="331826" y="56036"/>
                  <a:pt x="320664" y="72203"/>
                </a:cubicBezTo>
                <a:lnTo>
                  <a:pt x="320664" y="51255"/>
                </a:lnTo>
                <a:lnTo>
                  <a:pt x="319528" y="50796"/>
                </a:lnTo>
                <a:cubicBezTo>
                  <a:pt x="307455" y="55807"/>
                  <a:pt x="299257" y="58768"/>
                  <a:pt x="285819" y="63094"/>
                </a:cubicBezTo>
                <a:lnTo>
                  <a:pt x="285819" y="66740"/>
                </a:lnTo>
                <a:close/>
                <a:moveTo>
                  <a:pt x="460728" y="140471"/>
                </a:moveTo>
                <a:cubicBezTo>
                  <a:pt x="456857" y="143655"/>
                  <a:pt x="454125" y="144794"/>
                  <a:pt x="450709" y="144794"/>
                </a:cubicBezTo>
                <a:cubicBezTo>
                  <a:pt x="445472" y="144794"/>
                  <a:pt x="443877" y="141608"/>
                  <a:pt x="443877" y="131596"/>
                </a:cubicBezTo>
                <a:lnTo>
                  <a:pt x="443877" y="87215"/>
                </a:lnTo>
                <a:cubicBezTo>
                  <a:pt x="443877" y="75379"/>
                  <a:pt x="442737" y="68780"/>
                  <a:pt x="439321" y="63317"/>
                </a:cubicBezTo>
                <a:cubicBezTo>
                  <a:pt x="434310" y="55126"/>
                  <a:pt x="424517" y="50796"/>
                  <a:pt x="411082" y="50796"/>
                </a:cubicBezTo>
                <a:cubicBezTo>
                  <a:pt x="389672" y="50796"/>
                  <a:pt x="372821" y="61951"/>
                  <a:pt x="372821" y="76289"/>
                </a:cubicBezTo>
                <a:cubicBezTo>
                  <a:pt x="372821" y="81526"/>
                  <a:pt x="377374" y="86075"/>
                  <a:pt x="382614" y="86075"/>
                </a:cubicBezTo>
                <a:cubicBezTo>
                  <a:pt x="388077" y="86075"/>
                  <a:pt x="392862" y="81526"/>
                  <a:pt x="392862" y="76519"/>
                </a:cubicBezTo>
                <a:cubicBezTo>
                  <a:pt x="392862" y="75608"/>
                  <a:pt x="392633" y="74468"/>
                  <a:pt x="392407" y="72877"/>
                </a:cubicBezTo>
                <a:cubicBezTo>
                  <a:pt x="391952" y="70830"/>
                  <a:pt x="391723" y="69009"/>
                  <a:pt x="391723" y="67414"/>
                </a:cubicBezTo>
                <a:cubicBezTo>
                  <a:pt x="391723" y="61270"/>
                  <a:pt x="399010" y="56262"/>
                  <a:pt x="408122" y="56262"/>
                </a:cubicBezTo>
                <a:cubicBezTo>
                  <a:pt x="419280" y="56262"/>
                  <a:pt x="425428" y="62861"/>
                  <a:pt x="425428" y="75153"/>
                </a:cubicBezTo>
                <a:lnTo>
                  <a:pt x="425428" y="89036"/>
                </a:lnTo>
                <a:cubicBezTo>
                  <a:pt x="390357" y="103145"/>
                  <a:pt x="386485" y="104966"/>
                  <a:pt x="376693" y="113616"/>
                </a:cubicBezTo>
                <a:cubicBezTo>
                  <a:pt x="371681" y="118168"/>
                  <a:pt x="368491" y="125904"/>
                  <a:pt x="368491" y="133413"/>
                </a:cubicBezTo>
                <a:cubicBezTo>
                  <a:pt x="368491" y="147755"/>
                  <a:pt x="378514" y="157774"/>
                  <a:pt x="392407" y="157774"/>
                </a:cubicBezTo>
                <a:cubicBezTo>
                  <a:pt x="402426" y="157774"/>
                  <a:pt x="411764" y="152992"/>
                  <a:pt x="425657" y="141149"/>
                </a:cubicBezTo>
                <a:cubicBezTo>
                  <a:pt x="426797" y="152992"/>
                  <a:pt x="430894" y="157774"/>
                  <a:pt x="440232" y="157774"/>
                </a:cubicBezTo>
                <a:cubicBezTo>
                  <a:pt x="447974" y="157774"/>
                  <a:pt x="452760" y="155043"/>
                  <a:pt x="460728" y="146390"/>
                </a:cubicBezTo>
                <a:lnTo>
                  <a:pt x="460728" y="140471"/>
                </a:lnTo>
                <a:moveTo>
                  <a:pt x="425428" y="127485"/>
                </a:moveTo>
                <a:cubicBezTo>
                  <a:pt x="425428" y="134546"/>
                  <a:pt x="424291" y="136597"/>
                  <a:pt x="419506" y="139328"/>
                </a:cubicBezTo>
                <a:cubicBezTo>
                  <a:pt x="414043" y="142518"/>
                  <a:pt x="407666" y="144565"/>
                  <a:pt x="402881" y="144565"/>
                </a:cubicBezTo>
                <a:cubicBezTo>
                  <a:pt x="394913" y="144565"/>
                  <a:pt x="388536" y="136823"/>
                  <a:pt x="388536" y="127030"/>
                </a:cubicBezTo>
                <a:lnTo>
                  <a:pt x="388536" y="126119"/>
                </a:lnTo>
                <a:cubicBezTo>
                  <a:pt x="388536" y="112681"/>
                  <a:pt x="397870" y="104483"/>
                  <a:pt x="425428" y="94461"/>
                </a:cubicBezTo>
                <a:lnTo>
                  <a:pt x="425428" y="127485"/>
                </a:lnTo>
                <a:close/>
                <a:moveTo>
                  <a:pt x="464829" y="64919"/>
                </a:moveTo>
                <a:cubicBezTo>
                  <a:pt x="466194" y="64234"/>
                  <a:pt x="468474" y="64008"/>
                  <a:pt x="470980" y="64008"/>
                </a:cubicBezTo>
                <a:cubicBezTo>
                  <a:pt x="477357" y="64008"/>
                  <a:pt x="479403" y="67424"/>
                  <a:pt x="479403" y="78579"/>
                </a:cubicBezTo>
                <a:lnTo>
                  <a:pt x="479403" y="135057"/>
                </a:lnTo>
                <a:cubicBezTo>
                  <a:pt x="479403" y="148037"/>
                  <a:pt x="476898" y="151223"/>
                  <a:pt x="465284" y="152134"/>
                </a:cubicBezTo>
                <a:lnTo>
                  <a:pt x="465284" y="155550"/>
                </a:lnTo>
                <a:lnTo>
                  <a:pt x="513567" y="155550"/>
                </a:lnTo>
                <a:lnTo>
                  <a:pt x="513567" y="152134"/>
                </a:lnTo>
                <a:cubicBezTo>
                  <a:pt x="501950" y="151223"/>
                  <a:pt x="498534" y="148492"/>
                  <a:pt x="498534" y="140294"/>
                </a:cubicBezTo>
                <a:lnTo>
                  <a:pt x="498534" y="76303"/>
                </a:lnTo>
                <a:cubicBezTo>
                  <a:pt x="509467" y="66055"/>
                  <a:pt x="514478" y="63324"/>
                  <a:pt x="521995" y="63324"/>
                </a:cubicBezTo>
                <a:cubicBezTo>
                  <a:pt x="533153" y="63324"/>
                  <a:pt x="538619" y="70382"/>
                  <a:pt x="538619" y="85412"/>
                </a:cubicBezTo>
                <a:lnTo>
                  <a:pt x="538619" y="133007"/>
                </a:lnTo>
                <a:cubicBezTo>
                  <a:pt x="538619" y="147352"/>
                  <a:pt x="535659" y="151223"/>
                  <a:pt x="524271" y="152134"/>
                </a:cubicBezTo>
                <a:lnTo>
                  <a:pt x="524271" y="155550"/>
                </a:lnTo>
                <a:lnTo>
                  <a:pt x="571644" y="155550"/>
                </a:lnTo>
                <a:lnTo>
                  <a:pt x="571644" y="152134"/>
                </a:lnTo>
                <a:cubicBezTo>
                  <a:pt x="560481" y="150998"/>
                  <a:pt x="557750" y="148263"/>
                  <a:pt x="557750" y="137107"/>
                </a:cubicBezTo>
                <a:lnTo>
                  <a:pt x="557750" y="84956"/>
                </a:lnTo>
                <a:cubicBezTo>
                  <a:pt x="557750" y="63553"/>
                  <a:pt x="547728" y="50796"/>
                  <a:pt x="530877" y="50796"/>
                </a:cubicBezTo>
                <a:cubicBezTo>
                  <a:pt x="520399" y="50796"/>
                  <a:pt x="513338" y="54671"/>
                  <a:pt x="497853" y="69245"/>
                </a:cubicBezTo>
                <a:lnTo>
                  <a:pt x="497853" y="51255"/>
                </a:lnTo>
                <a:lnTo>
                  <a:pt x="496258" y="50796"/>
                </a:lnTo>
                <a:cubicBezTo>
                  <a:pt x="485099" y="54897"/>
                  <a:pt x="477357" y="57402"/>
                  <a:pt x="464829" y="61047"/>
                </a:cubicBezTo>
                <a:lnTo>
                  <a:pt x="464829" y="64919"/>
                </a:lnTo>
                <a:close/>
                <a:moveTo>
                  <a:pt x="646797" y="83994"/>
                </a:moveTo>
                <a:lnTo>
                  <a:pt x="645886" y="53020"/>
                </a:lnTo>
                <a:lnTo>
                  <a:pt x="643381" y="53020"/>
                </a:lnTo>
                <a:lnTo>
                  <a:pt x="642925" y="53479"/>
                </a:lnTo>
                <a:cubicBezTo>
                  <a:pt x="640875" y="55070"/>
                  <a:pt x="640649" y="55300"/>
                  <a:pt x="639739" y="55300"/>
                </a:cubicBezTo>
                <a:cubicBezTo>
                  <a:pt x="638373" y="55300"/>
                  <a:pt x="636093" y="54844"/>
                  <a:pt x="633588" y="53705"/>
                </a:cubicBezTo>
                <a:cubicBezTo>
                  <a:pt x="628577" y="51932"/>
                  <a:pt x="623569" y="51018"/>
                  <a:pt x="617647" y="51018"/>
                </a:cubicBezTo>
                <a:cubicBezTo>
                  <a:pt x="599653" y="51018"/>
                  <a:pt x="586673" y="62632"/>
                  <a:pt x="586673" y="79021"/>
                </a:cubicBezTo>
                <a:cubicBezTo>
                  <a:pt x="586673" y="91764"/>
                  <a:pt x="593961" y="100869"/>
                  <a:pt x="613321" y="111795"/>
                </a:cubicBezTo>
                <a:lnTo>
                  <a:pt x="626530" y="119308"/>
                </a:lnTo>
                <a:cubicBezTo>
                  <a:pt x="634498" y="123860"/>
                  <a:pt x="638373" y="129323"/>
                  <a:pt x="638373" y="136378"/>
                </a:cubicBezTo>
                <a:cubicBezTo>
                  <a:pt x="638373" y="146393"/>
                  <a:pt x="631082" y="152766"/>
                  <a:pt x="619468" y="152766"/>
                </a:cubicBezTo>
                <a:cubicBezTo>
                  <a:pt x="611726" y="152766"/>
                  <a:pt x="604664" y="149806"/>
                  <a:pt x="600338" y="144798"/>
                </a:cubicBezTo>
                <a:cubicBezTo>
                  <a:pt x="595556" y="139109"/>
                  <a:pt x="593506" y="133872"/>
                  <a:pt x="590545" y="120900"/>
                </a:cubicBezTo>
                <a:lnTo>
                  <a:pt x="586899" y="120900"/>
                </a:lnTo>
                <a:lnTo>
                  <a:pt x="586899" y="156408"/>
                </a:lnTo>
                <a:lnTo>
                  <a:pt x="589860" y="156408"/>
                </a:lnTo>
                <a:cubicBezTo>
                  <a:pt x="591455" y="154132"/>
                  <a:pt x="592366" y="153677"/>
                  <a:pt x="595101" y="153677"/>
                </a:cubicBezTo>
                <a:cubicBezTo>
                  <a:pt x="597151" y="153729"/>
                  <a:pt x="600338" y="154184"/>
                  <a:pt x="605575" y="155550"/>
                </a:cubicBezTo>
                <a:cubicBezTo>
                  <a:pt x="611952" y="156864"/>
                  <a:pt x="618102" y="157774"/>
                  <a:pt x="622200" y="157774"/>
                </a:cubicBezTo>
                <a:cubicBezTo>
                  <a:pt x="639739" y="157774"/>
                  <a:pt x="654313" y="144572"/>
                  <a:pt x="654313" y="128639"/>
                </a:cubicBezTo>
                <a:cubicBezTo>
                  <a:pt x="654313" y="117258"/>
                  <a:pt x="648847" y="109748"/>
                  <a:pt x="635183" y="101553"/>
                </a:cubicBezTo>
                <a:lnTo>
                  <a:pt x="610586" y="86986"/>
                </a:lnTo>
                <a:cubicBezTo>
                  <a:pt x="604209" y="83344"/>
                  <a:pt x="600793" y="77655"/>
                  <a:pt x="600793" y="71508"/>
                </a:cubicBezTo>
                <a:cubicBezTo>
                  <a:pt x="600793" y="62403"/>
                  <a:pt x="607854" y="56029"/>
                  <a:pt x="618328" y="56029"/>
                </a:cubicBezTo>
                <a:cubicBezTo>
                  <a:pt x="631311" y="56029"/>
                  <a:pt x="638144" y="63768"/>
                  <a:pt x="643381" y="84028"/>
                </a:cubicBezTo>
                <a:lnTo>
                  <a:pt x="646797" y="83994"/>
                </a:lnTo>
                <a:close/>
                <a:moveTo>
                  <a:pt x="667979" y="13664"/>
                </a:moveTo>
                <a:lnTo>
                  <a:pt x="669344" y="13664"/>
                </a:lnTo>
                <a:cubicBezTo>
                  <a:pt x="671850" y="13438"/>
                  <a:pt x="674581" y="13209"/>
                  <a:pt x="676406" y="13209"/>
                </a:cubicBezTo>
                <a:cubicBezTo>
                  <a:pt x="683693" y="13209"/>
                  <a:pt x="685969" y="16399"/>
                  <a:pt x="685969" y="27102"/>
                </a:cubicBezTo>
                <a:lnTo>
                  <a:pt x="685969" y="135738"/>
                </a:lnTo>
                <a:cubicBezTo>
                  <a:pt x="685969" y="148037"/>
                  <a:pt x="682783" y="150998"/>
                  <a:pt x="668434" y="152134"/>
                </a:cubicBezTo>
                <a:lnTo>
                  <a:pt x="668434" y="155550"/>
                </a:lnTo>
                <a:lnTo>
                  <a:pt x="722180" y="155550"/>
                </a:lnTo>
                <a:lnTo>
                  <a:pt x="722180" y="152134"/>
                </a:lnTo>
                <a:cubicBezTo>
                  <a:pt x="707835" y="151223"/>
                  <a:pt x="705100" y="148947"/>
                  <a:pt x="705100" y="136419"/>
                </a:cubicBezTo>
                <a:lnTo>
                  <a:pt x="705100" y="455"/>
                </a:lnTo>
                <a:lnTo>
                  <a:pt x="704189" y="0"/>
                </a:lnTo>
                <a:cubicBezTo>
                  <a:pt x="692346" y="3871"/>
                  <a:pt x="683693" y="6151"/>
                  <a:pt x="667979" y="10022"/>
                </a:cubicBezTo>
                <a:lnTo>
                  <a:pt x="667979" y="13664"/>
                </a:lnTo>
                <a:close/>
                <a:moveTo>
                  <a:pt x="827626" y="140471"/>
                </a:moveTo>
                <a:cubicBezTo>
                  <a:pt x="823755" y="143655"/>
                  <a:pt x="821023" y="144794"/>
                  <a:pt x="817607" y="144794"/>
                </a:cubicBezTo>
                <a:cubicBezTo>
                  <a:pt x="812370" y="144794"/>
                  <a:pt x="810775" y="141608"/>
                  <a:pt x="810775" y="131596"/>
                </a:cubicBezTo>
                <a:lnTo>
                  <a:pt x="810775" y="87215"/>
                </a:lnTo>
                <a:cubicBezTo>
                  <a:pt x="810775" y="75379"/>
                  <a:pt x="809635" y="68780"/>
                  <a:pt x="806219" y="63317"/>
                </a:cubicBezTo>
                <a:cubicBezTo>
                  <a:pt x="801208" y="55126"/>
                  <a:pt x="791415" y="50796"/>
                  <a:pt x="777981" y="50796"/>
                </a:cubicBezTo>
                <a:cubicBezTo>
                  <a:pt x="756570" y="50796"/>
                  <a:pt x="739719" y="61951"/>
                  <a:pt x="739719" y="76289"/>
                </a:cubicBezTo>
                <a:cubicBezTo>
                  <a:pt x="739719" y="81526"/>
                  <a:pt x="744272" y="86075"/>
                  <a:pt x="749512" y="86075"/>
                </a:cubicBezTo>
                <a:cubicBezTo>
                  <a:pt x="754975" y="86075"/>
                  <a:pt x="759760" y="81526"/>
                  <a:pt x="759760" y="76519"/>
                </a:cubicBezTo>
                <a:cubicBezTo>
                  <a:pt x="759760" y="75608"/>
                  <a:pt x="759531" y="74468"/>
                  <a:pt x="759305" y="72877"/>
                </a:cubicBezTo>
                <a:cubicBezTo>
                  <a:pt x="758850" y="70830"/>
                  <a:pt x="758621" y="69009"/>
                  <a:pt x="758621" y="67414"/>
                </a:cubicBezTo>
                <a:cubicBezTo>
                  <a:pt x="758621" y="61270"/>
                  <a:pt x="765908" y="56262"/>
                  <a:pt x="775020" y="56262"/>
                </a:cubicBezTo>
                <a:cubicBezTo>
                  <a:pt x="786178" y="56262"/>
                  <a:pt x="792326" y="62861"/>
                  <a:pt x="792326" y="75153"/>
                </a:cubicBezTo>
                <a:lnTo>
                  <a:pt x="792326" y="89036"/>
                </a:lnTo>
                <a:cubicBezTo>
                  <a:pt x="757255" y="103145"/>
                  <a:pt x="753384" y="104966"/>
                  <a:pt x="743591" y="113616"/>
                </a:cubicBezTo>
                <a:cubicBezTo>
                  <a:pt x="738580" y="118168"/>
                  <a:pt x="735389" y="125904"/>
                  <a:pt x="735389" y="133413"/>
                </a:cubicBezTo>
                <a:cubicBezTo>
                  <a:pt x="735389" y="147755"/>
                  <a:pt x="745412" y="157774"/>
                  <a:pt x="759305" y="157774"/>
                </a:cubicBezTo>
                <a:cubicBezTo>
                  <a:pt x="769324" y="157774"/>
                  <a:pt x="778662" y="152992"/>
                  <a:pt x="792555" y="141149"/>
                </a:cubicBezTo>
                <a:cubicBezTo>
                  <a:pt x="793695" y="152992"/>
                  <a:pt x="797792" y="157774"/>
                  <a:pt x="807130" y="157774"/>
                </a:cubicBezTo>
                <a:cubicBezTo>
                  <a:pt x="814872" y="157774"/>
                  <a:pt x="819658" y="155043"/>
                  <a:pt x="827626" y="146390"/>
                </a:cubicBezTo>
                <a:lnTo>
                  <a:pt x="827626" y="140471"/>
                </a:lnTo>
                <a:moveTo>
                  <a:pt x="792326" y="127485"/>
                </a:moveTo>
                <a:cubicBezTo>
                  <a:pt x="792326" y="134546"/>
                  <a:pt x="791189" y="136597"/>
                  <a:pt x="786404" y="139328"/>
                </a:cubicBezTo>
                <a:cubicBezTo>
                  <a:pt x="780941" y="142518"/>
                  <a:pt x="774565" y="144565"/>
                  <a:pt x="769779" y="144565"/>
                </a:cubicBezTo>
                <a:cubicBezTo>
                  <a:pt x="761811" y="144565"/>
                  <a:pt x="755434" y="136823"/>
                  <a:pt x="755434" y="127030"/>
                </a:cubicBezTo>
                <a:lnTo>
                  <a:pt x="755434" y="126119"/>
                </a:lnTo>
                <a:cubicBezTo>
                  <a:pt x="755434" y="112681"/>
                  <a:pt x="764768" y="104483"/>
                  <a:pt x="792326" y="94461"/>
                </a:cubicBezTo>
                <a:lnTo>
                  <a:pt x="792326" y="127485"/>
                </a:lnTo>
                <a:close/>
                <a:moveTo>
                  <a:pt x="886158" y="53020"/>
                </a:moveTo>
                <a:lnTo>
                  <a:pt x="863156" y="53020"/>
                </a:lnTo>
                <a:lnTo>
                  <a:pt x="863156" y="26602"/>
                </a:lnTo>
                <a:cubicBezTo>
                  <a:pt x="863156" y="24326"/>
                  <a:pt x="862930" y="23641"/>
                  <a:pt x="861561" y="23641"/>
                </a:cubicBezTo>
                <a:cubicBezTo>
                  <a:pt x="859969" y="25692"/>
                  <a:pt x="858600" y="27742"/>
                  <a:pt x="857009" y="30018"/>
                </a:cubicBezTo>
                <a:cubicBezTo>
                  <a:pt x="848352" y="42546"/>
                  <a:pt x="838559" y="53479"/>
                  <a:pt x="834917" y="54389"/>
                </a:cubicBezTo>
                <a:cubicBezTo>
                  <a:pt x="832412" y="55981"/>
                  <a:pt x="831043" y="57576"/>
                  <a:pt x="831043" y="58716"/>
                </a:cubicBezTo>
                <a:cubicBezTo>
                  <a:pt x="831043" y="59400"/>
                  <a:pt x="831272" y="59856"/>
                  <a:pt x="831957" y="60311"/>
                </a:cubicBezTo>
                <a:lnTo>
                  <a:pt x="844026" y="60311"/>
                </a:lnTo>
                <a:lnTo>
                  <a:pt x="844026" y="128854"/>
                </a:lnTo>
                <a:cubicBezTo>
                  <a:pt x="844026" y="147981"/>
                  <a:pt x="850858" y="157774"/>
                  <a:pt x="864296" y="157774"/>
                </a:cubicBezTo>
                <a:cubicBezTo>
                  <a:pt x="875455" y="157774"/>
                  <a:pt x="884108" y="152311"/>
                  <a:pt x="891624" y="140468"/>
                </a:cubicBezTo>
                <a:lnTo>
                  <a:pt x="888664" y="137962"/>
                </a:lnTo>
                <a:cubicBezTo>
                  <a:pt x="883882" y="143655"/>
                  <a:pt x="880011" y="145934"/>
                  <a:pt x="874999" y="145934"/>
                </a:cubicBezTo>
                <a:cubicBezTo>
                  <a:pt x="866572" y="145934"/>
                  <a:pt x="863156" y="139783"/>
                  <a:pt x="863156" y="125438"/>
                </a:cubicBezTo>
                <a:lnTo>
                  <a:pt x="863156" y="60311"/>
                </a:lnTo>
                <a:lnTo>
                  <a:pt x="886158" y="60311"/>
                </a:lnTo>
                <a:lnTo>
                  <a:pt x="886158" y="53020"/>
                </a:lnTo>
                <a:close/>
                <a:moveTo>
                  <a:pt x="948335" y="50796"/>
                </a:moveTo>
                <a:cubicBezTo>
                  <a:pt x="918727" y="50796"/>
                  <a:pt x="898002" y="72651"/>
                  <a:pt x="898002" y="104059"/>
                </a:cubicBezTo>
                <a:cubicBezTo>
                  <a:pt x="898002" y="134783"/>
                  <a:pt x="919182" y="157774"/>
                  <a:pt x="947877" y="157774"/>
                </a:cubicBezTo>
                <a:cubicBezTo>
                  <a:pt x="976574" y="157774"/>
                  <a:pt x="998436" y="133646"/>
                  <a:pt x="998436" y="102238"/>
                </a:cubicBezTo>
                <a:cubicBezTo>
                  <a:pt x="998436" y="72422"/>
                  <a:pt x="977485" y="50796"/>
                  <a:pt x="948335" y="50796"/>
                </a:cubicBezTo>
                <a:moveTo>
                  <a:pt x="945374" y="57176"/>
                </a:moveTo>
                <a:cubicBezTo>
                  <a:pt x="964505" y="57176"/>
                  <a:pt x="977940" y="79024"/>
                  <a:pt x="977940" y="110203"/>
                </a:cubicBezTo>
                <a:cubicBezTo>
                  <a:pt x="977940" y="135922"/>
                  <a:pt x="967692" y="151397"/>
                  <a:pt x="950611" y="151397"/>
                </a:cubicBezTo>
                <a:cubicBezTo>
                  <a:pt x="941729" y="151397"/>
                  <a:pt x="933302" y="145938"/>
                  <a:pt x="928520" y="136833"/>
                </a:cubicBezTo>
                <a:cubicBezTo>
                  <a:pt x="922143" y="124997"/>
                  <a:pt x="918498" y="109067"/>
                  <a:pt x="918498" y="92907"/>
                </a:cubicBezTo>
                <a:cubicBezTo>
                  <a:pt x="918498" y="71285"/>
                  <a:pt x="929201" y="57176"/>
                  <a:pt x="945374" y="57176"/>
                </a:cubicBezTo>
                <a:close/>
                <a:moveTo>
                  <a:pt x="1006863" y="66740"/>
                </a:moveTo>
                <a:cubicBezTo>
                  <a:pt x="1010053" y="66055"/>
                  <a:pt x="1012104" y="65826"/>
                  <a:pt x="1014835" y="65826"/>
                </a:cubicBezTo>
                <a:cubicBezTo>
                  <a:pt x="1020527" y="65826"/>
                  <a:pt x="1022578" y="69471"/>
                  <a:pt x="1022578" y="79490"/>
                </a:cubicBezTo>
                <a:lnTo>
                  <a:pt x="1022578" y="136423"/>
                </a:lnTo>
                <a:cubicBezTo>
                  <a:pt x="1022578" y="147807"/>
                  <a:pt x="1020983" y="149402"/>
                  <a:pt x="1006408" y="152134"/>
                </a:cubicBezTo>
                <a:lnTo>
                  <a:pt x="1006408" y="155550"/>
                </a:lnTo>
                <a:lnTo>
                  <a:pt x="1061068" y="155550"/>
                </a:lnTo>
                <a:lnTo>
                  <a:pt x="1061068" y="152134"/>
                </a:lnTo>
                <a:cubicBezTo>
                  <a:pt x="1045580" y="151453"/>
                  <a:pt x="1041708" y="148037"/>
                  <a:pt x="1041708" y="135057"/>
                </a:cubicBezTo>
                <a:lnTo>
                  <a:pt x="1041708" y="83816"/>
                </a:lnTo>
                <a:cubicBezTo>
                  <a:pt x="1041708" y="76529"/>
                  <a:pt x="1051501" y="65145"/>
                  <a:pt x="1057652" y="65145"/>
                </a:cubicBezTo>
                <a:cubicBezTo>
                  <a:pt x="1059018" y="65145"/>
                  <a:pt x="1061068" y="66284"/>
                  <a:pt x="1063574" y="68561"/>
                </a:cubicBezTo>
                <a:cubicBezTo>
                  <a:pt x="1067216" y="71747"/>
                  <a:pt x="1069721" y="73113"/>
                  <a:pt x="1072682" y="73113"/>
                </a:cubicBezTo>
                <a:cubicBezTo>
                  <a:pt x="1078148" y="73113"/>
                  <a:pt x="1081565" y="69242"/>
                  <a:pt x="1081565" y="62868"/>
                </a:cubicBezTo>
                <a:cubicBezTo>
                  <a:pt x="1081565" y="55352"/>
                  <a:pt x="1076783" y="50796"/>
                  <a:pt x="1069040" y="50796"/>
                </a:cubicBezTo>
                <a:cubicBezTo>
                  <a:pt x="1059473" y="50796"/>
                  <a:pt x="1052870" y="56036"/>
                  <a:pt x="1041708" y="72203"/>
                </a:cubicBezTo>
                <a:lnTo>
                  <a:pt x="1041708" y="51255"/>
                </a:lnTo>
                <a:lnTo>
                  <a:pt x="1040572" y="50796"/>
                </a:lnTo>
                <a:cubicBezTo>
                  <a:pt x="1028499" y="55807"/>
                  <a:pt x="1020302" y="58768"/>
                  <a:pt x="1006863" y="63094"/>
                </a:cubicBezTo>
                <a:lnTo>
                  <a:pt x="1006863" y="66740"/>
                </a:lnTo>
                <a:close/>
                <a:moveTo>
                  <a:pt x="1097054" y="132718"/>
                </a:moveTo>
                <a:cubicBezTo>
                  <a:pt x="1090218" y="132718"/>
                  <a:pt x="1084526" y="138640"/>
                  <a:pt x="1084526" y="145701"/>
                </a:cubicBezTo>
                <a:cubicBezTo>
                  <a:pt x="1084526" y="152304"/>
                  <a:pt x="1090218" y="157996"/>
                  <a:pt x="1096824" y="157996"/>
                </a:cubicBezTo>
                <a:cubicBezTo>
                  <a:pt x="1103886" y="157996"/>
                  <a:pt x="1109807" y="152304"/>
                  <a:pt x="1109807" y="145701"/>
                </a:cubicBezTo>
                <a:cubicBezTo>
                  <a:pt x="1109807" y="138640"/>
                  <a:pt x="1103886" y="132718"/>
                  <a:pt x="1097054" y="132718"/>
                </a:cubicBezTo>
                <a:close/>
                <a:moveTo>
                  <a:pt x="1262169" y="14324"/>
                </a:moveTo>
                <a:lnTo>
                  <a:pt x="1262169" y="128218"/>
                </a:lnTo>
                <a:cubicBezTo>
                  <a:pt x="1262169" y="147581"/>
                  <a:pt x="1259663" y="150087"/>
                  <a:pt x="1240758" y="151223"/>
                </a:cubicBezTo>
                <a:lnTo>
                  <a:pt x="1240758" y="155550"/>
                </a:lnTo>
                <a:lnTo>
                  <a:pt x="1307262" y="155550"/>
                </a:lnTo>
                <a:lnTo>
                  <a:pt x="1307262" y="151223"/>
                </a:lnTo>
                <a:cubicBezTo>
                  <a:pt x="1288586" y="150313"/>
                  <a:pt x="1285396" y="147352"/>
                  <a:pt x="1285396" y="130724"/>
                </a:cubicBezTo>
                <a:lnTo>
                  <a:pt x="1285396" y="14324"/>
                </a:lnTo>
                <a:lnTo>
                  <a:pt x="1297695" y="14324"/>
                </a:lnTo>
                <a:cubicBezTo>
                  <a:pt x="1323657" y="14324"/>
                  <a:pt x="1328669" y="18425"/>
                  <a:pt x="1333909" y="43481"/>
                </a:cubicBezTo>
                <a:lnTo>
                  <a:pt x="1339372" y="43481"/>
                </a:lnTo>
                <a:lnTo>
                  <a:pt x="1338006" y="4757"/>
                </a:lnTo>
                <a:lnTo>
                  <a:pt x="1209559" y="4757"/>
                </a:lnTo>
                <a:lnTo>
                  <a:pt x="1208193" y="43481"/>
                </a:lnTo>
                <a:lnTo>
                  <a:pt x="1213656" y="43481"/>
                </a:lnTo>
                <a:cubicBezTo>
                  <a:pt x="1219122" y="18651"/>
                  <a:pt x="1224363" y="14324"/>
                  <a:pt x="1249870" y="14324"/>
                </a:cubicBezTo>
                <a:lnTo>
                  <a:pt x="1262169" y="14324"/>
                </a:lnTo>
                <a:close/>
                <a:moveTo>
                  <a:pt x="1379229" y="77443"/>
                </a:moveTo>
                <a:cubicBezTo>
                  <a:pt x="1388793" y="66969"/>
                  <a:pt x="1395625" y="63094"/>
                  <a:pt x="1404508" y="63094"/>
                </a:cubicBezTo>
                <a:cubicBezTo>
                  <a:pt x="1415895" y="63094"/>
                  <a:pt x="1421588" y="71296"/>
                  <a:pt x="1421588" y="87236"/>
                </a:cubicBezTo>
                <a:lnTo>
                  <a:pt x="1421588" y="132322"/>
                </a:lnTo>
                <a:cubicBezTo>
                  <a:pt x="1421588" y="147807"/>
                  <a:pt x="1419312" y="150768"/>
                  <a:pt x="1406103" y="152134"/>
                </a:cubicBezTo>
                <a:lnTo>
                  <a:pt x="1406103" y="155550"/>
                </a:lnTo>
                <a:lnTo>
                  <a:pt x="1454386" y="155550"/>
                </a:lnTo>
                <a:lnTo>
                  <a:pt x="1454386" y="152134"/>
                </a:lnTo>
                <a:cubicBezTo>
                  <a:pt x="1442087" y="149858"/>
                  <a:pt x="1440718" y="148037"/>
                  <a:pt x="1440718" y="132322"/>
                </a:cubicBezTo>
                <a:lnTo>
                  <a:pt x="1440718" y="87007"/>
                </a:lnTo>
                <a:cubicBezTo>
                  <a:pt x="1440718" y="63094"/>
                  <a:pt x="1431155" y="50796"/>
                  <a:pt x="1412705" y="50796"/>
                </a:cubicBezTo>
                <a:cubicBezTo>
                  <a:pt x="1399271" y="50796"/>
                  <a:pt x="1389704" y="56262"/>
                  <a:pt x="1379229" y="69926"/>
                </a:cubicBezTo>
                <a:lnTo>
                  <a:pt x="1379229" y="695"/>
                </a:lnTo>
                <a:lnTo>
                  <a:pt x="1378090" y="10"/>
                </a:lnTo>
                <a:cubicBezTo>
                  <a:pt x="1370347" y="2742"/>
                  <a:pt x="1364651" y="4566"/>
                  <a:pt x="1351898" y="8208"/>
                </a:cubicBezTo>
                <a:lnTo>
                  <a:pt x="1345750" y="10033"/>
                </a:lnTo>
                <a:lnTo>
                  <a:pt x="1345750" y="13675"/>
                </a:lnTo>
                <a:cubicBezTo>
                  <a:pt x="1346661" y="13449"/>
                  <a:pt x="1347345" y="13449"/>
                  <a:pt x="1348482" y="13449"/>
                </a:cubicBezTo>
                <a:cubicBezTo>
                  <a:pt x="1358274" y="13449"/>
                  <a:pt x="1360099" y="15270"/>
                  <a:pt x="1360099" y="25063"/>
                </a:cubicBezTo>
                <a:lnTo>
                  <a:pt x="1360099" y="132322"/>
                </a:lnTo>
                <a:cubicBezTo>
                  <a:pt x="1360099" y="148263"/>
                  <a:pt x="1358730" y="150313"/>
                  <a:pt x="1345521" y="152134"/>
                </a:cubicBezTo>
                <a:lnTo>
                  <a:pt x="1345521" y="155550"/>
                </a:lnTo>
                <a:lnTo>
                  <a:pt x="1394715" y="155550"/>
                </a:lnTo>
                <a:lnTo>
                  <a:pt x="1394715" y="152134"/>
                </a:lnTo>
                <a:cubicBezTo>
                  <a:pt x="1381506" y="150768"/>
                  <a:pt x="1379229" y="148037"/>
                  <a:pt x="1379229" y="132322"/>
                </a:cubicBezTo>
                <a:lnTo>
                  <a:pt x="1379229" y="77443"/>
                </a:lnTo>
                <a:close/>
                <a:moveTo>
                  <a:pt x="1550265" y="118137"/>
                </a:moveTo>
                <a:cubicBezTo>
                  <a:pt x="1539335" y="135453"/>
                  <a:pt x="1529539" y="142063"/>
                  <a:pt x="1514964" y="142063"/>
                </a:cubicBezTo>
                <a:cubicBezTo>
                  <a:pt x="1501985" y="142063"/>
                  <a:pt x="1492192" y="135453"/>
                  <a:pt x="1485586" y="122467"/>
                </a:cubicBezTo>
                <a:cubicBezTo>
                  <a:pt x="1481485" y="113807"/>
                  <a:pt x="1479893" y="106287"/>
                  <a:pt x="1479438" y="92386"/>
                </a:cubicBezTo>
                <a:lnTo>
                  <a:pt x="1549583" y="92386"/>
                </a:lnTo>
                <a:cubicBezTo>
                  <a:pt x="1547759" y="77610"/>
                  <a:pt x="1545483" y="71028"/>
                  <a:pt x="1539791" y="63765"/>
                </a:cubicBezTo>
                <a:cubicBezTo>
                  <a:pt x="1532955" y="55581"/>
                  <a:pt x="1522481" y="50796"/>
                  <a:pt x="1510638" y="50796"/>
                </a:cubicBezTo>
                <a:cubicBezTo>
                  <a:pt x="1499250" y="50796"/>
                  <a:pt x="1488546" y="54897"/>
                  <a:pt x="1479893" y="62629"/>
                </a:cubicBezTo>
                <a:cubicBezTo>
                  <a:pt x="1469186" y="71935"/>
                  <a:pt x="1463039" y="88060"/>
                  <a:pt x="1463039" y="106742"/>
                </a:cubicBezTo>
                <a:cubicBezTo>
                  <a:pt x="1463039" y="138188"/>
                  <a:pt x="1479438" y="157774"/>
                  <a:pt x="1505627" y="157774"/>
                </a:cubicBezTo>
                <a:cubicBezTo>
                  <a:pt x="1527263" y="157774"/>
                  <a:pt x="1544343" y="144339"/>
                  <a:pt x="1553910" y="119732"/>
                </a:cubicBezTo>
                <a:lnTo>
                  <a:pt x="1550265" y="118137"/>
                </a:lnTo>
                <a:moveTo>
                  <a:pt x="1479893" y="85099"/>
                </a:moveTo>
                <a:cubicBezTo>
                  <a:pt x="1482395" y="67397"/>
                  <a:pt x="1490141" y="58997"/>
                  <a:pt x="1504032" y="58997"/>
                </a:cubicBezTo>
                <a:cubicBezTo>
                  <a:pt x="1517925" y="58997"/>
                  <a:pt x="1523391" y="65353"/>
                  <a:pt x="1526352" y="85099"/>
                </a:cubicBezTo>
                <a:lnTo>
                  <a:pt x="1479893" y="85099"/>
                </a:lnTo>
                <a:close/>
                <a:moveTo>
                  <a:pt x="1644323" y="60537"/>
                </a:moveTo>
                <a:lnTo>
                  <a:pt x="1659812" y="60537"/>
                </a:lnTo>
                <a:lnTo>
                  <a:pt x="1659812" y="134136"/>
                </a:lnTo>
                <a:cubicBezTo>
                  <a:pt x="1659812" y="148718"/>
                  <a:pt x="1657306" y="151679"/>
                  <a:pt x="1644553" y="152134"/>
                </a:cubicBezTo>
                <a:lnTo>
                  <a:pt x="1644553" y="155550"/>
                </a:lnTo>
                <a:lnTo>
                  <a:pt x="1694657" y="155550"/>
                </a:lnTo>
                <a:lnTo>
                  <a:pt x="1694657" y="152134"/>
                </a:lnTo>
                <a:cubicBezTo>
                  <a:pt x="1681903" y="151223"/>
                  <a:pt x="1678942" y="148033"/>
                  <a:pt x="1678942" y="135502"/>
                </a:cubicBezTo>
                <a:lnTo>
                  <a:pt x="1678942" y="60537"/>
                </a:lnTo>
                <a:lnTo>
                  <a:pt x="1698528" y="60537"/>
                </a:lnTo>
                <a:cubicBezTo>
                  <a:pt x="1720390" y="60537"/>
                  <a:pt x="1721530" y="61221"/>
                  <a:pt x="1721530" y="73297"/>
                </a:cubicBezTo>
                <a:lnTo>
                  <a:pt x="1721530" y="133452"/>
                </a:lnTo>
                <a:cubicBezTo>
                  <a:pt x="1721530" y="148947"/>
                  <a:pt x="1719935" y="150998"/>
                  <a:pt x="1705816" y="152134"/>
                </a:cubicBezTo>
                <a:lnTo>
                  <a:pt x="1705816" y="155550"/>
                </a:lnTo>
                <a:lnTo>
                  <a:pt x="1755920" y="155550"/>
                </a:lnTo>
                <a:lnTo>
                  <a:pt x="1755920" y="152134"/>
                </a:lnTo>
                <a:cubicBezTo>
                  <a:pt x="1743166" y="150998"/>
                  <a:pt x="1740661" y="148033"/>
                  <a:pt x="1740661" y="133452"/>
                </a:cubicBezTo>
                <a:lnTo>
                  <a:pt x="1740661" y="73753"/>
                </a:lnTo>
                <a:cubicBezTo>
                  <a:pt x="1740661" y="68741"/>
                  <a:pt x="1740661" y="63501"/>
                  <a:pt x="1741116" y="51428"/>
                </a:cubicBezTo>
                <a:lnTo>
                  <a:pt x="1740205" y="50796"/>
                </a:lnTo>
                <a:cubicBezTo>
                  <a:pt x="1730183" y="52339"/>
                  <a:pt x="1723580" y="53020"/>
                  <a:pt x="1714469" y="53020"/>
                </a:cubicBezTo>
                <a:lnTo>
                  <a:pt x="1678713" y="53020"/>
                </a:lnTo>
                <a:lnTo>
                  <a:pt x="1678713" y="43255"/>
                </a:lnTo>
                <a:cubicBezTo>
                  <a:pt x="1678713" y="33264"/>
                  <a:pt x="1679398" y="26223"/>
                  <a:pt x="1680534" y="22362"/>
                </a:cubicBezTo>
                <a:cubicBezTo>
                  <a:pt x="1683724" y="12597"/>
                  <a:pt x="1692607" y="5783"/>
                  <a:pt x="1702855" y="5783"/>
                </a:cubicBezTo>
                <a:cubicBezTo>
                  <a:pt x="1709232" y="5783"/>
                  <a:pt x="1713558" y="8736"/>
                  <a:pt x="1719024" y="16458"/>
                </a:cubicBezTo>
                <a:cubicBezTo>
                  <a:pt x="1723351" y="22588"/>
                  <a:pt x="1726312" y="24861"/>
                  <a:pt x="1730183" y="24861"/>
                </a:cubicBezTo>
                <a:cubicBezTo>
                  <a:pt x="1734968" y="24861"/>
                  <a:pt x="1738384" y="21000"/>
                  <a:pt x="1738384" y="16003"/>
                </a:cubicBezTo>
                <a:cubicBezTo>
                  <a:pt x="1738384" y="6464"/>
                  <a:pt x="1726996" y="87"/>
                  <a:pt x="1709457" y="87"/>
                </a:cubicBezTo>
                <a:cubicBezTo>
                  <a:pt x="1692151" y="87"/>
                  <a:pt x="1678942" y="6008"/>
                  <a:pt x="1670741" y="17139"/>
                </a:cubicBezTo>
                <a:cubicBezTo>
                  <a:pt x="1663909" y="26449"/>
                  <a:pt x="1661403" y="34852"/>
                  <a:pt x="1660038" y="53020"/>
                </a:cubicBezTo>
                <a:lnTo>
                  <a:pt x="1644323" y="53020"/>
                </a:lnTo>
                <a:lnTo>
                  <a:pt x="1644323" y="60537"/>
                </a:lnTo>
                <a:close/>
                <a:moveTo>
                  <a:pt x="1870929" y="67240"/>
                </a:moveTo>
                <a:lnTo>
                  <a:pt x="1870929" y="58358"/>
                </a:lnTo>
                <a:lnTo>
                  <a:pt x="1853394" y="58358"/>
                </a:lnTo>
                <a:cubicBezTo>
                  <a:pt x="1848838" y="58358"/>
                  <a:pt x="1845422" y="57649"/>
                  <a:pt x="1840870" y="56036"/>
                </a:cubicBezTo>
                <a:lnTo>
                  <a:pt x="1835859" y="54215"/>
                </a:lnTo>
                <a:cubicBezTo>
                  <a:pt x="1829708" y="51936"/>
                  <a:pt x="1823560" y="50796"/>
                  <a:pt x="1817638" y="50796"/>
                </a:cubicBezTo>
                <a:cubicBezTo>
                  <a:pt x="1796458" y="50796"/>
                  <a:pt x="1779603" y="67240"/>
                  <a:pt x="1779603" y="87959"/>
                </a:cubicBezTo>
                <a:cubicBezTo>
                  <a:pt x="1779603" y="102304"/>
                  <a:pt x="1785754" y="110954"/>
                  <a:pt x="1800784" y="118467"/>
                </a:cubicBezTo>
                <a:cubicBezTo>
                  <a:pt x="1796458" y="122568"/>
                  <a:pt x="1792360" y="126432"/>
                  <a:pt x="1790991" y="127568"/>
                </a:cubicBezTo>
                <a:cubicBezTo>
                  <a:pt x="1783478" y="134161"/>
                  <a:pt x="1780517" y="138710"/>
                  <a:pt x="1780517" y="143255"/>
                </a:cubicBezTo>
                <a:cubicBezTo>
                  <a:pt x="1780517" y="148030"/>
                  <a:pt x="1783249" y="150758"/>
                  <a:pt x="1792586" y="155314"/>
                </a:cubicBezTo>
                <a:cubicBezTo>
                  <a:pt x="1776417" y="167167"/>
                  <a:pt x="1770269" y="174694"/>
                  <a:pt x="1770269" y="183129"/>
                </a:cubicBezTo>
                <a:cubicBezTo>
                  <a:pt x="1770269" y="195208"/>
                  <a:pt x="1788030" y="205230"/>
                  <a:pt x="1809667" y="205230"/>
                </a:cubicBezTo>
                <a:cubicBezTo>
                  <a:pt x="1826747" y="205230"/>
                  <a:pt x="1844512" y="199309"/>
                  <a:pt x="1856355" y="189742"/>
                </a:cubicBezTo>
                <a:cubicBezTo>
                  <a:pt x="1865011" y="182673"/>
                  <a:pt x="1868883" y="175376"/>
                  <a:pt x="1868883" y="166712"/>
                </a:cubicBezTo>
                <a:cubicBezTo>
                  <a:pt x="1868883" y="152579"/>
                  <a:pt x="1858176" y="143029"/>
                  <a:pt x="1841325" y="142348"/>
                </a:cubicBezTo>
                <a:lnTo>
                  <a:pt x="1811946" y="140982"/>
                </a:lnTo>
                <a:cubicBezTo>
                  <a:pt x="1799874" y="140527"/>
                  <a:pt x="1794181" y="138480"/>
                  <a:pt x="1794181" y="134845"/>
                </a:cubicBezTo>
                <a:cubicBezTo>
                  <a:pt x="1794181" y="130296"/>
                  <a:pt x="1801695" y="122338"/>
                  <a:pt x="1807846" y="120517"/>
                </a:cubicBezTo>
                <a:cubicBezTo>
                  <a:pt x="1809896" y="120747"/>
                  <a:pt x="1811491" y="120972"/>
                  <a:pt x="1812172" y="120972"/>
                </a:cubicBezTo>
                <a:cubicBezTo>
                  <a:pt x="1816499" y="121428"/>
                  <a:pt x="1819459" y="121657"/>
                  <a:pt x="1820829" y="121657"/>
                </a:cubicBezTo>
                <a:cubicBezTo>
                  <a:pt x="1829252" y="121657"/>
                  <a:pt x="1838364" y="118241"/>
                  <a:pt x="1845422" y="112094"/>
                </a:cubicBezTo>
                <a:cubicBezTo>
                  <a:pt x="1852939" y="105717"/>
                  <a:pt x="1856355" y="97748"/>
                  <a:pt x="1856355" y="86367"/>
                </a:cubicBezTo>
                <a:cubicBezTo>
                  <a:pt x="1856355" y="79764"/>
                  <a:pt x="1855215" y="74527"/>
                  <a:pt x="1852028" y="67240"/>
                </a:cubicBezTo>
                <a:lnTo>
                  <a:pt x="1870929" y="67240"/>
                </a:lnTo>
                <a:moveTo>
                  <a:pt x="1797368" y="155995"/>
                </a:moveTo>
                <a:cubicBezTo>
                  <a:pt x="1804885" y="157593"/>
                  <a:pt x="1823105" y="158959"/>
                  <a:pt x="1834263" y="158959"/>
                </a:cubicBezTo>
                <a:cubicBezTo>
                  <a:pt x="1854989" y="158959"/>
                  <a:pt x="1862506" y="161923"/>
                  <a:pt x="1862506" y="170132"/>
                </a:cubicBezTo>
                <a:cubicBezTo>
                  <a:pt x="1862506" y="183358"/>
                  <a:pt x="1845196" y="192247"/>
                  <a:pt x="1819459" y="192247"/>
                </a:cubicBezTo>
                <a:cubicBezTo>
                  <a:pt x="1799418" y="192247"/>
                  <a:pt x="1786209" y="185638"/>
                  <a:pt x="1786209" y="175605"/>
                </a:cubicBezTo>
                <a:cubicBezTo>
                  <a:pt x="1786209" y="170361"/>
                  <a:pt x="1787805" y="167397"/>
                  <a:pt x="1797368" y="155995"/>
                </a:cubicBezTo>
                <a:moveTo>
                  <a:pt x="1798508" y="78625"/>
                </a:moveTo>
                <a:cubicBezTo>
                  <a:pt x="1798508" y="65193"/>
                  <a:pt x="1804885" y="57176"/>
                  <a:pt x="1815362" y="57176"/>
                </a:cubicBezTo>
                <a:cubicBezTo>
                  <a:pt x="1822420" y="57176"/>
                  <a:pt x="1828342" y="61093"/>
                  <a:pt x="1831987" y="67925"/>
                </a:cubicBezTo>
                <a:cubicBezTo>
                  <a:pt x="1836084" y="75893"/>
                  <a:pt x="1838819" y="86367"/>
                  <a:pt x="1838819" y="95246"/>
                </a:cubicBezTo>
                <a:cubicBezTo>
                  <a:pt x="1838819" y="107993"/>
                  <a:pt x="1832213" y="115961"/>
                  <a:pt x="1821739" y="115961"/>
                </a:cubicBezTo>
                <a:cubicBezTo>
                  <a:pt x="1808075" y="115961"/>
                  <a:pt x="1798508" y="101164"/>
                  <a:pt x="1798508" y="79309"/>
                </a:cubicBezTo>
                <a:lnTo>
                  <a:pt x="1798508" y="78625"/>
                </a:lnTo>
                <a:close/>
                <a:moveTo>
                  <a:pt x="1986853" y="144120"/>
                </a:moveTo>
                <a:lnTo>
                  <a:pt x="1985716" y="144120"/>
                </a:lnTo>
                <a:cubicBezTo>
                  <a:pt x="1975239" y="144120"/>
                  <a:pt x="1972733" y="141615"/>
                  <a:pt x="1972733" y="131137"/>
                </a:cubicBezTo>
                <a:lnTo>
                  <a:pt x="1972733" y="53020"/>
                </a:lnTo>
                <a:lnTo>
                  <a:pt x="1936748" y="53020"/>
                </a:lnTo>
                <a:lnTo>
                  <a:pt x="1936748" y="56895"/>
                </a:lnTo>
                <a:cubicBezTo>
                  <a:pt x="1950871" y="57576"/>
                  <a:pt x="1953603" y="59856"/>
                  <a:pt x="1953603" y="71240"/>
                </a:cubicBezTo>
                <a:lnTo>
                  <a:pt x="1953603" y="124753"/>
                </a:lnTo>
                <a:cubicBezTo>
                  <a:pt x="1953603" y="131130"/>
                  <a:pt x="1952463" y="134320"/>
                  <a:pt x="1949276" y="136823"/>
                </a:cubicBezTo>
                <a:cubicBezTo>
                  <a:pt x="1943125" y="141834"/>
                  <a:pt x="1936067" y="144565"/>
                  <a:pt x="1929235" y="144565"/>
                </a:cubicBezTo>
                <a:cubicBezTo>
                  <a:pt x="1920353" y="144565"/>
                  <a:pt x="1913065" y="136823"/>
                  <a:pt x="1913065" y="127259"/>
                </a:cubicBezTo>
                <a:lnTo>
                  <a:pt x="1913065" y="53020"/>
                </a:lnTo>
                <a:lnTo>
                  <a:pt x="1879812" y="53020"/>
                </a:lnTo>
                <a:lnTo>
                  <a:pt x="1879812" y="56210"/>
                </a:lnTo>
                <a:cubicBezTo>
                  <a:pt x="1890745" y="56895"/>
                  <a:pt x="1893935" y="60311"/>
                  <a:pt x="1893935" y="70785"/>
                </a:cubicBezTo>
                <a:lnTo>
                  <a:pt x="1893935" y="128169"/>
                </a:lnTo>
                <a:cubicBezTo>
                  <a:pt x="1893935" y="146160"/>
                  <a:pt x="1904864" y="157774"/>
                  <a:pt x="1921489" y="157774"/>
                </a:cubicBezTo>
                <a:cubicBezTo>
                  <a:pt x="1929916" y="157774"/>
                  <a:pt x="1938799" y="154132"/>
                  <a:pt x="1944950" y="147981"/>
                </a:cubicBezTo>
                <a:lnTo>
                  <a:pt x="1954742" y="138192"/>
                </a:lnTo>
                <a:lnTo>
                  <a:pt x="1954742" y="157093"/>
                </a:lnTo>
                <a:lnTo>
                  <a:pt x="1955653" y="157552"/>
                </a:lnTo>
                <a:cubicBezTo>
                  <a:pt x="1967041" y="152999"/>
                  <a:pt x="1975239" y="150494"/>
                  <a:pt x="1986853" y="147303"/>
                </a:cubicBezTo>
                <a:lnTo>
                  <a:pt x="1986853" y="144120"/>
                </a:lnTo>
                <a:close/>
                <a:moveTo>
                  <a:pt x="1993229" y="66740"/>
                </a:moveTo>
                <a:cubicBezTo>
                  <a:pt x="1996419" y="66055"/>
                  <a:pt x="1998470" y="65826"/>
                  <a:pt x="2001201" y="65826"/>
                </a:cubicBezTo>
                <a:cubicBezTo>
                  <a:pt x="2006893" y="65826"/>
                  <a:pt x="2008944" y="69471"/>
                  <a:pt x="2008944" y="79490"/>
                </a:cubicBezTo>
                <a:lnTo>
                  <a:pt x="2008944" y="136423"/>
                </a:lnTo>
                <a:cubicBezTo>
                  <a:pt x="2008944" y="147807"/>
                  <a:pt x="2007349" y="149402"/>
                  <a:pt x="1992774" y="152134"/>
                </a:cubicBezTo>
                <a:lnTo>
                  <a:pt x="1992774" y="155550"/>
                </a:lnTo>
                <a:lnTo>
                  <a:pt x="2047434" y="155550"/>
                </a:lnTo>
                <a:lnTo>
                  <a:pt x="2047434" y="152134"/>
                </a:lnTo>
                <a:cubicBezTo>
                  <a:pt x="2031945" y="151453"/>
                  <a:pt x="2028074" y="148037"/>
                  <a:pt x="2028074" y="135057"/>
                </a:cubicBezTo>
                <a:lnTo>
                  <a:pt x="2028074" y="83816"/>
                </a:lnTo>
                <a:cubicBezTo>
                  <a:pt x="2028074" y="76529"/>
                  <a:pt x="2037867" y="65145"/>
                  <a:pt x="2044018" y="65145"/>
                </a:cubicBezTo>
                <a:cubicBezTo>
                  <a:pt x="2045384" y="65145"/>
                  <a:pt x="2047434" y="66284"/>
                  <a:pt x="2049940" y="68561"/>
                </a:cubicBezTo>
                <a:cubicBezTo>
                  <a:pt x="2053582" y="71747"/>
                  <a:pt x="2056087" y="73113"/>
                  <a:pt x="2059048" y="73113"/>
                </a:cubicBezTo>
                <a:cubicBezTo>
                  <a:pt x="2064514" y="73113"/>
                  <a:pt x="2067930" y="69242"/>
                  <a:pt x="2067930" y="62868"/>
                </a:cubicBezTo>
                <a:cubicBezTo>
                  <a:pt x="2067930" y="55352"/>
                  <a:pt x="2063149" y="50796"/>
                  <a:pt x="2055406" y="50796"/>
                </a:cubicBezTo>
                <a:cubicBezTo>
                  <a:pt x="2045839" y="50796"/>
                  <a:pt x="2039236" y="56036"/>
                  <a:pt x="2028074" y="72203"/>
                </a:cubicBezTo>
                <a:lnTo>
                  <a:pt x="2028074" y="51255"/>
                </a:lnTo>
                <a:lnTo>
                  <a:pt x="2026938" y="50796"/>
                </a:lnTo>
                <a:cubicBezTo>
                  <a:pt x="2014865" y="55807"/>
                  <a:pt x="2006667" y="58768"/>
                  <a:pt x="1993229" y="63094"/>
                </a:cubicBezTo>
                <a:lnTo>
                  <a:pt x="1993229" y="66740"/>
                </a:lnTo>
                <a:close/>
                <a:moveTo>
                  <a:pt x="2160395" y="118137"/>
                </a:moveTo>
                <a:cubicBezTo>
                  <a:pt x="2149466" y="135453"/>
                  <a:pt x="2139669" y="142063"/>
                  <a:pt x="2125095" y="142063"/>
                </a:cubicBezTo>
                <a:cubicBezTo>
                  <a:pt x="2112115" y="142063"/>
                  <a:pt x="2102322" y="135453"/>
                  <a:pt x="2095716" y="122467"/>
                </a:cubicBezTo>
                <a:cubicBezTo>
                  <a:pt x="2091615" y="113807"/>
                  <a:pt x="2090024" y="106287"/>
                  <a:pt x="2089569" y="92386"/>
                </a:cubicBezTo>
                <a:lnTo>
                  <a:pt x="2159714" y="92386"/>
                </a:lnTo>
                <a:cubicBezTo>
                  <a:pt x="2157890" y="77610"/>
                  <a:pt x="2155613" y="71028"/>
                  <a:pt x="2149921" y="63765"/>
                </a:cubicBezTo>
                <a:cubicBezTo>
                  <a:pt x="2143086" y="55581"/>
                  <a:pt x="2132612" y="50796"/>
                  <a:pt x="2120768" y="50796"/>
                </a:cubicBezTo>
                <a:cubicBezTo>
                  <a:pt x="2109380" y="50796"/>
                  <a:pt x="2098677" y="54897"/>
                  <a:pt x="2090024" y="62629"/>
                </a:cubicBezTo>
                <a:cubicBezTo>
                  <a:pt x="2079317" y="71935"/>
                  <a:pt x="2073170" y="88060"/>
                  <a:pt x="2073170" y="106742"/>
                </a:cubicBezTo>
                <a:cubicBezTo>
                  <a:pt x="2073170" y="138188"/>
                  <a:pt x="2089569" y="157774"/>
                  <a:pt x="2115757" y="157774"/>
                </a:cubicBezTo>
                <a:cubicBezTo>
                  <a:pt x="2137393" y="157774"/>
                  <a:pt x="2154474" y="144339"/>
                  <a:pt x="2164041" y="119732"/>
                </a:cubicBezTo>
                <a:lnTo>
                  <a:pt x="2160395" y="118137"/>
                </a:lnTo>
                <a:moveTo>
                  <a:pt x="2090024" y="85099"/>
                </a:moveTo>
                <a:cubicBezTo>
                  <a:pt x="2092526" y="67397"/>
                  <a:pt x="2100272" y="58997"/>
                  <a:pt x="2114162" y="58997"/>
                </a:cubicBezTo>
                <a:cubicBezTo>
                  <a:pt x="2128056" y="58997"/>
                  <a:pt x="2133522" y="65353"/>
                  <a:pt x="2136483" y="85099"/>
                </a:cubicBezTo>
                <a:lnTo>
                  <a:pt x="2090024" y="85099"/>
                </a:lnTo>
                <a:close/>
                <a:moveTo>
                  <a:pt x="2287247" y="50796"/>
                </a:moveTo>
                <a:lnTo>
                  <a:pt x="2251947" y="63251"/>
                </a:lnTo>
                <a:lnTo>
                  <a:pt x="2251947" y="66670"/>
                </a:lnTo>
                <a:lnTo>
                  <a:pt x="2253771" y="66441"/>
                </a:lnTo>
                <a:cubicBezTo>
                  <a:pt x="2256503" y="65986"/>
                  <a:pt x="2259464" y="65756"/>
                  <a:pt x="2261514" y="65756"/>
                </a:cubicBezTo>
                <a:cubicBezTo>
                  <a:pt x="2266980" y="65756"/>
                  <a:pt x="2269027" y="69402"/>
                  <a:pt x="2269027" y="79431"/>
                </a:cubicBezTo>
                <a:lnTo>
                  <a:pt x="2269027" y="132308"/>
                </a:lnTo>
                <a:cubicBezTo>
                  <a:pt x="2269027" y="148718"/>
                  <a:pt x="2266751" y="151223"/>
                  <a:pt x="2251037" y="152134"/>
                </a:cubicBezTo>
                <a:lnTo>
                  <a:pt x="2251037" y="155550"/>
                </a:lnTo>
                <a:lnTo>
                  <a:pt x="2305012" y="155550"/>
                </a:lnTo>
                <a:lnTo>
                  <a:pt x="2305012" y="152134"/>
                </a:lnTo>
                <a:cubicBezTo>
                  <a:pt x="2289982" y="150998"/>
                  <a:pt x="2288158" y="148718"/>
                  <a:pt x="2288158" y="132308"/>
                </a:cubicBezTo>
                <a:lnTo>
                  <a:pt x="2288158" y="51480"/>
                </a:lnTo>
                <a:lnTo>
                  <a:pt x="2287247" y="50796"/>
                </a:lnTo>
                <a:moveTo>
                  <a:pt x="2276544" y="87"/>
                </a:moveTo>
                <a:cubicBezTo>
                  <a:pt x="2270396" y="87"/>
                  <a:pt x="2265156" y="5327"/>
                  <a:pt x="2265156" y="11704"/>
                </a:cubicBezTo>
                <a:cubicBezTo>
                  <a:pt x="2265156" y="18081"/>
                  <a:pt x="2270167" y="23318"/>
                  <a:pt x="2276544" y="23318"/>
                </a:cubicBezTo>
                <a:cubicBezTo>
                  <a:pt x="2283150" y="23318"/>
                  <a:pt x="2288387" y="18307"/>
                  <a:pt x="2288387" y="11704"/>
                </a:cubicBezTo>
                <a:cubicBezTo>
                  <a:pt x="2288387" y="5327"/>
                  <a:pt x="2283150" y="87"/>
                  <a:pt x="2276544" y="87"/>
                </a:cubicBezTo>
                <a:close/>
                <a:moveTo>
                  <a:pt x="2315035" y="13664"/>
                </a:moveTo>
                <a:lnTo>
                  <a:pt x="2316401" y="13664"/>
                </a:lnTo>
                <a:cubicBezTo>
                  <a:pt x="2318906" y="13438"/>
                  <a:pt x="2321638" y="13209"/>
                  <a:pt x="2323462" y="13209"/>
                </a:cubicBezTo>
                <a:cubicBezTo>
                  <a:pt x="2330749" y="13209"/>
                  <a:pt x="2333026" y="16399"/>
                  <a:pt x="2333026" y="27102"/>
                </a:cubicBezTo>
                <a:lnTo>
                  <a:pt x="2333026" y="135738"/>
                </a:lnTo>
                <a:cubicBezTo>
                  <a:pt x="2333026" y="148037"/>
                  <a:pt x="2329839" y="150998"/>
                  <a:pt x="2315490" y="152134"/>
                </a:cubicBezTo>
                <a:lnTo>
                  <a:pt x="2315490" y="155550"/>
                </a:lnTo>
                <a:lnTo>
                  <a:pt x="2369236" y="155550"/>
                </a:lnTo>
                <a:lnTo>
                  <a:pt x="2369236" y="152134"/>
                </a:lnTo>
                <a:cubicBezTo>
                  <a:pt x="2354891" y="151223"/>
                  <a:pt x="2352156" y="148947"/>
                  <a:pt x="2352156" y="136419"/>
                </a:cubicBezTo>
                <a:lnTo>
                  <a:pt x="2352156" y="455"/>
                </a:lnTo>
                <a:lnTo>
                  <a:pt x="2351246" y="0"/>
                </a:lnTo>
                <a:cubicBezTo>
                  <a:pt x="2339402" y="3871"/>
                  <a:pt x="2330749" y="6151"/>
                  <a:pt x="2315035" y="10022"/>
                </a:cubicBezTo>
                <a:lnTo>
                  <a:pt x="2315035" y="13664"/>
                </a:lnTo>
                <a:close/>
                <a:moveTo>
                  <a:pt x="2378348" y="13664"/>
                </a:moveTo>
                <a:lnTo>
                  <a:pt x="2379714" y="13664"/>
                </a:lnTo>
                <a:cubicBezTo>
                  <a:pt x="2382220" y="13438"/>
                  <a:pt x="2384951" y="13209"/>
                  <a:pt x="2386776" y="13209"/>
                </a:cubicBezTo>
                <a:cubicBezTo>
                  <a:pt x="2394063" y="13209"/>
                  <a:pt x="2396339" y="16399"/>
                  <a:pt x="2396339" y="27102"/>
                </a:cubicBezTo>
                <a:lnTo>
                  <a:pt x="2396339" y="135738"/>
                </a:lnTo>
                <a:cubicBezTo>
                  <a:pt x="2396339" y="148037"/>
                  <a:pt x="2393152" y="150998"/>
                  <a:pt x="2378804" y="152134"/>
                </a:cubicBezTo>
                <a:lnTo>
                  <a:pt x="2378804" y="155550"/>
                </a:lnTo>
                <a:lnTo>
                  <a:pt x="2432550" y="155550"/>
                </a:lnTo>
                <a:lnTo>
                  <a:pt x="2432550" y="152134"/>
                </a:lnTo>
                <a:cubicBezTo>
                  <a:pt x="2418205" y="151223"/>
                  <a:pt x="2415470" y="148947"/>
                  <a:pt x="2415470" y="136419"/>
                </a:cubicBezTo>
                <a:lnTo>
                  <a:pt x="2415470" y="455"/>
                </a:lnTo>
                <a:lnTo>
                  <a:pt x="2414559" y="0"/>
                </a:lnTo>
                <a:cubicBezTo>
                  <a:pt x="2402716" y="3871"/>
                  <a:pt x="2394063" y="6151"/>
                  <a:pt x="2378348" y="10022"/>
                </a:cubicBezTo>
                <a:lnTo>
                  <a:pt x="2378348" y="13664"/>
                </a:lnTo>
                <a:close/>
                <a:moveTo>
                  <a:pt x="2546423" y="144120"/>
                </a:moveTo>
                <a:lnTo>
                  <a:pt x="2545287" y="144120"/>
                </a:lnTo>
                <a:cubicBezTo>
                  <a:pt x="2534809" y="144120"/>
                  <a:pt x="2532304" y="141615"/>
                  <a:pt x="2532304" y="131137"/>
                </a:cubicBezTo>
                <a:lnTo>
                  <a:pt x="2532304" y="53020"/>
                </a:lnTo>
                <a:lnTo>
                  <a:pt x="2496319" y="53020"/>
                </a:lnTo>
                <a:lnTo>
                  <a:pt x="2496319" y="56895"/>
                </a:lnTo>
                <a:cubicBezTo>
                  <a:pt x="2510442" y="57576"/>
                  <a:pt x="2513173" y="59856"/>
                  <a:pt x="2513173" y="71240"/>
                </a:cubicBezTo>
                <a:lnTo>
                  <a:pt x="2513173" y="124753"/>
                </a:lnTo>
                <a:cubicBezTo>
                  <a:pt x="2513173" y="131130"/>
                  <a:pt x="2512033" y="134320"/>
                  <a:pt x="2508847" y="136823"/>
                </a:cubicBezTo>
                <a:cubicBezTo>
                  <a:pt x="2502696" y="141834"/>
                  <a:pt x="2495638" y="144565"/>
                  <a:pt x="2488806" y="144565"/>
                </a:cubicBezTo>
                <a:cubicBezTo>
                  <a:pt x="2479923" y="144565"/>
                  <a:pt x="2472636" y="136823"/>
                  <a:pt x="2472636" y="127259"/>
                </a:cubicBezTo>
                <a:lnTo>
                  <a:pt x="2472636" y="53020"/>
                </a:lnTo>
                <a:lnTo>
                  <a:pt x="2439382" y="53020"/>
                </a:lnTo>
                <a:lnTo>
                  <a:pt x="2439382" y="56210"/>
                </a:lnTo>
                <a:cubicBezTo>
                  <a:pt x="2450315" y="56895"/>
                  <a:pt x="2453505" y="60311"/>
                  <a:pt x="2453505" y="70785"/>
                </a:cubicBezTo>
                <a:lnTo>
                  <a:pt x="2453505" y="128169"/>
                </a:lnTo>
                <a:cubicBezTo>
                  <a:pt x="2453505" y="146160"/>
                  <a:pt x="2464435" y="157774"/>
                  <a:pt x="2481060" y="157774"/>
                </a:cubicBezTo>
                <a:cubicBezTo>
                  <a:pt x="2489487" y="157774"/>
                  <a:pt x="2498369" y="154132"/>
                  <a:pt x="2504520" y="147981"/>
                </a:cubicBezTo>
                <a:lnTo>
                  <a:pt x="2514313" y="138192"/>
                </a:lnTo>
                <a:lnTo>
                  <a:pt x="2514313" y="157093"/>
                </a:lnTo>
                <a:lnTo>
                  <a:pt x="2515223" y="157552"/>
                </a:lnTo>
                <a:cubicBezTo>
                  <a:pt x="2526611" y="152999"/>
                  <a:pt x="2534809" y="150494"/>
                  <a:pt x="2546423" y="147303"/>
                </a:cubicBezTo>
                <a:lnTo>
                  <a:pt x="2546423" y="144120"/>
                </a:lnTo>
                <a:close/>
                <a:moveTo>
                  <a:pt x="2622945" y="83994"/>
                </a:moveTo>
                <a:lnTo>
                  <a:pt x="2622035" y="53020"/>
                </a:lnTo>
                <a:lnTo>
                  <a:pt x="2619529" y="53020"/>
                </a:lnTo>
                <a:lnTo>
                  <a:pt x="2619074" y="53479"/>
                </a:lnTo>
                <a:cubicBezTo>
                  <a:pt x="2617023" y="55070"/>
                  <a:pt x="2616797" y="55300"/>
                  <a:pt x="2615887" y="55300"/>
                </a:cubicBezTo>
                <a:cubicBezTo>
                  <a:pt x="2614521" y="55300"/>
                  <a:pt x="2612242" y="54844"/>
                  <a:pt x="2609736" y="53705"/>
                </a:cubicBezTo>
                <a:cubicBezTo>
                  <a:pt x="2604725" y="51932"/>
                  <a:pt x="2599717" y="51018"/>
                  <a:pt x="2593796" y="51018"/>
                </a:cubicBezTo>
                <a:cubicBezTo>
                  <a:pt x="2575801" y="51018"/>
                  <a:pt x="2562822" y="62632"/>
                  <a:pt x="2562822" y="79021"/>
                </a:cubicBezTo>
                <a:cubicBezTo>
                  <a:pt x="2562822" y="91764"/>
                  <a:pt x="2570109" y="100869"/>
                  <a:pt x="2589469" y="111795"/>
                </a:cubicBezTo>
                <a:lnTo>
                  <a:pt x="2602678" y="119308"/>
                </a:lnTo>
                <a:cubicBezTo>
                  <a:pt x="2610647" y="123860"/>
                  <a:pt x="2614521" y="129323"/>
                  <a:pt x="2614521" y="136378"/>
                </a:cubicBezTo>
                <a:cubicBezTo>
                  <a:pt x="2614521" y="146393"/>
                  <a:pt x="2607230" y="152766"/>
                  <a:pt x="2595617" y="152766"/>
                </a:cubicBezTo>
                <a:cubicBezTo>
                  <a:pt x="2587874" y="152766"/>
                  <a:pt x="2580813" y="149806"/>
                  <a:pt x="2576486" y="144798"/>
                </a:cubicBezTo>
                <a:cubicBezTo>
                  <a:pt x="2571704" y="139109"/>
                  <a:pt x="2569654" y="133872"/>
                  <a:pt x="2566693" y="120900"/>
                </a:cubicBezTo>
                <a:lnTo>
                  <a:pt x="2563048" y="120900"/>
                </a:lnTo>
                <a:lnTo>
                  <a:pt x="2563048" y="156408"/>
                </a:lnTo>
                <a:lnTo>
                  <a:pt x="2566009" y="156408"/>
                </a:lnTo>
                <a:cubicBezTo>
                  <a:pt x="2567604" y="154132"/>
                  <a:pt x="2568514" y="153677"/>
                  <a:pt x="2571249" y="153677"/>
                </a:cubicBezTo>
                <a:cubicBezTo>
                  <a:pt x="2573299" y="153729"/>
                  <a:pt x="2576486" y="154184"/>
                  <a:pt x="2581723" y="155550"/>
                </a:cubicBezTo>
                <a:cubicBezTo>
                  <a:pt x="2588100" y="156864"/>
                  <a:pt x="2594251" y="157774"/>
                  <a:pt x="2598348" y="157774"/>
                </a:cubicBezTo>
                <a:cubicBezTo>
                  <a:pt x="2615887" y="157774"/>
                  <a:pt x="2630462" y="144572"/>
                  <a:pt x="2630462" y="128639"/>
                </a:cubicBezTo>
                <a:cubicBezTo>
                  <a:pt x="2630462" y="117258"/>
                  <a:pt x="2624995" y="109748"/>
                  <a:pt x="2611331" y="101553"/>
                </a:cubicBezTo>
                <a:lnTo>
                  <a:pt x="2586734" y="86986"/>
                </a:lnTo>
                <a:cubicBezTo>
                  <a:pt x="2580357" y="83344"/>
                  <a:pt x="2576941" y="77655"/>
                  <a:pt x="2576941" y="71508"/>
                </a:cubicBezTo>
                <a:cubicBezTo>
                  <a:pt x="2576941" y="62403"/>
                  <a:pt x="2584003" y="56029"/>
                  <a:pt x="2594477" y="56029"/>
                </a:cubicBezTo>
                <a:cubicBezTo>
                  <a:pt x="2607460" y="56029"/>
                  <a:pt x="2614292" y="63768"/>
                  <a:pt x="2619529" y="84028"/>
                </a:cubicBezTo>
                <a:lnTo>
                  <a:pt x="2622945" y="83994"/>
                </a:lnTo>
                <a:close/>
                <a:moveTo>
                  <a:pt x="2697873" y="53020"/>
                </a:moveTo>
                <a:lnTo>
                  <a:pt x="2674871" y="53020"/>
                </a:lnTo>
                <a:lnTo>
                  <a:pt x="2674871" y="26602"/>
                </a:lnTo>
                <a:cubicBezTo>
                  <a:pt x="2674871" y="24326"/>
                  <a:pt x="2674645" y="23641"/>
                  <a:pt x="2673276" y="23641"/>
                </a:cubicBezTo>
                <a:cubicBezTo>
                  <a:pt x="2671685" y="25692"/>
                  <a:pt x="2670315" y="27742"/>
                  <a:pt x="2668724" y="30018"/>
                </a:cubicBezTo>
                <a:cubicBezTo>
                  <a:pt x="2660067" y="42546"/>
                  <a:pt x="2650274" y="53479"/>
                  <a:pt x="2646632" y="54389"/>
                </a:cubicBezTo>
                <a:cubicBezTo>
                  <a:pt x="2644127" y="55981"/>
                  <a:pt x="2642758" y="57576"/>
                  <a:pt x="2642758" y="58716"/>
                </a:cubicBezTo>
                <a:cubicBezTo>
                  <a:pt x="2642758" y="59400"/>
                  <a:pt x="2642987" y="59856"/>
                  <a:pt x="2643672" y="60311"/>
                </a:cubicBezTo>
                <a:lnTo>
                  <a:pt x="2655741" y="60311"/>
                </a:lnTo>
                <a:lnTo>
                  <a:pt x="2655741" y="128854"/>
                </a:lnTo>
                <a:cubicBezTo>
                  <a:pt x="2655741" y="147981"/>
                  <a:pt x="2662573" y="157774"/>
                  <a:pt x="2676011" y="157774"/>
                </a:cubicBezTo>
                <a:cubicBezTo>
                  <a:pt x="2687170" y="157774"/>
                  <a:pt x="2695823" y="152311"/>
                  <a:pt x="2703339" y="140468"/>
                </a:cubicBezTo>
                <a:lnTo>
                  <a:pt x="2700379" y="137962"/>
                </a:lnTo>
                <a:cubicBezTo>
                  <a:pt x="2695597" y="143655"/>
                  <a:pt x="2691726" y="145934"/>
                  <a:pt x="2686714" y="145934"/>
                </a:cubicBezTo>
                <a:cubicBezTo>
                  <a:pt x="2678287" y="145934"/>
                  <a:pt x="2674871" y="139783"/>
                  <a:pt x="2674871" y="125438"/>
                </a:cubicBezTo>
                <a:lnTo>
                  <a:pt x="2674871" y="60311"/>
                </a:lnTo>
                <a:lnTo>
                  <a:pt x="2697873" y="60311"/>
                </a:lnTo>
                <a:lnTo>
                  <a:pt x="2697873" y="53020"/>
                </a:lnTo>
                <a:close/>
                <a:moveTo>
                  <a:pt x="2704705" y="66740"/>
                </a:moveTo>
                <a:cubicBezTo>
                  <a:pt x="2707896" y="66055"/>
                  <a:pt x="2709946" y="65826"/>
                  <a:pt x="2712677" y="65826"/>
                </a:cubicBezTo>
                <a:cubicBezTo>
                  <a:pt x="2718370" y="65826"/>
                  <a:pt x="2720420" y="69471"/>
                  <a:pt x="2720420" y="79490"/>
                </a:cubicBezTo>
                <a:lnTo>
                  <a:pt x="2720420" y="136423"/>
                </a:lnTo>
                <a:cubicBezTo>
                  <a:pt x="2720420" y="147807"/>
                  <a:pt x="2718825" y="149402"/>
                  <a:pt x="2704250" y="152134"/>
                </a:cubicBezTo>
                <a:lnTo>
                  <a:pt x="2704250" y="155550"/>
                </a:lnTo>
                <a:lnTo>
                  <a:pt x="2758910" y="155550"/>
                </a:lnTo>
                <a:lnTo>
                  <a:pt x="2758910" y="152134"/>
                </a:lnTo>
                <a:cubicBezTo>
                  <a:pt x="2743422" y="151453"/>
                  <a:pt x="2739551" y="148037"/>
                  <a:pt x="2739551" y="135057"/>
                </a:cubicBezTo>
                <a:lnTo>
                  <a:pt x="2739551" y="83816"/>
                </a:lnTo>
                <a:cubicBezTo>
                  <a:pt x="2739551" y="76529"/>
                  <a:pt x="2749343" y="65145"/>
                  <a:pt x="2755494" y="65145"/>
                </a:cubicBezTo>
                <a:cubicBezTo>
                  <a:pt x="2756860" y="65145"/>
                  <a:pt x="2758910" y="66284"/>
                  <a:pt x="2761416" y="68561"/>
                </a:cubicBezTo>
                <a:cubicBezTo>
                  <a:pt x="2765058" y="71747"/>
                  <a:pt x="2767564" y="73113"/>
                  <a:pt x="2770524" y="73113"/>
                </a:cubicBezTo>
                <a:cubicBezTo>
                  <a:pt x="2775991" y="73113"/>
                  <a:pt x="2779407" y="69242"/>
                  <a:pt x="2779407" y="62868"/>
                </a:cubicBezTo>
                <a:cubicBezTo>
                  <a:pt x="2779407" y="55352"/>
                  <a:pt x="2774625" y="50796"/>
                  <a:pt x="2766882" y="50796"/>
                </a:cubicBezTo>
                <a:cubicBezTo>
                  <a:pt x="2757315" y="50796"/>
                  <a:pt x="2750713" y="56036"/>
                  <a:pt x="2739551" y="72203"/>
                </a:cubicBezTo>
                <a:lnTo>
                  <a:pt x="2739551" y="51255"/>
                </a:lnTo>
                <a:lnTo>
                  <a:pt x="2738414" y="50796"/>
                </a:lnTo>
                <a:cubicBezTo>
                  <a:pt x="2726342" y="55807"/>
                  <a:pt x="2718144" y="58768"/>
                  <a:pt x="2704705" y="63094"/>
                </a:cubicBezTo>
                <a:lnTo>
                  <a:pt x="2704705" y="66740"/>
                </a:lnTo>
                <a:close/>
                <a:moveTo>
                  <a:pt x="2879614" y="140471"/>
                </a:moveTo>
                <a:cubicBezTo>
                  <a:pt x="2875742" y="143655"/>
                  <a:pt x="2873011" y="144794"/>
                  <a:pt x="2869595" y="144794"/>
                </a:cubicBezTo>
                <a:cubicBezTo>
                  <a:pt x="2864358" y="144794"/>
                  <a:pt x="2862763" y="141608"/>
                  <a:pt x="2862763" y="131596"/>
                </a:cubicBezTo>
                <a:lnTo>
                  <a:pt x="2862763" y="87215"/>
                </a:lnTo>
                <a:cubicBezTo>
                  <a:pt x="2862763" y="75379"/>
                  <a:pt x="2861623" y="68780"/>
                  <a:pt x="2858207" y="63317"/>
                </a:cubicBezTo>
                <a:cubicBezTo>
                  <a:pt x="2853196" y="55126"/>
                  <a:pt x="2843403" y="50796"/>
                  <a:pt x="2829968" y="50796"/>
                </a:cubicBezTo>
                <a:cubicBezTo>
                  <a:pt x="2808558" y="50796"/>
                  <a:pt x="2791707" y="61951"/>
                  <a:pt x="2791707" y="76289"/>
                </a:cubicBezTo>
                <a:cubicBezTo>
                  <a:pt x="2791707" y="81526"/>
                  <a:pt x="2796259" y="86075"/>
                  <a:pt x="2801500" y="86075"/>
                </a:cubicBezTo>
                <a:cubicBezTo>
                  <a:pt x="2806963" y="86075"/>
                  <a:pt x="2811748" y="81526"/>
                  <a:pt x="2811748" y="76519"/>
                </a:cubicBezTo>
                <a:cubicBezTo>
                  <a:pt x="2811748" y="75608"/>
                  <a:pt x="2811519" y="74468"/>
                  <a:pt x="2811293" y="72877"/>
                </a:cubicBezTo>
                <a:cubicBezTo>
                  <a:pt x="2810838" y="70830"/>
                  <a:pt x="2810608" y="69009"/>
                  <a:pt x="2810608" y="67414"/>
                </a:cubicBezTo>
                <a:cubicBezTo>
                  <a:pt x="2810608" y="61270"/>
                  <a:pt x="2817896" y="56262"/>
                  <a:pt x="2827007" y="56262"/>
                </a:cubicBezTo>
                <a:cubicBezTo>
                  <a:pt x="2838166" y="56262"/>
                  <a:pt x="2844313" y="62861"/>
                  <a:pt x="2844313" y="75153"/>
                </a:cubicBezTo>
                <a:lnTo>
                  <a:pt x="2844313" y="89036"/>
                </a:lnTo>
                <a:cubicBezTo>
                  <a:pt x="2809243" y="103145"/>
                  <a:pt x="2805371" y="104966"/>
                  <a:pt x="2795578" y="113616"/>
                </a:cubicBezTo>
                <a:cubicBezTo>
                  <a:pt x="2790567" y="118168"/>
                  <a:pt x="2787377" y="125904"/>
                  <a:pt x="2787377" y="133413"/>
                </a:cubicBezTo>
                <a:cubicBezTo>
                  <a:pt x="2787377" y="147755"/>
                  <a:pt x="2797399" y="157774"/>
                  <a:pt x="2811293" y="157774"/>
                </a:cubicBezTo>
                <a:cubicBezTo>
                  <a:pt x="2821312" y="157774"/>
                  <a:pt x="2830649" y="152992"/>
                  <a:pt x="2844543" y="141149"/>
                </a:cubicBezTo>
                <a:cubicBezTo>
                  <a:pt x="2845683" y="152992"/>
                  <a:pt x="2849780" y="157774"/>
                  <a:pt x="2859117" y="157774"/>
                </a:cubicBezTo>
                <a:cubicBezTo>
                  <a:pt x="2866860" y="157774"/>
                  <a:pt x="2871645" y="155043"/>
                  <a:pt x="2879614" y="146390"/>
                </a:cubicBezTo>
                <a:lnTo>
                  <a:pt x="2879614" y="140471"/>
                </a:lnTo>
                <a:moveTo>
                  <a:pt x="2844313" y="127485"/>
                </a:moveTo>
                <a:cubicBezTo>
                  <a:pt x="2844313" y="134546"/>
                  <a:pt x="2843177" y="136597"/>
                  <a:pt x="2838392" y="139328"/>
                </a:cubicBezTo>
                <a:cubicBezTo>
                  <a:pt x="2832929" y="142518"/>
                  <a:pt x="2826552" y="144565"/>
                  <a:pt x="2821767" y="144565"/>
                </a:cubicBezTo>
                <a:cubicBezTo>
                  <a:pt x="2813798" y="144565"/>
                  <a:pt x="2807422" y="136823"/>
                  <a:pt x="2807422" y="127030"/>
                </a:cubicBezTo>
                <a:lnTo>
                  <a:pt x="2807422" y="126119"/>
                </a:lnTo>
                <a:cubicBezTo>
                  <a:pt x="2807422" y="112681"/>
                  <a:pt x="2816756" y="104483"/>
                  <a:pt x="2844313" y="94461"/>
                </a:cubicBezTo>
                <a:lnTo>
                  <a:pt x="2844313" y="127485"/>
                </a:lnTo>
                <a:close/>
                <a:moveTo>
                  <a:pt x="2938144" y="53020"/>
                </a:moveTo>
                <a:lnTo>
                  <a:pt x="2915143" y="53020"/>
                </a:lnTo>
                <a:lnTo>
                  <a:pt x="2915143" y="26602"/>
                </a:lnTo>
                <a:cubicBezTo>
                  <a:pt x="2915143" y="24326"/>
                  <a:pt x="2914917" y="23641"/>
                  <a:pt x="2913548" y="23641"/>
                </a:cubicBezTo>
                <a:cubicBezTo>
                  <a:pt x="2911956" y="25692"/>
                  <a:pt x="2910587" y="27742"/>
                  <a:pt x="2908995" y="30018"/>
                </a:cubicBezTo>
                <a:cubicBezTo>
                  <a:pt x="2900339" y="42546"/>
                  <a:pt x="2890546" y="53479"/>
                  <a:pt x="2886904" y="54389"/>
                </a:cubicBezTo>
                <a:cubicBezTo>
                  <a:pt x="2884398" y="55981"/>
                  <a:pt x="2883029" y="57576"/>
                  <a:pt x="2883029" y="58716"/>
                </a:cubicBezTo>
                <a:cubicBezTo>
                  <a:pt x="2883029" y="59400"/>
                  <a:pt x="2883258" y="59856"/>
                  <a:pt x="2883943" y="60311"/>
                </a:cubicBezTo>
                <a:lnTo>
                  <a:pt x="2896012" y="60311"/>
                </a:lnTo>
                <a:lnTo>
                  <a:pt x="2896012" y="128854"/>
                </a:lnTo>
                <a:cubicBezTo>
                  <a:pt x="2896012" y="147981"/>
                  <a:pt x="2902844" y="157774"/>
                  <a:pt x="2916282" y="157774"/>
                </a:cubicBezTo>
                <a:cubicBezTo>
                  <a:pt x="2927441" y="157774"/>
                  <a:pt x="2936094" y="152311"/>
                  <a:pt x="2943611" y="140468"/>
                </a:cubicBezTo>
                <a:lnTo>
                  <a:pt x="2940650" y="137962"/>
                </a:lnTo>
                <a:cubicBezTo>
                  <a:pt x="2935868" y="143655"/>
                  <a:pt x="2931997" y="145934"/>
                  <a:pt x="2926986" y="145934"/>
                </a:cubicBezTo>
                <a:cubicBezTo>
                  <a:pt x="2918559" y="145934"/>
                  <a:pt x="2915143" y="139783"/>
                  <a:pt x="2915143" y="125438"/>
                </a:cubicBezTo>
                <a:lnTo>
                  <a:pt x="2915143" y="60311"/>
                </a:lnTo>
                <a:lnTo>
                  <a:pt x="2938144" y="60311"/>
                </a:lnTo>
                <a:lnTo>
                  <a:pt x="2938144" y="53020"/>
                </a:lnTo>
                <a:close/>
                <a:moveTo>
                  <a:pt x="3036303" y="118137"/>
                </a:moveTo>
                <a:cubicBezTo>
                  <a:pt x="3025374" y="135453"/>
                  <a:pt x="3015578" y="142063"/>
                  <a:pt x="3001003" y="142063"/>
                </a:cubicBezTo>
                <a:cubicBezTo>
                  <a:pt x="2988023" y="142063"/>
                  <a:pt x="2978230" y="135453"/>
                  <a:pt x="2971624" y="122467"/>
                </a:cubicBezTo>
                <a:cubicBezTo>
                  <a:pt x="2967524" y="113807"/>
                  <a:pt x="2965932" y="106287"/>
                  <a:pt x="2965477" y="92386"/>
                </a:cubicBezTo>
                <a:lnTo>
                  <a:pt x="3035622" y="92386"/>
                </a:lnTo>
                <a:cubicBezTo>
                  <a:pt x="3033798" y="77610"/>
                  <a:pt x="3031521" y="71028"/>
                  <a:pt x="3025829" y="63765"/>
                </a:cubicBezTo>
                <a:cubicBezTo>
                  <a:pt x="3018994" y="55581"/>
                  <a:pt x="3008520" y="50796"/>
                  <a:pt x="2996676" y="50796"/>
                </a:cubicBezTo>
                <a:cubicBezTo>
                  <a:pt x="2985288" y="50796"/>
                  <a:pt x="2974585" y="54897"/>
                  <a:pt x="2965932" y="62629"/>
                </a:cubicBezTo>
                <a:cubicBezTo>
                  <a:pt x="2955225" y="71935"/>
                  <a:pt x="2949078" y="88060"/>
                  <a:pt x="2949078" y="106742"/>
                </a:cubicBezTo>
                <a:cubicBezTo>
                  <a:pt x="2949078" y="138188"/>
                  <a:pt x="2965477" y="157774"/>
                  <a:pt x="2991665" y="157774"/>
                </a:cubicBezTo>
                <a:cubicBezTo>
                  <a:pt x="3013301" y="157774"/>
                  <a:pt x="3030382" y="144339"/>
                  <a:pt x="3039949" y="119732"/>
                </a:cubicBezTo>
                <a:lnTo>
                  <a:pt x="3036303" y="118137"/>
                </a:lnTo>
                <a:moveTo>
                  <a:pt x="2965932" y="85099"/>
                </a:moveTo>
                <a:cubicBezTo>
                  <a:pt x="2968434" y="67397"/>
                  <a:pt x="2976180" y="58997"/>
                  <a:pt x="2990070" y="58997"/>
                </a:cubicBezTo>
                <a:cubicBezTo>
                  <a:pt x="3003964" y="58997"/>
                  <a:pt x="3009430" y="65353"/>
                  <a:pt x="3012391" y="85099"/>
                </a:cubicBezTo>
                <a:lnTo>
                  <a:pt x="2965932" y="85099"/>
                </a:lnTo>
                <a:close/>
                <a:moveTo>
                  <a:pt x="3116241" y="83994"/>
                </a:moveTo>
                <a:lnTo>
                  <a:pt x="3115330" y="53020"/>
                </a:lnTo>
                <a:lnTo>
                  <a:pt x="3112825" y="53020"/>
                </a:lnTo>
                <a:lnTo>
                  <a:pt x="3112369" y="53479"/>
                </a:lnTo>
                <a:cubicBezTo>
                  <a:pt x="3110319" y="55070"/>
                  <a:pt x="3110093" y="55300"/>
                  <a:pt x="3109183" y="55300"/>
                </a:cubicBezTo>
                <a:cubicBezTo>
                  <a:pt x="3107817" y="55300"/>
                  <a:pt x="3105537" y="54844"/>
                  <a:pt x="3103032" y="53705"/>
                </a:cubicBezTo>
                <a:cubicBezTo>
                  <a:pt x="3098021" y="51932"/>
                  <a:pt x="3093013" y="51018"/>
                  <a:pt x="3087091" y="51018"/>
                </a:cubicBezTo>
                <a:cubicBezTo>
                  <a:pt x="3069097" y="51018"/>
                  <a:pt x="3056118" y="62632"/>
                  <a:pt x="3056118" y="79021"/>
                </a:cubicBezTo>
                <a:cubicBezTo>
                  <a:pt x="3056118" y="91764"/>
                  <a:pt x="3063405" y="100869"/>
                  <a:pt x="3082765" y="111795"/>
                </a:cubicBezTo>
                <a:lnTo>
                  <a:pt x="3095974" y="119308"/>
                </a:lnTo>
                <a:cubicBezTo>
                  <a:pt x="3103942" y="123860"/>
                  <a:pt x="3107817" y="129323"/>
                  <a:pt x="3107817" y="136378"/>
                </a:cubicBezTo>
                <a:cubicBezTo>
                  <a:pt x="3107817" y="146393"/>
                  <a:pt x="3100526" y="152766"/>
                  <a:pt x="3088912" y="152766"/>
                </a:cubicBezTo>
                <a:cubicBezTo>
                  <a:pt x="3081170" y="152766"/>
                  <a:pt x="3074108" y="149806"/>
                  <a:pt x="3069782" y="144798"/>
                </a:cubicBezTo>
                <a:cubicBezTo>
                  <a:pt x="3065000" y="139109"/>
                  <a:pt x="3062950" y="133872"/>
                  <a:pt x="3059989" y="120900"/>
                </a:cubicBezTo>
                <a:lnTo>
                  <a:pt x="3056343" y="120900"/>
                </a:lnTo>
                <a:lnTo>
                  <a:pt x="3056343" y="156408"/>
                </a:lnTo>
                <a:lnTo>
                  <a:pt x="3059304" y="156408"/>
                </a:lnTo>
                <a:cubicBezTo>
                  <a:pt x="3060899" y="154132"/>
                  <a:pt x="3061810" y="153677"/>
                  <a:pt x="3064545" y="153677"/>
                </a:cubicBezTo>
                <a:cubicBezTo>
                  <a:pt x="3066595" y="153729"/>
                  <a:pt x="3069782" y="154184"/>
                  <a:pt x="3075019" y="155550"/>
                </a:cubicBezTo>
                <a:cubicBezTo>
                  <a:pt x="3081396" y="156864"/>
                  <a:pt x="3087547" y="157774"/>
                  <a:pt x="3091644" y="157774"/>
                </a:cubicBezTo>
                <a:cubicBezTo>
                  <a:pt x="3109183" y="157774"/>
                  <a:pt x="3123757" y="144572"/>
                  <a:pt x="3123757" y="128639"/>
                </a:cubicBezTo>
                <a:cubicBezTo>
                  <a:pt x="3123757" y="117258"/>
                  <a:pt x="3118291" y="109748"/>
                  <a:pt x="3104627" y="101553"/>
                </a:cubicBezTo>
                <a:lnTo>
                  <a:pt x="3080030" y="86986"/>
                </a:lnTo>
                <a:cubicBezTo>
                  <a:pt x="3073653" y="83344"/>
                  <a:pt x="3070237" y="77655"/>
                  <a:pt x="3070237" y="71508"/>
                </a:cubicBezTo>
                <a:cubicBezTo>
                  <a:pt x="3070237" y="62403"/>
                  <a:pt x="3077298" y="56029"/>
                  <a:pt x="3087772" y="56029"/>
                </a:cubicBezTo>
                <a:cubicBezTo>
                  <a:pt x="3100755" y="56029"/>
                  <a:pt x="3107588" y="63768"/>
                  <a:pt x="3112825" y="84028"/>
                </a:cubicBezTo>
                <a:lnTo>
                  <a:pt x="3116241" y="83994"/>
                </a:lnTo>
                <a:close/>
                <a:moveTo>
                  <a:pt x="3269968" y="53020"/>
                </a:moveTo>
                <a:lnTo>
                  <a:pt x="3246966" y="53020"/>
                </a:lnTo>
                <a:lnTo>
                  <a:pt x="3246966" y="26602"/>
                </a:lnTo>
                <a:cubicBezTo>
                  <a:pt x="3246966" y="24326"/>
                  <a:pt x="3246740" y="23641"/>
                  <a:pt x="3245371" y="23641"/>
                </a:cubicBezTo>
                <a:cubicBezTo>
                  <a:pt x="3243779" y="25692"/>
                  <a:pt x="3242410" y="27742"/>
                  <a:pt x="3240819" y="30018"/>
                </a:cubicBezTo>
                <a:cubicBezTo>
                  <a:pt x="3232162" y="42546"/>
                  <a:pt x="3222369" y="53479"/>
                  <a:pt x="3218727" y="54389"/>
                </a:cubicBezTo>
                <a:cubicBezTo>
                  <a:pt x="3216222" y="55981"/>
                  <a:pt x="3214853" y="57576"/>
                  <a:pt x="3214853" y="58716"/>
                </a:cubicBezTo>
                <a:cubicBezTo>
                  <a:pt x="3214853" y="59400"/>
                  <a:pt x="3215082" y="59856"/>
                  <a:pt x="3215766" y="60311"/>
                </a:cubicBezTo>
                <a:lnTo>
                  <a:pt x="3227836" y="60311"/>
                </a:lnTo>
                <a:lnTo>
                  <a:pt x="3227836" y="128854"/>
                </a:lnTo>
                <a:cubicBezTo>
                  <a:pt x="3227836" y="147981"/>
                  <a:pt x="3234668" y="157774"/>
                  <a:pt x="3248106" y="157774"/>
                </a:cubicBezTo>
                <a:cubicBezTo>
                  <a:pt x="3259265" y="157774"/>
                  <a:pt x="3267918" y="152311"/>
                  <a:pt x="3275434" y="140468"/>
                </a:cubicBezTo>
                <a:lnTo>
                  <a:pt x="3272474" y="137962"/>
                </a:lnTo>
                <a:cubicBezTo>
                  <a:pt x="3267692" y="143655"/>
                  <a:pt x="3263820" y="145934"/>
                  <a:pt x="3258809" y="145934"/>
                </a:cubicBezTo>
                <a:cubicBezTo>
                  <a:pt x="3250382" y="145934"/>
                  <a:pt x="3246966" y="139783"/>
                  <a:pt x="3246966" y="125438"/>
                </a:cubicBezTo>
                <a:lnTo>
                  <a:pt x="3246966" y="60311"/>
                </a:lnTo>
                <a:lnTo>
                  <a:pt x="3269968" y="60311"/>
                </a:lnTo>
                <a:lnTo>
                  <a:pt x="3269968" y="53020"/>
                </a:lnTo>
                <a:close/>
                <a:moveTo>
                  <a:pt x="3310964" y="77443"/>
                </a:moveTo>
                <a:cubicBezTo>
                  <a:pt x="3320528" y="66969"/>
                  <a:pt x="3327360" y="63094"/>
                  <a:pt x="3336242" y="63094"/>
                </a:cubicBezTo>
                <a:cubicBezTo>
                  <a:pt x="3347630" y="63094"/>
                  <a:pt x="3353323" y="71296"/>
                  <a:pt x="3353323" y="87236"/>
                </a:cubicBezTo>
                <a:lnTo>
                  <a:pt x="3353323" y="132322"/>
                </a:lnTo>
                <a:cubicBezTo>
                  <a:pt x="3353323" y="147807"/>
                  <a:pt x="3351046" y="150768"/>
                  <a:pt x="3337837" y="152134"/>
                </a:cubicBezTo>
                <a:lnTo>
                  <a:pt x="3337837" y="155550"/>
                </a:lnTo>
                <a:lnTo>
                  <a:pt x="3386121" y="155550"/>
                </a:lnTo>
                <a:lnTo>
                  <a:pt x="3386121" y="152134"/>
                </a:lnTo>
                <a:cubicBezTo>
                  <a:pt x="3373822" y="149858"/>
                  <a:pt x="3372453" y="148037"/>
                  <a:pt x="3372453" y="132322"/>
                </a:cubicBezTo>
                <a:lnTo>
                  <a:pt x="3372453" y="87007"/>
                </a:lnTo>
                <a:cubicBezTo>
                  <a:pt x="3372453" y="63094"/>
                  <a:pt x="3362890" y="50796"/>
                  <a:pt x="3344440" y="50796"/>
                </a:cubicBezTo>
                <a:cubicBezTo>
                  <a:pt x="3331005" y="50796"/>
                  <a:pt x="3321438" y="56262"/>
                  <a:pt x="3310964" y="69926"/>
                </a:cubicBezTo>
                <a:lnTo>
                  <a:pt x="3310964" y="695"/>
                </a:lnTo>
                <a:lnTo>
                  <a:pt x="3309825" y="10"/>
                </a:lnTo>
                <a:cubicBezTo>
                  <a:pt x="3302082" y="2742"/>
                  <a:pt x="3296386" y="4566"/>
                  <a:pt x="3283633" y="8208"/>
                </a:cubicBezTo>
                <a:lnTo>
                  <a:pt x="3277485" y="10033"/>
                </a:lnTo>
                <a:lnTo>
                  <a:pt x="3277485" y="13675"/>
                </a:lnTo>
                <a:cubicBezTo>
                  <a:pt x="3278396" y="13449"/>
                  <a:pt x="3279080" y="13449"/>
                  <a:pt x="3280216" y="13449"/>
                </a:cubicBezTo>
                <a:cubicBezTo>
                  <a:pt x="3290009" y="13449"/>
                  <a:pt x="3291834" y="15270"/>
                  <a:pt x="3291834" y="25063"/>
                </a:cubicBezTo>
                <a:lnTo>
                  <a:pt x="3291834" y="132322"/>
                </a:lnTo>
                <a:cubicBezTo>
                  <a:pt x="3291834" y="148263"/>
                  <a:pt x="3290465" y="150313"/>
                  <a:pt x="3277256" y="152134"/>
                </a:cubicBezTo>
                <a:lnTo>
                  <a:pt x="3277256" y="155550"/>
                </a:lnTo>
                <a:lnTo>
                  <a:pt x="3326449" y="155550"/>
                </a:lnTo>
                <a:lnTo>
                  <a:pt x="3326449" y="152134"/>
                </a:lnTo>
                <a:cubicBezTo>
                  <a:pt x="3313241" y="150768"/>
                  <a:pt x="3310964" y="148037"/>
                  <a:pt x="3310964" y="132322"/>
                </a:cubicBezTo>
                <a:lnTo>
                  <a:pt x="3310964" y="77443"/>
                </a:lnTo>
                <a:close/>
                <a:moveTo>
                  <a:pt x="3481999" y="118137"/>
                </a:moveTo>
                <a:cubicBezTo>
                  <a:pt x="3471070" y="135453"/>
                  <a:pt x="3461274" y="142063"/>
                  <a:pt x="3446699" y="142063"/>
                </a:cubicBezTo>
                <a:cubicBezTo>
                  <a:pt x="3433719" y="142063"/>
                  <a:pt x="3423926" y="135453"/>
                  <a:pt x="3417320" y="122467"/>
                </a:cubicBezTo>
                <a:cubicBezTo>
                  <a:pt x="3413220" y="113807"/>
                  <a:pt x="3411628" y="106287"/>
                  <a:pt x="3411173" y="92386"/>
                </a:cubicBezTo>
                <a:lnTo>
                  <a:pt x="3481318" y="92386"/>
                </a:lnTo>
                <a:cubicBezTo>
                  <a:pt x="3479494" y="77610"/>
                  <a:pt x="3477217" y="71028"/>
                  <a:pt x="3471525" y="63765"/>
                </a:cubicBezTo>
                <a:cubicBezTo>
                  <a:pt x="3464690" y="55581"/>
                  <a:pt x="3454216" y="50796"/>
                  <a:pt x="3442372" y="50796"/>
                </a:cubicBezTo>
                <a:cubicBezTo>
                  <a:pt x="3430984" y="50796"/>
                  <a:pt x="3420281" y="54897"/>
                  <a:pt x="3411628" y="62629"/>
                </a:cubicBezTo>
                <a:cubicBezTo>
                  <a:pt x="3400921" y="71935"/>
                  <a:pt x="3394774" y="88060"/>
                  <a:pt x="3394774" y="106742"/>
                </a:cubicBezTo>
                <a:cubicBezTo>
                  <a:pt x="3394774" y="138188"/>
                  <a:pt x="3411173" y="157774"/>
                  <a:pt x="3437361" y="157774"/>
                </a:cubicBezTo>
                <a:cubicBezTo>
                  <a:pt x="3458997" y="157774"/>
                  <a:pt x="3476078" y="144339"/>
                  <a:pt x="3485645" y="119732"/>
                </a:cubicBezTo>
                <a:lnTo>
                  <a:pt x="3481999" y="118137"/>
                </a:lnTo>
                <a:moveTo>
                  <a:pt x="3411628" y="85099"/>
                </a:moveTo>
                <a:cubicBezTo>
                  <a:pt x="3414130" y="67397"/>
                  <a:pt x="3421876" y="58997"/>
                  <a:pt x="3435766" y="58997"/>
                </a:cubicBezTo>
                <a:cubicBezTo>
                  <a:pt x="3449660" y="58997"/>
                  <a:pt x="3455126" y="65353"/>
                  <a:pt x="3458087" y="85099"/>
                </a:cubicBezTo>
                <a:lnTo>
                  <a:pt x="3411628" y="8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f">
            <a:extLst xmlns:a="http://schemas.openxmlformats.org/drawingml/2006/main">
              <a:ext uri="{FF2B5EF4-FFF2-40B4-BE49-F238E27FC236}">
                <a16:creationId xmlns:a16="http://schemas.microsoft.com/office/drawing/2014/main" id="{B2F4DCB7-B989-4377-B60F-B486462E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" y="3707277"/>
            <a:ext cx="82673" cy="155463"/>
          </a:xfrm>
          <a:custGeom xmlns:a="http://schemas.openxmlformats.org/drawingml/2006/main">
            <a:pathLst>
              <a:path w="82673" h="155463">
                <a:moveTo>
                  <a:pt x="65819" y="52933"/>
                </a:moveTo>
                <a:lnTo>
                  <a:pt x="37806" y="52933"/>
                </a:lnTo>
                <a:lnTo>
                  <a:pt x="37806" y="26592"/>
                </a:lnTo>
                <a:cubicBezTo>
                  <a:pt x="37806" y="13417"/>
                  <a:pt x="42132" y="6380"/>
                  <a:pt x="50789" y="6380"/>
                </a:cubicBezTo>
                <a:cubicBezTo>
                  <a:pt x="55571" y="6380"/>
                  <a:pt x="58761" y="8650"/>
                  <a:pt x="62858" y="15235"/>
                </a:cubicBezTo>
                <a:cubicBezTo>
                  <a:pt x="66503" y="21139"/>
                  <a:pt x="69235" y="23412"/>
                  <a:pt x="73106" y="23412"/>
                </a:cubicBezTo>
                <a:cubicBezTo>
                  <a:pt x="78347" y="23412"/>
                  <a:pt x="82673" y="19322"/>
                  <a:pt x="82673" y="14099"/>
                </a:cubicBezTo>
                <a:cubicBezTo>
                  <a:pt x="82673" y="5922"/>
                  <a:pt x="72651" y="0"/>
                  <a:pt x="58987" y="0"/>
                </a:cubicBezTo>
                <a:cubicBezTo>
                  <a:pt x="44867" y="0"/>
                  <a:pt x="32795" y="6151"/>
                  <a:pt x="26873" y="16597"/>
                </a:cubicBezTo>
                <a:cubicBezTo>
                  <a:pt x="20955" y="26592"/>
                  <a:pt x="19131" y="34765"/>
                  <a:pt x="18905" y="52933"/>
                </a:cubicBezTo>
                <a:lnTo>
                  <a:pt x="229" y="52933"/>
                </a:lnTo>
                <a:lnTo>
                  <a:pt x="229" y="60224"/>
                </a:lnTo>
                <a:lnTo>
                  <a:pt x="18905" y="60224"/>
                </a:lnTo>
                <a:lnTo>
                  <a:pt x="18905" y="131770"/>
                </a:lnTo>
                <a:cubicBezTo>
                  <a:pt x="18905" y="148402"/>
                  <a:pt x="16399" y="151137"/>
                  <a:pt x="0" y="152047"/>
                </a:cubicBezTo>
                <a:lnTo>
                  <a:pt x="0" y="155463"/>
                </a:lnTo>
                <a:lnTo>
                  <a:pt x="59216" y="155463"/>
                </a:lnTo>
                <a:lnTo>
                  <a:pt x="59216" y="152047"/>
                </a:lnTo>
                <a:cubicBezTo>
                  <a:pt x="40541" y="151366"/>
                  <a:pt x="38035" y="148860"/>
                  <a:pt x="38035" y="131770"/>
                </a:cubicBezTo>
                <a:lnTo>
                  <a:pt x="38035" y="60224"/>
                </a:lnTo>
                <a:lnTo>
                  <a:pt x="65819" y="60224"/>
                </a:lnTo>
                <a:lnTo>
                  <a:pt x="65819" y="52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ullexecutiontraceoftheB">
            <a:extLst xmlns:a="http://schemas.openxmlformats.org/drawingml/2006/main">
              <a:ext uri="{FF2B5EF4-FFF2-40B4-BE49-F238E27FC236}">
                <a16:creationId xmlns:a16="http://schemas.microsoft.com/office/drawing/2014/main" id="{CDEFF8D2-3B08-4EF4-9FCA-C0F5C5B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2" y="3707191"/>
            <a:ext cx="2527066" cy="157774"/>
          </a:xfrm>
          <a:custGeom xmlns:a="http://schemas.openxmlformats.org/drawingml/2006/main">
            <a:pathLst>
              <a:path w="2527066" h="157774">
                <a:moveTo>
                  <a:pt x="107041" y="144120"/>
                </a:moveTo>
                <a:lnTo>
                  <a:pt x="105904" y="144120"/>
                </a:lnTo>
                <a:cubicBezTo>
                  <a:pt x="95427" y="144120"/>
                  <a:pt x="92921" y="141615"/>
                  <a:pt x="92921" y="131137"/>
                </a:cubicBezTo>
                <a:lnTo>
                  <a:pt x="92921" y="53020"/>
                </a:lnTo>
                <a:lnTo>
                  <a:pt x="56936" y="53020"/>
                </a:lnTo>
                <a:lnTo>
                  <a:pt x="56936" y="56895"/>
                </a:lnTo>
                <a:cubicBezTo>
                  <a:pt x="71059" y="57576"/>
                  <a:pt x="73791" y="59856"/>
                  <a:pt x="73791" y="71240"/>
                </a:cubicBezTo>
                <a:lnTo>
                  <a:pt x="73791" y="124753"/>
                </a:lnTo>
                <a:cubicBezTo>
                  <a:pt x="73791" y="131130"/>
                  <a:pt x="72651" y="134320"/>
                  <a:pt x="69464" y="136823"/>
                </a:cubicBezTo>
                <a:cubicBezTo>
                  <a:pt x="63313" y="141834"/>
                  <a:pt x="56255" y="144565"/>
                  <a:pt x="49423" y="144565"/>
                </a:cubicBezTo>
                <a:cubicBezTo>
                  <a:pt x="40541" y="144565"/>
                  <a:pt x="33253" y="136823"/>
                  <a:pt x="33253" y="127259"/>
                </a:cubicBezTo>
                <a:lnTo>
                  <a:pt x="33253" y="53020"/>
                </a:lnTo>
                <a:lnTo>
                  <a:pt x="0" y="53020"/>
                </a:lnTo>
                <a:lnTo>
                  <a:pt x="0" y="56210"/>
                </a:lnTo>
                <a:cubicBezTo>
                  <a:pt x="10933" y="56895"/>
                  <a:pt x="14123" y="60311"/>
                  <a:pt x="14123" y="70785"/>
                </a:cubicBezTo>
                <a:lnTo>
                  <a:pt x="14123" y="128169"/>
                </a:lnTo>
                <a:cubicBezTo>
                  <a:pt x="14123" y="146160"/>
                  <a:pt x="25052" y="157774"/>
                  <a:pt x="41677" y="157774"/>
                </a:cubicBezTo>
                <a:cubicBezTo>
                  <a:pt x="50104" y="157774"/>
                  <a:pt x="58987" y="154132"/>
                  <a:pt x="65138" y="147981"/>
                </a:cubicBezTo>
                <a:lnTo>
                  <a:pt x="74931" y="138192"/>
                </a:lnTo>
                <a:lnTo>
                  <a:pt x="74931" y="157093"/>
                </a:lnTo>
                <a:lnTo>
                  <a:pt x="75841" y="157552"/>
                </a:lnTo>
                <a:cubicBezTo>
                  <a:pt x="87229" y="152999"/>
                  <a:pt x="95427" y="150494"/>
                  <a:pt x="107041" y="147303"/>
                </a:cubicBezTo>
                <a:lnTo>
                  <a:pt x="107041" y="144120"/>
                </a:lnTo>
                <a:close/>
                <a:moveTo>
                  <a:pt x="116152" y="13664"/>
                </a:moveTo>
                <a:lnTo>
                  <a:pt x="117518" y="13664"/>
                </a:lnTo>
                <a:cubicBezTo>
                  <a:pt x="120024" y="13438"/>
                  <a:pt x="122755" y="13209"/>
                  <a:pt x="124580" y="13209"/>
                </a:cubicBezTo>
                <a:cubicBezTo>
                  <a:pt x="131867" y="13209"/>
                  <a:pt x="134143" y="16399"/>
                  <a:pt x="134143" y="27102"/>
                </a:cubicBezTo>
                <a:lnTo>
                  <a:pt x="134143" y="135738"/>
                </a:lnTo>
                <a:cubicBezTo>
                  <a:pt x="134143" y="148037"/>
                  <a:pt x="130957" y="150998"/>
                  <a:pt x="116608" y="152134"/>
                </a:cubicBezTo>
                <a:lnTo>
                  <a:pt x="116608" y="155550"/>
                </a:lnTo>
                <a:lnTo>
                  <a:pt x="170354" y="155550"/>
                </a:lnTo>
                <a:lnTo>
                  <a:pt x="170354" y="152134"/>
                </a:lnTo>
                <a:cubicBezTo>
                  <a:pt x="156009" y="151223"/>
                  <a:pt x="153274" y="148947"/>
                  <a:pt x="153274" y="136419"/>
                </a:cubicBezTo>
                <a:lnTo>
                  <a:pt x="153274" y="455"/>
                </a:lnTo>
                <a:lnTo>
                  <a:pt x="152363" y="0"/>
                </a:lnTo>
                <a:cubicBezTo>
                  <a:pt x="140520" y="3871"/>
                  <a:pt x="131867" y="6151"/>
                  <a:pt x="116152" y="10022"/>
                </a:cubicBezTo>
                <a:lnTo>
                  <a:pt x="116152" y="13664"/>
                </a:lnTo>
                <a:close/>
                <a:moveTo>
                  <a:pt x="179466" y="13664"/>
                </a:moveTo>
                <a:lnTo>
                  <a:pt x="180831" y="13664"/>
                </a:lnTo>
                <a:cubicBezTo>
                  <a:pt x="183337" y="13438"/>
                  <a:pt x="186068" y="13209"/>
                  <a:pt x="187893" y="13209"/>
                </a:cubicBezTo>
                <a:cubicBezTo>
                  <a:pt x="195180" y="13209"/>
                  <a:pt x="197456" y="16399"/>
                  <a:pt x="197456" y="27102"/>
                </a:cubicBezTo>
                <a:lnTo>
                  <a:pt x="197456" y="135738"/>
                </a:lnTo>
                <a:cubicBezTo>
                  <a:pt x="197456" y="148037"/>
                  <a:pt x="194270" y="150998"/>
                  <a:pt x="179921" y="152134"/>
                </a:cubicBezTo>
                <a:lnTo>
                  <a:pt x="179921" y="155550"/>
                </a:lnTo>
                <a:lnTo>
                  <a:pt x="233667" y="155550"/>
                </a:lnTo>
                <a:lnTo>
                  <a:pt x="233667" y="152134"/>
                </a:lnTo>
                <a:cubicBezTo>
                  <a:pt x="219322" y="151223"/>
                  <a:pt x="216587" y="148947"/>
                  <a:pt x="216587" y="136419"/>
                </a:cubicBezTo>
                <a:lnTo>
                  <a:pt x="216587" y="455"/>
                </a:lnTo>
                <a:lnTo>
                  <a:pt x="215677" y="0"/>
                </a:lnTo>
                <a:cubicBezTo>
                  <a:pt x="203833" y="3871"/>
                  <a:pt x="195180" y="6151"/>
                  <a:pt x="179466" y="10022"/>
                </a:cubicBezTo>
                <a:lnTo>
                  <a:pt x="179466" y="13664"/>
                </a:lnTo>
                <a:close/>
                <a:moveTo>
                  <a:pt x="403110" y="118137"/>
                </a:moveTo>
                <a:cubicBezTo>
                  <a:pt x="392181" y="135453"/>
                  <a:pt x="382385" y="142063"/>
                  <a:pt x="367810" y="142063"/>
                </a:cubicBezTo>
                <a:cubicBezTo>
                  <a:pt x="354830" y="142063"/>
                  <a:pt x="345037" y="135453"/>
                  <a:pt x="338431" y="122467"/>
                </a:cubicBezTo>
                <a:cubicBezTo>
                  <a:pt x="334331" y="113807"/>
                  <a:pt x="332739" y="106287"/>
                  <a:pt x="332284" y="92386"/>
                </a:cubicBezTo>
                <a:lnTo>
                  <a:pt x="402429" y="92386"/>
                </a:lnTo>
                <a:cubicBezTo>
                  <a:pt x="400605" y="77610"/>
                  <a:pt x="398328" y="71028"/>
                  <a:pt x="392636" y="63765"/>
                </a:cubicBezTo>
                <a:cubicBezTo>
                  <a:pt x="385801" y="55581"/>
                  <a:pt x="375327" y="50796"/>
                  <a:pt x="363483" y="50796"/>
                </a:cubicBezTo>
                <a:cubicBezTo>
                  <a:pt x="352095" y="50796"/>
                  <a:pt x="341392" y="54897"/>
                  <a:pt x="332739" y="62629"/>
                </a:cubicBezTo>
                <a:cubicBezTo>
                  <a:pt x="322032" y="71935"/>
                  <a:pt x="315885" y="88060"/>
                  <a:pt x="315885" y="106742"/>
                </a:cubicBezTo>
                <a:cubicBezTo>
                  <a:pt x="315885" y="138188"/>
                  <a:pt x="332284" y="157774"/>
                  <a:pt x="358472" y="157774"/>
                </a:cubicBezTo>
                <a:cubicBezTo>
                  <a:pt x="380108" y="157774"/>
                  <a:pt x="397189" y="144339"/>
                  <a:pt x="406756" y="119732"/>
                </a:cubicBezTo>
                <a:lnTo>
                  <a:pt x="403110" y="118137"/>
                </a:lnTo>
                <a:moveTo>
                  <a:pt x="332739" y="85099"/>
                </a:moveTo>
                <a:cubicBezTo>
                  <a:pt x="335241" y="67397"/>
                  <a:pt x="342987" y="58997"/>
                  <a:pt x="356877" y="58997"/>
                </a:cubicBezTo>
                <a:cubicBezTo>
                  <a:pt x="370771" y="58997"/>
                  <a:pt x="376237" y="65353"/>
                  <a:pt x="379198" y="85099"/>
                </a:cubicBezTo>
                <a:lnTo>
                  <a:pt x="332739" y="85099"/>
                </a:lnTo>
                <a:close/>
                <a:moveTo>
                  <a:pt x="471208" y="155550"/>
                </a:moveTo>
                <a:lnTo>
                  <a:pt x="516983" y="155550"/>
                </a:lnTo>
                <a:lnTo>
                  <a:pt x="516983" y="152134"/>
                </a:lnTo>
                <a:cubicBezTo>
                  <a:pt x="509925" y="152134"/>
                  <a:pt x="505369" y="148492"/>
                  <a:pt x="498307" y="138466"/>
                </a:cubicBezTo>
                <a:lnTo>
                  <a:pt x="469158" y="93807"/>
                </a:lnTo>
                <a:lnTo>
                  <a:pt x="488059" y="66465"/>
                </a:lnTo>
                <a:cubicBezTo>
                  <a:pt x="492386" y="60311"/>
                  <a:pt x="499218" y="56665"/>
                  <a:pt x="506509" y="56439"/>
                </a:cubicBezTo>
                <a:lnTo>
                  <a:pt x="506509" y="53020"/>
                </a:lnTo>
                <a:lnTo>
                  <a:pt x="470524" y="53020"/>
                </a:lnTo>
                <a:lnTo>
                  <a:pt x="470524" y="56439"/>
                </a:lnTo>
                <a:cubicBezTo>
                  <a:pt x="477356" y="56895"/>
                  <a:pt x="479632" y="58260"/>
                  <a:pt x="479632" y="61451"/>
                </a:cubicBezTo>
                <a:cubicBezTo>
                  <a:pt x="479632" y="64186"/>
                  <a:pt x="476901" y="69197"/>
                  <a:pt x="471208" y="76262"/>
                </a:cubicBezTo>
                <a:cubicBezTo>
                  <a:pt x="470069" y="77627"/>
                  <a:pt x="467334" y="81731"/>
                  <a:pt x="464373" y="86287"/>
                </a:cubicBezTo>
                <a:lnTo>
                  <a:pt x="461186" y="81731"/>
                </a:lnTo>
                <a:cubicBezTo>
                  <a:pt x="454809" y="72161"/>
                  <a:pt x="450709" y="64415"/>
                  <a:pt x="450709" y="61451"/>
                </a:cubicBezTo>
                <a:cubicBezTo>
                  <a:pt x="450709" y="58260"/>
                  <a:pt x="453669" y="56665"/>
                  <a:pt x="460502" y="56439"/>
                </a:cubicBezTo>
                <a:lnTo>
                  <a:pt x="460502" y="53020"/>
                </a:lnTo>
                <a:lnTo>
                  <a:pt x="413358" y="53020"/>
                </a:lnTo>
                <a:lnTo>
                  <a:pt x="413358" y="56439"/>
                </a:lnTo>
                <a:lnTo>
                  <a:pt x="415408" y="56439"/>
                </a:lnTo>
                <a:cubicBezTo>
                  <a:pt x="422240" y="56439"/>
                  <a:pt x="425886" y="59400"/>
                  <a:pt x="432944" y="70111"/>
                </a:cubicBezTo>
                <a:lnTo>
                  <a:pt x="454354" y="102919"/>
                </a:lnTo>
                <a:lnTo>
                  <a:pt x="428391" y="140517"/>
                </a:lnTo>
                <a:cubicBezTo>
                  <a:pt x="421559" y="149858"/>
                  <a:pt x="419280" y="151453"/>
                  <a:pt x="411766" y="152134"/>
                </a:cubicBezTo>
                <a:lnTo>
                  <a:pt x="411766" y="155550"/>
                </a:lnTo>
                <a:lnTo>
                  <a:pt x="444787" y="155550"/>
                </a:lnTo>
                <a:lnTo>
                  <a:pt x="444787" y="152134"/>
                </a:lnTo>
                <a:cubicBezTo>
                  <a:pt x="438410" y="152134"/>
                  <a:pt x="435679" y="150998"/>
                  <a:pt x="435679" y="148033"/>
                </a:cubicBezTo>
                <a:cubicBezTo>
                  <a:pt x="435679" y="146668"/>
                  <a:pt x="437274" y="143251"/>
                  <a:pt x="440235" y="138692"/>
                </a:cubicBezTo>
                <a:lnTo>
                  <a:pt x="458225" y="110669"/>
                </a:lnTo>
                <a:lnTo>
                  <a:pt x="478951" y="142567"/>
                </a:lnTo>
                <a:cubicBezTo>
                  <a:pt x="479861" y="143933"/>
                  <a:pt x="480317" y="145302"/>
                  <a:pt x="480317" y="146668"/>
                </a:cubicBezTo>
                <a:cubicBezTo>
                  <a:pt x="480317" y="150768"/>
                  <a:pt x="478722" y="151679"/>
                  <a:pt x="471208" y="152134"/>
                </a:cubicBezTo>
                <a:lnTo>
                  <a:pt x="471208" y="155550"/>
                </a:lnTo>
                <a:close/>
                <a:moveTo>
                  <a:pt x="611269" y="118137"/>
                </a:moveTo>
                <a:cubicBezTo>
                  <a:pt x="600340" y="135453"/>
                  <a:pt x="590544" y="142063"/>
                  <a:pt x="575969" y="142063"/>
                </a:cubicBezTo>
                <a:cubicBezTo>
                  <a:pt x="562990" y="142063"/>
                  <a:pt x="553197" y="135453"/>
                  <a:pt x="546590" y="122467"/>
                </a:cubicBezTo>
                <a:cubicBezTo>
                  <a:pt x="542490" y="113807"/>
                  <a:pt x="540898" y="106287"/>
                  <a:pt x="540443" y="92386"/>
                </a:cubicBezTo>
                <a:lnTo>
                  <a:pt x="610588" y="92386"/>
                </a:lnTo>
                <a:cubicBezTo>
                  <a:pt x="608764" y="77610"/>
                  <a:pt x="606488" y="71028"/>
                  <a:pt x="600795" y="63765"/>
                </a:cubicBezTo>
                <a:cubicBezTo>
                  <a:pt x="593960" y="55581"/>
                  <a:pt x="583486" y="50796"/>
                  <a:pt x="571643" y="50796"/>
                </a:cubicBezTo>
                <a:cubicBezTo>
                  <a:pt x="560255" y="50796"/>
                  <a:pt x="549551" y="54897"/>
                  <a:pt x="540898" y="62629"/>
                </a:cubicBezTo>
                <a:cubicBezTo>
                  <a:pt x="530191" y="71935"/>
                  <a:pt x="524044" y="88060"/>
                  <a:pt x="524044" y="106742"/>
                </a:cubicBezTo>
                <a:cubicBezTo>
                  <a:pt x="524044" y="138188"/>
                  <a:pt x="540443" y="157774"/>
                  <a:pt x="566631" y="157774"/>
                </a:cubicBezTo>
                <a:cubicBezTo>
                  <a:pt x="588268" y="157774"/>
                  <a:pt x="605348" y="144339"/>
                  <a:pt x="614915" y="119732"/>
                </a:cubicBezTo>
                <a:lnTo>
                  <a:pt x="611269" y="118137"/>
                </a:lnTo>
                <a:moveTo>
                  <a:pt x="540898" y="85099"/>
                </a:moveTo>
                <a:cubicBezTo>
                  <a:pt x="543400" y="67397"/>
                  <a:pt x="551146" y="58997"/>
                  <a:pt x="565036" y="58997"/>
                </a:cubicBezTo>
                <a:cubicBezTo>
                  <a:pt x="578930" y="58997"/>
                  <a:pt x="584396" y="65353"/>
                  <a:pt x="587357" y="85099"/>
                </a:cubicBezTo>
                <a:lnTo>
                  <a:pt x="540898" y="85099"/>
                </a:lnTo>
                <a:close/>
                <a:moveTo>
                  <a:pt x="710112" y="119986"/>
                </a:moveTo>
                <a:cubicBezTo>
                  <a:pt x="699180" y="135916"/>
                  <a:pt x="690982" y="141378"/>
                  <a:pt x="677999" y="141378"/>
                </a:cubicBezTo>
                <a:cubicBezTo>
                  <a:pt x="657273" y="141378"/>
                  <a:pt x="642698" y="123172"/>
                  <a:pt x="642698" y="97001"/>
                </a:cubicBezTo>
                <a:cubicBezTo>
                  <a:pt x="642698" y="73561"/>
                  <a:pt x="655226" y="57402"/>
                  <a:pt x="673672" y="57402"/>
                </a:cubicBezTo>
                <a:cubicBezTo>
                  <a:pt x="681870" y="57402"/>
                  <a:pt x="684831" y="59904"/>
                  <a:pt x="687111" y="68324"/>
                </a:cubicBezTo>
                <a:lnTo>
                  <a:pt x="688476" y="73332"/>
                </a:lnTo>
                <a:cubicBezTo>
                  <a:pt x="690297" y="79705"/>
                  <a:pt x="694398" y="83803"/>
                  <a:pt x="699180" y="83803"/>
                </a:cubicBezTo>
                <a:cubicBezTo>
                  <a:pt x="705101" y="83803"/>
                  <a:pt x="710112" y="79476"/>
                  <a:pt x="710112" y="74243"/>
                </a:cubicBezTo>
                <a:cubicBezTo>
                  <a:pt x="710112" y="61499"/>
                  <a:pt x="694169" y="50796"/>
                  <a:pt x="675038" y="50796"/>
                </a:cubicBezTo>
                <a:cubicBezTo>
                  <a:pt x="663879" y="50796"/>
                  <a:pt x="652265" y="55352"/>
                  <a:pt x="642928" y="63546"/>
                </a:cubicBezTo>
                <a:cubicBezTo>
                  <a:pt x="631540" y="73561"/>
                  <a:pt x="625163" y="89036"/>
                  <a:pt x="625163" y="107013"/>
                </a:cubicBezTo>
                <a:cubicBezTo>
                  <a:pt x="625163" y="136600"/>
                  <a:pt x="643154" y="157774"/>
                  <a:pt x="668435" y="157774"/>
                </a:cubicBezTo>
                <a:cubicBezTo>
                  <a:pt x="678683" y="157774"/>
                  <a:pt x="687792" y="154132"/>
                  <a:pt x="695993" y="147071"/>
                </a:cubicBezTo>
                <a:cubicBezTo>
                  <a:pt x="702140" y="141604"/>
                  <a:pt x="706467" y="135460"/>
                  <a:pt x="713299" y="122032"/>
                </a:cubicBezTo>
                <a:lnTo>
                  <a:pt x="710112" y="119986"/>
                </a:lnTo>
                <a:close/>
                <a:moveTo>
                  <a:pt x="829677" y="144120"/>
                </a:moveTo>
                <a:lnTo>
                  <a:pt x="828541" y="144120"/>
                </a:lnTo>
                <a:cubicBezTo>
                  <a:pt x="818064" y="144120"/>
                  <a:pt x="815558" y="141615"/>
                  <a:pt x="815558" y="131137"/>
                </a:cubicBezTo>
                <a:lnTo>
                  <a:pt x="815558" y="53020"/>
                </a:lnTo>
                <a:lnTo>
                  <a:pt x="779573" y="53020"/>
                </a:lnTo>
                <a:lnTo>
                  <a:pt x="779573" y="56895"/>
                </a:lnTo>
                <a:cubicBezTo>
                  <a:pt x="793696" y="57576"/>
                  <a:pt x="796427" y="59856"/>
                  <a:pt x="796427" y="71240"/>
                </a:cubicBezTo>
                <a:lnTo>
                  <a:pt x="796427" y="124753"/>
                </a:lnTo>
                <a:cubicBezTo>
                  <a:pt x="796427" y="131130"/>
                  <a:pt x="795288" y="134320"/>
                  <a:pt x="792101" y="136823"/>
                </a:cubicBezTo>
                <a:cubicBezTo>
                  <a:pt x="785950" y="141834"/>
                  <a:pt x="778892" y="144565"/>
                  <a:pt x="772060" y="144565"/>
                </a:cubicBezTo>
                <a:cubicBezTo>
                  <a:pt x="763177" y="144565"/>
                  <a:pt x="755890" y="136823"/>
                  <a:pt x="755890" y="127259"/>
                </a:cubicBezTo>
                <a:lnTo>
                  <a:pt x="755890" y="53020"/>
                </a:lnTo>
                <a:lnTo>
                  <a:pt x="722637" y="53020"/>
                </a:lnTo>
                <a:lnTo>
                  <a:pt x="722637" y="56210"/>
                </a:lnTo>
                <a:cubicBezTo>
                  <a:pt x="733569" y="56895"/>
                  <a:pt x="736760" y="60311"/>
                  <a:pt x="736760" y="70785"/>
                </a:cubicBezTo>
                <a:lnTo>
                  <a:pt x="736760" y="128169"/>
                </a:lnTo>
                <a:cubicBezTo>
                  <a:pt x="736760" y="146160"/>
                  <a:pt x="747689" y="157774"/>
                  <a:pt x="764314" y="157774"/>
                </a:cubicBezTo>
                <a:cubicBezTo>
                  <a:pt x="772741" y="157774"/>
                  <a:pt x="781623" y="154132"/>
                  <a:pt x="787774" y="147981"/>
                </a:cubicBezTo>
                <a:lnTo>
                  <a:pt x="797567" y="138192"/>
                </a:lnTo>
                <a:lnTo>
                  <a:pt x="797567" y="157093"/>
                </a:lnTo>
                <a:lnTo>
                  <a:pt x="798478" y="157552"/>
                </a:lnTo>
                <a:cubicBezTo>
                  <a:pt x="809866" y="152999"/>
                  <a:pt x="818064" y="150494"/>
                  <a:pt x="829677" y="147303"/>
                </a:cubicBezTo>
                <a:lnTo>
                  <a:pt x="829677" y="144120"/>
                </a:lnTo>
                <a:close/>
                <a:moveTo>
                  <a:pt x="892535" y="53020"/>
                </a:moveTo>
                <a:lnTo>
                  <a:pt x="869534" y="53020"/>
                </a:lnTo>
                <a:lnTo>
                  <a:pt x="869534" y="26602"/>
                </a:lnTo>
                <a:cubicBezTo>
                  <a:pt x="869534" y="24326"/>
                  <a:pt x="869308" y="23641"/>
                  <a:pt x="867938" y="23641"/>
                </a:cubicBezTo>
                <a:cubicBezTo>
                  <a:pt x="866347" y="25692"/>
                  <a:pt x="864978" y="27742"/>
                  <a:pt x="863386" y="30018"/>
                </a:cubicBezTo>
                <a:cubicBezTo>
                  <a:pt x="854730" y="42546"/>
                  <a:pt x="844937" y="53479"/>
                  <a:pt x="841295" y="54389"/>
                </a:cubicBezTo>
                <a:cubicBezTo>
                  <a:pt x="838789" y="55981"/>
                  <a:pt x="837420" y="57576"/>
                  <a:pt x="837420" y="58716"/>
                </a:cubicBezTo>
                <a:cubicBezTo>
                  <a:pt x="837420" y="59400"/>
                  <a:pt x="837649" y="59856"/>
                  <a:pt x="838334" y="60311"/>
                </a:cubicBezTo>
                <a:lnTo>
                  <a:pt x="850403" y="60311"/>
                </a:lnTo>
                <a:lnTo>
                  <a:pt x="850403" y="128854"/>
                </a:lnTo>
                <a:cubicBezTo>
                  <a:pt x="850403" y="147981"/>
                  <a:pt x="857235" y="157774"/>
                  <a:pt x="870673" y="157774"/>
                </a:cubicBezTo>
                <a:cubicBezTo>
                  <a:pt x="881832" y="157774"/>
                  <a:pt x="890485" y="152311"/>
                  <a:pt x="898002" y="140468"/>
                </a:cubicBezTo>
                <a:lnTo>
                  <a:pt x="895041" y="137962"/>
                </a:lnTo>
                <a:cubicBezTo>
                  <a:pt x="890259" y="143655"/>
                  <a:pt x="886388" y="145934"/>
                  <a:pt x="881377" y="145934"/>
                </a:cubicBezTo>
                <a:cubicBezTo>
                  <a:pt x="872950" y="145934"/>
                  <a:pt x="869534" y="139783"/>
                  <a:pt x="869534" y="125438"/>
                </a:cubicBezTo>
                <a:lnTo>
                  <a:pt x="869534" y="60311"/>
                </a:lnTo>
                <a:lnTo>
                  <a:pt x="892535" y="60311"/>
                </a:lnTo>
                <a:lnTo>
                  <a:pt x="892535" y="53020"/>
                </a:lnTo>
                <a:close/>
                <a:moveTo>
                  <a:pt x="937629" y="50796"/>
                </a:moveTo>
                <a:lnTo>
                  <a:pt x="902328" y="63251"/>
                </a:lnTo>
                <a:lnTo>
                  <a:pt x="902328" y="66670"/>
                </a:lnTo>
                <a:lnTo>
                  <a:pt x="904153" y="66441"/>
                </a:lnTo>
                <a:cubicBezTo>
                  <a:pt x="906884" y="65986"/>
                  <a:pt x="909845" y="65756"/>
                  <a:pt x="911895" y="65756"/>
                </a:cubicBezTo>
                <a:cubicBezTo>
                  <a:pt x="917362" y="65756"/>
                  <a:pt x="919409" y="69402"/>
                  <a:pt x="919409" y="79431"/>
                </a:cubicBezTo>
                <a:lnTo>
                  <a:pt x="919409" y="132308"/>
                </a:lnTo>
                <a:cubicBezTo>
                  <a:pt x="919409" y="148718"/>
                  <a:pt x="917132" y="151223"/>
                  <a:pt x="901418" y="152134"/>
                </a:cubicBezTo>
                <a:lnTo>
                  <a:pt x="901418" y="155550"/>
                </a:lnTo>
                <a:lnTo>
                  <a:pt x="955393" y="155550"/>
                </a:lnTo>
                <a:lnTo>
                  <a:pt x="955393" y="152134"/>
                </a:lnTo>
                <a:cubicBezTo>
                  <a:pt x="940364" y="150998"/>
                  <a:pt x="938539" y="148718"/>
                  <a:pt x="938539" y="132308"/>
                </a:cubicBezTo>
                <a:lnTo>
                  <a:pt x="938539" y="51480"/>
                </a:lnTo>
                <a:lnTo>
                  <a:pt x="937629" y="50796"/>
                </a:lnTo>
                <a:moveTo>
                  <a:pt x="926925" y="87"/>
                </a:moveTo>
                <a:cubicBezTo>
                  <a:pt x="920778" y="87"/>
                  <a:pt x="915537" y="5327"/>
                  <a:pt x="915537" y="11704"/>
                </a:cubicBezTo>
                <a:cubicBezTo>
                  <a:pt x="915537" y="18081"/>
                  <a:pt x="920548" y="23318"/>
                  <a:pt x="926925" y="23318"/>
                </a:cubicBezTo>
                <a:cubicBezTo>
                  <a:pt x="933531" y="23318"/>
                  <a:pt x="938769" y="18307"/>
                  <a:pt x="938769" y="11704"/>
                </a:cubicBezTo>
                <a:cubicBezTo>
                  <a:pt x="938769" y="5327"/>
                  <a:pt x="933531" y="87"/>
                  <a:pt x="926925" y="87"/>
                </a:cubicBezTo>
                <a:close/>
                <a:moveTo>
                  <a:pt x="1018026" y="50796"/>
                </a:moveTo>
                <a:cubicBezTo>
                  <a:pt x="988418" y="50796"/>
                  <a:pt x="967692" y="72651"/>
                  <a:pt x="967692" y="104059"/>
                </a:cubicBezTo>
                <a:cubicBezTo>
                  <a:pt x="967692" y="134783"/>
                  <a:pt x="988873" y="157774"/>
                  <a:pt x="1017567" y="157774"/>
                </a:cubicBezTo>
                <a:cubicBezTo>
                  <a:pt x="1046265" y="157774"/>
                  <a:pt x="1068127" y="133646"/>
                  <a:pt x="1068127" y="102238"/>
                </a:cubicBezTo>
                <a:cubicBezTo>
                  <a:pt x="1068127" y="72422"/>
                  <a:pt x="1047175" y="50796"/>
                  <a:pt x="1018026" y="50796"/>
                </a:cubicBezTo>
                <a:moveTo>
                  <a:pt x="1015065" y="57176"/>
                </a:moveTo>
                <a:cubicBezTo>
                  <a:pt x="1034195" y="57176"/>
                  <a:pt x="1047630" y="79024"/>
                  <a:pt x="1047630" y="110203"/>
                </a:cubicBezTo>
                <a:cubicBezTo>
                  <a:pt x="1047630" y="135922"/>
                  <a:pt x="1037382" y="151397"/>
                  <a:pt x="1020302" y="151397"/>
                </a:cubicBezTo>
                <a:cubicBezTo>
                  <a:pt x="1011420" y="151397"/>
                  <a:pt x="1002992" y="145938"/>
                  <a:pt x="998211" y="136833"/>
                </a:cubicBezTo>
                <a:cubicBezTo>
                  <a:pt x="991834" y="124997"/>
                  <a:pt x="988188" y="109067"/>
                  <a:pt x="988188" y="92907"/>
                </a:cubicBezTo>
                <a:cubicBezTo>
                  <a:pt x="988188" y="71285"/>
                  <a:pt x="998892" y="57176"/>
                  <a:pt x="1015065" y="57176"/>
                </a:cubicBezTo>
                <a:close/>
                <a:moveTo>
                  <a:pt x="1078604" y="64919"/>
                </a:moveTo>
                <a:cubicBezTo>
                  <a:pt x="1079970" y="64234"/>
                  <a:pt x="1082249" y="64008"/>
                  <a:pt x="1084755" y="64008"/>
                </a:cubicBezTo>
                <a:cubicBezTo>
                  <a:pt x="1091132" y="64008"/>
                  <a:pt x="1093179" y="67424"/>
                  <a:pt x="1093179" y="78579"/>
                </a:cubicBezTo>
                <a:lnTo>
                  <a:pt x="1093179" y="135057"/>
                </a:lnTo>
                <a:cubicBezTo>
                  <a:pt x="1093179" y="148037"/>
                  <a:pt x="1090673" y="151223"/>
                  <a:pt x="1079059" y="152134"/>
                </a:cubicBezTo>
                <a:lnTo>
                  <a:pt x="1079059" y="155550"/>
                </a:lnTo>
                <a:lnTo>
                  <a:pt x="1127343" y="155550"/>
                </a:lnTo>
                <a:lnTo>
                  <a:pt x="1127343" y="152134"/>
                </a:lnTo>
                <a:cubicBezTo>
                  <a:pt x="1115725" y="151223"/>
                  <a:pt x="1112309" y="148492"/>
                  <a:pt x="1112309" y="140294"/>
                </a:cubicBezTo>
                <a:lnTo>
                  <a:pt x="1112309" y="76303"/>
                </a:lnTo>
                <a:cubicBezTo>
                  <a:pt x="1123242" y="66055"/>
                  <a:pt x="1128253" y="63324"/>
                  <a:pt x="1135770" y="63324"/>
                </a:cubicBezTo>
                <a:cubicBezTo>
                  <a:pt x="1146928" y="63324"/>
                  <a:pt x="1152395" y="70382"/>
                  <a:pt x="1152395" y="85412"/>
                </a:cubicBezTo>
                <a:lnTo>
                  <a:pt x="1152395" y="133007"/>
                </a:lnTo>
                <a:cubicBezTo>
                  <a:pt x="1152395" y="147352"/>
                  <a:pt x="1149434" y="151223"/>
                  <a:pt x="1138046" y="152134"/>
                </a:cubicBezTo>
                <a:lnTo>
                  <a:pt x="1138046" y="155550"/>
                </a:lnTo>
                <a:lnTo>
                  <a:pt x="1185419" y="155550"/>
                </a:lnTo>
                <a:lnTo>
                  <a:pt x="1185419" y="152134"/>
                </a:lnTo>
                <a:cubicBezTo>
                  <a:pt x="1174257" y="150998"/>
                  <a:pt x="1171525" y="148263"/>
                  <a:pt x="1171525" y="137107"/>
                </a:cubicBezTo>
                <a:lnTo>
                  <a:pt x="1171525" y="84956"/>
                </a:lnTo>
                <a:cubicBezTo>
                  <a:pt x="1171525" y="63553"/>
                  <a:pt x="1161503" y="50796"/>
                  <a:pt x="1144652" y="50796"/>
                </a:cubicBezTo>
                <a:cubicBezTo>
                  <a:pt x="1134175" y="50796"/>
                  <a:pt x="1127113" y="54671"/>
                  <a:pt x="1111628" y="69245"/>
                </a:cubicBezTo>
                <a:lnTo>
                  <a:pt x="1111628" y="51255"/>
                </a:lnTo>
                <a:lnTo>
                  <a:pt x="1110033" y="50796"/>
                </a:lnTo>
                <a:cubicBezTo>
                  <a:pt x="1098874" y="54897"/>
                  <a:pt x="1091132" y="57402"/>
                  <a:pt x="1078604" y="61047"/>
                </a:cubicBezTo>
                <a:lnTo>
                  <a:pt x="1078604" y="64919"/>
                </a:lnTo>
                <a:close/>
                <a:moveTo>
                  <a:pt x="1318647" y="53020"/>
                </a:moveTo>
                <a:lnTo>
                  <a:pt x="1295646" y="53020"/>
                </a:lnTo>
                <a:lnTo>
                  <a:pt x="1295646" y="26602"/>
                </a:lnTo>
                <a:cubicBezTo>
                  <a:pt x="1295646" y="24326"/>
                  <a:pt x="1295420" y="23641"/>
                  <a:pt x="1294050" y="23641"/>
                </a:cubicBezTo>
                <a:cubicBezTo>
                  <a:pt x="1292459" y="25692"/>
                  <a:pt x="1291090" y="27742"/>
                  <a:pt x="1289498" y="30018"/>
                </a:cubicBezTo>
                <a:cubicBezTo>
                  <a:pt x="1280842" y="42546"/>
                  <a:pt x="1271049" y="53479"/>
                  <a:pt x="1267407" y="54389"/>
                </a:cubicBezTo>
                <a:cubicBezTo>
                  <a:pt x="1264901" y="55981"/>
                  <a:pt x="1263532" y="57576"/>
                  <a:pt x="1263532" y="58716"/>
                </a:cubicBezTo>
                <a:cubicBezTo>
                  <a:pt x="1263532" y="59400"/>
                  <a:pt x="1263761" y="59856"/>
                  <a:pt x="1264446" y="60311"/>
                </a:cubicBezTo>
                <a:lnTo>
                  <a:pt x="1276515" y="60311"/>
                </a:lnTo>
                <a:lnTo>
                  <a:pt x="1276515" y="128854"/>
                </a:lnTo>
                <a:cubicBezTo>
                  <a:pt x="1276515" y="147981"/>
                  <a:pt x="1283347" y="157774"/>
                  <a:pt x="1296785" y="157774"/>
                </a:cubicBezTo>
                <a:cubicBezTo>
                  <a:pt x="1307944" y="157774"/>
                  <a:pt x="1316597" y="152311"/>
                  <a:pt x="1324114" y="140468"/>
                </a:cubicBezTo>
                <a:lnTo>
                  <a:pt x="1321153" y="137962"/>
                </a:lnTo>
                <a:cubicBezTo>
                  <a:pt x="1316371" y="143655"/>
                  <a:pt x="1312500" y="145934"/>
                  <a:pt x="1307489" y="145934"/>
                </a:cubicBezTo>
                <a:cubicBezTo>
                  <a:pt x="1299062" y="145934"/>
                  <a:pt x="1295646" y="139783"/>
                  <a:pt x="1295646" y="125438"/>
                </a:cubicBezTo>
                <a:lnTo>
                  <a:pt x="1295646" y="60311"/>
                </a:lnTo>
                <a:lnTo>
                  <a:pt x="1318647" y="60311"/>
                </a:lnTo>
                <a:lnTo>
                  <a:pt x="1318647" y="53020"/>
                </a:lnTo>
                <a:close/>
                <a:moveTo>
                  <a:pt x="1325480" y="66740"/>
                </a:moveTo>
                <a:cubicBezTo>
                  <a:pt x="1328670" y="66055"/>
                  <a:pt x="1330720" y="65826"/>
                  <a:pt x="1333451" y="65826"/>
                </a:cubicBezTo>
                <a:cubicBezTo>
                  <a:pt x="1339144" y="65826"/>
                  <a:pt x="1341194" y="69471"/>
                  <a:pt x="1341194" y="79490"/>
                </a:cubicBezTo>
                <a:lnTo>
                  <a:pt x="1341194" y="136423"/>
                </a:lnTo>
                <a:cubicBezTo>
                  <a:pt x="1341194" y="147807"/>
                  <a:pt x="1339599" y="149402"/>
                  <a:pt x="1325024" y="152134"/>
                </a:cubicBezTo>
                <a:lnTo>
                  <a:pt x="1325024" y="155550"/>
                </a:lnTo>
                <a:lnTo>
                  <a:pt x="1379685" y="155550"/>
                </a:lnTo>
                <a:lnTo>
                  <a:pt x="1379685" y="152134"/>
                </a:lnTo>
                <a:cubicBezTo>
                  <a:pt x="1364196" y="151453"/>
                  <a:pt x="1360325" y="148037"/>
                  <a:pt x="1360325" y="135057"/>
                </a:cubicBezTo>
                <a:lnTo>
                  <a:pt x="1360325" y="83816"/>
                </a:lnTo>
                <a:cubicBezTo>
                  <a:pt x="1360325" y="76529"/>
                  <a:pt x="1370118" y="65145"/>
                  <a:pt x="1376268" y="65145"/>
                </a:cubicBezTo>
                <a:cubicBezTo>
                  <a:pt x="1377634" y="65145"/>
                  <a:pt x="1379685" y="66284"/>
                  <a:pt x="1382190" y="68561"/>
                </a:cubicBezTo>
                <a:cubicBezTo>
                  <a:pt x="1385832" y="71747"/>
                  <a:pt x="1388338" y="73113"/>
                  <a:pt x="1391298" y="73113"/>
                </a:cubicBezTo>
                <a:cubicBezTo>
                  <a:pt x="1396765" y="73113"/>
                  <a:pt x="1400181" y="69242"/>
                  <a:pt x="1400181" y="62868"/>
                </a:cubicBezTo>
                <a:cubicBezTo>
                  <a:pt x="1400181" y="55352"/>
                  <a:pt x="1395399" y="50796"/>
                  <a:pt x="1387656" y="50796"/>
                </a:cubicBezTo>
                <a:cubicBezTo>
                  <a:pt x="1378089" y="50796"/>
                  <a:pt x="1371487" y="56036"/>
                  <a:pt x="1360325" y="72203"/>
                </a:cubicBezTo>
                <a:lnTo>
                  <a:pt x="1360325" y="51255"/>
                </a:lnTo>
                <a:lnTo>
                  <a:pt x="1359188" y="50796"/>
                </a:lnTo>
                <a:cubicBezTo>
                  <a:pt x="1347116" y="55807"/>
                  <a:pt x="1338918" y="58768"/>
                  <a:pt x="1325480" y="63094"/>
                </a:cubicBezTo>
                <a:lnTo>
                  <a:pt x="1325480" y="66740"/>
                </a:lnTo>
                <a:close/>
                <a:moveTo>
                  <a:pt x="1500388" y="140471"/>
                </a:moveTo>
                <a:cubicBezTo>
                  <a:pt x="1496516" y="143655"/>
                  <a:pt x="1493785" y="144794"/>
                  <a:pt x="1490369" y="144794"/>
                </a:cubicBezTo>
                <a:cubicBezTo>
                  <a:pt x="1485132" y="144794"/>
                  <a:pt x="1483537" y="141608"/>
                  <a:pt x="1483537" y="131596"/>
                </a:cubicBezTo>
                <a:lnTo>
                  <a:pt x="1483537" y="87215"/>
                </a:lnTo>
                <a:cubicBezTo>
                  <a:pt x="1483537" y="75379"/>
                  <a:pt x="1482397" y="68780"/>
                  <a:pt x="1478981" y="63317"/>
                </a:cubicBezTo>
                <a:cubicBezTo>
                  <a:pt x="1473970" y="55126"/>
                  <a:pt x="1464177" y="50796"/>
                  <a:pt x="1450742" y="50796"/>
                </a:cubicBezTo>
                <a:cubicBezTo>
                  <a:pt x="1429332" y="50796"/>
                  <a:pt x="1412481" y="61951"/>
                  <a:pt x="1412481" y="76289"/>
                </a:cubicBezTo>
                <a:cubicBezTo>
                  <a:pt x="1412481" y="81526"/>
                  <a:pt x="1417033" y="86075"/>
                  <a:pt x="1422274" y="86075"/>
                </a:cubicBezTo>
                <a:cubicBezTo>
                  <a:pt x="1427737" y="86075"/>
                  <a:pt x="1432522" y="81526"/>
                  <a:pt x="1432522" y="76519"/>
                </a:cubicBezTo>
                <a:cubicBezTo>
                  <a:pt x="1432522" y="75608"/>
                  <a:pt x="1432293" y="74468"/>
                  <a:pt x="1432067" y="72877"/>
                </a:cubicBezTo>
                <a:cubicBezTo>
                  <a:pt x="1431612" y="70830"/>
                  <a:pt x="1431382" y="69009"/>
                  <a:pt x="1431382" y="67414"/>
                </a:cubicBezTo>
                <a:cubicBezTo>
                  <a:pt x="1431382" y="61270"/>
                  <a:pt x="1438670" y="56262"/>
                  <a:pt x="1447781" y="56262"/>
                </a:cubicBezTo>
                <a:cubicBezTo>
                  <a:pt x="1458940" y="56262"/>
                  <a:pt x="1465087" y="62861"/>
                  <a:pt x="1465087" y="75153"/>
                </a:cubicBezTo>
                <a:lnTo>
                  <a:pt x="1465087" y="89036"/>
                </a:lnTo>
                <a:cubicBezTo>
                  <a:pt x="1430016" y="103145"/>
                  <a:pt x="1426145" y="104966"/>
                  <a:pt x="1416352" y="113616"/>
                </a:cubicBezTo>
                <a:cubicBezTo>
                  <a:pt x="1411341" y="118168"/>
                  <a:pt x="1408151" y="125904"/>
                  <a:pt x="1408151" y="133413"/>
                </a:cubicBezTo>
                <a:cubicBezTo>
                  <a:pt x="1408151" y="147755"/>
                  <a:pt x="1418173" y="157774"/>
                  <a:pt x="1432067" y="157774"/>
                </a:cubicBezTo>
                <a:cubicBezTo>
                  <a:pt x="1442086" y="157774"/>
                  <a:pt x="1451423" y="152992"/>
                  <a:pt x="1465317" y="141149"/>
                </a:cubicBezTo>
                <a:cubicBezTo>
                  <a:pt x="1466457" y="152992"/>
                  <a:pt x="1470554" y="157774"/>
                  <a:pt x="1479891" y="157774"/>
                </a:cubicBezTo>
                <a:cubicBezTo>
                  <a:pt x="1487634" y="157774"/>
                  <a:pt x="1492419" y="155043"/>
                  <a:pt x="1500388" y="146390"/>
                </a:cubicBezTo>
                <a:lnTo>
                  <a:pt x="1500388" y="140471"/>
                </a:lnTo>
                <a:moveTo>
                  <a:pt x="1465087" y="127485"/>
                </a:moveTo>
                <a:cubicBezTo>
                  <a:pt x="1465087" y="134546"/>
                  <a:pt x="1463951" y="136597"/>
                  <a:pt x="1459166" y="139328"/>
                </a:cubicBezTo>
                <a:cubicBezTo>
                  <a:pt x="1453703" y="142518"/>
                  <a:pt x="1447326" y="144565"/>
                  <a:pt x="1442541" y="144565"/>
                </a:cubicBezTo>
                <a:cubicBezTo>
                  <a:pt x="1434572" y="144565"/>
                  <a:pt x="1428195" y="136823"/>
                  <a:pt x="1428195" y="127030"/>
                </a:cubicBezTo>
                <a:lnTo>
                  <a:pt x="1428195" y="126119"/>
                </a:lnTo>
                <a:cubicBezTo>
                  <a:pt x="1428195" y="112681"/>
                  <a:pt x="1437530" y="104483"/>
                  <a:pt x="1465087" y="94461"/>
                </a:cubicBezTo>
                <a:lnTo>
                  <a:pt x="1465087" y="127485"/>
                </a:lnTo>
                <a:close/>
                <a:moveTo>
                  <a:pt x="1591488" y="119986"/>
                </a:moveTo>
                <a:cubicBezTo>
                  <a:pt x="1580555" y="135916"/>
                  <a:pt x="1572357" y="141378"/>
                  <a:pt x="1559374" y="141378"/>
                </a:cubicBezTo>
                <a:cubicBezTo>
                  <a:pt x="1538649" y="141378"/>
                  <a:pt x="1524074" y="123172"/>
                  <a:pt x="1524074" y="97001"/>
                </a:cubicBezTo>
                <a:cubicBezTo>
                  <a:pt x="1524074" y="73561"/>
                  <a:pt x="1536602" y="57402"/>
                  <a:pt x="1555048" y="57402"/>
                </a:cubicBezTo>
                <a:cubicBezTo>
                  <a:pt x="1563246" y="57402"/>
                  <a:pt x="1566206" y="59904"/>
                  <a:pt x="1568486" y="68324"/>
                </a:cubicBezTo>
                <a:lnTo>
                  <a:pt x="1569852" y="73332"/>
                </a:lnTo>
                <a:cubicBezTo>
                  <a:pt x="1571673" y="79705"/>
                  <a:pt x="1575773" y="83803"/>
                  <a:pt x="1580555" y="83803"/>
                </a:cubicBezTo>
                <a:cubicBezTo>
                  <a:pt x="1586477" y="83803"/>
                  <a:pt x="1591488" y="79476"/>
                  <a:pt x="1591488" y="74243"/>
                </a:cubicBezTo>
                <a:cubicBezTo>
                  <a:pt x="1591488" y="61499"/>
                  <a:pt x="1575544" y="50796"/>
                  <a:pt x="1556414" y="50796"/>
                </a:cubicBezTo>
                <a:cubicBezTo>
                  <a:pt x="1545255" y="50796"/>
                  <a:pt x="1533641" y="55352"/>
                  <a:pt x="1524303" y="63546"/>
                </a:cubicBezTo>
                <a:cubicBezTo>
                  <a:pt x="1512915" y="73561"/>
                  <a:pt x="1506539" y="89036"/>
                  <a:pt x="1506539" y="107013"/>
                </a:cubicBezTo>
                <a:cubicBezTo>
                  <a:pt x="1506539" y="136600"/>
                  <a:pt x="1524529" y="157774"/>
                  <a:pt x="1549811" y="157774"/>
                </a:cubicBezTo>
                <a:cubicBezTo>
                  <a:pt x="1560059" y="157774"/>
                  <a:pt x="1569167" y="154132"/>
                  <a:pt x="1577369" y="147071"/>
                </a:cubicBezTo>
                <a:cubicBezTo>
                  <a:pt x="1583516" y="141604"/>
                  <a:pt x="1587843" y="135460"/>
                  <a:pt x="1594675" y="122032"/>
                </a:cubicBezTo>
                <a:lnTo>
                  <a:pt x="1591488" y="119986"/>
                </a:lnTo>
                <a:close/>
                <a:moveTo>
                  <a:pt x="1694883" y="118137"/>
                </a:moveTo>
                <a:cubicBezTo>
                  <a:pt x="1683954" y="135453"/>
                  <a:pt x="1674158" y="142063"/>
                  <a:pt x="1659583" y="142063"/>
                </a:cubicBezTo>
                <a:cubicBezTo>
                  <a:pt x="1646603" y="142063"/>
                  <a:pt x="1636811" y="135453"/>
                  <a:pt x="1630204" y="122467"/>
                </a:cubicBezTo>
                <a:cubicBezTo>
                  <a:pt x="1626104" y="113807"/>
                  <a:pt x="1624512" y="106287"/>
                  <a:pt x="1624057" y="92386"/>
                </a:cubicBezTo>
                <a:lnTo>
                  <a:pt x="1694202" y="92386"/>
                </a:lnTo>
                <a:cubicBezTo>
                  <a:pt x="1692378" y="77610"/>
                  <a:pt x="1690102" y="71028"/>
                  <a:pt x="1684409" y="63765"/>
                </a:cubicBezTo>
                <a:cubicBezTo>
                  <a:pt x="1677574" y="55581"/>
                  <a:pt x="1667100" y="50796"/>
                  <a:pt x="1655257" y="50796"/>
                </a:cubicBezTo>
                <a:cubicBezTo>
                  <a:pt x="1643869" y="50796"/>
                  <a:pt x="1633165" y="54897"/>
                  <a:pt x="1624512" y="62629"/>
                </a:cubicBezTo>
                <a:cubicBezTo>
                  <a:pt x="1613805" y="71935"/>
                  <a:pt x="1607658" y="88060"/>
                  <a:pt x="1607658" y="106742"/>
                </a:cubicBezTo>
                <a:cubicBezTo>
                  <a:pt x="1607658" y="138188"/>
                  <a:pt x="1624057" y="157774"/>
                  <a:pt x="1650245" y="157774"/>
                </a:cubicBezTo>
                <a:cubicBezTo>
                  <a:pt x="1671882" y="157774"/>
                  <a:pt x="1688962" y="144339"/>
                  <a:pt x="1698529" y="119732"/>
                </a:cubicBezTo>
                <a:lnTo>
                  <a:pt x="1694883" y="118137"/>
                </a:lnTo>
                <a:moveTo>
                  <a:pt x="1624512" y="85099"/>
                </a:moveTo>
                <a:cubicBezTo>
                  <a:pt x="1627014" y="67397"/>
                  <a:pt x="1634760" y="58997"/>
                  <a:pt x="1648650" y="58997"/>
                </a:cubicBezTo>
                <a:cubicBezTo>
                  <a:pt x="1662544" y="58997"/>
                  <a:pt x="1668010" y="65353"/>
                  <a:pt x="1670971" y="85099"/>
                </a:cubicBezTo>
                <a:lnTo>
                  <a:pt x="1624512" y="85099"/>
                </a:lnTo>
                <a:close/>
                <a:moveTo>
                  <a:pt x="1831761" y="50796"/>
                </a:moveTo>
                <a:cubicBezTo>
                  <a:pt x="1802153" y="50796"/>
                  <a:pt x="1781427" y="72651"/>
                  <a:pt x="1781427" y="104059"/>
                </a:cubicBezTo>
                <a:cubicBezTo>
                  <a:pt x="1781427" y="134783"/>
                  <a:pt x="1802608" y="157774"/>
                  <a:pt x="1831302" y="157774"/>
                </a:cubicBezTo>
                <a:cubicBezTo>
                  <a:pt x="1860000" y="157774"/>
                  <a:pt x="1881862" y="133646"/>
                  <a:pt x="1881862" y="102238"/>
                </a:cubicBezTo>
                <a:cubicBezTo>
                  <a:pt x="1881862" y="72422"/>
                  <a:pt x="1860910" y="50796"/>
                  <a:pt x="1831761" y="50796"/>
                </a:cubicBezTo>
                <a:moveTo>
                  <a:pt x="1828800" y="57176"/>
                </a:moveTo>
                <a:cubicBezTo>
                  <a:pt x="1847931" y="57176"/>
                  <a:pt x="1861366" y="79024"/>
                  <a:pt x="1861366" y="110203"/>
                </a:cubicBezTo>
                <a:cubicBezTo>
                  <a:pt x="1861366" y="135922"/>
                  <a:pt x="1851117" y="151397"/>
                  <a:pt x="1834037" y="151397"/>
                </a:cubicBezTo>
                <a:cubicBezTo>
                  <a:pt x="1825155" y="151397"/>
                  <a:pt x="1816728" y="145938"/>
                  <a:pt x="1811946" y="136833"/>
                </a:cubicBezTo>
                <a:cubicBezTo>
                  <a:pt x="1805569" y="124997"/>
                  <a:pt x="1801924" y="109067"/>
                  <a:pt x="1801924" y="92907"/>
                </a:cubicBezTo>
                <a:cubicBezTo>
                  <a:pt x="1801924" y="71285"/>
                  <a:pt x="1812627" y="57176"/>
                  <a:pt x="1828800" y="57176"/>
                </a:cubicBezTo>
                <a:close/>
                <a:moveTo>
                  <a:pt x="1959068" y="53020"/>
                </a:moveTo>
                <a:lnTo>
                  <a:pt x="1931055" y="53020"/>
                </a:lnTo>
                <a:lnTo>
                  <a:pt x="1931055" y="26679"/>
                </a:lnTo>
                <a:cubicBezTo>
                  <a:pt x="1931055" y="13504"/>
                  <a:pt x="1935382" y="6467"/>
                  <a:pt x="1944038" y="6467"/>
                </a:cubicBezTo>
                <a:cubicBezTo>
                  <a:pt x="1948820" y="6467"/>
                  <a:pt x="1952010" y="8736"/>
                  <a:pt x="1956108" y="15322"/>
                </a:cubicBezTo>
                <a:cubicBezTo>
                  <a:pt x="1959753" y="21226"/>
                  <a:pt x="1962484" y="23499"/>
                  <a:pt x="1966356" y="23499"/>
                </a:cubicBezTo>
                <a:cubicBezTo>
                  <a:pt x="1971596" y="23499"/>
                  <a:pt x="1975923" y="19409"/>
                  <a:pt x="1975923" y="14185"/>
                </a:cubicBezTo>
                <a:cubicBezTo>
                  <a:pt x="1975923" y="6008"/>
                  <a:pt x="1965900" y="87"/>
                  <a:pt x="1952236" y="87"/>
                </a:cubicBezTo>
                <a:cubicBezTo>
                  <a:pt x="1938117" y="87"/>
                  <a:pt x="1926044" y="6238"/>
                  <a:pt x="1920123" y="16684"/>
                </a:cubicBezTo>
                <a:cubicBezTo>
                  <a:pt x="1914205" y="26679"/>
                  <a:pt x="1912380" y="34852"/>
                  <a:pt x="1912154" y="53020"/>
                </a:cubicBezTo>
                <a:lnTo>
                  <a:pt x="1893479" y="53020"/>
                </a:lnTo>
                <a:lnTo>
                  <a:pt x="1893479" y="60311"/>
                </a:lnTo>
                <a:lnTo>
                  <a:pt x="1912154" y="60311"/>
                </a:lnTo>
                <a:lnTo>
                  <a:pt x="1912154" y="131857"/>
                </a:lnTo>
                <a:cubicBezTo>
                  <a:pt x="1912154" y="148489"/>
                  <a:pt x="1909649" y="151223"/>
                  <a:pt x="1893250" y="152134"/>
                </a:cubicBezTo>
                <a:lnTo>
                  <a:pt x="1893250" y="155550"/>
                </a:lnTo>
                <a:lnTo>
                  <a:pt x="1952466" y="155550"/>
                </a:lnTo>
                <a:lnTo>
                  <a:pt x="1952466" y="152134"/>
                </a:lnTo>
                <a:cubicBezTo>
                  <a:pt x="1933790" y="151453"/>
                  <a:pt x="1931285" y="148947"/>
                  <a:pt x="1931285" y="131857"/>
                </a:cubicBezTo>
                <a:lnTo>
                  <a:pt x="1931285" y="60311"/>
                </a:lnTo>
                <a:lnTo>
                  <a:pt x="1959068" y="60311"/>
                </a:lnTo>
                <a:lnTo>
                  <a:pt x="1959068" y="53020"/>
                </a:lnTo>
                <a:close/>
                <a:moveTo>
                  <a:pt x="2094349" y="53020"/>
                </a:moveTo>
                <a:lnTo>
                  <a:pt x="2071347" y="53020"/>
                </a:lnTo>
                <a:lnTo>
                  <a:pt x="2071347" y="26602"/>
                </a:lnTo>
                <a:cubicBezTo>
                  <a:pt x="2071347" y="24326"/>
                  <a:pt x="2071121" y="23641"/>
                  <a:pt x="2069752" y="23641"/>
                </a:cubicBezTo>
                <a:cubicBezTo>
                  <a:pt x="2068161" y="25692"/>
                  <a:pt x="2066791" y="27742"/>
                  <a:pt x="2065200" y="30018"/>
                </a:cubicBezTo>
                <a:cubicBezTo>
                  <a:pt x="2056543" y="42546"/>
                  <a:pt x="2046750" y="53479"/>
                  <a:pt x="2043109" y="54389"/>
                </a:cubicBezTo>
                <a:cubicBezTo>
                  <a:pt x="2040603" y="55981"/>
                  <a:pt x="2039234" y="57576"/>
                  <a:pt x="2039234" y="58716"/>
                </a:cubicBezTo>
                <a:cubicBezTo>
                  <a:pt x="2039234" y="59400"/>
                  <a:pt x="2039463" y="59856"/>
                  <a:pt x="2040148" y="60311"/>
                </a:cubicBezTo>
                <a:lnTo>
                  <a:pt x="2052217" y="60311"/>
                </a:lnTo>
                <a:lnTo>
                  <a:pt x="2052217" y="128854"/>
                </a:lnTo>
                <a:cubicBezTo>
                  <a:pt x="2052217" y="147981"/>
                  <a:pt x="2059049" y="157774"/>
                  <a:pt x="2072487" y="157774"/>
                </a:cubicBezTo>
                <a:cubicBezTo>
                  <a:pt x="2083646" y="157774"/>
                  <a:pt x="2092299" y="152311"/>
                  <a:pt x="2099816" y="140468"/>
                </a:cubicBezTo>
                <a:lnTo>
                  <a:pt x="2096855" y="137962"/>
                </a:lnTo>
                <a:cubicBezTo>
                  <a:pt x="2092073" y="143655"/>
                  <a:pt x="2088202" y="145934"/>
                  <a:pt x="2083191" y="145934"/>
                </a:cubicBezTo>
                <a:cubicBezTo>
                  <a:pt x="2074763" y="145934"/>
                  <a:pt x="2071347" y="139783"/>
                  <a:pt x="2071347" y="125438"/>
                </a:cubicBezTo>
                <a:lnTo>
                  <a:pt x="2071347" y="60311"/>
                </a:lnTo>
                <a:lnTo>
                  <a:pt x="2094349" y="60311"/>
                </a:lnTo>
                <a:lnTo>
                  <a:pt x="2094349" y="53020"/>
                </a:lnTo>
                <a:close/>
                <a:moveTo>
                  <a:pt x="2135345" y="77443"/>
                </a:moveTo>
                <a:cubicBezTo>
                  <a:pt x="2144909" y="66969"/>
                  <a:pt x="2151741" y="63094"/>
                  <a:pt x="2160623" y="63094"/>
                </a:cubicBezTo>
                <a:cubicBezTo>
                  <a:pt x="2172011" y="63094"/>
                  <a:pt x="2177704" y="71296"/>
                  <a:pt x="2177704" y="87236"/>
                </a:cubicBezTo>
                <a:lnTo>
                  <a:pt x="2177704" y="132322"/>
                </a:lnTo>
                <a:cubicBezTo>
                  <a:pt x="2177704" y="147807"/>
                  <a:pt x="2175427" y="150768"/>
                  <a:pt x="2162218" y="152134"/>
                </a:cubicBezTo>
                <a:lnTo>
                  <a:pt x="2162218" y="155550"/>
                </a:lnTo>
                <a:lnTo>
                  <a:pt x="2210502" y="155550"/>
                </a:lnTo>
                <a:lnTo>
                  <a:pt x="2210502" y="152134"/>
                </a:lnTo>
                <a:cubicBezTo>
                  <a:pt x="2198203" y="149858"/>
                  <a:pt x="2196834" y="148037"/>
                  <a:pt x="2196834" y="132322"/>
                </a:cubicBezTo>
                <a:lnTo>
                  <a:pt x="2196834" y="87007"/>
                </a:lnTo>
                <a:cubicBezTo>
                  <a:pt x="2196834" y="63094"/>
                  <a:pt x="2187271" y="50796"/>
                  <a:pt x="2168821" y="50796"/>
                </a:cubicBezTo>
                <a:cubicBezTo>
                  <a:pt x="2155386" y="50796"/>
                  <a:pt x="2145819" y="56262"/>
                  <a:pt x="2135345" y="69926"/>
                </a:cubicBezTo>
                <a:lnTo>
                  <a:pt x="2135345" y="695"/>
                </a:lnTo>
                <a:lnTo>
                  <a:pt x="2134205" y="10"/>
                </a:lnTo>
                <a:cubicBezTo>
                  <a:pt x="2126463" y="2742"/>
                  <a:pt x="2120767" y="4566"/>
                  <a:pt x="2108013" y="8208"/>
                </a:cubicBezTo>
                <a:lnTo>
                  <a:pt x="2101866" y="10033"/>
                </a:lnTo>
                <a:lnTo>
                  <a:pt x="2101866" y="13675"/>
                </a:lnTo>
                <a:cubicBezTo>
                  <a:pt x="2102776" y="13449"/>
                  <a:pt x="2103461" y="13449"/>
                  <a:pt x="2104597" y="13449"/>
                </a:cubicBezTo>
                <a:cubicBezTo>
                  <a:pt x="2114390" y="13449"/>
                  <a:pt x="2116215" y="15270"/>
                  <a:pt x="2116215" y="25063"/>
                </a:cubicBezTo>
                <a:lnTo>
                  <a:pt x="2116215" y="132322"/>
                </a:lnTo>
                <a:cubicBezTo>
                  <a:pt x="2116215" y="148263"/>
                  <a:pt x="2114846" y="150313"/>
                  <a:pt x="2101637" y="152134"/>
                </a:cubicBezTo>
                <a:lnTo>
                  <a:pt x="2101637" y="155550"/>
                </a:lnTo>
                <a:lnTo>
                  <a:pt x="2150830" y="155550"/>
                </a:lnTo>
                <a:lnTo>
                  <a:pt x="2150830" y="152134"/>
                </a:lnTo>
                <a:cubicBezTo>
                  <a:pt x="2137622" y="150768"/>
                  <a:pt x="2135345" y="148037"/>
                  <a:pt x="2135345" y="132322"/>
                </a:cubicBezTo>
                <a:lnTo>
                  <a:pt x="2135345" y="77443"/>
                </a:lnTo>
                <a:close/>
                <a:moveTo>
                  <a:pt x="2306381" y="118137"/>
                </a:moveTo>
                <a:cubicBezTo>
                  <a:pt x="2295451" y="135453"/>
                  <a:pt x="2285655" y="142063"/>
                  <a:pt x="2271080" y="142063"/>
                </a:cubicBezTo>
                <a:cubicBezTo>
                  <a:pt x="2258101" y="142063"/>
                  <a:pt x="2248308" y="135453"/>
                  <a:pt x="2241702" y="122467"/>
                </a:cubicBezTo>
                <a:cubicBezTo>
                  <a:pt x="2237601" y="113807"/>
                  <a:pt x="2236009" y="106287"/>
                  <a:pt x="2235554" y="92386"/>
                </a:cubicBezTo>
                <a:lnTo>
                  <a:pt x="2305699" y="92386"/>
                </a:lnTo>
                <a:cubicBezTo>
                  <a:pt x="2303875" y="77610"/>
                  <a:pt x="2301599" y="71028"/>
                  <a:pt x="2295907" y="63765"/>
                </a:cubicBezTo>
                <a:cubicBezTo>
                  <a:pt x="2289071" y="55581"/>
                  <a:pt x="2278597" y="50796"/>
                  <a:pt x="2266754" y="50796"/>
                </a:cubicBezTo>
                <a:cubicBezTo>
                  <a:pt x="2255366" y="50796"/>
                  <a:pt x="2244662" y="54897"/>
                  <a:pt x="2236009" y="62629"/>
                </a:cubicBezTo>
                <a:cubicBezTo>
                  <a:pt x="2225303" y="71935"/>
                  <a:pt x="2219155" y="88060"/>
                  <a:pt x="2219155" y="106742"/>
                </a:cubicBezTo>
                <a:cubicBezTo>
                  <a:pt x="2219155" y="138188"/>
                  <a:pt x="2235554" y="157774"/>
                  <a:pt x="2261743" y="157774"/>
                </a:cubicBezTo>
                <a:cubicBezTo>
                  <a:pt x="2283379" y="157774"/>
                  <a:pt x="2300459" y="144339"/>
                  <a:pt x="2310026" y="119732"/>
                </a:cubicBezTo>
                <a:lnTo>
                  <a:pt x="2306381" y="118137"/>
                </a:lnTo>
                <a:moveTo>
                  <a:pt x="2236009" y="85099"/>
                </a:moveTo>
                <a:cubicBezTo>
                  <a:pt x="2238511" y="67397"/>
                  <a:pt x="2246257" y="58997"/>
                  <a:pt x="2260148" y="58997"/>
                </a:cubicBezTo>
                <a:cubicBezTo>
                  <a:pt x="2274041" y="58997"/>
                  <a:pt x="2279507" y="65353"/>
                  <a:pt x="2282468" y="85099"/>
                </a:cubicBezTo>
                <a:lnTo>
                  <a:pt x="2236009" y="85099"/>
                </a:lnTo>
                <a:close/>
                <a:moveTo>
                  <a:pt x="2395887" y="4757"/>
                </a:moveTo>
                <a:lnTo>
                  <a:pt x="2395887" y="9087"/>
                </a:lnTo>
                <a:cubicBezTo>
                  <a:pt x="2415017" y="10224"/>
                  <a:pt x="2417749" y="12729"/>
                  <a:pt x="2417749" y="29587"/>
                </a:cubicBezTo>
                <a:lnTo>
                  <a:pt x="2417749" y="130724"/>
                </a:lnTo>
                <a:cubicBezTo>
                  <a:pt x="2417749" y="147581"/>
                  <a:pt x="2414788" y="150542"/>
                  <a:pt x="2395887" y="151223"/>
                </a:cubicBezTo>
                <a:lnTo>
                  <a:pt x="2395887" y="155550"/>
                </a:lnTo>
                <a:lnTo>
                  <a:pt x="2471954" y="155550"/>
                </a:lnTo>
                <a:cubicBezTo>
                  <a:pt x="2489719" y="155550"/>
                  <a:pt x="2505888" y="150768"/>
                  <a:pt x="2514312" y="143026"/>
                </a:cubicBezTo>
                <a:cubicBezTo>
                  <a:pt x="2522513" y="135735"/>
                  <a:pt x="2527066" y="125487"/>
                  <a:pt x="2527066" y="114550"/>
                </a:cubicBezTo>
                <a:cubicBezTo>
                  <a:pt x="2527066" y="104528"/>
                  <a:pt x="2522968" y="95416"/>
                  <a:pt x="2515907" y="88810"/>
                </a:cubicBezTo>
                <a:cubicBezTo>
                  <a:pt x="2509075" y="82663"/>
                  <a:pt x="2502927" y="79928"/>
                  <a:pt x="2488123" y="76282"/>
                </a:cubicBezTo>
                <a:cubicBezTo>
                  <a:pt x="2499967" y="73322"/>
                  <a:pt x="2504748" y="71045"/>
                  <a:pt x="2510215" y="66260"/>
                </a:cubicBezTo>
                <a:cubicBezTo>
                  <a:pt x="2515907" y="61249"/>
                  <a:pt x="2519323" y="52822"/>
                  <a:pt x="2519323" y="43481"/>
                </a:cubicBezTo>
                <a:cubicBezTo>
                  <a:pt x="2519323" y="17970"/>
                  <a:pt x="2499053" y="4757"/>
                  <a:pt x="2459655" y="4757"/>
                </a:cubicBezTo>
                <a:lnTo>
                  <a:pt x="2395887" y="4757"/>
                </a:lnTo>
                <a:moveTo>
                  <a:pt x="2440980" y="81294"/>
                </a:moveTo>
                <a:cubicBezTo>
                  <a:pt x="2463071" y="81294"/>
                  <a:pt x="2473545" y="82433"/>
                  <a:pt x="2481747" y="85849"/>
                </a:cubicBezTo>
                <a:cubicBezTo>
                  <a:pt x="2494726" y="91316"/>
                  <a:pt x="2500877" y="100428"/>
                  <a:pt x="2500877" y="114780"/>
                </a:cubicBezTo>
                <a:cubicBezTo>
                  <a:pt x="2500877" y="127078"/>
                  <a:pt x="2496095" y="135964"/>
                  <a:pt x="2486984" y="141201"/>
                </a:cubicBezTo>
                <a:cubicBezTo>
                  <a:pt x="2479696" y="145302"/>
                  <a:pt x="2470359" y="147126"/>
                  <a:pt x="2455329" y="147126"/>
                </a:cubicBezTo>
                <a:cubicBezTo>
                  <a:pt x="2444167" y="147126"/>
                  <a:pt x="2440980" y="145076"/>
                  <a:pt x="2440980" y="137785"/>
                </a:cubicBezTo>
                <a:lnTo>
                  <a:pt x="2440980" y="81294"/>
                </a:lnTo>
                <a:moveTo>
                  <a:pt x="2440980" y="72182"/>
                </a:moveTo>
                <a:lnTo>
                  <a:pt x="2440980" y="20020"/>
                </a:lnTo>
                <a:cubicBezTo>
                  <a:pt x="2440980" y="15235"/>
                  <a:pt x="2442575" y="13185"/>
                  <a:pt x="2445991" y="13185"/>
                </a:cubicBezTo>
                <a:lnTo>
                  <a:pt x="2456010" y="13185"/>
                </a:lnTo>
                <a:cubicBezTo>
                  <a:pt x="2482202" y="13185"/>
                  <a:pt x="2496095" y="24121"/>
                  <a:pt x="2496095" y="44395"/>
                </a:cubicBezTo>
                <a:cubicBezTo>
                  <a:pt x="2496095" y="62160"/>
                  <a:pt x="2484023" y="72182"/>
                  <a:pt x="2462616" y="72182"/>
                </a:cubicBezTo>
                <a:lnTo>
                  <a:pt x="2440980" y="721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UILDING">
            <a:extLst xmlns:a="http://schemas.openxmlformats.org/drawingml/2006/main">
              <a:ext uri="{FF2B5EF4-FFF2-40B4-BE49-F238E27FC236}">
                <a16:creationId xmlns:a16="http://schemas.microsoft.com/office/drawing/2014/main" id="{E532E62A-5BAA-4D9A-939F-DC388978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96" y="3739615"/>
            <a:ext cx="821347" cy="125616"/>
          </a:xfrm>
          <a:custGeom xmlns:a="http://schemas.openxmlformats.org/drawingml/2006/main">
            <a:pathLst>
              <a:path w="821347" h="125616">
                <a:moveTo>
                  <a:pt x="108772" y="29266"/>
                </a:moveTo>
                <a:cubicBezTo>
                  <a:pt x="108772" y="10690"/>
                  <a:pt x="110960" y="7776"/>
                  <a:pt x="125897" y="5955"/>
                </a:cubicBezTo>
                <a:lnTo>
                  <a:pt x="125897" y="2491"/>
                </a:lnTo>
                <a:lnTo>
                  <a:pt x="83628" y="2491"/>
                </a:lnTo>
                <a:lnTo>
                  <a:pt x="83628" y="5955"/>
                </a:lnTo>
                <a:cubicBezTo>
                  <a:pt x="97840" y="7048"/>
                  <a:pt x="100754" y="11054"/>
                  <a:pt x="100754" y="29266"/>
                </a:cubicBezTo>
                <a:lnTo>
                  <a:pt x="100754" y="78443"/>
                </a:lnTo>
                <a:cubicBezTo>
                  <a:pt x="100754" y="90829"/>
                  <a:pt x="99481" y="97749"/>
                  <a:pt x="96564" y="103211"/>
                </a:cubicBezTo>
                <a:cubicBezTo>
                  <a:pt x="91646" y="111955"/>
                  <a:pt x="79984" y="117601"/>
                  <a:pt x="66319" y="117601"/>
                </a:cubicBezTo>
                <a:cubicBezTo>
                  <a:pt x="53384" y="117601"/>
                  <a:pt x="44457" y="113231"/>
                  <a:pt x="39536" y="104671"/>
                </a:cubicBezTo>
                <a:cubicBezTo>
                  <a:pt x="36258" y="98841"/>
                  <a:pt x="34982" y="92102"/>
                  <a:pt x="34982" y="80629"/>
                </a:cubicBezTo>
                <a:lnTo>
                  <a:pt x="34982" y="22347"/>
                </a:lnTo>
                <a:cubicBezTo>
                  <a:pt x="34982" y="9233"/>
                  <a:pt x="36987" y="7228"/>
                  <a:pt x="51563" y="5955"/>
                </a:cubicBezTo>
                <a:lnTo>
                  <a:pt x="51563" y="2491"/>
                </a:lnTo>
                <a:lnTo>
                  <a:pt x="0" y="2491"/>
                </a:lnTo>
                <a:lnTo>
                  <a:pt x="0" y="5955"/>
                </a:lnTo>
                <a:cubicBezTo>
                  <a:pt x="14393" y="7048"/>
                  <a:pt x="16397" y="9049"/>
                  <a:pt x="16397" y="22347"/>
                </a:cubicBezTo>
                <a:lnTo>
                  <a:pt x="16397" y="79172"/>
                </a:lnTo>
                <a:cubicBezTo>
                  <a:pt x="16397" y="110679"/>
                  <a:pt x="31157" y="125616"/>
                  <a:pt x="62130" y="125616"/>
                </a:cubicBezTo>
                <a:cubicBezTo>
                  <a:pt x="81988" y="125616"/>
                  <a:pt x="95652" y="119242"/>
                  <a:pt x="102758" y="106856"/>
                </a:cubicBezTo>
                <a:cubicBezTo>
                  <a:pt x="107131" y="99205"/>
                  <a:pt x="108772" y="90829"/>
                  <a:pt x="108772" y="76803"/>
                </a:cubicBezTo>
                <a:lnTo>
                  <a:pt x="108772" y="29266"/>
                </a:lnTo>
                <a:close/>
                <a:moveTo>
                  <a:pt x="161062" y="103264"/>
                </a:moveTo>
                <a:cubicBezTo>
                  <a:pt x="161062" y="116931"/>
                  <a:pt x="158693" y="119119"/>
                  <a:pt x="143389" y="119664"/>
                </a:cubicBezTo>
                <a:lnTo>
                  <a:pt x="143389" y="123125"/>
                </a:lnTo>
                <a:lnTo>
                  <a:pt x="197501" y="123125"/>
                </a:lnTo>
                <a:lnTo>
                  <a:pt x="197501" y="119664"/>
                </a:lnTo>
                <a:cubicBezTo>
                  <a:pt x="182561" y="119119"/>
                  <a:pt x="179647" y="116567"/>
                  <a:pt x="179647" y="103264"/>
                </a:cubicBezTo>
                <a:lnTo>
                  <a:pt x="179647" y="22355"/>
                </a:lnTo>
                <a:cubicBezTo>
                  <a:pt x="179647" y="9052"/>
                  <a:pt x="182196" y="6683"/>
                  <a:pt x="197501" y="5955"/>
                </a:cubicBezTo>
                <a:lnTo>
                  <a:pt x="197501" y="2491"/>
                </a:lnTo>
                <a:lnTo>
                  <a:pt x="143389" y="2491"/>
                </a:lnTo>
                <a:lnTo>
                  <a:pt x="143389" y="5955"/>
                </a:lnTo>
                <a:cubicBezTo>
                  <a:pt x="158877" y="6864"/>
                  <a:pt x="161062" y="8869"/>
                  <a:pt x="161062" y="22355"/>
                </a:cubicBezTo>
                <a:lnTo>
                  <a:pt x="161062" y="103264"/>
                </a:lnTo>
                <a:close/>
                <a:moveTo>
                  <a:pt x="316478" y="91421"/>
                </a:moveTo>
                <a:cubicBezTo>
                  <a:pt x="313381" y="98343"/>
                  <a:pt x="310829" y="102536"/>
                  <a:pt x="308096" y="105633"/>
                </a:cubicBezTo>
                <a:cubicBezTo>
                  <a:pt x="301718" y="112742"/>
                  <a:pt x="291699" y="116022"/>
                  <a:pt x="276575" y="116022"/>
                </a:cubicBezTo>
                <a:lnTo>
                  <a:pt x="264367" y="116022"/>
                </a:lnTo>
                <a:cubicBezTo>
                  <a:pt x="251067" y="116022"/>
                  <a:pt x="248699" y="114927"/>
                  <a:pt x="248699" y="108549"/>
                </a:cubicBezTo>
                <a:lnTo>
                  <a:pt x="248699" y="22355"/>
                </a:lnTo>
                <a:cubicBezTo>
                  <a:pt x="248699" y="9416"/>
                  <a:pt x="251251" y="6864"/>
                  <a:pt x="265644" y="5955"/>
                </a:cubicBezTo>
                <a:lnTo>
                  <a:pt x="265644" y="2491"/>
                </a:lnTo>
                <a:lnTo>
                  <a:pt x="214264" y="2491"/>
                </a:lnTo>
                <a:lnTo>
                  <a:pt x="214264" y="5955"/>
                </a:lnTo>
                <a:cubicBezTo>
                  <a:pt x="227748" y="7048"/>
                  <a:pt x="230117" y="9600"/>
                  <a:pt x="230117" y="22355"/>
                </a:cubicBezTo>
                <a:lnTo>
                  <a:pt x="230117" y="103264"/>
                </a:lnTo>
                <a:cubicBezTo>
                  <a:pt x="230117" y="116022"/>
                  <a:pt x="227564" y="118755"/>
                  <a:pt x="214264" y="119664"/>
                </a:cubicBezTo>
                <a:lnTo>
                  <a:pt x="214264" y="123125"/>
                </a:lnTo>
                <a:lnTo>
                  <a:pt x="312285" y="123125"/>
                </a:lnTo>
                <a:lnTo>
                  <a:pt x="321032" y="91424"/>
                </a:lnTo>
                <a:lnTo>
                  <a:pt x="316478" y="91421"/>
                </a:lnTo>
                <a:close/>
                <a:moveTo>
                  <a:pt x="353644" y="103267"/>
                </a:moveTo>
                <a:cubicBezTo>
                  <a:pt x="353644" y="116386"/>
                  <a:pt x="351459" y="118755"/>
                  <a:pt x="337612" y="119664"/>
                </a:cubicBezTo>
                <a:lnTo>
                  <a:pt x="337612" y="123125"/>
                </a:lnTo>
                <a:lnTo>
                  <a:pt x="389355" y="123125"/>
                </a:lnTo>
                <a:cubicBezTo>
                  <a:pt x="410492" y="123125"/>
                  <a:pt x="429622" y="117115"/>
                  <a:pt x="440918" y="106909"/>
                </a:cubicBezTo>
                <a:cubicBezTo>
                  <a:pt x="452761" y="96158"/>
                  <a:pt x="459503" y="79939"/>
                  <a:pt x="459503" y="62263"/>
                </a:cubicBezTo>
                <a:cubicBezTo>
                  <a:pt x="459503" y="45863"/>
                  <a:pt x="454037" y="31649"/>
                  <a:pt x="444015" y="21626"/>
                </a:cubicBezTo>
                <a:cubicBezTo>
                  <a:pt x="431626" y="9052"/>
                  <a:pt x="411765" y="2491"/>
                  <a:pt x="386806" y="2491"/>
                </a:cubicBezTo>
                <a:lnTo>
                  <a:pt x="337612" y="2491"/>
                </a:lnTo>
                <a:lnTo>
                  <a:pt x="337612" y="5955"/>
                </a:lnTo>
                <a:cubicBezTo>
                  <a:pt x="352004" y="7228"/>
                  <a:pt x="353644" y="8869"/>
                  <a:pt x="353644" y="22352"/>
                </a:cubicBezTo>
                <a:lnTo>
                  <a:pt x="353644" y="103267"/>
                </a:lnTo>
                <a:moveTo>
                  <a:pt x="372229" y="16341"/>
                </a:moveTo>
                <a:cubicBezTo>
                  <a:pt x="372229" y="10692"/>
                  <a:pt x="374234" y="9233"/>
                  <a:pt x="381704" y="9233"/>
                </a:cubicBezTo>
                <a:cubicBezTo>
                  <a:pt x="397373" y="9233"/>
                  <a:pt x="409216" y="12149"/>
                  <a:pt x="417962" y="18346"/>
                </a:cubicBezTo>
                <a:cubicBezTo>
                  <a:pt x="432171" y="28188"/>
                  <a:pt x="439641" y="43859"/>
                  <a:pt x="439641" y="63539"/>
                </a:cubicBezTo>
                <a:cubicBezTo>
                  <a:pt x="439641" y="85041"/>
                  <a:pt x="432171" y="100348"/>
                  <a:pt x="417415" y="108913"/>
                </a:cubicBezTo>
                <a:cubicBezTo>
                  <a:pt x="408123" y="114198"/>
                  <a:pt x="397553" y="116386"/>
                  <a:pt x="381704" y="116386"/>
                </a:cubicBezTo>
                <a:cubicBezTo>
                  <a:pt x="374415" y="116386"/>
                  <a:pt x="372229" y="114746"/>
                  <a:pt x="372229" y="108913"/>
                </a:cubicBezTo>
                <a:lnTo>
                  <a:pt x="372229" y="16341"/>
                </a:lnTo>
                <a:close/>
                <a:moveTo>
                  <a:pt x="498492" y="103264"/>
                </a:moveTo>
                <a:cubicBezTo>
                  <a:pt x="498492" y="116931"/>
                  <a:pt x="496123" y="119119"/>
                  <a:pt x="480818" y="119664"/>
                </a:cubicBezTo>
                <a:lnTo>
                  <a:pt x="480818" y="123125"/>
                </a:lnTo>
                <a:lnTo>
                  <a:pt x="534930" y="123125"/>
                </a:lnTo>
                <a:lnTo>
                  <a:pt x="534930" y="119664"/>
                </a:lnTo>
                <a:cubicBezTo>
                  <a:pt x="519990" y="119119"/>
                  <a:pt x="517077" y="116567"/>
                  <a:pt x="517077" y="103264"/>
                </a:cubicBezTo>
                <a:lnTo>
                  <a:pt x="517077" y="22355"/>
                </a:lnTo>
                <a:cubicBezTo>
                  <a:pt x="517077" y="9052"/>
                  <a:pt x="519626" y="6683"/>
                  <a:pt x="534930" y="5955"/>
                </a:cubicBezTo>
                <a:lnTo>
                  <a:pt x="534930" y="2491"/>
                </a:lnTo>
                <a:lnTo>
                  <a:pt x="480818" y="2491"/>
                </a:lnTo>
                <a:lnTo>
                  <a:pt x="480818" y="5955"/>
                </a:lnTo>
                <a:cubicBezTo>
                  <a:pt x="496306" y="6864"/>
                  <a:pt x="498492" y="8869"/>
                  <a:pt x="498492" y="22355"/>
                </a:cubicBezTo>
                <a:lnTo>
                  <a:pt x="498492" y="103264"/>
                </a:lnTo>
                <a:close/>
                <a:moveTo>
                  <a:pt x="661013" y="125083"/>
                </a:moveTo>
                <a:lnTo>
                  <a:pt x="661013" y="29269"/>
                </a:lnTo>
                <a:cubicBezTo>
                  <a:pt x="661013" y="18340"/>
                  <a:pt x="662834" y="11601"/>
                  <a:pt x="666296" y="9233"/>
                </a:cubicBezTo>
                <a:cubicBezTo>
                  <a:pt x="668848" y="7412"/>
                  <a:pt x="671397" y="6683"/>
                  <a:pt x="678322" y="5955"/>
                </a:cubicBezTo>
                <a:lnTo>
                  <a:pt x="678322" y="2491"/>
                </a:lnTo>
                <a:lnTo>
                  <a:pt x="635506" y="2491"/>
                </a:lnTo>
                <a:lnTo>
                  <a:pt x="635506" y="5955"/>
                </a:lnTo>
                <a:cubicBezTo>
                  <a:pt x="642428" y="6500"/>
                  <a:pt x="644978" y="7228"/>
                  <a:pt x="647711" y="8869"/>
                </a:cubicBezTo>
                <a:cubicBezTo>
                  <a:pt x="651355" y="11418"/>
                  <a:pt x="652996" y="17976"/>
                  <a:pt x="652996" y="29269"/>
                </a:cubicBezTo>
                <a:lnTo>
                  <a:pt x="652996" y="90656"/>
                </a:lnTo>
                <a:lnTo>
                  <a:pt x="582851" y="2491"/>
                </a:lnTo>
                <a:lnTo>
                  <a:pt x="551694" y="2491"/>
                </a:lnTo>
                <a:lnTo>
                  <a:pt x="551694" y="5955"/>
                </a:lnTo>
                <a:cubicBezTo>
                  <a:pt x="559528" y="5955"/>
                  <a:pt x="562078" y="7412"/>
                  <a:pt x="569367" y="15972"/>
                </a:cubicBezTo>
                <a:lnTo>
                  <a:pt x="569367" y="96303"/>
                </a:lnTo>
                <a:cubicBezTo>
                  <a:pt x="569367" y="115110"/>
                  <a:pt x="566815" y="118572"/>
                  <a:pt x="551694" y="119664"/>
                </a:cubicBezTo>
                <a:lnTo>
                  <a:pt x="551694" y="123125"/>
                </a:lnTo>
                <a:lnTo>
                  <a:pt x="594510" y="123125"/>
                </a:lnTo>
                <a:lnTo>
                  <a:pt x="594510" y="119664"/>
                </a:lnTo>
                <a:cubicBezTo>
                  <a:pt x="580482" y="118936"/>
                  <a:pt x="577385" y="114746"/>
                  <a:pt x="577385" y="96345"/>
                </a:cubicBezTo>
                <a:lnTo>
                  <a:pt x="577385" y="24924"/>
                </a:lnTo>
                <a:lnTo>
                  <a:pt x="657914" y="125083"/>
                </a:lnTo>
                <a:lnTo>
                  <a:pt x="661013" y="125083"/>
                </a:lnTo>
                <a:close/>
                <a:moveTo>
                  <a:pt x="821347" y="58621"/>
                </a:moveTo>
                <a:lnTo>
                  <a:pt x="774886" y="58621"/>
                </a:lnTo>
                <a:lnTo>
                  <a:pt x="774886" y="61899"/>
                </a:lnTo>
                <a:cubicBezTo>
                  <a:pt x="782720" y="62444"/>
                  <a:pt x="784905" y="62992"/>
                  <a:pt x="787093" y="64448"/>
                </a:cubicBezTo>
                <a:cubicBezTo>
                  <a:pt x="789826" y="66086"/>
                  <a:pt x="790919" y="70273"/>
                  <a:pt x="790919" y="78102"/>
                </a:cubicBezTo>
                <a:lnTo>
                  <a:pt x="790919" y="107590"/>
                </a:lnTo>
                <a:cubicBezTo>
                  <a:pt x="790919" y="113414"/>
                  <a:pt x="779804" y="118330"/>
                  <a:pt x="766687" y="118330"/>
                </a:cubicBezTo>
                <a:cubicBezTo>
                  <a:pt x="736987" y="118330"/>
                  <a:pt x="718769" y="97579"/>
                  <a:pt x="718769" y="63720"/>
                </a:cubicBezTo>
                <a:cubicBezTo>
                  <a:pt x="718769" y="46608"/>
                  <a:pt x="723871" y="30042"/>
                  <a:pt x="731886" y="21123"/>
                </a:cubicBezTo>
                <a:cubicBezTo>
                  <a:pt x="739904" y="12205"/>
                  <a:pt x="751199" y="7289"/>
                  <a:pt x="763590" y="7289"/>
                </a:cubicBezTo>
                <a:cubicBezTo>
                  <a:pt x="773793" y="7289"/>
                  <a:pt x="782720" y="10748"/>
                  <a:pt x="789826" y="17301"/>
                </a:cubicBezTo>
                <a:cubicBezTo>
                  <a:pt x="795292" y="22397"/>
                  <a:pt x="798208" y="27312"/>
                  <a:pt x="802762" y="38416"/>
                </a:cubicBezTo>
                <a:lnTo>
                  <a:pt x="806951" y="38416"/>
                </a:lnTo>
                <a:lnTo>
                  <a:pt x="805495" y="0"/>
                </a:lnTo>
                <a:lnTo>
                  <a:pt x="801486" y="0"/>
                </a:lnTo>
                <a:cubicBezTo>
                  <a:pt x="800393" y="3464"/>
                  <a:pt x="797113" y="6013"/>
                  <a:pt x="793287" y="6013"/>
                </a:cubicBezTo>
                <a:cubicBezTo>
                  <a:pt x="791466" y="6013"/>
                  <a:pt x="788550" y="5468"/>
                  <a:pt x="785269" y="4192"/>
                </a:cubicBezTo>
                <a:cubicBezTo>
                  <a:pt x="777071" y="1460"/>
                  <a:pt x="768692" y="0"/>
                  <a:pt x="760493" y="0"/>
                </a:cubicBezTo>
                <a:cubicBezTo>
                  <a:pt x="724052" y="0"/>
                  <a:pt x="697999" y="26767"/>
                  <a:pt x="697999" y="63901"/>
                </a:cubicBezTo>
                <a:cubicBezTo>
                  <a:pt x="697999" y="81741"/>
                  <a:pt x="702917" y="95394"/>
                  <a:pt x="713120" y="106133"/>
                </a:cubicBezTo>
                <a:cubicBezTo>
                  <a:pt x="725328" y="118694"/>
                  <a:pt x="742820" y="125616"/>
                  <a:pt x="762862" y="125616"/>
                </a:cubicBezTo>
                <a:cubicBezTo>
                  <a:pt x="778530" y="125616"/>
                  <a:pt x="801305" y="119242"/>
                  <a:pt x="808592" y="112870"/>
                </a:cubicBezTo>
                <a:lnTo>
                  <a:pt x="808592" y="75916"/>
                </a:lnTo>
                <a:cubicBezTo>
                  <a:pt x="808592" y="65177"/>
                  <a:pt x="810780" y="62808"/>
                  <a:pt x="821347" y="61899"/>
                </a:cubicBezTo>
                <a:lnTo>
                  <a:pt x="821347" y="586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-">
            <a:extLst xmlns:a="http://schemas.openxmlformats.org/drawingml/2006/main">
              <a:ext uri="{FF2B5EF4-FFF2-40B4-BE49-F238E27FC236}">
                <a16:creationId xmlns:a16="http://schemas.microsoft.com/office/drawing/2014/main" id="{C08851DD-8EA9-43A7-986F-75BF7F1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177" y="3804247"/>
            <a:ext cx="56026" cy="14349"/>
          </a:xfrm>
          <a:custGeom xmlns:a="http://schemas.openxmlformats.org/drawingml/2006/main">
            <a:pathLst>
              <a:path w="56026" h="14349">
                <a:moveTo>
                  <a:pt x="0" y="0"/>
                </a:moveTo>
                <a:lnTo>
                  <a:pt x="0" y="14349"/>
                </a:lnTo>
                <a:lnTo>
                  <a:pt x="56026" y="14349"/>
                </a:lnTo>
                <a:lnTo>
                  <a:pt x="5602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ONION">
            <a:extLst xmlns:a="http://schemas.openxmlformats.org/drawingml/2006/main">
              <a:ext uri="{FF2B5EF4-FFF2-40B4-BE49-F238E27FC236}">
                <a16:creationId xmlns:a16="http://schemas.microsoft.com/office/drawing/2014/main" id="{8AE3937D-2DB8-44D1-9D2C-16B4E8D5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628" y="3739615"/>
            <a:ext cx="622934" cy="125616"/>
          </a:xfrm>
          <a:custGeom xmlns:a="http://schemas.openxmlformats.org/drawingml/2006/main">
            <a:pathLst>
              <a:path w="622934" h="125616">
                <a:moveTo>
                  <a:pt x="59578" y="0"/>
                </a:moveTo>
                <a:cubicBezTo>
                  <a:pt x="24779" y="0"/>
                  <a:pt x="0" y="26222"/>
                  <a:pt x="0" y="62811"/>
                </a:cubicBezTo>
                <a:cubicBezTo>
                  <a:pt x="0" y="79923"/>
                  <a:pt x="5830" y="96486"/>
                  <a:pt x="15669" y="107045"/>
                </a:cubicBezTo>
                <a:cubicBezTo>
                  <a:pt x="26236" y="118513"/>
                  <a:pt x="42452" y="125616"/>
                  <a:pt x="58485" y="125616"/>
                </a:cubicBezTo>
                <a:cubicBezTo>
                  <a:pt x="94376" y="125616"/>
                  <a:pt x="119155" y="100128"/>
                  <a:pt x="119155" y="63539"/>
                </a:cubicBezTo>
                <a:cubicBezTo>
                  <a:pt x="119155" y="45516"/>
                  <a:pt x="113873" y="30045"/>
                  <a:pt x="103851" y="19122"/>
                </a:cubicBezTo>
                <a:cubicBezTo>
                  <a:pt x="92375" y="6561"/>
                  <a:pt x="77070" y="0"/>
                  <a:pt x="59578" y="0"/>
                </a:cubicBezTo>
                <a:moveTo>
                  <a:pt x="59578" y="6561"/>
                </a:moveTo>
                <a:cubicBezTo>
                  <a:pt x="67960" y="6561"/>
                  <a:pt x="76339" y="9839"/>
                  <a:pt x="82900" y="15663"/>
                </a:cubicBezTo>
                <a:cubicBezTo>
                  <a:pt x="92739" y="24582"/>
                  <a:pt x="98385" y="41693"/>
                  <a:pt x="98385" y="63356"/>
                </a:cubicBezTo>
                <a:cubicBezTo>
                  <a:pt x="98385" y="74095"/>
                  <a:pt x="96017" y="86656"/>
                  <a:pt x="92375" y="96122"/>
                </a:cubicBezTo>
                <a:cubicBezTo>
                  <a:pt x="90734" y="100673"/>
                  <a:pt x="87637" y="105224"/>
                  <a:pt x="83445" y="109411"/>
                </a:cubicBezTo>
                <a:cubicBezTo>
                  <a:pt x="77070" y="115783"/>
                  <a:pt x="68869" y="119058"/>
                  <a:pt x="59213" y="119058"/>
                </a:cubicBezTo>
                <a:cubicBezTo>
                  <a:pt x="50831" y="119058"/>
                  <a:pt x="42633" y="115783"/>
                  <a:pt x="36255" y="110139"/>
                </a:cubicBezTo>
                <a:cubicBezTo>
                  <a:pt x="26784" y="101766"/>
                  <a:pt x="20770" y="83381"/>
                  <a:pt x="20770" y="63175"/>
                </a:cubicBezTo>
                <a:cubicBezTo>
                  <a:pt x="20770" y="44607"/>
                  <a:pt x="25872" y="26950"/>
                  <a:pt x="33523" y="18393"/>
                </a:cubicBezTo>
                <a:cubicBezTo>
                  <a:pt x="40628" y="10567"/>
                  <a:pt x="49558" y="6561"/>
                  <a:pt x="59578" y="6561"/>
                </a:cubicBezTo>
                <a:close/>
                <a:moveTo>
                  <a:pt x="248153" y="125083"/>
                </a:moveTo>
                <a:lnTo>
                  <a:pt x="248153" y="29269"/>
                </a:lnTo>
                <a:cubicBezTo>
                  <a:pt x="248153" y="18340"/>
                  <a:pt x="249974" y="11601"/>
                  <a:pt x="253435" y="9233"/>
                </a:cubicBezTo>
                <a:cubicBezTo>
                  <a:pt x="255987" y="7412"/>
                  <a:pt x="258537" y="6683"/>
                  <a:pt x="265462" y="5955"/>
                </a:cubicBezTo>
                <a:lnTo>
                  <a:pt x="265462" y="2491"/>
                </a:lnTo>
                <a:lnTo>
                  <a:pt x="222646" y="2491"/>
                </a:lnTo>
                <a:lnTo>
                  <a:pt x="222646" y="5955"/>
                </a:lnTo>
                <a:cubicBezTo>
                  <a:pt x="229568" y="6500"/>
                  <a:pt x="232117" y="7228"/>
                  <a:pt x="234850" y="8869"/>
                </a:cubicBezTo>
                <a:cubicBezTo>
                  <a:pt x="238495" y="11418"/>
                  <a:pt x="240135" y="17976"/>
                  <a:pt x="240135" y="29269"/>
                </a:cubicBezTo>
                <a:lnTo>
                  <a:pt x="240135" y="90656"/>
                </a:lnTo>
                <a:lnTo>
                  <a:pt x="169990" y="2491"/>
                </a:lnTo>
                <a:lnTo>
                  <a:pt x="138834" y="2491"/>
                </a:lnTo>
                <a:lnTo>
                  <a:pt x="138834" y="5955"/>
                </a:lnTo>
                <a:cubicBezTo>
                  <a:pt x="146668" y="5955"/>
                  <a:pt x="149217" y="7412"/>
                  <a:pt x="156507" y="15972"/>
                </a:cubicBezTo>
                <a:lnTo>
                  <a:pt x="156507" y="96303"/>
                </a:lnTo>
                <a:cubicBezTo>
                  <a:pt x="156507" y="115110"/>
                  <a:pt x="153955" y="118572"/>
                  <a:pt x="138834" y="119664"/>
                </a:cubicBezTo>
                <a:lnTo>
                  <a:pt x="138834" y="123125"/>
                </a:lnTo>
                <a:lnTo>
                  <a:pt x="181650" y="123125"/>
                </a:lnTo>
                <a:lnTo>
                  <a:pt x="181650" y="119664"/>
                </a:lnTo>
                <a:cubicBezTo>
                  <a:pt x="167622" y="118936"/>
                  <a:pt x="164525" y="114746"/>
                  <a:pt x="164525" y="96345"/>
                </a:cubicBezTo>
                <a:lnTo>
                  <a:pt x="164525" y="24924"/>
                </a:lnTo>
                <a:lnTo>
                  <a:pt x="245053" y="125083"/>
                </a:lnTo>
                <a:lnTo>
                  <a:pt x="248153" y="125083"/>
                </a:lnTo>
                <a:close/>
                <a:moveTo>
                  <a:pt x="300442" y="103264"/>
                </a:moveTo>
                <a:cubicBezTo>
                  <a:pt x="300442" y="116931"/>
                  <a:pt x="298074" y="119119"/>
                  <a:pt x="282769" y="119664"/>
                </a:cubicBezTo>
                <a:lnTo>
                  <a:pt x="282769" y="123125"/>
                </a:lnTo>
                <a:lnTo>
                  <a:pt x="336881" y="123125"/>
                </a:lnTo>
                <a:lnTo>
                  <a:pt x="336881" y="119664"/>
                </a:lnTo>
                <a:cubicBezTo>
                  <a:pt x="321941" y="119119"/>
                  <a:pt x="319027" y="116567"/>
                  <a:pt x="319027" y="103264"/>
                </a:cubicBezTo>
                <a:lnTo>
                  <a:pt x="319027" y="22355"/>
                </a:lnTo>
                <a:cubicBezTo>
                  <a:pt x="319027" y="9052"/>
                  <a:pt x="321577" y="6683"/>
                  <a:pt x="336881" y="5955"/>
                </a:cubicBezTo>
                <a:lnTo>
                  <a:pt x="336881" y="2491"/>
                </a:lnTo>
                <a:lnTo>
                  <a:pt x="282769" y="2491"/>
                </a:lnTo>
                <a:lnTo>
                  <a:pt x="282769" y="5955"/>
                </a:lnTo>
                <a:cubicBezTo>
                  <a:pt x="298257" y="6864"/>
                  <a:pt x="300442" y="8869"/>
                  <a:pt x="300442" y="22355"/>
                </a:cubicBezTo>
                <a:lnTo>
                  <a:pt x="300442" y="103264"/>
                </a:lnTo>
                <a:close/>
                <a:moveTo>
                  <a:pt x="417231" y="0"/>
                </a:moveTo>
                <a:cubicBezTo>
                  <a:pt x="382433" y="0"/>
                  <a:pt x="357654" y="26222"/>
                  <a:pt x="357654" y="62811"/>
                </a:cubicBezTo>
                <a:cubicBezTo>
                  <a:pt x="357654" y="79923"/>
                  <a:pt x="363483" y="96486"/>
                  <a:pt x="373322" y="107045"/>
                </a:cubicBezTo>
                <a:cubicBezTo>
                  <a:pt x="383889" y="118513"/>
                  <a:pt x="400106" y="125616"/>
                  <a:pt x="416139" y="125616"/>
                </a:cubicBezTo>
                <a:cubicBezTo>
                  <a:pt x="452030" y="125616"/>
                  <a:pt x="476809" y="100128"/>
                  <a:pt x="476809" y="63539"/>
                </a:cubicBezTo>
                <a:cubicBezTo>
                  <a:pt x="476809" y="45516"/>
                  <a:pt x="471527" y="30045"/>
                  <a:pt x="461504" y="19122"/>
                </a:cubicBezTo>
                <a:cubicBezTo>
                  <a:pt x="450028" y="6561"/>
                  <a:pt x="434724" y="0"/>
                  <a:pt x="417231" y="0"/>
                </a:cubicBezTo>
                <a:moveTo>
                  <a:pt x="417231" y="6561"/>
                </a:moveTo>
                <a:cubicBezTo>
                  <a:pt x="425613" y="6561"/>
                  <a:pt x="433993" y="9839"/>
                  <a:pt x="440554" y="15663"/>
                </a:cubicBezTo>
                <a:cubicBezTo>
                  <a:pt x="450392" y="24582"/>
                  <a:pt x="456039" y="41693"/>
                  <a:pt x="456039" y="63356"/>
                </a:cubicBezTo>
                <a:cubicBezTo>
                  <a:pt x="456039" y="74095"/>
                  <a:pt x="453670" y="86656"/>
                  <a:pt x="450028" y="96122"/>
                </a:cubicBezTo>
                <a:cubicBezTo>
                  <a:pt x="448388" y="100673"/>
                  <a:pt x="445291" y="105224"/>
                  <a:pt x="441098" y="109411"/>
                </a:cubicBezTo>
                <a:cubicBezTo>
                  <a:pt x="434724" y="115783"/>
                  <a:pt x="426522" y="119058"/>
                  <a:pt x="416867" y="119058"/>
                </a:cubicBezTo>
                <a:cubicBezTo>
                  <a:pt x="408485" y="119058"/>
                  <a:pt x="400286" y="115783"/>
                  <a:pt x="393909" y="110139"/>
                </a:cubicBezTo>
                <a:cubicBezTo>
                  <a:pt x="384437" y="101766"/>
                  <a:pt x="378424" y="83381"/>
                  <a:pt x="378424" y="63175"/>
                </a:cubicBezTo>
                <a:cubicBezTo>
                  <a:pt x="378424" y="44607"/>
                  <a:pt x="383525" y="26950"/>
                  <a:pt x="391176" y="18393"/>
                </a:cubicBezTo>
                <a:cubicBezTo>
                  <a:pt x="398282" y="10567"/>
                  <a:pt x="407212" y="6561"/>
                  <a:pt x="417231" y="6561"/>
                </a:cubicBezTo>
                <a:close/>
                <a:moveTo>
                  <a:pt x="605625" y="125083"/>
                </a:moveTo>
                <a:lnTo>
                  <a:pt x="605625" y="29269"/>
                </a:lnTo>
                <a:cubicBezTo>
                  <a:pt x="605625" y="18340"/>
                  <a:pt x="607446" y="11601"/>
                  <a:pt x="610907" y="9233"/>
                </a:cubicBezTo>
                <a:cubicBezTo>
                  <a:pt x="613459" y="7412"/>
                  <a:pt x="616008" y="6683"/>
                  <a:pt x="622934" y="5955"/>
                </a:cubicBezTo>
                <a:lnTo>
                  <a:pt x="622934" y="2491"/>
                </a:lnTo>
                <a:lnTo>
                  <a:pt x="580117" y="2491"/>
                </a:lnTo>
                <a:lnTo>
                  <a:pt x="580117" y="5955"/>
                </a:lnTo>
                <a:cubicBezTo>
                  <a:pt x="587040" y="6500"/>
                  <a:pt x="589589" y="7228"/>
                  <a:pt x="592322" y="8869"/>
                </a:cubicBezTo>
                <a:cubicBezTo>
                  <a:pt x="595967" y="11418"/>
                  <a:pt x="597607" y="17976"/>
                  <a:pt x="597607" y="29269"/>
                </a:cubicBezTo>
                <a:lnTo>
                  <a:pt x="597607" y="90656"/>
                </a:lnTo>
                <a:lnTo>
                  <a:pt x="527462" y="2491"/>
                </a:lnTo>
                <a:lnTo>
                  <a:pt x="496305" y="2491"/>
                </a:lnTo>
                <a:lnTo>
                  <a:pt x="496305" y="5955"/>
                </a:lnTo>
                <a:cubicBezTo>
                  <a:pt x="504140" y="5955"/>
                  <a:pt x="506689" y="7412"/>
                  <a:pt x="513978" y="15972"/>
                </a:cubicBezTo>
                <a:lnTo>
                  <a:pt x="513978" y="96303"/>
                </a:lnTo>
                <a:cubicBezTo>
                  <a:pt x="513978" y="115110"/>
                  <a:pt x="511426" y="118572"/>
                  <a:pt x="496305" y="119664"/>
                </a:cubicBezTo>
                <a:lnTo>
                  <a:pt x="496305" y="123125"/>
                </a:lnTo>
                <a:lnTo>
                  <a:pt x="539122" y="123125"/>
                </a:lnTo>
                <a:lnTo>
                  <a:pt x="539122" y="119664"/>
                </a:lnTo>
                <a:cubicBezTo>
                  <a:pt x="525093" y="118936"/>
                  <a:pt x="521996" y="114746"/>
                  <a:pt x="521996" y="96345"/>
                </a:cubicBezTo>
                <a:lnTo>
                  <a:pt x="521996" y="24924"/>
                </a:lnTo>
                <a:lnTo>
                  <a:pt x="602525" y="125083"/>
                </a:lnTo>
                <a:lnTo>
                  <a:pt x="605625" y="125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Lalgorithm,f">
            <a:extLst xmlns:a="http://schemas.openxmlformats.org/drawingml/2006/main">
              <a:ext uri="{FF2B5EF4-FFF2-40B4-BE49-F238E27FC236}">
                <a16:creationId xmlns:a16="http://schemas.microsoft.com/office/drawing/2014/main" id="{C0856F4E-A223-4B97-BD3E-4005024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413" y="3707191"/>
            <a:ext cx="1315231" cy="205230"/>
          </a:xfrm>
          <a:custGeom xmlns:a="http://schemas.openxmlformats.org/drawingml/2006/main">
            <a:pathLst>
              <a:path w="1315231" h="205230">
                <a:moveTo>
                  <a:pt x="127766" y="115920"/>
                </a:moveTo>
                <a:cubicBezTo>
                  <a:pt x="123895" y="124573"/>
                  <a:pt x="120705" y="129813"/>
                  <a:pt x="117289" y="133684"/>
                </a:cubicBezTo>
                <a:cubicBezTo>
                  <a:pt x="109317" y="142570"/>
                  <a:pt x="96793" y="146671"/>
                  <a:pt x="77888" y="146671"/>
                </a:cubicBezTo>
                <a:lnTo>
                  <a:pt x="62629" y="146671"/>
                </a:lnTo>
                <a:cubicBezTo>
                  <a:pt x="46004" y="146671"/>
                  <a:pt x="43043" y="145302"/>
                  <a:pt x="43043" y="137330"/>
                </a:cubicBezTo>
                <a:lnTo>
                  <a:pt x="43043" y="29587"/>
                </a:lnTo>
                <a:cubicBezTo>
                  <a:pt x="43043" y="13414"/>
                  <a:pt x="46233" y="10224"/>
                  <a:pt x="64224" y="9087"/>
                </a:cubicBezTo>
                <a:lnTo>
                  <a:pt x="64224" y="4757"/>
                </a:lnTo>
                <a:lnTo>
                  <a:pt x="0" y="4757"/>
                </a:lnTo>
                <a:lnTo>
                  <a:pt x="0" y="9087"/>
                </a:lnTo>
                <a:cubicBezTo>
                  <a:pt x="16854" y="10453"/>
                  <a:pt x="19815" y="13643"/>
                  <a:pt x="19815" y="29587"/>
                </a:cubicBezTo>
                <a:lnTo>
                  <a:pt x="19815" y="130724"/>
                </a:lnTo>
                <a:cubicBezTo>
                  <a:pt x="19815" y="146671"/>
                  <a:pt x="16625" y="150087"/>
                  <a:pt x="0" y="151223"/>
                </a:cubicBezTo>
                <a:lnTo>
                  <a:pt x="0" y="155550"/>
                </a:lnTo>
                <a:lnTo>
                  <a:pt x="122526" y="155550"/>
                </a:lnTo>
                <a:lnTo>
                  <a:pt x="133459" y="115923"/>
                </a:lnTo>
                <a:lnTo>
                  <a:pt x="127766" y="115920"/>
                </a:lnTo>
                <a:close/>
                <a:moveTo>
                  <a:pt x="314515" y="140471"/>
                </a:moveTo>
                <a:cubicBezTo>
                  <a:pt x="310644" y="143655"/>
                  <a:pt x="307913" y="144794"/>
                  <a:pt x="304497" y="144794"/>
                </a:cubicBezTo>
                <a:cubicBezTo>
                  <a:pt x="299260" y="144794"/>
                  <a:pt x="297665" y="141608"/>
                  <a:pt x="297665" y="131596"/>
                </a:cubicBezTo>
                <a:lnTo>
                  <a:pt x="297665" y="87215"/>
                </a:lnTo>
                <a:cubicBezTo>
                  <a:pt x="297665" y="75379"/>
                  <a:pt x="296525" y="68780"/>
                  <a:pt x="293109" y="63317"/>
                </a:cubicBezTo>
                <a:cubicBezTo>
                  <a:pt x="288098" y="55126"/>
                  <a:pt x="278305" y="50796"/>
                  <a:pt x="264870" y="50796"/>
                </a:cubicBezTo>
                <a:cubicBezTo>
                  <a:pt x="243460" y="50796"/>
                  <a:pt x="226609" y="61951"/>
                  <a:pt x="226609" y="76289"/>
                </a:cubicBezTo>
                <a:cubicBezTo>
                  <a:pt x="226609" y="81526"/>
                  <a:pt x="231161" y="86075"/>
                  <a:pt x="236402" y="86075"/>
                </a:cubicBezTo>
                <a:cubicBezTo>
                  <a:pt x="241865" y="86075"/>
                  <a:pt x="246650" y="81526"/>
                  <a:pt x="246650" y="76519"/>
                </a:cubicBezTo>
                <a:cubicBezTo>
                  <a:pt x="246650" y="75608"/>
                  <a:pt x="246420" y="74468"/>
                  <a:pt x="246195" y="72877"/>
                </a:cubicBezTo>
                <a:cubicBezTo>
                  <a:pt x="245739" y="70830"/>
                  <a:pt x="245510" y="69009"/>
                  <a:pt x="245510" y="67414"/>
                </a:cubicBezTo>
                <a:cubicBezTo>
                  <a:pt x="245510" y="61270"/>
                  <a:pt x="252797" y="56262"/>
                  <a:pt x="261909" y="56262"/>
                </a:cubicBezTo>
                <a:cubicBezTo>
                  <a:pt x="273068" y="56262"/>
                  <a:pt x="279215" y="62861"/>
                  <a:pt x="279215" y="75153"/>
                </a:cubicBezTo>
                <a:lnTo>
                  <a:pt x="279215" y="89036"/>
                </a:lnTo>
                <a:cubicBezTo>
                  <a:pt x="244144" y="103145"/>
                  <a:pt x="240273" y="104966"/>
                  <a:pt x="230480" y="113616"/>
                </a:cubicBezTo>
                <a:cubicBezTo>
                  <a:pt x="225469" y="118168"/>
                  <a:pt x="222279" y="125904"/>
                  <a:pt x="222279" y="133413"/>
                </a:cubicBezTo>
                <a:cubicBezTo>
                  <a:pt x="222279" y="147755"/>
                  <a:pt x="232301" y="157774"/>
                  <a:pt x="246195" y="157774"/>
                </a:cubicBezTo>
                <a:cubicBezTo>
                  <a:pt x="256213" y="157774"/>
                  <a:pt x="265551" y="152992"/>
                  <a:pt x="279445" y="141149"/>
                </a:cubicBezTo>
                <a:cubicBezTo>
                  <a:pt x="280584" y="152992"/>
                  <a:pt x="284682" y="157774"/>
                  <a:pt x="294019" y="157774"/>
                </a:cubicBezTo>
                <a:cubicBezTo>
                  <a:pt x="301762" y="157774"/>
                  <a:pt x="306547" y="155043"/>
                  <a:pt x="314515" y="146390"/>
                </a:cubicBezTo>
                <a:lnTo>
                  <a:pt x="314515" y="140471"/>
                </a:lnTo>
                <a:moveTo>
                  <a:pt x="279215" y="127485"/>
                </a:moveTo>
                <a:cubicBezTo>
                  <a:pt x="279215" y="134546"/>
                  <a:pt x="278079" y="136597"/>
                  <a:pt x="273294" y="139328"/>
                </a:cubicBezTo>
                <a:cubicBezTo>
                  <a:pt x="267831" y="142518"/>
                  <a:pt x="261454" y="144565"/>
                  <a:pt x="256669" y="144565"/>
                </a:cubicBezTo>
                <a:cubicBezTo>
                  <a:pt x="248700" y="144565"/>
                  <a:pt x="242323" y="136823"/>
                  <a:pt x="242323" y="127030"/>
                </a:cubicBezTo>
                <a:lnTo>
                  <a:pt x="242323" y="126119"/>
                </a:lnTo>
                <a:cubicBezTo>
                  <a:pt x="242323" y="112681"/>
                  <a:pt x="251657" y="104483"/>
                  <a:pt x="279215" y="94461"/>
                </a:cubicBezTo>
                <a:lnTo>
                  <a:pt x="279215" y="127485"/>
                </a:lnTo>
                <a:close/>
                <a:moveTo>
                  <a:pt x="319301" y="13664"/>
                </a:moveTo>
                <a:lnTo>
                  <a:pt x="320666" y="13664"/>
                </a:lnTo>
                <a:cubicBezTo>
                  <a:pt x="323172" y="13438"/>
                  <a:pt x="325903" y="13209"/>
                  <a:pt x="327728" y="13209"/>
                </a:cubicBezTo>
                <a:cubicBezTo>
                  <a:pt x="335015" y="13209"/>
                  <a:pt x="337291" y="16399"/>
                  <a:pt x="337291" y="27102"/>
                </a:cubicBezTo>
                <a:lnTo>
                  <a:pt x="337291" y="135738"/>
                </a:lnTo>
                <a:cubicBezTo>
                  <a:pt x="337291" y="148037"/>
                  <a:pt x="334105" y="150998"/>
                  <a:pt x="319756" y="152134"/>
                </a:cubicBezTo>
                <a:lnTo>
                  <a:pt x="319756" y="155550"/>
                </a:lnTo>
                <a:lnTo>
                  <a:pt x="373502" y="155550"/>
                </a:lnTo>
                <a:lnTo>
                  <a:pt x="373502" y="152134"/>
                </a:lnTo>
                <a:cubicBezTo>
                  <a:pt x="359157" y="151223"/>
                  <a:pt x="356422" y="148947"/>
                  <a:pt x="356422" y="136419"/>
                </a:cubicBezTo>
                <a:lnTo>
                  <a:pt x="356422" y="455"/>
                </a:lnTo>
                <a:lnTo>
                  <a:pt x="355511" y="0"/>
                </a:lnTo>
                <a:cubicBezTo>
                  <a:pt x="343668" y="3871"/>
                  <a:pt x="335015" y="6151"/>
                  <a:pt x="319301" y="10022"/>
                </a:cubicBezTo>
                <a:lnTo>
                  <a:pt x="319301" y="13664"/>
                </a:lnTo>
                <a:close/>
                <a:moveTo>
                  <a:pt x="485325" y="67240"/>
                </a:moveTo>
                <a:lnTo>
                  <a:pt x="485325" y="58358"/>
                </a:lnTo>
                <a:lnTo>
                  <a:pt x="467789" y="58358"/>
                </a:lnTo>
                <a:cubicBezTo>
                  <a:pt x="463233" y="58358"/>
                  <a:pt x="459817" y="57649"/>
                  <a:pt x="455265" y="56036"/>
                </a:cubicBezTo>
                <a:lnTo>
                  <a:pt x="450254" y="54215"/>
                </a:lnTo>
                <a:cubicBezTo>
                  <a:pt x="444103" y="51936"/>
                  <a:pt x="437955" y="50796"/>
                  <a:pt x="432034" y="50796"/>
                </a:cubicBezTo>
                <a:cubicBezTo>
                  <a:pt x="410853" y="50796"/>
                  <a:pt x="393998" y="67240"/>
                  <a:pt x="393998" y="87959"/>
                </a:cubicBezTo>
                <a:cubicBezTo>
                  <a:pt x="393998" y="102304"/>
                  <a:pt x="400149" y="110954"/>
                  <a:pt x="415179" y="118467"/>
                </a:cubicBezTo>
                <a:cubicBezTo>
                  <a:pt x="410853" y="122568"/>
                  <a:pt x="406756" y="126432"/>
                  <a:pt x="405386" y="127568"/>
                </a:cubicBezTo>
                <a:cubicBezTo>
                  <a:pt x="397873" y="134161"/>
                  <a:pt x="394912" y="138710"/>
                  <a:pt x="394912" y="143255"/>
                </a:cubicBezTo>
                <a:cubicBezTo>
                  <a:pt x="394912" y="148030"/>
                  <a:pt x="397644" y="150758"/>
                  <a:pt x="406981" y="155314"/>
                </a:cubicBezTo>
                <a:cubicBezTo>
                  <a:pt x="390812" y="167167"/>
                  <a:pt x="384664" y="174694"/>
                  <a:pt x="384664" y="183129"/>
                </a:cubicBezTo>
                <a:cubicBezTo>
                  <a:pt x="384664" y="195208"/>
                  <a:pt x="402426" y="205230"/>
                  <a:pt x="424062" y="205230"/>
                </a:cubicBezTo>
                <a:cubicBezTo>
                  <a:pt x="441142" y="205230"/>
                  <a:pt x="458907" y="199309"/>
                  <a:pt x="470750" y="189742"/>
                </a:cubicBezTo>
                <a:cubicBezTo>
                  <a:pt x="479406" y="182673"/>
                  <a:pt x="483278" y="175376"/>
                  <a:pt x="483278" y="166712"/>
                </a:cubicBezTo>
                <a:cubicBezTo>
                  <a:pt x="483278" y="152579"/>
                  <a:pt x="472571" y="143029"/>
                  <a:pt x="455720" y="142348"/>
                </a:cubicBezTo>
                <a:lnTo>
                  <a:pt x="426341" y="140982"/>
                </a:lnTo>
                <a:cubicBezTo>
                  <a:pt x="414269" y="140527"/>
                  <a:pt x="408576" y="138480"/>
                  <a:pt x="408576" y="134845"/>
                </a:cubicBezTo>
                <a:cubicBezTo>
                  <a:pt x="408576" y="130296"/>
                  <a:pt x="416090" y="122338"/>
                  <a:pt x="422241" y="120517"/>
                </a:cubicBezTo>
                <a:cubicBezTo>
                  <a:pt x="424291" y="120747"/>
                  <a:pt x="425886" y="120972"/>
                  <a:pt x="426567" y="120972"/>
                </a:cubicBezTo>
                <a:cubicBezTo>
                  <a:pt x="430894" y="121428"/>
                  <a:pt x="433855" y="121657"/>
                  <a:pt x="435224" y="121657"/>
                </a:cubicBezTo>
                <a:cubicBezTo>
                  <a:pt x="443647" y="121657"/>
                  <a:pt x="452759" y="118241"/>
                  <a:pt x="459817" y="112094"/>
                </a:cubicBezTo>
                <a:cubicBezTo>
                  <a:pt x="467334" y="105717"/>
                  <a:pt x="470750" y="97748"/>
                  <a:pt x="470750" y="86367"/>
                </a:cubicBezTo>
                <a:cubicBezTo>
                  <a:pt x="470750" y="79764"/>
                  <a:pt x="469610" y="74527"/>
                  <a:pt x="466423" y="67240"/>
                </a:cubicBezTo>
                <a:lnTo>
                  <a:pt x="485325" y="67240"/>
                </a:lnTo>
                <a:moveTo>
                  <a:pt x="411763" y="155995"/>
                </a:moveTo>
                <a:cubicBezTo>
                  <a:pt x="419280" y="157593"/>
                  <a:pt x="437500" y="158959"/>
                  <a:pt x="448659" y="158959"/>
                </a:cubicBezTo>
                <a:cubicBezTo>
                  <a:pt x="469384" y="158959"/>
                  <a:pt x="476901" y="161923"/>
                  <a:pt x="476901" y="170132"/>
                </a:cubicBezTo>
                <a:cubicBezTo>
                  <a:pt x="476901" y="183358"/>
                  <a:pt x="459591" y="192247"/>
                  <a:pt x="433855" y="192247"/>
                </a:cubicBezTo>
                <a:cubicBezTo>
                  <a:pt x="413813" y="192247"/>
                  <a:pt x="400605" y="185638"/>
                  <a:pt x="400605" y="175605"/>
                </a:cubicBezTo>
                <a:cubicBezTo>
                  <a:pt x="400605" y="170361"/>
                  <a:pt x="402200" y="167397"/>
                  <a:pt x="411763" y="155995"/>
                </a:cubicBezTo>
                <a:moveTo>
                  <a:pt x="412903" y="78625"/>
                </a:moveTo>
                <a:cubicBezTo>
                  <a:pt x="412903" y="65193"/>
                  <a:pt x="419280" y="57176"/>
                  <a:pt x="429757" y="57176"/>
                </a:cubicBezTo>
                <a:cubicBezTo>
                  <a:pt x="436815" y="57176"/>
                  <a:pt x="442737" y="61093"/>
                  <a:pt x="446382" y="67925"/>
                </a:cubicBezTo>
                <a:cubicBezTo>
                  <a:pt x="450480" y="75893"/>
                  <a:pt x="453214" y="86367"/>
                  <a:pt x="453214" y="95246"/>
                </a:cubicBezTo>
                <a:cubicBezTo>
                  <a:pt x="453214" y="107993"/>
                  <a:pt x="446608" y="115961"/>
                  <a:pt x="436134" y="115961"/>
                </a:cubicBezTo>
                <a:cubicBezTo>
                  <a:pt x="422470" y="115961"/>
                  <a:pt x="412903" y="101164"/>
                  <a:pt x="412903" y="79309"/>
                </a:cubicBezTo>
                <a:lnTo>
                  <a:pt x="412903" y="78625"/>
                </a:lnTo>
                <a:close/>
                <a:moveTo>
                  <a:pt x="549096" y="50796"/>
                </a:moveTo>
                <a:cubicBezTo>
                  <a:pt x="519488" y="50796"/>
                  <a:pt x="498763" y="72651"/>
                  <a:pt x="498763" y="104059"/>
                </a:cubicBezTo>
                <a:cubicBezTo>
                  <a:pt x="498763" y="134783"/>
                  <a:pt x="519943" y="157774"/>
                  <a:pt x="548638" y="157774"/>
                </a:cubicBezTo>
                <a:cubicBezTo>
                  <a:pt x="577335" y="157774"/>
                  <a:pt x="599197" y="133646"/>
                  <a:pt x="599197" y="102238"/>
                </a:cubicBezTo>
                <a:cubicBezTo>
                  <a:pt x="599197" y="72422"/>
                  <a:pt x="578246" y="50796"/>
                  <a:pt x="549096" y="50796"/>
                </a:cubicBezTo>
                <a:moveTo>
                  <a:pt x="546135" y="57176"/>
                </a:moveTo>
                <a:cubicBezTo>
                  <a:pt x="565266" y="57176"/>
                  <a:pt x="578701" y="79024"/>
                  <a:pt x="578701" y="110203"/>
                </a:cubicBezTo>
                <a:cubicBezTo>
                  <a:pt x="578701" y="135922"/>
                  <a:pt x="568453" y="151397"/>
                  <a:pt x="551372" y="151397"/>
                </a:cubicBezTo>
                <a:cubicBezTo>
                  <a:pt x="542490" y="151397"/>
                  <a:pt x="534063" y="145938"/>
                  <a:pt x="529281" y="136833"/>
                </a:cubicBezTo>
                <a:cubicBezTo>
                  <a:pt x="522904" y="124997"/>
                  <a:pt x="519259" y="109067"/>
                  <a:pt x="519259" y="92907"/>
                </a:cubicBezTo>
                <a:cubicBezTo>
                  <a:pt x="519259" y="71285"/>
                  <a:pt x="529962" y="57176"/>
                  <a:pt x="546135" y="57176"/>
                </a:cubicBezTo>
                <a:close/>
                <a:moveTo>
                  <a:pt x="607624" y="66740"/>
                </a:moveTo>
                <a:cubicBezTo>
                  <a:pt x="610814" y="66055"/>
                  <a:pt x="612865" y="65826"/>
                  <a:pt x="615596" y="65826"/>
                </a:cubicBezTo>
                <a:cubicBezTo>
                  <a:pt x="621288" y="65826"/>
                  <a:pt x="623339" y="69471"/>
                  <a:pt x="623339" y="79490"/>
                </a:cubicBezTo>
                <a:lnTo>
                  <a:pt x="623339" y="136423"/>
                </a:lnTo>
                <a:cubicBezTo>
                  <a:pt x="623339" y="147807"/>
                  <a:pt x="621744" y="149402"/>
                  <a:pt x="607169" y="152134"/>
                </a:cubicBezTo>
                <a:lnTo>
                  <a:pt x="607169" y="155550"/>
                </a:lnTo>
                <a:lnTo>
                  <a:pt x="661829" y="155550"/>
                </a:lnTo>
                <a:lnTo>
                  <a:pt x="661829" y="152134"/>
                </a:lnTo>
                <a:cubicBezTo>
                  <a:pt x="646341" y="151453"/>
                  <a:pt x="642469" y="148037"/>
                  <a:pt x="642469" y="135057"/>
                </a:cubicBezTo>
                <a:lnTo>
                  <a:pt x="642469" y="83816"/>
                </a:lnTo>
                <a:cubicBezTo>
                  <a:pt x="642469" y="76529"/>
                  <a:pt x="652262" y="65145"/>
                  <a:pt x="658413" y="65145"/>
                </a:cubicBezTo>
                <a:cubicBezTo>
                  <a:pt x="659779" y="65145"/>
                  <a:pt x="661829" y="66284"/>
                  <a:pt x="664335" y="68561"/>
                </a:cubicBezTo>
                <a:cubicBezTo>
                  <a:pt x="667977" y="71747"/>
                  <a:pt x="670482" y="73113"/>
                  <a:pt x="673443" y="73113"/>
                </a:cubicBezTo>
                <a:cubicBezTo>
                  <a:pt x="678909" y="73113"/>
                  <a:pt x="682325" y="69242"/>
                  <a:pt x="682325" y="62868"/>
                </a:cubicBezTo>
                <a:cubicBezTo>
                  <a:pt x="682325" y="55352"/>
                  <a:pt x="677544" y="50796"/>
                  <a:pt x="669801" y="50796"/>
                </a:cubicBezTo>
                <a:cubicBezTo>
                  <a:pt x="660234" y="50796"/>
                  <a:pt x="653631" y="56036"/>
                  <a:pt x="642469" y="72203"/>
                </a:cubicBezTo>
                <a:lnTo>
                  <a:pt x="642469" y="51255"/>
                </a:lnTo>
                <a:lnTo>
                  <a:pt x="641333" y="50796"/>
                </a:lnTo>
                <a:cubicBezTo>
                  <a:pt x="629260" y="55807"/>
                  <a:pt x="621063" y="58768"/>
                  <a:pt x="607624" y="63094"/>
                </a:cubicBezTo>
                <a:lnTo>
                  <a:pt x="607624" y="66740"/>
                </a:lnTo>
                <a:close/>
                <a:moveTo>
                  <a:pt x="721725" y="50796"/>
                </a:moveTo>
                <a:lnTo>
                  <a:pt x="686424" y="63251"/>
                </a:lnTo>
                <a:lnTo>
                  <a:pt x="686424" y="66670"/>
                </a:lnTo>
                <a:lnTo>
                  <a:pt x="688249" y="66441"/>
                </a:lnTo>
                <a:cubicBezTo>
                  <a:pt x="690980" y="65986"/>
                  <a:pt x="693941" y="65756"/>
                  <a:pt x="695991" y="65756"/>
                </a:cubicBezTo>
                <a:cubicBezTo>
                  <a:pt x="701458" y="65756"/>
                  <a:pt x="703504" y="69402"/>
                  <a:pt x="703504" y="79431"/>
                </a:cubicBezTo>
                <a:lnTo>
                  <a:pt x="703504" y="132308"/>
                </a:lnTo>
                <a:cubicBezTo>
                  <a:pt x="703504" y="148718"/>
                  <a:pt x="701228" y="151223"/>
                  <a:pt x="685514" y="152134"/>
                </a:cubicBezTo>
                <a:lnTo>
                  <a:pt x="685514" y="155550"/>
                </a:lnTo>
                <a:lnTo>
                  <a:pt x="739489" y="155550"/>
                </a:lnTo>
                <a:lnTo>
                  <a:pt x="739489" y="152134"/>
                </a:lnTo>
                <a:cubicBezTo>
                  <a:pt x="724459" y="150998"/>
                  <a:pt x="722635" y="148718"/>
                  <a:pt x="722635" y="132308"/>
                </a:cubicBezTo>
                <a:lnTo>
                  <a:pt x="722635" y="51480"/>
                </a:lnTo>
                <a:lnTo>
                  <a:pt x="721725" y="50796"/>
                </a:lnTo>
                <a:moveTo>
                  <a:pt x="711021" y="87"/>
                </a:moveTo>
                <a:cubicBezTo>
                  <a:pt x="704874" y="87"/>
                  <a:pt x="699633" y="5327"/>
                  <a:pt x="699633" y="11704"/>
                </a:cubicBezTo>
                <a:cubicBezTo>
                  <a:pt x="699633" y="18081"/>
                  <a:pt x="704644" y="23318"/>
                  <a:pt x="711021" y="23318"/>
                </a:cubicBezTo>
                <a:cubicBezTo>
                  <a:pt x="717627" y="23318"/>
                  <a:pt x="722864" y="18307"/>
                  <a:pt x="722864" y="11704"/>
                </a:cubicBezTo>
                <a:cubicBezTo>
                  <a:pt x="722864" y="5327"/>
                  <a:pt x="717627" y="87"/>
                  <a:pt x="711021" y="87"/>
                </a:cubicBezTo>
                <a:close/>
                <a:moveTo>
                  <a:pt x="803258" y="53020"/>
                </a:moveTo>
                <a:lnTo>
                  <a:pt x="780256" y="53020"/>
                </a:lnTo>
                <a:lnTo>
                  <a:pt x="780256" y="26602"/>
                </a:lnTo>
                <a:cubicBezTo>
                  <a:pt x="780256" y="24326"/>
                  <a:pt x="780030" y="23641"/>
                  <a:pt x="778661" y="23641"/>
                </a:cubicBezTo>
                <a:cubicBezTo>
                  <a:pt x="777069" y="25692"/>
                  <a:pt x="775700" y="27742"/>
                  <a:pt x="774108" y="30018"/>
                </a:cubicBezTo>
                <a:cubicBezTo>
                  <a:pt x="765452" y="42546"/>
                  <a:pt x="755659" y="53479"/>
                  <a:pt x="752017" y="54389"/>
                </a:cubicBezTo>
                <a:cubicBezTo>
                  <a:pt x="749511" y="55981"/>
                  <a:pt x="748142" y="57576"/>
                  <a:pt x="748142" y="58716"/>
                </a:cubicBezTo>
                <a:cubicBezTo>
                  <a:pt x="748142" y="59400"/>
                  <a:pt x="748372" y="59856"/>
                  <a:pt x="749056" y="60311"/>
                </a:cubicBezTo>
                <a:lnTo>
                  <a:pt x="761125" y="60311"/>
                </a:lnTo>
                <a:lnTo>
                  <a:pt x="761125" y="128854"/>
                </a:lnTo>
                <a:cubicBezTo>
                  <a:pt x="761125" y="147981"/>
                  <a:pt x="767957" y="157774"/>
                  <a:pt x="781396" y="157774"/>
                </a:cubicBezTo>
                <a:cubicBezTo>
                  <a:pt x="792554" y="157774"/>
                  <a:pt x="801207" y="152311"/>
                  <a:pt x="808724" y="140468"/>
                </a:cubicBezTo>
                <a:lnTo>
                  <a:pt x="805763" y="137962"/>
                </a:lnTo>
                <a:cubicBezTo>
                  <a:pt x="800981" y="143655"/>
                  <a:pt x="797110" y="145934"/>
                  <a:pt x="792099" y="145934"/>
                </a:cubicBezTo>
                <a:cubicBezTo>
                  <a:pt x="783672" y="145934"/>
                  <a:pt x="780256" y="139783"/>
                  <a:pt x="780256" y="125438"/>
                </a:cubicBezTo>
                <a:lnTo>
                  <a:pt x="780256" y="60311"/>
                </a:lnTo>
                <a:lnTo>
                  <a:pt x="803258" y="60311"/>
                </a:lnTo>
                <a:lnTo>
                  <a:pt x="803258" y="53020"/>
                </a:lnTo>
                <a:close/>
                <a:moveTo>
                  <a:pt x="844253" y="77443"/>
                </a:moveTo>
                <a:cubicBezTo>
                  <a:pt x="853817" y="66969"/>
                  <a:pt x="860649" y="63094"/>
                  <a:pt x="869532" y="63094"/>
                </a:cubicBezTo>
                <a:cubicBezTo>
                  <a:pt x="880919" y="63094"/>
                  <a:pt x="886612" y="71296"/>
                  <a:pt x="886612" y="87236"/>
                </a:cubicBezTo>
                <a:lnTo>
                  <a:pt x="886612" y="132322"/>
                </a:lnTo>
                <a:cubicBezTo>
                  <a:pt x="886612" y="147807"/>
                  <a:pt x="884336" y="150768"/>
                  <a:pt x="871127" y="152134"/>
                </a:cubicBezTo>
                <a:lnTo>
                  <a:pt x="871127" y="155550"/>
                </a:lnTo>
                <a:lnTo>
                  <a:pt x="919410" y="155550"/>
                </a:lnTo>
                <a:lnTo>
                  <a:pt x="919410" y="152134"/>
                </a:lnTo>
                <a:cubicBezTo>
                  <a:pt x="907111" y="149858"/>
                  <a:pt x="905742" y="148037"/>
                  <a:pt x="905742" y="132322"/>
                </a:cubicBezTo>
                <a:lnTo>
                  <a:pt x="905742" y="87007"/>
                </a:lnTo>
                <a:cubicBezTo>
                  <a:pt x="905742" y="63094"/>
                  <a:pt x="896179" y="50796"/>
                  <a:pt x="877729" y="50796"/>
                </a:cubicBezTo>
                <a:cubicBezTo>
                  <a:pt x="864295" y="50796"/>
                  <a:pt x="854727" y="56262"/>
                  <a:pt x="844253" y="69926"/>
                </a:cubicBezTo>
                <a:lnTo>
                  <a:pt x="844253" y="695"/>
                </a:lnTo>
                <a:lnTo>
                  <a:pt x="843114" y="10"/>
                </a:lnTo>
                <a:cubicBezTo>
                  <a:pt x="835371" y="2742"/>
                  <a:pt x="829675" y="4566"/>
                  <a:pt x="816922" y="8208"/>
                </a:cubicBezTo>
                <a:lnTo>
                  <a:pt x="810774" y="10033"/>
                </a:lnTo>
                <a:lnTo>
                  <a:pt x="810774" y="13675"/>
                </a:lnTo>
                <a:cubicBezTo>
                  <a:pt x="811685" y="13449"/>
                  <a:pt x="812369" y="13449"/>
                  <a:pt x="813506" y="13449"/>
                </a:cubicBezTo>
                <a:cubicBezTo>
                  <a:pt x="823298" y="13449"/>
                  <a:pt x="825123" y="15270"/>
                  <a:pt x="825123" y="25063"/>
                </a:cubicBezTo>
                <a:lnTo>
                  <a:pt x="825123" y="132322"/>
                </a:lnTo>
                <a:cubicBezTo>
                  <a:pt x="825123" y="148263"/>
                  <a:pt x="823754" y="150313"/>
                  <a:pt x="810545" y="152134"/>
                </a:cubicBezTo>
                <a:lnTo>
                  <a:pt x="810545" y="155550"/>
                </a:lnTo>
                <a:lnTo>
                  <a:pt x="859739" y="155550"/>
                </a:lnTo>
                <a:lnTo>
                  <a:pt x="859739" y="152134"/>
                </a:lnTo>
                <a:cubicBezTo>
                  <a:pt x="846530" y="150768"/>
                  <a:pt x="844253" y="148037"/>
                  <a:pt x="844253" y="132322"/>
                </a:cubicBezTo>
                <a:lnTo>
                  <a:pt x="844253" y="77443"/>
                </a:lnTo>
                <a:close/>
                <a:moveTo>
                  <a:pt x="926697" y="64919"/>
                </a:moveTo>
                <a:cubicBezTo>
                  <a:pt x="929658" y="64234"/>
                  <a:pt x="931479" y="64008"/>
                  <a:pt x="933985" y="64008"/>
                </a:cubicBezTo>
                <a:cubicBezTo>
                  <a:pt x="939906" y="64008"/>
                  <a:pt x="941957" y="67650"/>
                  <a:pt x="941957" y="78579"/>
                </a:cubicBezTo>
                <a:lnTo>
                  <a:pt x="941957" y="136194"/>
                </a:lnTo>
                <a:cubicBezTo>
                  <a:pt x="941957" y="148492"/>
                  <a:pt x="938766" y="151908"/>
                  <a:pt x="926013" y="152134"/>
                </a:cubicBezTo>
                <a:lnTo>
                  <a:pt x="926013" y="155550"/>
                </a:lnTo>
                <a:lnTo>
                  <a:pt x="976572" y="155550"/>
                </a:lnTo>
                <a:lnTo>
                  <a:pt x="976572" y="152134"/>
                </a:lnTo>
                <a:cubicBezTo>
                  <a:pt x="964503" y="151679"/>
                  <a:pt x="961087" y="149177"/>
                  <a:pt x="961087" y="140294"/>
                </a:cubicBezTo>
                <a:lnTo>
                  <a:pt x="961087" y="76077"/>
                </a:lnTo>
                <a:cubicBezTo>
                  <a:pt x="961087" y="75622"/>
                  <a:pt x="962908" y="73342"/>
                  <a:pt x="964503" y="71751"/>
                </a:cubicBezTo>
                <a:cubicBezTo>
                  <a:pt x="970195" y="66510"/>
                  <a:pt x="979988" y="62639"/>
                  <a:pt x="987960" y="62639"/>
                </a:cubicBezTo>
                <a:cubicBezTo>
                  <a:pt x="997979" y="62639"/>
                  <a:pt x="1002990" y="70611"/>
                  <a:pt x="1002990" y="86551"/>
                </a:cubicBezTo>
                <a:lnTo>
                  <a:pt x="1002990" y="135968"/>
                </a:lnTo>
                <a:cubicBezTo>
                  <a:pt x="1002990" y="148721"/>
                  <a:pt x="1000485" y="151223"/>
                  <a:pt x="987505" y="152134"/>
                </a:cubicBezTo>
                <a:lnTo>
                  <a:pt x="987505" y="155550"/>
                </a:lnTo>
                <a:lnTo>
                  <a:pt x="1038520" y="155550"/>
                </a:lnTo>
                <a:lnTo>
                  <a:pt x="1038520" y="152134"/>
                </a:lnTo>
                <a:cubicBezTo>
                  <a:pt x="1025537" y="151908"/>
                  <a:pt x="1022121" y="148037"/>
                  <a:pt x="1022121" y="133917"/>
                </a:cubicBezTo>
                <a:lnTo>
                  <a:pt x="1022121" y="76533"/>
                </a:lnTo>
                <a:cubicBezTo>
                  <a:pt x="1028953" y="66740"/>
                  <a:pt x="1036469" y="62639"/>
                  <a:pt x="1046947" y="62639"/>
                </a:cubicBezTo>
                <a:cubicBezTo>
                  <a:pt x="1059927" y="62639"/>
                  <a:pt x="1064027" y="68790"/>
                  <a:pt x="1064027" y="87691"/>
                </a:cubicBezTo>
                <a:lnTo>
                  <a:pt x="1064027" y="135738"/>
                </a:lnTo>
                <a:cubicBezTo>
                  <a:pt x="1064027" y="148721"/>
                  <a:pt x="1062206" y="150542"/>
                  <a:pt x="1048997" y="152134"/>
                </a:cubicBezTo>
                <a:lnTo>
                  <a:pt x="1048997" y="155550"/>
                </a:lnTo>
                <a:lnTo>
                  <a:pt x="1098872" y="155550"/>
                </a:lnTo>
                <a:lnTo>
                  <a:pt x="1098872" y="152134"/>
                </a:lnTo>
                <a:lnTo>
                  <a:pt x="1092951" y="151679"/>
                </a:lnTo>
                <a:cubicBezTo>
                  <a:pt x="1086119" y="151223"/>
                  <a:pt x="1083158" y="147126"/>
                  <a:pt x="1083158" y="138244"/>
                </a:cubicBezTo>
                <a:lnTo>
                  <a:pt x="1083158" y="91333"/>
                </a:lnTo>
                <a:cubicBezTo>
                  <a:pt x="1083158" y="64464"/>
                  <a:pt x="1074275" y="50796"/>
                  <a:pt x="1056740" y="50796"/>
                </a:cubicBezTo>
                <a:cubicBezTo>
                  <a:pt x="1043531" y="50796"/>
                  <a:pt x="1031914" y="56717"/>
                  <a:pt x="1019615" y="69926"/>
                </a:cubicBezTo>
                <a:cubicBezTo>
                  <a:pt x="1015518" y="56947"/>
                  <a:pt x="1007775" y="50796"/>
                  <a:pt x="995477" y="50796"/>
                </a:cubicBezTo>
                <a:cubicBezTo>
                  <a:pt x="985455" y="50796"/>
                  <a:pt x="979078" y="53986"/>
                  <a:pt x="960173" y="68335"/>
                </a:cubicBezTo>
                <a:lnTo>
                  <a:pt x="960173" y="51255"/>
                </a:lnTo>
                <a:lnTo>
                  <a:pt x="958582" y="50796"/>
                </a:lnTo>
                <a:cubicBezTo>
                  <a:pt x="946964" y="55126"/>
                  <a:pt x="939222" y="57631"/>
                  <a:pt x="926697" y="61047"/>
                </a:cubicBezTo>
                <a:lnTo>
                  <a:pt x="926697" y="64919"/>
                </a:lnTo>
                <a:close/>
                <a:moveTo>
                  <a:pt x="1118458" y="187653"/>
                </a:moveTo>
                <a:cubicBezTo>
                  <a:pt x="1133717" y="180136"/>
                  <a:pt x="1143965" y="166246"/>
                  <a:pt x="1143965" y="152579"/>
                </a:cubicBezTo>
                <a:cubicBezTo>
                  <a:pt x="1143965" y="141194"/>
                  <a:pt x="1135994" y="132312"/>
                  <a:pt x="1125745" y="132312"/>
                </a:cubicBezTo>
                <a:cubicBezTo>
                  <a:pt x="1117773" y="132312"/>
                  <a:pt x="1112311" y="137549"/>
                  <a:pt x="1112311" y="145291"/>
                </a:cubicBezTo>
                <a:cubicBezTo>
                  <a:pt x="1112311" y="152558"/>
                  <a:pt x="1117548" y="156884"/>
                  <a:pt x="1125745" y="156884"/>
                </a:cubicBezTo>
                <a:cubicBezTo>
                  <a:pt x="1127111" y="156884"/>
                  <a:pt x="1128706" y="156659"/>
                  <a:pt x="1130072" y="156429"/>
                </a:cubicBezTo>
                <a:cubicBezTo>
                  <a:pt x="1131667" y="155995"/>
                  <a:pt x="1131667" y="155995"/>
                  <a:pt x="1131896" y="155995"/>
                </a:cubicBezTo>
                <a:cubicBezTo>
                  <a:pt x="1133717" y="155995"/>
                  <a:pt x="1135083" y="157364"/>
                  <a:pt x="1135083" y="159185"/>
                </a:cubicBezTo>
                <a:cubicBezTo>
                  <a:pt x="1135083" y="166472"/>
                  <a:pt x="1128706" y="174899"/>
                  <a:pt x="1116408" y="183327"/>
                </a:cubicBezTo>
                <a:lnTo>
                  <a:pt x="1118458" y="187653"/>
                </a:lnTo>
                <a:close/>
                <a:moveTo>
                  <a:pt x="1298377" y="53020"/>
                </a:moveTo>
                <a:lnTo>
                  <a:pt x="1270364" y="53020"/>
                </a:lnTo>
                <a:lnTo>
                  <a:pt x="1270364" y="26679"/>
                </a:lnTo>
                <a:cubicBezTo>
                  <a:pt x="1270364" y="13504"/>
                  <a:pt x="1274690" y="6467"/>
                  <a:pt x="1283347" y="6467"/>
                </a:cubicBezTo>
                <a:cubicBezTo>
                  <a:pt x="1288129" y="6467"/>
                  <a:pt x="1291319" y="8736"/>
                  <a:pt x="1295416" y="15322"/>
                </a:cubicBezTo>
                <a:cubicBezTo>
                  <a:pt x="1299061" y="21226"/>
                  <a:pt x="1301793" y="23499"/>
                  <a:pt x="1305664" y="23499"/>
                </a:cubicBezTo>
                <a:cubicBezTo>
                  <a:pt x="1310905" y="23499"/>
                  <a:pt x="1315231" y="19409"/>
                  <a:pt x="1315231" y="14185"/>
                </a:cubicBezTo>
                <a:cubicBezTo>
                  <a:pt x="1315231" y="6008"/>
                  <a:pt x="1305209" y="87"/>
                  <a:pt x="1291545" y="87"/>
                </a:cubicBezTo>
                <a:cubicBezTo>
                  <a:pt x="1277425" y="87"/>
                  <a:pt x="1265353" y="6238"/>
                  <a:pt x="1259431" y="16684"/>
                </a:cubicBezTo>
                <a:cubicBezTo>
                  <a:pt x="1253513" y="26679"/>
                  <a:pt x="1251688" y="34852"/>
                  <a:pt x="1251463" y="53020"/>
                </a:cubicBezTo>
                <a:lnTo>
                  <a:pt x="1232787" y="53020"/>
                </a:lnTo>
                <a:lnTo>
                  <a:pt x="1232787" y="60311"/>
                </a:lnTo>
                <a:lnTo>
                  <a:pt x="1251463" y="60311"/>
                </a:lnTo>
                <a:lnTo>
                  <a:pt x="1251463" y="131857"/>
                </a:lnTo>
                <a:cubicBezTo>
                  <a:pt x="1251463" y="148489"/>
                  <a:pt x="1248957" y="151223"/>
                  <a:pt x="1232558" y="152134"/>
                </a:cubicBezTo>
                <a:lnTo>
                  <a:pt x="1232558" y="155550"/>
                </a:lnTo>
                <a:lnTo>
                  <a:pt x="1291774" y="155550"/>
                </a:lnTo>
                <a:lnTo>
                  <a:pt x="1291774" y="152134"/>
                </a:lnTo>
                <a:cubicBezTo>
                  <a:pt x="1273099" y="151453"/>
                  <a:pt x="1270593" y="148947"/>
                  <a:pt x="1270593" y="131857"/>
                </a:cubicBezTo>
                <a:lnTo>
                  <a:pt x="1270593" y="60311"/>
                </a:lnTo>
                <a:lnTo>
                  <a:pt x="1298377" y="60311"/>
                </a:lnTo>
                <a:lnTo>
                  <a:pt x="1298377" y="53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romtop-levelscopeextractiontoatomicpropositionnormalization.TheresultingOnionLstructure">
            <a:extLst xmlns:a="http://schemas.openxmlformats.org/drawingml/2006/main">
              <a:ext uri="{FF2B5EF4-FFF2-40B4-BE49-F238E27FC236}">
                <a16:creationId xmlns:a16="http://schemas.microsoft.com/office/drawing/2014/main" id="{8851D54A-97BA-4BF9-B8C8-740F689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394" y="3707191"/>
            <a:ext cx="9178159" cy="205230"/>
          </a:xfrm>
          <a:custGeom xmlns:a="http://schemas.openxmlformats.org/drawingml/2006/main">
            <a:pathLst>
              <a:path w="9178159" h="205230">
                <a:moveTo>
                  <a:pt x="455" y="66740"/>
                </a:moveTo>
                <a:cubicBezTo>
                  <a:pt x="3645" y="66055"/>
                  <a:pt x="5696" y="65826"/>
                  <a:pt x="8427" y="65826"/>
                </a:cubicBezTo>
                <a:cubicBezTo>
                  <a:pt x="14119" y="65826"/>
                  <a:pt x="16170" y="69471"/>
                  <a:pt x="16170" y="79490"/>
                </a:cubicBezTo>
                <a:lnTo>
                  <a:pt x="16170" y="136423"/>
                </a:lnTo>
                <a:cubicBezTo>
                  <a:pt x="16170" y="147807"/>
                  <a:pt x="14575" y="149402"/>
                  <a:pt x="0" y="152134"/>
                </a:cubicBezTo>
                <a:lnTo>
                  <a:pt x="0" y="155550"/>
                </a:lnTo>
                <a:lnTo>
                  <a:pt x="54660" y="155550"/>
                </a:lnTo>
                <a:lnTo>
                  <a:pt x="54660" y="152134"/>
                </a:lnTo>
                <a:cubicBezTo>
                  <a:pt x="39172" y="151453"/>
                  <a:pt x="35300" y="148037"/>
                  <a:pt x="35300" y="135057"/>
                </a:cubicBezTo>
                <a:lnTo>
                  <a:pt x="35300" y="83816"/>
                </a:lnTo>
                <a:cubicBezTo>
                  <a:pt x="35300" y="76529"/>
                  <a:pt x="45093" y="65145"/>
                  <a:pt x="51244" y="65145"/>
                </a:cubicBezTo>
                <a:cubicBezTo>
                  <a:pt x="52610" y="65145"/>
                  <a:pt x="54660" y="66284"/>
                  <a:pt x="57166" y="68561"/>
                </a:cubicBezTo>
                <a:cubicBezTo>
                  <a:pt x="60808" y="71747"/>
                  <a:pt x="63313" y="73113"/>
                  <a:pt x="66274" y="73113"/>
                </a:cubicBezTo>
                <a:cubicBezTo>
                  <a:pt x="71740" y="73113"/>
                  <a:pt x="75156" y="69242"/>
                  <a:pt x="75156" y="62868"/>
                </a:cubicBezTo>
                <a:cubicBezTo>
                  <a:pt x="75156" y="55352"/>
                  <a:pt x="70375" y="50796"/>
                  <a:pt x="62632" y="50796"/>
                </a:cubicBezTo>
                <a:cubicBezTo>
                  <a:pt x="53065" y="50796"/>
                  <a:pt x="46462" y="56036"/>
                  <a:pt x="35300" y="72203"/>
                </a:cubicBezTo>
                <a:lnTo>
                  <a:pt x="35300" y="51255"/>
                </a:lnTo>
                <a:lnTo>
                  <a:pt x="34164" y="50796"/>
                </a:lnTo>
                <a:cubicBezTo>
                  <a:pt x="22091" y="55807"/>
                  <a:pt x="13894" y="58768"/>
                  <a:pt x="455" y="63094"/>
                </a:cubicBezTo>
                <a:lnTo>
                  <a:pt x="455" y="66740"/>
                </a:lnTo>
                <a:close/>
                <a:moveTo>
                  <a:pt x="131639" y="50796"/>
                </a:moveTo>
                <a:cubicBezTo>
                  <a:pt x="102031" y="50796"/>
                  <a:pt x="81306" y="72651"/>
                  <a:pt x="81306" y="104059"/>
                </a:cubicBezTo>
                <a:cubicBezTo>
                  <a:pt x="81306" y="134783"/>
                  <a:pt x="102486" y="157774"/>
                  <a:pt x="131181" y="157774"/>
                </a:cubicBezTo>
                <a:cubicBezTo>
                  <a:pt x="159878" y="157774"/>
                  <a:pt x="181740" y="133646"/>
                  <a:pt x="181740" y="102238"/>
                </a:cubicBezTo>
                <a:cubicBezTo>
                  <a:pt x="181740" y="72422"/>
                  <a:pt x="160789" y="50796"/>
                  <a:pt x="131639" y="50796"/>
                </a:cubicBezTo>
                <a:moveTo>
                  <a:pt x="128678" y="57176"/>
                </a:moveTo>
                <a:cubicBezTo>
                  <a:pt x="147809" y="57176"/>
                  <a:pt x="161244" y="79024"/>
                  <a:pt x="161244" y="110203"/>
                </a:cubicBezTo>
                <a:cubicBezTo>
                  <a:pt x="161244" y="135922"/>
                  <a:pt x="150996" y="151397"/>
                  <a:pt x="133915" y="151397"/>
                </a:cubicBezTo>
                <a:cubicBezTo>
                  <a:pt x="125033" y="151397"/>
                  <a:pt x="116606" y="145938"/>
                  <a:pt x="111824" y="136833"/>
                </a:cubicBezTo>
                <a:cubicBezTo>
                  <a:pt x="105447" y="124997"/>
                  <a:pt x="101802" y="109067"/>
                  <a:pt x="101802" y="92907"/>
                </a:cubicBezTo>
                <a:cubicBezTo>
                  <a:pt x="101802" y="71285"/>
                  <a:pt x="112505" y="57176"/>
                  <a:pt x="128678" y="57176"/>
                </a:cubicBezTo>
                <a:close/>
                <a:moveTo>
                  <a:pt x="192902" y="64919"/>
                </a:moveTo>
                <a:cubicBezTo>
                  <a:pt x="195863" y="64234"/>
                  <a:pt x="197684" y="64008"/>
                  <a:pt x="200189" y="64008"/>
                </a:cubicBezTo>
                <a:cubicBezTo>
                  <a:pt x="206111" y="64008"/>
                  <a:pt x="208161" y="67650"/>
                  <a:pt x="208161" y="78579"/>
                </a:cubicBezTo>
                <a:lnTo>
                  <a:pt x="208161" y="136194"/>
                </a:lnTo>
                <a:cubicBezTo>
                  <a:pt x="208161" y="148492"/>
                  <a:pt x="204971" y="151908"/>
                  <a:pt x="192218" y="152134"/>
                </a:cubicBezTo>
                <a:lnTo>
                  <a:pt x="192218" y="155550"/>
                </a:lnTo>
                <a:lnTo>
                  <a:pt x="242777" y="155550"/>
                </a:lnTo>
                <a:lnTo>
                  <a:pt x="242777" y="152134"/>
                </a:lnTo>
                <a:cubicBezTo>
                  <a:pt x="230708" y="151679"/>
                  <a:pt x="227292" y="149177"/>
                  <a:pt x="227292" y="140294"/>
                </a:cubicBezTo>
                <a:lnTo>
                  <a:pt x="227292" y="76077"/>
                </a:lnTo>
                <a:cubicBezTo>
                  <a:pt x="227292" y="75622"/>
                  <a:pt x="229113" y="73342"/>
                  <a:pt x="230708" y="71751"/>
                </a:cubicBezTo>
                <a:cubicBezTo>
                  <a:pt x="236400" y="66510"/>
                  <a:pt x="246193" y="62639"/>
                  <a:pt x="254165" y="62639"/>
                </a:cubicBezTo>
                <a:cubicBezTo>
                  <a:pt x="264184" y="62639"/>
                  <a:pt x="269195" y="70611"/>
                  <a:pt x="269195" y="86551"/>
                </a:cubicBezTo>
                <a:lnTo>
                  <a:pt x="269195" y="135968"/>
                </a:lnTo>
                <a:cubicBezTo>
                  <a:pt x="269195" y="148721"/>
                  <a:pt x="266689" y="151223"/>
                  <a:pt x="253710" y="152134"/>
                </a:cubicBezTo>
                <a:lnTo>
                  <a:pt x="253710" y="155550"/>
                </a:lnTo>
                <a:lnTo>
                  <a:pt x="304725" y="155550"/>
                </a:lnTo>
                <a:lnTo>
                  <a:pt x="304725" y="152134"/>
                </a:lnTo>
                <a:cubicBezTo>
                  <a:pt x="291742" y="151908"/>
                  <a:pt x="288326" y="148037"/>
                  <a:pt x="288326" y="133917"/>
                </a:cubicBezTo>
                <a:lnTo>
                  <a:pt x="288326" y="76533"/>
                </a:lnTo>
                <a:cubicBezTo>
                  <a:pt x="295158" y="66740"/>
                  <a:pt x="302674" y="62639"/>
                  <a:pt x="313152" y="62639"/>
                </a:cubicBezTo>
                <a:cubicBezTo>
                  <a:pt x="326131" y="62639"/>
                  <a:pt x="330232" y="68790"/>
                  <a:pt x="330232" y="87691"/>
                </a:cubicBezTo>
                <a:lnTo>
                  <a:pt x="330232" y="135738"/>
                </a:lnTo>
                <a:cubicBezTo>
                  <a:pt x="330232" y="148721"/>
                  <a:pt x="328411" y="150542"/>
                  <a:pt x="315202" y="152134"/>
                </a:cubicBezTo>
                <a:lnTo>
                  <a:pt x="315202" y="155550"/>
                </a:lnTo>
                <a:lnTo>
                  <a:pt x="365077" y="155550"/>
                </a:lnTo>
                <a:lnTo>
                  <a:pt x="365077" y="152134"/>
                </a:lnTo>
                <a:lnTo>
                  <a:pt x="359155" y="151679"/>
                </a:lnTo>
                <a:cubicBezTo>
                  <a:pt x="352323" y="151223"/>
                  <a:pt x="349363" y="147126"/>
                  <a:pt x="349363" y="138244"/>
                </a:cubicBezTo>
                <a:lnTo>
                  <a:pt x="349363" y="91333"/>
                </a:lnTo>
                <a:cubicBezTo>
                  <a:pt x="349363" y="64464"/>
                  <a:pt x="340480" y="50796"/>
                  <a:pt x="322945" y="50796"/>
                </a:cubicBezTo>
                <a:cubicBezTo>
                  <a:pt x="309736" y="50796"/>
                  <a:pt x="298118" y="56717"/>
                  <a:pt x="285820" y="69926"/>
                </a:cubicBezTo>
                <a:cubicBezTo>
                  <a:pt x="281723" y="56947"/>
                  <a:pt x="273980" y="50796"/>
                  <a:pt x="261682" y="50796"/>
                </a:cubicBezTo>
                <a:cubicBezTo>
                  <a:pt x="251660" y="50796"/>
                  <a:pt x="245283" y="53986"/>
                  <a:pt x="226378" y="68335"/>
                </a:cubicBezTo>
                <a:lnTo>
                  <a:pt x="226378" y="51255"/>
                </a:lnTo>
                <a:lnTo>
                  <a:pt x="224786" y="50796"/>
                </a:lnTo>
                <a:cubicBezTo>
                  <a:pt x="213169" y="55126"/>
                  <a:pt x="205426" y="57631"/>
                  <a:pt x="192902" y="61047"/>
                </a:cubicBezTo>
                <a:lnTo>
                  <a:pt x="192902" y="64919"/>
                </a:lnTo>
                <a:close/>
                <a:moveTo>
                  <a:pt x="495574" y="53020"/>
                </a:moveTo>
                <a:lnTo>
                  <a:pt x="472572" y="53020"/>
                </a:lnTo>
                <a:lnTo>
                  <a:pt x="472572" y="26602"/>
                </a:lnTo>
                <a:cubicBezTo>
                  <a:pt x="472572" y="24326"/>
                  <a:pt x="472346" y="23641"/>
                  <a:pt x="470977" y="23641"/>
                </a:cubicBezTo>
                <a:cubicBezTo>
                  <a:pt x="469386" y="25692"/>
                  <a:pt x="468016" y="27742"/>
                  <a:pt x="466425" y="30018"/>
                </a:cubicBezTo>
                <a:cubicBezTo>
                  <a:pt x="457768" y="42546"/>
                  <a:pt x="447975" y="53479"/>
                  <a:pt x="444333" y="54389"/>
                </a:cubicBezTo>
                <a:cubicBezTo>
                  <a:pt x="441828" y="55981"/>
                  <a:pt x="440459" y="57576"/>
                  <a:pt x="440459" y="58716"/>
                </a:cubicBezTo>
                <a:cubicBezTo>
                  <a:pt x="440459" y="59400"/>
                  <a:pt x="440688" y="59856"/>
                  <a:pt x="441373" y="60311"/>
                </a:cubicBezTo>
                <a:lnTo>
                  <a:pt x="453442" y="60311"/>
                </a:lnTo>
                <a:lnTo>
                  <a:pt x="453442" y="128854"/>
                </a:lnTo>
                <a:cubicBezTo>
                  <a:pt x="453442" y="147981"/>
                  <a:pt x="460274" y="157774"/>
                  <a:pt x="473712" y="157774"/>
                </a:cubicBezTo>
                <a:cubicBezTo>
                  <a:pt x="484871" y="157774"/>
                  <a:pt x="493524" y="152311"/>
                  <a:pt x="501040" y="140468"/>
                </a:cubicBezTo>
                <a:lnTo>
                  <a:pt x="498080" y="137962"/>
                </a:lnTo>
                <a:cubicBezTo>
                  <a:pt x="493298" y="143655"/>
                  <a:pt x="489427" y="145934"/>
                  <a:pt x="484415" y="145934"/>
                </a:cubicBezTo>
                <a:cubicBezTo>
                  <a:pt x="475988" y="145934"/>
                  <a:pt x="472572" y="139783"/>
                  <a:pt x="472572" y="125438"/>
                </a:cubicBezTo>
                <a:lnTo>
                  <a:pt x="472572" y="60311"/>
                </a:lnTo>
                <a:lnTo>
                  <a:pt x="495574" y="60311"/>
                </a:lnTo>
                <a:lnTo>
                  <a:pt x="495574" y="53020"/>
                </a:lnTo>
                <a:close/>
                <a:moveTo>
                  <a:pt x="557751" y="50796"/>
                </a:moveTo>
                <a:cubicBezTo>
                  <a:pt x="528143" y="50796"/>
                  <a:pt x="507418" y="72651"/>
                  <a:pt x="507418" y="104059"/>
                </a:cubicBezTo>
                <a:cubicBezTo>
                  <a:pt x="507418" y="134783"/>
                  <a:pt x="528599" y="157774"/>
                  <a:pt x="557293" y="157774"/>
                </a:cubicBezTo>
                <a:cubicBezTo>
                  <a:pt x="585990" y="157774"/>
                  <a:pt x="607852" y="133646"/>
                  <a:pt x="607852" y="102238"/>
                </a:cubicBezTo>
                <a:cubicBezTo>
                  <a:pt x="607852" y="72422"/>
                  <a:pt x="586901" y="50796"/>
                  <a:pt x="557751" y="50796"/>
                </a:cubicBezTo>
                <a:moveTo>
                  <a:pt x="554791" y="57176"/>
                </a:moveTo>
                <a:cubicBezTo>
                  <a:pt x="573921" y="57176"/>
                  <a:pt x="587356" y="79024"/>
                  <a:pt x="587356" y="110203"/>
                </a:cubicBezTo>
                <a:cubicBezTo>
                  <a:pt x="587356" y="135922"/>
                  <a:pt x="577108" y="151397"/>
                  <a:pt x="560028" y="151397"/>
                </a:cubicBezTo>
                <a:cubicBezTo>
                  <a:pt x="551145" y="151397"/>
                  <a:pt x="542718" y="145938"/>
                  <a:pt x="537936" y="136833"/>
                </a:cubicBezTo>
                <a:cubicBezTo>
                  <a:pt x="531559" y="124997"/>
                  <a:pt x="527914" y="109067"/>
                  <a:pt x="527914" y="92907"/>
                </a:cubicBezTo>
                <a:cubicBezTo>
                  <a:pt x="527914" y="71285"/>
                  <a:pt x="538617" y="57176"/>
                  <a:pt x="554791" y="57176"/>
                </a:cubicBezTo>
                <a:close/>
                <a:moveTo>
                  <a:pt x="616735" y="66000"/>
                </a:moveTo>
                <a:cubicBezTo>
                  <a:pt x="618785" y="65774"/>
                  <a:pt x="620380" y="65774"/>
                  <a:pt x="622430" y="65774"/>
                </a:cubicBezTo>
                <a:cubicBezTo>
                  <a:pt x="630173" y="65774"/>
                  <a:pt x="631768" y="68050"/>
                  <a:pt x="631768" y="78753"/>
                </a:cubicBezTo>
                <a:lnTo>
                  <a:pt x="631768" y="185339"/>
                </a:lnTo>
                <a:cubicBezTo>
                  <a:pt x="631768" y="197182"/>
                  <a:pt x="629262" y="199687"/>
                  <a:pt x="615824" y="201053"/>
                </a:cubicBezTo>
                <a:lnTo>
                  <a:pt x="615824" y="204924"/>
                </a:lnTo>
                <a:lnTo>
                  <a:pt x="670940" y="204924"/>
                </a:lnTo>
                <a:lnTo>
                  <a:pt x="670940" y="200827"/>
                </a:lnTo>
                <a:cubicBezTo>
                  <a:pt x="653859" y="200598"/>
                  <a:pt x="650899" y="198092"/>
                  <a:pt x="650899" y="183744"/>
                </a:cubicBezTo>
                <a:lnTo>
                  <a:pt x="650899" y="147985"/>
                </a:lnTo>
                <a:cubicBezTo>
                  <a:pt x="658870" y="155498"/>
                  <a:pt x="664333" y="157774"/>
                  <a:pt x="673900" y="157774"/>
                </a:cubicBezTo>
                <a:cubicBezTo>
                  <a:pt x="700773" y="157774"/>
                  <a:pt x="721725" y="132281"/>
                  <a:pt x="721725" y="99281"/>
                </a:cubicBezTo>
                <a:cubicBezTo>
                  <a:pt x="721725" y="71063"/>
                  <a:pt x="705785" y="50796"/>
                  <a:pt x="683693" y="50796"/>
                </a:cubicBezTo>
                <a:cubicBezTo>
                  <a:pt x="670940" y="50796"/>
                  <a:pt x="660917" y="56492"/>
                  <a:pt x="650899" y="68787"/>
                </a:cubicBezTo>
                <a:lnTo>
                  <a:pt x="650899" y="51255"/>
                </a:lnTo>
                <a:lnTo>
                  <a:pt x="649533" y="50796"/>
                </a:lnTo>
                <a:cubicBezTo>
                  <a:pt x="637234" y="55581"/>
                  <a:pt x="629262" y="58542"/>
                  <a:pt x="616735" y="62413"/>
                </a:cubicBezTo>
                <a:lnTo>
                  <a:pt x="616735" y="66000"/>
                </a:lnTo>
                <a:moveTo>
                  <a:pt x="650899" y="79483"/>
                </a:moveTo>
                <a:cubicBezTo>
                  <a:pt x="650899" y="72654"/>
                  <a:pt x="663652" y="64464"/>
                  <a:pt x="674126" y="64464"/>
                </a:cubicBezTo>
                <a:cubicBezTo>
                  <a:pt x="690981" y="64464"/>
                  <a:pt x="702139" y="81759"/>
                  <a:pt x="702139" y="108160"/>
                </a:cubicBezTo>
                <a:cubicBezTo>
                  <a:pt x="702139" y="133420"/>
                  <a:pt x="690981" y="150487"/>
                  <a:pt x="674585" y="150487"/>
                </a:cubicBezTo>
                <a:cubicBezTo>
                  <a:pt x="663878" y="150487"/>
                  <a:pt x="650899" y="142296"/>
                  <a:pt x="650899" y="135467"/>
                </a:cubicBezTo>
                <a:lnTo>
                  <a:pt x="650899" y="79483"/>
                </a:lnTo>
                <a:close/>
                <a:moveTo>
                  <a:pt x="737439" y="97057"/>
                </a:moveTo>
                <a:lnTo>
                  <a:pt x="737439" y="111405"/>
                </a:lnTo>
                <a:lnTo>
                  <a:pt x="793465" y="111405"/>
                </a:lnTo>
                <a:lnTo>
                  <a:pt x="793465" y="97057"/>
                </a:lnTo>
                <a:lnTo>
                  <a:pt x="737439" y="97057"/>
                </a:lnTo>
                <a:close/>
                <a:moveTo>
                  <a:pt x="808727" y="13664"/>
                </a:moveTo>
                <a:lnTo>
                  <a:pt x="810092" y="13664"/>
                </a:lnTo>
                <a:cubicBezTo>
                  <a:pt x="812598" y="13438"/>
                  <a:pt x="815329" y="13209"/>
                  <a:pt x="817154" y="13209"/>
                </a:cubicBezTo>
                <a:cubicBezTo>
                  <a:pt x="824441" y="13209"/>
                  <a:pt x="826717" y="16399"/>
                  <a:pt x="826717" y="27102"/>
                </a:cubicBezTo>
                <a:lnTo>
                  <a:pt x="826717" y="135738"/>
                </a:lnTo>
                <a:cubicBezTo>
                  <a:pt x="826717" y="148037"/>
                  <a:pt x="823531" y="150998"/>
                  <a:pt x="809182" y="152134"/>
                </a:cubicBezTo>
                <a:lnTo>
                  <a:pt x="809182" y="155550"/>
                </a:lnTo>
                <a:lnTo>
                  <a:pt x="862928" y="155550"/>
                </a:lnTo>
                <a:lnTo>
                  <a:pt x="862928" y="152134"/>
                </a:lnTo>
                <a:cubicBezTo>
                  <a:pt x="848583" y="151223"/>
                  <a:pt x="845848" y="148947"/>
                  <a:pt x="845848" y="136419"/>
                </a:cubicBezTo>
                <a:lnTo>
                  <a:pt x="845848" y="455"/>
                </a:lnTo>
                <a:lnTo>
                  <a:pt x="844937" y="0"/>
                </a:lnTo>
                <a:cubicBezTo>
                  <a:pt x="833094" y="3871"/>
                  <a:pt x="824441" y="6151"/>
                  <a:pt x="808727" y="10022"/>
                </a:cubicBezTo>
                <a:lnTo>
                  <a:pt x="808727" y="13664"/>
                </a:lnTo>
                <a:close/>
                <a:moveTo>
                  <a:pt x="960631" y="118137"/>
                </a:moveTo>
                <a:cubicBezTo>
                  <a:pt x="949702" y="135453"/>
                  <a:pt x="939906" y="142063"/>
                  <a:pt x="925331" y="142063"/>
                </a:cubicBezTo>
                <a:cubicBezTo>
                  <a:pt x="912352" y="142063"/>
                  <a:pt x="902559" y="135453"/>
                  <a:pt x="895952" y="122467"/>
                </a:cubicBezTo>
                <a:cubicBezTo>
                  <a:pt x="891852" y="113807"/>
                  <a:pt x="890260" y="106287"/>
                  <a:pt x="889805" y="92386"/>
                </a:cubicBezTo>
                <a:lnTo>
                  <a:pt x="959950" y="92386"/>
                </a:lnTo>
                <a:cubicBezTo>
                  <a:pt x="958126" y="77610"/>
                  <a:pt x="955850" y="71028"/>
                  <a:pt x="950157" y="63765"/>
                </a:cubicBezTo>
                <a:cubicBezTo>
                  <a:pt x="943322" y="55581"/>
                  <a:pt x="932848" y="50796"/>
                  <a:pt x="921005" y="50796"/>
                </a:cubicBezTo>
                <a:cubicBezTo>
                  <a:pt x="909617" y="50796"/>
                  <a:pt x="898913" y="54897"/>
                  <a:pt x="890260" y="62629"/>
                </a:cubicBezTo>
                <a:cubicBezTo>
                  <a:pt x="879553" y="71935"/>
                  <a:pt x="873406" y="88060"/>
                  <a:pt x="873406" y="106742"/>
                </a:cubicBezTo>
                <a:cubicBezTo>
                  <a:pt x="873406" y="138188"/>
                  <a:pt x="889805" y="157774"/>
                  <a:pt x="915994" y="157774"/>
                </a:cubicBezTo>
                <a:cubicBezTo>
                  <a:pt x="937630" y="157774"/>
                  <a:pt x="954710" y="144339"/>
                  <a:pt x="964277" y="119732"/>
                </a:cubicBezTo>
                <a:lnTo>
                  <a:pt x="960631" y="118137"/>
                </a:lnTo>
                <a:moveTo>
                  <a:pt x="890260" y="85099"/>
                </a:moveTo>
                <a:cubicBezTo>
                  <a:pt x="892762" y="67397"/>
                  <a:pt x="900508" y="58997"/>
                  <a:pt x="914398" y="58997"/>
                </a:cubicBezTo>
                <a:cubicBezTo>
                  <a:pt x="928292" y="58997"/>
                  <a:pt x="933758" y="65353"/>
                  <a:pt x="936719" y="85099"/>
                </a:cubicBezTo>
                <a:lnTo>
                  <a:pt x="890260" y="85099"/>
                </a:lnTo>
                <a:close/>
                <a:moveTo>
                  <a:pt x="1071772" y="53020"/>
                </a:moveTo>
                <a:lnTo>
                  <a:pt x="1040117" y="53020"/>
                </a:lnTo>
                <a:lnTo>
                  <a:pt x="1040117" y="56439"/>
                </a:lnTo>
                <a:cubicBezTo>
                  <a:pt x="1047404" y="57121"/>
                  <a:pt x="1050820" y="59397"/>
                  <a:pt x="1050820" y="63723"/>
                </a:cubicBezTo>
                <a:cubicBezTo>
                  <a:pt x="1050820" y="66000"/>
                  <a:pt x="1050365" y="68276"/>
                  <a:pt x="1049454" y="70555"/>
                </a:cubicBezTo>
                <a:lnTo>
                  <a:pt x="1026908" y="129521"/>
                </a:lnTo>
                <a:lnTo>
                  <a:pt x="1003677" y="71237"/>
                </a:lnTo>
                <a:cubicBezTo>
                  <a:pt x="1002311" y="68050"/>
                  <a:pt x="1001626" y="64863"/>
                  <a:pt x="1001626" y="62813"/>
                </a:cubicBezTo>
                <a:cubicBezTo>
                  <a:pt x="1001626" y="58716"/>
                  <a:pt x="1004132" y="57121"/>
                  <a:pt x="1012104" y="56439"/>
                </a:cubicBezTo>
                <a:lnTo>
                  <a:pt x="1012104" y="53020"/>
                </a:lnTo>
                <a:lnTo>
                  <a:pt x="967466" y="53020"/>
                </a:lnTo>
                <a:lnTo>
                  <a:pt x="967466" y="56439"/>
                </a:lnTo>
                <a:cubicBezTo>
                  <a:pt x="976119" y="56895"/>
                  <a:pt x="977714" y="59171"/>
                  <a:pt x="988188" y="82621"/>
                </a:cubicBezTo>
                <a:lnTo>
                  <a:pt x="1015520" y="147964"/>
                </a:lnTo>
                <a:cubicBezTo>
                  <a:pt x="1015975" y="149329"/>
                  <a:pt x="1016656" y="150925"/>
                  <a:pt x="1017341" y="152746"/>
                </a:cubicBezTo>
                <a:cubicBezTo>
                  <a:pt x="1018707" y="156843"/>
                  <a:pt x="1020076" y="158664"/>
                  <a:pt x="1021441" y="158664"/>
                </a:cubicBezTo>
                <a:cubicBezTo>
                  <a:pt x="1022807" y="158664"/>
                  <a:pt x="1024402" y="155706"/>
                  <a:pt x="1027818" y="147279"/>
                </a:cubicBezTo>
                <a:lnTo>
                  <a:pt x="1056968" y="74197"/>
                </a:lnTo>
                <a:cubicBezTo>
                  <a:pt x="1063574" y="58716"/>
                  <a:pt x="1064940" y="57121"/>
                  <a:pt x="1071772" y="56439"/>
                </a:cubicBezTo>
                <a:lnTo>
                  <a:pt x="1071772" y="53020"/>
                </a:lnTo>
                <a:close/>
                <a:moveTo>
                  <a:pt x="1166514" y="118137"/>
                </a:moveTo>
                <a:cubicBezTo>
                  <a:pt x="1155585" y="135453"/>
                  <a:pt x="1145788" y="142063"/>
                  <a:pt x="1131214" y="142063"/>
                </a:cubicBezTo>
                <a:cubicBezTo>
                  <a:pt x="1118234" y="142063"/>
                  <a:pt x="1108441" y="135453"/>
                  <a:pt x="1101835" y="122467"/>
                </a:cubicBezTo>
                <a:cubicBezTo>
                  <a:pt x="1097734" y="113807"/>
                  <a:pt x="1096143" y="106287"/>
                  <a:pt x="1095688" y="92386"/>
                </a:cubicBezTo>
                <a:lnTo>
                  <a:pt x="1165833" y="92386"/>
                </a:lnTo>
                <a:cubicBezTo>
                  <a:pt x="1164009" y="77610"/>
                  <a:pt x="1161732" y="71028"/>
                  <a:pt x="1156040" y="63765"/>
                </a:cubicBezTo>
                <a:cubicBezTo>
                  <a:pt x="1149204" y="55581"/>
                  <a:pt x="1138730" y="50796"/>
                  <a:pt x="1126887" y="50796"/>
                </a:cubicBezTo>
                <a:cubicBezTo>
                  <a:pt x="1115499" y="50796"/>
                  <a:pt x="1104796" y="54897"/>
                  <a:pt x="1096143" y="62629"/>
                </a:cubicBezTo>
                <a:cubicBezTo>
                  <a:pt x="1085436" y="71935"/>
                  <a:pt x="1079288" y="88060"/>
                  <a:pt x="1079288" y="106742"/>
                </a:cubicBezTo>
                <a:cubicBezTo>
                  <a:pt x="1079288" y="138188"/>
                  <a:pt x="1095688" y="157774"/>
                  <a:pt x="1121876" y="157774"/>
                </a:cubicBezTo>
                <a:cubicBezTo>
                  <a:pt x="1143512" y="157774"/>
                  <a:pt x="1160592" y="144339"/>
                  <a:pt x="1170159" y="119732"/>
                </a:cubicBezTo>
                <a:lnTo>
                  <a:pt x="1166514" y="118137"/>
                </a:lnTo>
                <a:moveTo>
                  <a:pt x="1096143" y="85099"/>
                </a:moveTo>
                <a:cubicBezTo>
                  <a:pt x="1098645" y="67397"/>
                  <a:pt x="1106391" y="58997"/>
                  <a:pt x="1120281" y="58997"/>
                </a:cubicBezTo>
                <a:cubicBezTo>
                  <a:pt x="1134175" y="58997"/>
                  <a:pt x="1139641" y="65353"/>
                  <a:pt x="1142602" y="85099"/>
                </a:cubicBezTo>
                <a:lnTo>
                  <a:pt x="1096143" y="85099"/>
                </a:lnTo>
                <a:close/>
                <a:moveTo>
                  <a:pt x="1179042" y="13664"/>
                </a:moveTo>
                <a:lnTo>
                  <a:pt x="1180407" y="13664"/>
                </a:lnTo>
                <a:cubicBezTo>
                  <a:pt x="1182913" y="13438"/>
                  <a:pt x="1185644" y="13209"/>
                  <a:pt x="1187469" y="13209"/>
                </a:cubicBezTo>
                <a:cubicBezTo>
                  <a:pt x="1194756" y="13209"/>
                  <a:pt x="1197032" y="16399"/>
                  <a:pt x="1197032" y="27102"/>
                </a:cubicBezTo>
                <a:lnTo>
                  <a:pt x="1197032" y="135738"/>
                </a:lnTo>
                <a:cubicBezTo>
                  <a:pt x="1197032" y="148037"/>
                  <a:pt x="1193846" y="150998"/>
                  <a:pt x="1179497" y="152134"/>
                </a:cubicBezTo>
                <a:lnTo>
                  <a:pt x="1179497" y="155550"/>
                </a:lnTo>
                <a:lnTo>
                  <a:pt x="1233243" y="155550"/>
                </a:lnTo>
                <a:lnTo>
                  <a:pt x="1233243" y="152134"/>
                </a:lnTo>
                <a:cubicBezTo>
                  <a:pt x="1218898" y="151223"/>
                  <a:pt x="1216163" y="148947"/>
                  <a:pt x="1216163" y="136419"/>
                </a:cubicBezTo>
                <a:lnTo>
                  <a:pt x="1216163" y="455"/>
                </a:lnTo>
                <a:lnTo>
                  <a:pt x="1215252" y="0"/>
                </a:lnTo>
                <a:cubicBezTo>
                  <a:pt x="1203409" y="3871"/>
                  <a:pt x="1194756" y="6151"/>
                  <a:pt x="1179042" y="10022"/>
                </a:cubicBezTo>
                <a:lnTo>
                  <a:pt x="1179042" y="13664"/>
                </a:lnTo>
                <a:close/>
                <a:moveTo>
                  <a:pt x="1381506" y="83994"/>
                </a:moveTo>
                <a:lnTo>
                  <a:pt x="1380595" y="53020"/>
                </a:lnTo>
                <a:lnTo>
                  <a:pt x="1378090" y="53020"/>
                </a:lnTo>
                <a:lnTo>
                  <a:pt x="1377635" y="53479"/>
                </a:lnTo>
                <a:cubicBezTo>
                  <a:pt x="1375584" y="55070"/>
                  <a:pt x="1375358" y="55300"/>
                  <a:pt x="1374448" y="55300"/>
                </a:cubicBezTo>
                <a:cubicBezTo>
                  <a:pt x="1373082" y="55300"/>
                  <a:pt x="1370802" y="54844"/>
                  <a:pt x="1368297" y="53705"/>
                </a:cubicBezTo>
                <a:cubicBezTo>
                  <a:pt x="1363286" y="51932"/>
                  <a:pt x="1358278" y="51018"/>
                  <a:pt x="1352357" y="51018"/>
                </a:cubicBezTo>
                <a:cubicBezTo>
                  <a:pt x="1334362" y="51018"/>
                  <a:pt x="1321383" y="62632"/>
                  <a:pt x="1321383" y="79021"/>
                </a:cubicBezTo>
                <a:cubicBezTo>
                  <a:pt x="1321383" y="91764"/>
                  <a:pt x="1328670" y="100869"/>
                  <a:pt x="1348030" y="111795"/>
                </a:cubicBezTo>
                <a:lnTo>
                  <a:pt x="1361239" y="119308"/>
                </a:lnTo>
                <a:cubicBezTo>
                  <a:pt x="1369207" y="123860"/>
                  <a:pt x="1373082" y="129323"/>
                  <a:pt x="1373082" y="136378"/>
                </a:cubicBezTo>
                <a:cubicBezTo>
                  <a:pt x="1373082" y="146393"/>
                  <a:pt x="1365791" y="152766"/>
                  <a:pt x="1354177" y="152766"/>
                </a:cubicBezTo>
                <a:cubicBezTo>
                  <a:pt x="1346435" y="152766"/>
                  <a:pt x="1339373" y="149806"/>
                  <a:pt x="1335047" y="144798"/>
                </a:cubicBezTo>
                <a:cubicBezTo>
                  <a:pt x="1330265" y="139109"/>
                  <a:pt x="1328215" y="133872"/>
                  <a:pt x="1325254" y="120900"/>
                </a:cubicBezTo>
                <a:lnTo>
                  <a:pt x="1321609" y="120900"/>
                </a:lnTo>
                <a:lnTo>
                  <a:pt x="1321609" y="156408"/>
                </a:lnTo>
                <a:lnTo>
                  <a:pt x="1324569" y="156408"/>
                </a:lnTo>
                <a:cubicBezTo>
                  <a:pt x="1326165" y="154132"/>
                  <a:pt x="1327075" y="153677"/>
                  <a:pt x="1329810" y="153677"/>
                </a:cubicBezTo>
                <a:cubicBezTo>
                  <a:pt x="1331860" y="153729"/>
                  <a:pt x="1335047" y="154184"/>
                  <a:pt x="1340284" y="155550"/>
                </a:cubicBezTo>
                <a:cubicBezTo>
                  <a:pt x="1346661" y="156864"/>
                  <a:pt x="1352812" y="157774"/>
                  <a:pt x="1356909" y="157774"/>
                </a:cubicBezTo>
                <a:cubicBezTo>
                  <a:pt x="1374448" y="157774"/>
                  <a:pt x="1389023" y="144572"/>
                  <a:pt x="1389023" y="128639"/>
                </a:cubicBezTo>
                <a:cubicBezTo>
                  <a:pt x="1389023" y="117258"/>
                  <a:pt x="1383556" y="109748"/>
                  <a:pt x="1369892" y="101553"/>
                </a:cubicBezTo>
                <a:lnTo>
                  <a:pt x="1345295" y="86986"/>
                </a:lnTo>
                <a:cubicBezTo>
                  <a:pt x="1338918" y="83344"/>
                  <a:pt x="1335502" y="77655"/>
                  <a:pt x="1335502" y="71508"/>
                </a:cubicBezTo>
                <a:cubicBezTo>
                  <a:pt x="1335502" y="62403"/>
                  <a:pt x="1342564" y="56029"/>
                  <a:pt x="1353038" y="56029"/>
                </a:cubicBezTo>
                <a:cubicBezTo>
                  <a:pt x="1366021" y="56029"/>
                  <a:pt x="1372853" y="63768"/>
                  <a:pt x="1378090" y="84028"/>
                </a:cubicBezTo>
                <a:lnTo>
                  <a:pt x="1381506" y="83994"/>
                </a:lnTo>
                <a:close/>
                <a:moveTo>
                  <a:pt x="1489004" y="119986"/>
                </a:moveTo>
                <a:cubicBezTo>
                  <a:pt x="1478071" y="135916"/>
                  <a:pt x="1469873" y="141378"/>
                  <a:pt x="1456890" y="141378"/>
                </a:cubicBezTo>
                <a:cubicBezTo>
                  <a:pt x="1436164" y="141378"/>
                  <a:pt x="1421590" y="123172"/>
                  <a:pt x="1421590" y="97001"/>
                </a:cubicBezTo>
                <a:cubicBezTo>
                  <a:pt x="1421590" y="73561"/>
                  <a:pt x="1434118" y="57402"/>
                  <a:pt x="1452563" y="57402"/>
                </a:cubicBezTo>
                <a:cubicBezTo>
                  <a:pt x="1460761" y="57402"/>
                  <a:pt x="1463722" y="59904"/>
                  <a:pt x="1466002" y="68324"/>
                </a:cubicBezTo>
                <a:lnTo>
                  <a:pt x="1467367" y="73332"/>
                </a:lnTo>
                <a:cubicBezTo>
                  <a:pt x="1469188" y="79705"/>
                  <a:pt x="1473289" y="83803"/>
                  <a:pt x="1478071" y="83803"/>
                </a:cubicBezTo>
                <a:cubicBezTo>
                  <a:pt x="1483992" y="83803"/>
                  <a:pt x="1489004" y="79476"/>
                  <a:pt x="1489004" y="74243"/>
                </a:cubicBezTo>
                <a:cubicBezTo>
                  <a:pt x="1489004" y="61499"/>
                  <a:pt x="1473060" y="50796"/>
                  <a:pt x="1453929" y="50796"/>
                </a:cubicBezTo>
                <a:cubicBezTo>
                  <a:pt x="1442771" y="50796"/>
                  <a:pt x="1431157" y="55352"/>
                  <a:pt x="1421819" y="63546"/>
                </a:cubicBezTo>
                <a:cubicBezTo>
                  <a:pt x="1410431" y="73561"/>
                  <a:pt x="1404054" y="89036"/>
                  <a:pt x="1404054" y="107013"/>
                </a:cubicBezTo>
                <a:cubicBezTo>
                  <a:pt x="1404054" y="136600"/>
                  <a:pt x="1422045" y="157774"/>
                  <a:pt x="1447326" y="157774"/>
                </a:cubicBezTo>
                <a:cubicBezTo>
                  <a:pt x="1457575" y="157774"/>
                  <a:pt x="1466683" y="154132"/>
                  <a:pt x="1474884" y="147071"/>
                </a:cubicBezTo>
                <a:cubicBezTo>
                  <a:pt x="1481032" y="141604"/>
                  <a:pt x="1485358" y="135460"/>
                  <a:pt x="1492190" y="122032"/>
                </a:cubicBezTo>
                <a:lnTo>
                  <a:pt x="1489004" y="119986"/>
                </a:lnTo>
                <a:close/>
                <a:moveTo>
                  <a:pt x="1556418" y="50796"/>
                </a:moveTo>
                <a:cubicBezTo>
                  <a:pt x="1526810" y="50796"/>
                  <a:pt x="1506084" y="72651"/>
                  <a:pt x="1506084" y="104059"/>
                </a:cubicBezTo>
                <a:cubicBezTo>
                  <a:pt x="1506084" y="134783"/>
                  <a:pt x="1527265" y="157774"/>
                  <a:pt x="1555959" y="157774"/>
                </a:cubicBezTo>
                <a:cubicBezTo>
                  <a:pt x="1584656" y="157774"/>
                  <a:pt x="1606518" y="133646"/>
                  <a:pt x="1606518" y="102238"/>
                </a:cubicBezTo>
                <a:cubicBezTo>
                  <a:pt x="1606518" y="72422"/>
                  <a:pt x="1585567" y="50796"/>
                  <a:pt x="1556418" y="50796"/>
                </a:cubicBezTo>
                <a:moveTo>
                  <a:pt x="1553457" y="57176"/>
                </a:moveTo>
                <a:cubicBezTo>
                  <a:pt x="1572587" y="57176"/>
                  <a:pt x="1586022" y="79024"/>
                  <a:pt x="1586022" y="110203"/>
                </a:cubicBezTo>
                <a:cubicBezTo>
                  <a:pt x="1586022" y="135922"/>
                  <a:pt x="1575774" y="151397"/>
                  <a:pt x="1558694" y="151397"/>
                </a:cubicBezTo>
                <a:cubicBezTo>
                  <a:pt x="1549811" y="151397"/>
                  <a:pt x="1541384" y="145938"/>
                  <a:pt x="1536602" y="136833"/>
                </a:cubicBezTo>
                <a:cubicBezTo>
                  <a:pt x="1530226" y="124997"/>
                  <a:pt x="1526580" y="109067"/>
                  <a:pt x="1526580" y="92907"/>
                </a:cubicBezTo>
                <a:cubicBezTo>
                  <a:pt x="1526580" y="71285"/>
                  <a:pt x="1537284" y="57176"/>
                  <a:pt x="1553457" y="57176"/>
                </a:cubicBezTo>
                <a:close/>
                <a:moveTo>
                  <a:pt x="1615401" y="66000"/>
                </a:moveTo>
                <a:cubicBezTo>
                  <a:pt x="1617451" y="65774"/>
                  <a:pt x="1619046" y="65774"/>
                  <a:pt x="1621097" y="65774"/>
                </a:cubicBezTo>
                <a:cubicBezTo>
                  <a:pt x="1628839" y="65774"/>
                  <a:pt x="1630434" y="68050"/>
                  <a:pt x="1630434" y="78753"/>
                </a:cubicBezTo>
                <a:lnTo>
                  <a:pt x="1630434" y="185339"/>
                </a:lnTo>
                <a:cubicBezTo>
                  <a:pt x="1630434" y="197182"/>
                  <a:pt x="1627929" y="199687"/>
                  <a:pt x="1614490" y="201053"/>
                </a:cubicBezTo>
                <a:lnTo>
                  <a:pt x="1614490" y="204924"/>
                </a:lnTo>
                <a:lnTo>
                  <a:pt x="1669606" y="204924"/>
                </a:lnTo>
                <a:lnTo>
                  <a:pt x="1669606" y="200827"/>
                </a:lnTo>
                <a:cubicBezTo>
                  <a:pt x="1652526" y="200598"/>
                  <a:pt x="1649565" y="198092"/>
                  <a:pt x="1649565" y="183744"/>
                </a:cubicBezTo>
                <a:lnTo>
                  <a:pt x="1649565" y="147985"/>
                </a:lnTo>
                <a:cubicBezTo>
                  <a:pt x="1657537" y="155498"/>
                  <a:pt x="1663000" y="157774"/>
                  <a:pt x="1672567" y="157774"/>
                </a:cubicBezTo>
                <a:cubicBezTo>
                  <a:pt x="1699440" y="157774"/>
                  <a:pt x="1720391" y="132281"/>
                  <a:pt x="1720391" y="99281"/>
                </a:cubicBezTo>
                <a:cubicBezTo>
                  <a:pt x="1720391" y="71063"/>
                  <a:pt x="1704451" y="50796"/>
                  <a:pt x="1682359" y="50796"/>
                </a:cubicBezTo>
                <a:cubicBezTo>
                  <a:pt x="1669606" y="50796"/>
                  <a:pt x="1659584" y="56492"/>
                  <a:pt x="1649565" y="68787"/>
                </a:cubicBezTo>
                <a:lnTo>
                  <a:pt x="1649565" y="51255"/>
                </a:lnTo>
                <a:lnTo>
                  <a:pt x="1648199" y="50796"/>
                </a:lnTo>
                <a:cubicBezTo>
                  <a:pt x="1635901" y="55581"/>
                  <a:pt x="1627929" y="58542"/>
                  <a:pt x="1615401" y="62413"/>
                </a:cubicBezTo>
                <a:lnTo>
                  <a:pt x="1615401" y="66000"/>
                </a:lnTo>
                <a:moveTo>
                  <a:pt x="1649565" y="79483"/>
                </a:moveTo>
                <a:cubicBezTo>
                  <a:pt x="1649565" y="72654"/>
                  <a:pt x="1662318" y="64464"/>
                  <a:pt x="1672792" y="64464"/>
                </a:cubicBezTo>
                <a:cubicBezTo>
                  <a:pt x="1689647" y="64464"/>
                  <a:pt x="1700805" y="81759"/>
                  <a:pt x="1700805" y="108160"/>
                </a:cubicBezTo>
                <a:cubicBezTo>
                  <a:pt x="1700805" y="133420"/>
                  <a:pt x="1689647" y="150487"/>
                  <a:pt x="1673251" y="150487"/>
                </a:cubicBezTo>
                <a:cubicBezTo>
                  <a:pt x="1662544" y="150487"/>
                  <a:pt x="1649565" y="142296"/>
                  <a:pt x="1649565" y="135467"/>
                </a:cubicBezTo>
                <a:lnTo>
                  <a:pt x="1649565" y="79483"/>
                </a:lnTo>
                <a:close/>
                <a:moveTo>
                  <a:pt x="1820144" y="118137"/>
                </a:moveTo>
                <a:cubicBezTo>
                  <a:pt x="1809215" y="135453"/>
                  <a:pt x="1799419" y="142063"/>
                  <a:pt x="1784844" y="142063"/>
                </a:cubicBezTo>
                <a:cubicBezTo>
                  <a:pt x="1771864" y="142063"/>
                  <a:pt x="1762072" y="135453"/>
                  <a:pt x="1755465" y="122467"/>
                </a:cubicBezTo>
                <a:cubicBezTo>
                  <a:pt x="1751365" y="113807"/>
                  <a:pt x="1749773" y="106287"/>
                  <a:pt x="1749318" y="92386"/>
                </a:cubicBezTo>
                <a:lnTo>
                  <a:pt x="1819463" y="92386"/>
                </a:lnTo>
                <a:cubicBezTo>
                  <a:pt x="1817639" y="77610"/>
                  <a:pt x="1815363" y="71028"/>
                  <a:pt x="1809670" y="63765"/>
                </a:cubicBezTo>
                <a:cubicBezTo>
                  <a:pt x="1802835" y="55581"/>
                  <a:pt x="1792361" y="50796"/>
                  <a:pt x="1780518" y="50796"/>
                </a:cubicBezTo>
                <a:cubicBezTo>
                  <a:pt x="1769130" y="50796"/>
                  <a:pt x="1758426" y="54897"/>
                  <a:pt x="1749773" y="62629"/>
                </a:cubicBezTo>
                <a:cubicBezTo>
                  <a:pt x="1739066" y="71935"/>
                  <a:pt x="1732919" y="88060"/>
                  <a:pt x="1732919" y="106742"/>
                </a:cubicBezTo>
                <a:cubicBezTo>
                  <a:pt x="1732919" y="138188"/>
                  <a:pt x="1749318" y="157774"/>
                  <a:pt x="1775506" y="157774"/>
                </a:cubicBezTo>
                <a:cubicBezTo>
                  <a:pt x="1797142" y="157774"/>
                  <a:pt x="1814223" y="144339"/>
                  <a:pt x="1823790" y="119732"/>
                </a:cubicBezTo>
                <a:lnTo>
                  <a:pt x="1820144" y="118137"/>
                </a:lnTo>
                <a:moveTo>
                  <a:pt x="1749773" y="85099"/>
                </a:moveTo>
                <a:cubicBezTo>
                  <a:pt x="1752275" y="67397"/>
                  <a:pt x="1760021" y="58997"/>
                  <a:pt x="1773911" y="58997"/>
                </a:cubicBezTo>
                <a:cubicBezTo>
                  <a:pt x="1787805" y="58997"/>
                  <a:pt x="1793271" y="65353"/>
                  <a:pt x="1796232" y="85099"/>
                </a:cubicBezTo>
                <a:lnTo>
                  <a:pt x="1749773" y="85099"/>
                </a:lnTo>
                <a:close/>
                <a:moveTo>
                  <a:pt x="1993004" y="118137"/>
                </a:moveTo>
                <a:cubicBezTo>
                  <a:pt x="1982075" y="135453"/>
                  <a:pt x="1972278" y="142063"/>
                  <a:pt x="1957704" y="142063"/>
                </a:cubicBezTo>
                <a:cubicBezTo>
                  <a:pt x="1944724" y="142063"/>
                  <a:pt x="1934931" y="135453"/>
                  <a:pt x="1928325" y="122467"/>
                </a:cubicBezTo>
                <a:cubicBezTo>
                  <a:pt x="1924224" y="113807"/>
                  <a:pt x="1922633" y="106287"/>
                  <a:pt x="1922177" y="92386"/>
                </a:cubicBezTo>
                <a:lnTo>
                  <a:pt x="1992323" y="92386"/>
                </a:lnTo>
                <a:cubicBezTo>
                  <a:pt x="1990498" y="77610"/>
                  <a:pt x="1988222" y="71028"/>
                  <a:pt x="1982530" y="63765"/>
                </a:cubicBezTo>
                <a:cubicBezTo>
                  <a:pt x="1975694" y="55581"/>
                  <a:pt x="1965220" y="50796"/>
                  <a:pt x="1953377" y="50796"/>
                </a:cubicBezTo>
                <a:cubicBezTo>
                  <a:pt x="1941989" y="50796"/>
                  <a:pt x="1931286" y="54897"/>
                  <a:pt x="1922633" y="62629"/>
                </a:cubicBezTo>
                <a:cubicBezTo>
                  <a:pt x="1911926" y="71935"/>
                  <a:pt x="1905778" y="88060"/>
                  <a:pt x="1905778" y="106742"/>
                </a:cubicBezTo>
                <a:cubicBezTo>
                  <a:pt x="1905778" y="138188"/>
                  <a:pt x="1922177" y="157774"/>
                  <a:pt x="1948366" y="157774"/>
                </a:cubicBezTo>
                <a:cubicBezTo>
                  <a:pt x="1970002" y="157774"/>
                  <a:pt x="1987082" y="144339"/>
                  <a:pt x="1996649" y="119732"/>
                </a:cubicBezTo>
                <a:lnTo>
                  <a:pt x="1993004" y="118137"/>
                </a:lnTo>
                <a:moveTo>
                  <a:pt x="1922633" y="85099"/>
                </a:moveTo>
                <a:cubicBezTo>
                  <a:pt x="1925135" y="67397"/>
                  <a:pt x="1932881" y="58997"/>
                  <a:pt x="1946771" y="58997"/>
                </a:cubicBezTo>
                <a:cubicBezTo>
                  <a:pt x="1960664" y="58997"/>
                  <a:pt x="1966131" y="65353"/>
                  <a:pt x="1969092" y="85099"/>
                </a:cubicBezTo>
                <a:lnTo>
                  <a:pt x="1922633" y="85099"/>
                </a:lnTo>
                <a:close/>
                <a:moveTo>
                  <a:pt x="2061103" y="155550"/>
                </a:moveTo>
                <a:lnTo>
                  <a:pt x="2106877" y="155550"/>
                </a:lnTo>
                <a:lnTo>
                  <a:pt x="2106877" y="152134"/>
                </a:lnTo>
                <a:cubicBezTo>
                  <a:pt x="2099819" y="152134"/>
                  <a:pt x="2095263" y="148492"/>
                  <a:pt x="2088202" y="138466"/>
                </a:cubicBezTo>
                <a:lnTo>
                  <a:pt x="2059052" y="93807"/>
                </a:lnTo>
                <a:lnTo>
                  <a:pt x="2077954" y="66465"/>
                </a:lnTo>
                <a:cubicBezTo>
                  <a:pt x="2082280" y="60311"/>
                  <a:pt x="2089112" y="56665"/>
                  <a:pt x="2096403" y="56439"/>
                </a:cubicBezTo>
                <a:lnTo>
                  <a:pt x="2096403" y="53020"/>
                </a:lnTo>
                <a:lnTo>
                  <a:pt x="2060418" y="53020"/>
                </a:lnTo>
                <a:lnTo>
                  <a:pt x="2060418" y="56439"/>
                </a:lnTo>
                <a:cubicBezTo>
                  <a:pt x="2067250" y="56895"/>
                  <a:pt x="2069526" y="58260"/>
                  <a:pt x="2069526" y="61451"/>
                </a:cubicBezTo>
                <a:cubicBezTo>
                  <a:pt x="2069526" y="64186"/>
                  <a:pt x="2066795" y="69197"/>
                  <a:pt x="2061103" y="76262"/>
                </a:cubicBezTo>
                <a:cubicBezTo>
                  <a:pt x="2059963" y="77627"/>
                  <a:pt x="2057228" y="81731"/>
                  <a:pt x="2054267" y="86287"/>
                </a:cubicBezTo>
                <a:lnTo>
                  <a:pt x="2051080" y="81731"/>
                </a:lnTo>
                <a:cubicBezTo>
                  <a:pt x="2044704" y="72161"/>
                  <a:pt x="2040603" y="64415"/>
                  <a:pt x="2040603" y="61451"/>
                </a:cubicBezTo>
                <a:cubicBezTo>
                  <a:pt x="2040603" y="58260"/>
                  <a:pt x="2043564" y="56665"/>
                  <a:pt x="2050396" y="56439"/>
                </a:cubicBezTo>
                <a:lnTo>
                  <a:pt x="2050396" y="53020"/>
                </a:lnTo>
                <a:lnTo>
                  <a:pt x="2003252" y="53020"/>
                </a:lnTo>
                <a:lnTo>
                  <a:pt x="2003252" y="56439"/>
                </a:lnTo>
                <a:lnTo>
                  <a:pt x="2005303" y="56439"/>
                </a:lnTo>
                <a:cubicBezTo>
                  <a:pt x="2012135" y="56439"/>
                  <a:pt x="2015780" y="59400"/>
                  <a:pt x="2022838" y="70111"/>
                </a:cubicBezTo>
                <a:lnTo>
                  <a:pt x="2044248" y="102919"/>
                </a:lnTo>
                <a:lnTo>
                  <a:pt x="2018286" y="140517"/>
                </a:lnTo>
                <a:cubicBezTo>
                  <a:pt x="2011454" y="149858"/>
                  <a:pt x="2009174" y="151453"/>
                  <a:pt x="2001661" y="152134"/>
                </a:cubicBezTo>
                <a:lnTo>
                  <a:pt x="2001661" y="155550"/>
                </a:lnTo>
                <a:lnTo>
                  <a:pt x="2034681" y="155550"/>
                </a:lnTo>
                <a:lnTo>
                  <a:pt x="2034681" y="152134"/>
                </a:lnTo>
                <a:cubicBezTo>
                  <a:pt x="2028305" y="152134"/>
                  <a:pt x="2025573" y="150998"/>
                  <a:pt x="2025573" y="148033"/>
                </a:cubicBezTo>
                <a:cubicBezTo>
                  <a:pt x="2025573" y="146668"/>
                  <a:pt x="2027168" y="143251"/>
                  <a:pt x="2030129" y="138692"/>
                </a:cubicBezTo>
                <a:lnTo>
                  <a:pt x="2048120" y="110669"/>
                </a:lnTo>
                <a:lnTo>
                  <a:pt x="2068845" y="142567"/>
                </a:lnTo>
                <a:cubicBezTo>
                  <a:pt x="2069756" y="143933"/>
                  <a:pt x="2070211" y="145302"/>
                  <a:pt x="2070211" y="146668"/>
                </a:cubicBezTo>
                <a:cubicBezTo>
                  <a:pt x="2070211" y="150768"/>
                  <a:pt x="2068616" y="151679"/>
                  <a:pt x="2061103" y="152134"/>
                </a:cubicBezTo>
                <a:lnTo>
                  <a:pt x="2061103" y="155550"/>
                </a:lnTo>
                <a:close/>
                <a:moveTo>
                  <a:pt x="2169735" y="53020"/>
                </a:moveTo>
                <a:lnTo>
                  <a:pt x="2146733" y="53020"/>
                </a:lnTo>
                <a:lnTo>
                  <a:pt x="2146733" y="26602"/>
                </a:lnTo>
                <a:cubicBezTo>
                  <a:pt x="2146733" y="24326"/>
                  <a:pt x="2146507" y="23641"/>
                  <a:pt x="2145138" y="23641"/>
                </a:cubicBezTo>
                <a:cubicBezTo>
                  <a:pt x="2143546" y="25692"/>
                  <a:pt x="2142177" y="27742"/>
                  <a:pt x="2140585" y="30018"/>
                </a:cubicBezTo>
                <a:cubicBezTo>
                  <a:pt x="2131929" y="42546"/>
                  <a:pt x="2122136" y="53479"/>
                  <a:pt x="2118494" y="54389"/>
                </a:cubicBezTo>
                <a:cubicBezTo>
                  <a:pt x="2115989" y="55981"/>
                  <a:pt x="2114619" y="57576"/>
                  <a:pt x="2114619" y="58716"/>
                </a:cubicBezTo>
                <a:cubicBezTo>
                  <a:pt x="2114619" y="59400"/>
                  <a:pt x="2114849" y="59856"/>
                  <a:pt x="2115533" y="60311"/>
                </a:cubicBezTo>
                <a:lnTo>
                  <a:pt x="2127602" y="60311"/>
                </a:lnTo>
                <a:lnTo>
                  <a:pt x="2127602" y="128854"/>
                </a:lnTo>
                <a:cubicBezTo>
                  <a:pt x="2127602" y="147981"/>
                  <a:pt x="2134434" y="157774"/>
                  <a:pt x="2147873" y="157774"/>
                </a:cubicBezTo>
                <a:cubicBezTo>
                  <a:pt x="2159031" y="157774"/>
                  <a:pt x="2167684" y="152311"/>
                  <a:pt x="2175201" y="140468"/>
                </a:cubicBezTo>
                <a:lnTo>
                  <a:pt x="2172240" y="137962"/>
                </a:lnTo>
                <a:cubicBezTo>
                  <a:pt x="2167459" y="143655"/>
                  <a:pt x="2163587" y="145934"/>
                  <a:pt x="2158576" y="145934"/>
                </a:cubicBezTo>
                <a:cubicBezTo>
                  <a:pt x="2150149" y="145934"/>
                  <a:pt x="2146733" y="139783"/>
                  <a:pt x="2146733" y="125438"/>
                </a:cubicBezTo>
                <a:lnTo>
                  <a:pt x="2146733" y="60311"/>
                </a:lnTo>
                <a:lnTo>
                  <a:pt x="2169735" y="60311"/>
                </a:lnTo>
                <a:lnTo>
                  <a:pt x="2169735" y="53020"/>
                </a:lnTo>
                <a:close/>
                <a:moveTo>
                  <a:pt x="2176567" y="66740"/>
                </a:moveTo>
                <a:cubicBezTo>
                  <a:pt x="2179757" y="66055"/>
                  <a:pt x="2181808" y="65826"/>
                  <a:pt x="2184539" y="65826"/>
                </a:cubicBezTo>
                <a:cubicBezTo>
                  <a:pt x="2190231" y="65826"/>
                  <a:pt x="2192282" y="69471"/>
                  <a:pt x="2192282" y="79490"/>
                </a:cubicBezTo>
                <a:lnTo>
                  <a:pt x="2192282" y="136423"/>
                </a:lnTo>
                <a:cubicBezTo>
                  <a:pt x="2192282" y="147807"/>
                  <a:pt x="2190687" y="149402"/>
                  <a:pt x="2176112" y="152134"/>
                </a:cubicBezTo>
                <a:lnTo>
                  <a:pt x="2176112" y="155550"/>
                </a:lnTo>
                <a:lnTo>
                  <a:pt x="2230772" y="155550"/>
                </a:lnTo>
                <a:lnTo>
                  <a:pt x="2230772" y="152134"/>
                </a:lnTo>
                <a:cubicBezTo>
                  <a:pt x="2215284" y="151453"/>
                  <a:pt x="2211412" y="148037"/>
                  <a:pt x="2211412" y="135057"/>
                </a:cubicBezTo>
                <a:lnTo>
                  <a:pt x="2211412" y="83816"/>
                </a:lnTo>
                <a:cubicBezTo>
                  <a:pt x="2211412" y="76529"/>
                  <a:pt x="2221205" y="65145"/>
                  <a:pt x="2227356" y="65145"/>
                </a:cubicBezTo>
                <a:cubicBezTo>
                  <a:pt x="2228722" y="65145"/>
                  <a:pt x="2230772" y="66284"/>
                  <a:pt x="2233278" y="68561"/>
                </a:cubicBezTo>
                <a:cubicBezTo>
                  <a:pt x="2236920" y="71747"/>
                  <a:pt x="2239425" y="73113"/>
                  <a:pt x="2242386" y="73113"/>
                </a:cubicBezTo>
                <a:cubicBezTo>
                  <a:pt x="2247852" y="73113"/>
                  <a:pt x="2251268" y="69242"/>
                  <a:pt x="2251268" y="62868"/>
                </a:cubicBezTo>
                <a:cubicBezTo>
                  <a:pt x="2251268" y="55352"/>
                  <a:pt x="2246487" y="50796"/>
                  <a:pt x="2238744" y="50796"/>
                </a:cubicBezTo>
                <a:cubicBezTo>
                  <a:pt x="2229177" y="50796"/>
                  <a:pt x="2222574" y="56036"/>
                  <a:pt x="2211412" y="72203"/>
                </a:cubicBezTo>
                <a:lnTo>
                  <a:pt x="2211412" y="51255"/>
                </a:lnTo>
                <a:lnTo>
                  <a:pt x="2210276" y="50796"/>
                </a:lnTo>
                <a:cubicBezTo>
                  <a:pt x="2198203" y="55807"/>
                  <a:pt x="2190006" y="58768"/>
                  <a:pt x="2176567" y="63094"/>
                </a:cubicBezTo>
                <a:lnTo>
                  <a:pt x="2176567" y="66740"/>
                </a:lnTo>
                <a:close/>
                <a:moveTo>
                  <a:pt x="2351475" y="140471"/>
                </a:moveTo>
                <a:cubicBezTo>
                  <a:pt x="2347604" y="143655"/>
                  <a:pt x="2344873" y="144794"/>
                  <a:pt x="2341457" y="144794"/>
                </a:cubicBezTo>
                <a:cubicBezTo>
                  <a:pt x="2336220" y="144794"/>
                  <a:pt x="2334625" y="141608"/>
                  <a:pt x="2334625" y="131596"/>
                </a:cubicBezTo>
                <a:lnTo>
                  <a:pt x="2334625" y="87215"/>
                </a:lnTo>
                <a:cubicBezTo>
                  <a:pt x="2334625" y="75379"/>
                  <a:pt x="2333485" y="68780"/>
                  <a:pt x="2330069" y="63317"/>
                </a:cubicBezTo>
                <a:cubicBezTo>
                  <a:pt x="2325058" y="55126"/>
                  <a:pt x="2315265" y="50796"/>
                  <a:pt x="2301830" y="50796"/>
                </a:cubicBezTo>
                <a:cubicBezTo>
                  <a:pt x="2280420" y="50796"/>
                  <a:pt x="2263569" y="61951"/>
                  <a:pt x="2263569" y="76289"/>
                </a:cubicBezTo>
                <a:cubicBezTo>
                  <a:pt x="2263569" y="81526"/>
                  <a:pt x="2268121" y="86075"/>
                  <a:pt x="2273362" y="86075"/>
                </a:cubicBezTo>
                <a:cubicBezTo>
                  <a:pt x="2278825" y="86075"/>
                  <a:pt x="2283610" y="81526"/>
                  <a:pt x="2283610" y="76519"/>
                </a:cubicBezTo>
                <a:cubicBezTo>
                  <a:pt x="2283610" y="75608"/>
                  <a:pt x="2283380" y="74468"/>
                  <a:pt x="2283155" y="72877"/>
                </a:cubicBezTo>
                <a:cubicBezTo>
                  <a:pt x="2282699" y="70830"/>
                  <a:pt x="2282470" y="69009"/>
                  <a:pt x="2282470" y="67414"/>
                </a:cubicBezTo>
                <a:cubicBezTo>
                  <a:pt x="2282470" y="61270"/>
                  <a:pt x="2289757" y="56262"/>
                  <a:pt x="2298869" y="56262"/>
                </a:cubicBezTo>
                <a:cubicBezTo>
                  <a:pt x="2310028" y="56262"/>
                  <a:pt x="2316175" y="62861"/>
                  <a:pt x="2316175" y="75153"/>
                </a:cubicBezTo>
                <a:lnTo>
                  <a:pt x="2316175" y="89036"/>
                </a:lnTo>
                <a:cubicBezTo>
                  <a:pt x="2281104" y="103145"/>
                  <a:pt x="2277233" y="104966"/>
                  <a:pt x="2267440" y="113616"/>
                </a:cubicBezTo>
                <a:cubicBezTo>
                  <a:pt x="2262429" y="118168"/>
                  <a:pt x="2259239" y="125904"/>
                  <a:pt x="2259239" y="133413"/>
                </a:cubicBezTo>
                <a:cubicBezTo>
                  <a:pt x="2259239" y="147755"/>
                  <a:pt x="2269261" y="157774"/>
                  <a:pt x="2283155" y="157774"/>
                </a:cubicBezTo>
                <a:cubicBezTo>
                  <a:pt x="2293173" y="157774"/>
                  <a:pt x="2302511" y="152992"/>
                  <a:pt x="2316405" y="141149"/>
                </a:cubicBezTo>
                <a:cubicBezTo>
                  <a:pt x="2317544" y="152992"/>
                  <a:pt x="2321642" y="157774"/>
                  <a:pt x="2330979" y="157774"/>
                </a:cubicBezTo>
                <a:cubicBezTo>
                  <a:pt x="2338722" y="157774"/>
                  <a:pt x="2343507" y="155043"/>
                  <a:pt x="2351475" y="146390"/>
                </a:cubicBezTo>
                <a:lnTo>
                  <a:pt x="2351475" y="140471"/>
                </a:lnTo>
                <a:moveTo>
                  <a:pt x="2316175" y="127485"/>
                </a:moveTo>
                <a:cubicBezTo>
                  <a:pt x="2316175" y="134546"/>
                  <a:pt x="2315039" y="136597"/>
                  <a:pt x="2310254" y="139328"/>
                </a:cubicBezTo>
                <a:cubicBezTo>
                  <a:pt x="2304791" y="142518"/>
                  <a:pt x="2298414" y="144565"/>
                  <a:pt x="2293629" y="144565"/>
                </a:cubicBezTo>
                <a:cubicBezTo>
                  <a:pt x="2285660" y="144565"/>
                  <a:pt x="2279283" y="136823"/>
                  <a:pt x="2279283" y="127030"/>
                </a:cubicBezTo>
                <a:lnTo>
                  <a:pt x="2279283" y="126119"/>
                </a:lnTo>
                <a:cubicBezTo>
                  <a:pt x="2279283" y="112681"/>
                  <a:pt x="2288617" y="104483"/>
                  <a:pt x="2316175" y="94461"/>
                </a:cubicBezTo>
                <a:lnTo>
                  <a:pt x="2316175" y="127485"/>
                </a:lnTo>
                <a:close/>
                <a:moveTo>
                  <a:pt x="2442576" y="119986"/>
                </a:moveTo>
                <a:cubicBezTo>
                  <a:pt x="2431643" y="135916"/>
                  <a:pt x="2423445" y="141378"/>
                  <a:pt x="2410462" y="141378"/>
                </a:cubicBezTo>
                <a:cubicBezTo>
                  <a:pt x="2389737" y="141378"/>
                  <a:pt x="2375162" y="123172"/>
                  <a:pt x="2375162" y="97001"/>
                </a:cubicBezTo>
                <a:cubicBezTo>
                  <a:pt x="2375162" y="73561"/>
                  <a:pt x="2387690" y="57402"/>
                  <a:pt x="2406136" y="57402"/>
                </a:cubicBezTo>
                <a:cubicBezTo>
                  <a:pt x="2414334" y="57402"/>
                  <a:pt x="2417294" y="59904"/>
                  <a:pt x="2419574" y="68324"/>
                </a:cubicBezTo>
                <a:lnTo>
                  <a:pt x="2420940" y="73332"/>
                </a:lnTo>
                <a:cubicBezTo>
                  <a:pt x="2422761" y="79705"/>
                  <a:pt x="2426861" y="83803"/>
                  <a:pt x="2431643" y="83803"/>
                </a:cubicBezTo>
                <a:cubicBezTo>
                  <a:pt x="2437565" y="83803"/>
                  <a:pt x="2442576" y="79476"/>
                  <a:pt x="2442576" y="74243"/>
                </a:cubicBezTo>
                <a:cubicBezTo>
                  <a:pt x="2442576" y="61499"/>
                  <a:pt x="2426632" y="50796"/>
                  <a:pt x="2407502" y="50796"/>
                </a:cubicBezTo>
                <a:cubicBezTo>
                  <a:pt x="2396343" y="50796"/>
                  <a:pt x="2384729" y="55352"/>
                  <a:pt x="2375391" y="63546"/>
                </a:cubicBezTo>
                <a:cubicBezTo>
                  <a:pt x="2364003" y="73561"/>
                  <a:pt x="2357627" y="89036"/>
                  <a:pt x="2357627" y="107013"/>
                </a:cubicBezTo>
                <a:cubicBezTo>
                  <a:pt x="2357627" y="136600"/>
                  <a:pt x="2375617" y="157774"/>
                  <a:pt x="2400899" y="157774"/>
                </a:cubicBezTo>
                <a:cubicBezTo>
                  <a:pt x="2411147" y="157774"/>
                  <a:pt x="2420255" y="154132"/>
                  <a:pt x="2428456" y="147071"/>
                </a:cubicBezTo>
                <a:cubicBezTo>
                  <a:pt x="2434604" y="141604"/>
                  <a:pt x="2438931" y="135460"/>
                  <a:pt x="2445763" y="122032"/>
                </a:cubicBezTo>
                <a:lnTo>
                  <a:pt x="2442576" y="119986"/>
                </a:lnTo>
                <a:close/>
                <a:moveTo>
                  <a:pt x="2511126" y="53020"/>
                </a:moveTo>
                <a:lnTo>
                  <a:pt x="2488124" y="53020"/>
                </a:lnTo>
                <a:lnTo>
                  <a:pt x="2488124" y="26602"/>
                </a:lnTo>
                <a:cubicBezTo>
                  <a:pt x="2488124" y="24326"/>
                  <a:pt x="2487898" y="23641"/>
                  <a:pt x="2486529" y="23641"/>
                </a:cubicBezTo>
                <a:cubicBezTo>
                  <a:pt x="2484937" y="25692"/>
                  <a:pt x="2483568" y="27742"/>
                  <a:pt x="2481977" y="30018"/>
                </a:cubicBezTo>
                <a:cubicBezTo>
                  <a:pt x="2473320" y="42546"/>
                  <a:pt x="2463527" y="53479"/>
                  <a:pt x="2459885" y="54389"/>
                </a:cubicBezTo>
                <a:cubicBezTo>
                  <a:pt x="2457380" y="55981"/>
                  <a:pt x="2456011" y="57576"/>
                  <a:pt x="2456011" y="58716"/>
                </a:cubicBezTo>
                <a:cubicBezTo>
                  <a:pt x="2456011" y="59400"/>
                  <a:pt x="2456240" y="59856"/>
                  <a:pt x="2456925" y="60311"/>
                </a:cubicBezTo>
                <a:lnTo>
                  <a:pt x="2468994" y="60311"/>
                </a:lnTo>
                <a:lnTo>
                  <a:pt x="2468994" y="128854"/>
                </a:lnTo>
                <a:cubicBezTo>
                  <a:pt x="2468994" y="147981"/>
                  <a:pt x="2475826" y="157774"/>
                  <a:pt x="2489264" y="157774"/>
                </a:cubicBezTo>
                <a:cubicBezTo>
                  <a:pt x="2500423" y="157774"/>
                  <a:pt x="2509076" y="152311"/>
                  <a:pt x="2516592" y="140468"/>
                </a:cubicBezTo>
                <a:lnTo>
                  <a:pt x="2513632" y="137962"/>
                </a:lnTo>
                <a:cubicBezTo>
                  <a:pt x="2508850" y="143655"/>
                  <a:pt x="2504979" y="145934"/>
                  <a:pt x="2499967" y="145934"/>
                </a:cubicBezTo>
                <a:cubicBezTo>
                  <a:pt x="2491540" y="145934"/>
                  <a:pt x="2488124" y="139783"/>
                  <a:pt x="2488124" y="125438"/>
                </a:cubicBezTo>
                <a:lnTo>
                  <a:pt x="2488124" y="60311"/>
                </a:lnTo>
                <a:lnTo>
                  <a:pt x="2511126" y="60311"/>
                </a:lnTo>
                <a:lnTo>
                  <a:pt x="2511126" y="53020"/>
                </a:lnTo>
                <a:close/>
                <a:moveTo>
                  <a:pt x="2556220" y="50796"/>
                </a:moveTo>
                <a:lnTo>
                  <a:pt x="2520919" y="63251"/>
                </a:lnTo>
                <a:lnTo>
                  <a:pt x="2520919" y="66670"/>
                </a:lnTo>
                <a:lnTo>
                  <a:pt x="2522744" y="66441"/>
                </a:lnTo>
                <a:cubicBezTo>
                  <a:pt x="2525475" y="65986"/>
                  <a:pt x="2528436" y="65756"/>
                  <a:pt x="2530486" y="65756"/>
                </a:cubicBezTo>
                <a:cubicBezTo>
                  <a:pt x="2535953" y="65756"/>
                  <a:pt x="2537999" y="69402"/>
                  <a:pt x="2537999" y="79431"/>
                </a:cubicBezTo>
                <a:lnTo>
                  <a:pt x="2537999" y="132308"/>
                </a:lnTo>
                <a:cubicBezTo>
                  <a:pt x="2537999" y="148718"/>
                  <a:pt x="2535723" y="151223"/>
                  <a:pt x="2520009" y="152134"/>
                </a:cubicBezTo>
                <a:lnTo>
                  <a:pt x="2520009" y="155550"/>
                </a:lnTo>
                <a:lnTo>
                  <a:pt x="2573984" y="155550"/>
                </a:lnTo>
                <a:lnTo>
                  <a:pt x="2573984" y="152134"/>
                </a:lnTo>
                <a:cubicBezTo>
                  <a:pt x="2558954" y="150998"/>
                  <a:pt x="2557130" y="148718"/>
                  <a:pt x="2557130" y="132308"/>
                </a:cubicBezTo>
                <a:lnTo>
                  <a:pt x="2557130" y="51480"/>
                </a:lnTo>
                <a:lnTo>
                  <a:pt x="2556220" y="50796"/>
                </a:lnTo>
                <a:moveTo>
                  <a:pt x="2545516" y="87"/>
                </a:moveTo>
                <a:cubicBezTo>
                  <a:pt x="2539369" y="87"/>
                  <a:pt x="2534128" y="5327"/>
                  <a:pt x="2534128" y="11704"/>
                </a:cubicBezTo>
                <a:cubicBezTo>
                  <a:pt x="2534128" y="18081"/>
                  <a:pt x="2539139" y="23318"/>
                  <a:pt x="2545516" y="23318"/>
                </a:cubicBezTo>
                <a:cubicBezTo>
                  <a:pt x="2552122" y="23318"/>
                  <a:pt x="2557359" y="18307"/>
                  <a:pt x="2557359" y="11704"/>
                </a:cubicBezTo>
                <a:cubicBezTo>
                  <a:pt x="2557359" y="5327"/>
                  <a:pt x="2552122" y="87"/>
                  <a:pt x="2545516" y="87"/>
                </a:cubicBezTo>
                <a:close/>
                <a:moveTo>
                  <a:pt x="2636617" y="50796"/>
                </a:moveTo>
                <a:cubicBezTo>
                  <a:pt x="2607009" y="50796"/>
                  <a:pt x="2586283" y="72651"/>
                  <a:pt x="2586283" y="104059"/>
                </a:cubicBezTo>
                <a:cubicBezTo>
                  <a:pt x="2586283" y="134783"/>
                  <a:pt x="2607464" y="157774"/>
                  <a:pt x="2636158" y="157774"/>
                </a:cubicBezTo>
                <a:cubicBezTo>
                  <a:pt x="2664856" y="157774"/>
                  <a:pt x="2686718" y="133646"/>
                  <a:pt x="2686718" y="102238"/>
                </a:cubicBezTo>
                <a:cubicBezTo>
                  <a:pt x="2686718" y="72422"/>
                  <a:pt x="2665766" y="50796"/>
                  <a:pt x="2636617" y="50796"/>
                </a:cubicBezTo>
                <a:moveTo>
                  <a:pt x="2633656" y="57176"/>
                </a:moveTo>
                <a:cubicBezTo>
                  <a:pt x="2652787" y="57176"/>
                  <a:pt x="2666221" y="79024"/>
                  <a:pt x="2666221" y="110203"/>
                </a:cubicBezTo>
                <a:cubicBezTo>
                  <a:pt x="2666221" y="135922"/>
                  <a:pt x="2655973" y="151397"/>
                  <a:pt x="2638893" y="151397"/>
                </a:cubicBezTo>
                <a:cubicBezTo>
                  <a:pt x="2630011" y="151397"/>
                  <a:pt x="2621584" y="145938"/>
                  <a:pt x="2616802" y="136833"/>
                </a:cubicBezTo>
                <a:cubicBezTo>
                  <a:pt x="2610425" y="124997"/>
                  <a:pt x="2606779" y="109067"/>
                  <a:pt x="2606779" y="92907"/>
                </a:cubicBezTo>
                <a:cubicBezTo>
                  <a:pt x="2606779" y="71285"/>
                  <a:pt x="2617483" y="57176"/>
                  <a:pt x="2633656" y="57176"/>
                </a:cubicBezTo>
                <a:close/>
                <a:moveTo>
                  <a:pt x="2697195" y="64919"/>
                </a:moveTo>
                <a:cubicBezTo>
                  <a:pt x="2698561" y="64234"/>
                  <a:pt x="2700841" y="64008"/>
                  <a:pt x="2703346" y="64008"/>
                </a:cubicBezTo>
                <a:cubicBezTo>
                  <a:pt x="2709723" y="64008"/>
                  <a:pt x="2711770" y="67424"/>
                  <a:pt x="2711770" y="78579"/>
                </a:cubicBezTo>
                <a:lnTo>
                  <a:pt x="2711770" y="135057"/>
                </a:lnTo>
                <a:cubicBezTo>
                  <a:pt x="2711770" y="148037"/>
                  <a:pt x="2709264" y="151223"/>
                  <a:pt x="2697650" y="152134"/>
                </a:cubicBezTo>
                <a:lnTo>
                  <a:pt x="2697650" y="155550"/>
                </a:lnTo>
                <a:lnTo>
                  <a:pt x="2745934" y="155550"/>
                </a:lnTo>
                <a:lnTo>
                  <a:pt x="2745934" y="152134"/>
                </a:lnTo>
                <a:cubicBezTo>
                  <a:pt x="2734316" y="151223"/>
                  <a:pt x="2730900" y="148492"/>
                  <a:pt x="2730900" y="140294"/>
                </a:cubicBezTo>
                <a:lnTo>
                  <a:pt x="2730900" y="76303"/>
                </a:lnTo>
                <a:cubicBezTo>
                  <a:pt x="2741833" y="66055"/>
                  <a:pt x="2746844" y="63324"/>
                  <a:pt x="2754361" y="63324"/>
                </a:cubicBezTo>
                <a:cubicBezTo>
                  <a:pt x="2765520" y="63324"/>
                  <a:pt x="2770986" y="70382"/>
                  <a:pt x="2770986" y="85412"/>
                </a:cubicBezTo>
                <a:lnTo>
                  <a:pt x="2770986" y="133007"/>
                </a:lnTo>
                <a:cubicBezTo>
                  <a:pt x="2770986" y="147352"/>
                  <a:pt x="2768025" y="151223"/>
                  <a:pt x="2756637" y="152134"/>
                </a:cubicBezTo>
                <a:lnTo>
                  <a:pt x="2756637" y="155550"/>
                </a:lnTo>
                <a:lnTo>
                  <a:pt x="2804010" y="155550"/>
                </a:lnTo>
                <a:lnTo>
                  <a:pt x="2804010" y="152134"/>
                </a:lnTo>
                <a:cubicBezTo>
                  <a:pt x="2792848" y="150998"/>
                  <a:pt x="2790117" y="148263"/>
                  <a:pt x="2790117" y="137107"/>
                </a:cubicBezTo>
                <a:lnTo>
                  <a:pt x="2790117" y="84956"/>
                </a:lnTo>
                <a:cubicBezTo>
                  <a:pt x="2790117" y="63553"/>
                  <a:pt x="2780094" y="50796"/>
                  <a:pt x="2763243" y="50796"/>
                </a:cubicBezTo>
                <a:cubicBezTo>
                  <a:pt x="2752766" y="50796"/>
                  <a:pt x="2745704" y="54671"/>
                  <a:pt x="2730219" y="69245"/>
                </a:cubicBezTo>
                <a:lnTo>
                  <a:pt x="2730219" y="51255"/>
                </a:lnTo>
                <a:lnTo>
                  <a:pt x="2728624" y="50796"/>
                </a:lnTo>
                <a:cubicBezTo>
                  <a:pt x="2717466" y="54897"/>
                  <a:pt x="2709723" y="57402"/>
                  <a:pt x="2697195" y="61047"/>
                </a:cubicBezTo>
                <a:lnTo>
                  <a:pt x="2697195" y="64919"/>
                </a:lnTo>
                <a:close/>
                <a:moveTo>
                  <a:pt x="2937239" y="53020"/>
                </a:moveTo>
                <a:lnTo>
                  <a:pt x="2914237" y="53020"/>
                </a:lnTo>
                <a:lnTo>
                  <a:pt x="2914237" y="26602"/>
                </a:lnTo>
                <a:cubicBezTo>
                  <a:pt x="2914237" y="24326"/>
                  <a:pt x="2914011" y="23641"/>
                  <a:pt x="2912642" y="23641"/>
                </a:cubicBezTo>
                <a:cubicBezTo>
                  <a:pt x="2911050" y="25692"/>
                  <a:pt x="2909681" y="27742"/>
                  <a:pt x="2908089" y="30018"/>
                </a:cubicBezTo>
                <a:cubicBezTo>
                  <a:pt x="2899433" y="42546"/>
                  <a:pt x="2889640" y="53479"/>
                  <a:pt x="2885998" y="54389"/>
                </a:cubicBezTo>
                <a:cubicBezTo>
                  <a:pt x="2883492" y="55981"/>
                  <a:pt x="2882123" y="57576"/>
                  <a:pt x="2882123" y="58716"/>
                </a:cubicBezTo>
                <a:cubicBezTo>
                  <a:pt x="2882123" y="59400"/>
                  <a:pt x="2882353" y="59856"/>
                  <a:pt x="2883037" y="60311"/>
                </a:cubicBezTo>
                <a:lnTo>
                  <a:pt x="2895106" y="60311"/>
                </a:lnTo>
                <a:lnTo>
                  <a:pt x="2895106" y="128854"/>
                </a:lnTo>
                <a:cubicBezTo>
                  <a:pt x="2895106" y="147981"/>
                  <a:pt x="2901938" y="157774"/>
                  <a:pt x="2915377" y="157774"/>
                </a:cubicBezTo>
                <a:cubicBezTo>
                  <a:pt x="2926535" y="157774"/>
                  <a:pt x="2935188" y="152311"/>
                  <a:pt x="2942705" y="140468"/>
                </a:cubicBezTo>
                <a:lnTo>
                  <a:pt x="2939744" y="137962"/>
                </a:lnTo>
                <a:cubicBezTo>
                  <a:pt x="2934962" y="143655"/>
                  <a:pt x="2931091" y="145934"/>
                  <a:pt x="2926080" y="145934"/>
                </a:cubicBezTo>
                <a:cubicBezTo>
                  <a:pt x="2917653" y="145934"/>
                  <a:pt x="2914237" y="139783"/>
                  <a:pt x="2914237" y="125438"/>
                </a:cubicBezTo>
                <a:lnTo>
                  <a:pt x="2914237" y="60311"/>
                </a:lnTo>
                <a:lnTo>
                  <a:pt x="2937239" y="60311"/>
                </a:lnTo>
                <a:lnTo>
                  <a:pt x="2937239" y="53020"/>
                </a:lnTo>
                <a:close/>
                <a:moveTo>
                  <a:pt x="2999416" y="50796"/>
                </a:moveTo>
                <a:cubicBezTo>
                  <a:pt x="2969808" y="50796"/>
                  <a:pt x="2949082" y="72651"/>
                  <a:pt x="2949082" y="104059"/>
                </a:cubicBezTo>
                <a:cubicBezTo>
                  <a:pt x="2949082" y="134783"/>
                  <a:pt x="2970263" y="157774"/>
                  <a:pt x="2998957" y="157774"/>
                </a:cubicBezTo>
                <a:cubicBezTo>
                  <a:pt x="3027655" y="157774"/>
                  <a:pt x="3049517" y="133646"/>
                  <a:pt x="3049517" y="102238"/>
                </a:cubicBezTo>
                <a:cubicBezTo>
                  <a:pt x="3049517" y="72422"/>
                  <a:pt x="3028565" y="50796"/>
                  <a:pt x="2999416" y="50796"/>
                </a:cubicBezTo>
                <a:moveTo>
                  <a:pt x="2996455" y="57176"/>
                </a:moveTo>
                <a:cubicBezTo>
                  <a:pt x="3015586" y="57176"/>
                  <a:pt x="3029021" y="79024"/>
                  <a:pt x="3029021" y="110203"/>
                </a:cubicBezTo>
                <a:cubicBezTo>
                  <a:pt x="3029021" y="135922"/>
                  <a:pt x="3018772" y="151397"/>
                  <a:pt x="3001692" y="151397"/>
                </a:cubicBezTo>
                <a:cubicBezTo>
                  <a:pt x="2992810" y="151397"/>
                  <a:pt x="2984383" y="145938"/>
                  <a:pt x="2979601" y="136833"/>
                </a:cubicBezTo>
                <a:cubicBezTo>
                  <a:pt x="2973224" y="124997"/>
                  <a:pt x="2969579" y="109067"/>
                  <a:pt x="2969579" y="92907"/>
                </a:cubicBezTo>
                <a:cubicBezTo>
                  <a:pt x="2969579" y="71285"/>
                  <a:pt x="2980282" y="57176"/>
                  <a:pt x="2996455" y="57176"/>
                </a:cubicBezTo>
                <a:close/>
                <a:moveTo>
                  <a:pt x="3228752" y="140471"/>
                </a:moveTo>
                <a:cubicBezTo>
                  <a:pt x="3224881" y="143655"/>
                  <a:pt x="3222150" y="144794"/>
                  <a:pt x="3218733" y="144794"/>
                </a:cubicBezTo>
                <a:cubicBezTo>
                  <a:pt x="3213496" y="144794"/>
                  <a:pt x="3211901" y="141608"/>
                  <a:pt x="3211901" y="131596"/>
                </a:cubicBezTo>
                <a:lnTo>
                  <a:pt x="3211901" y="87215"/>
                </a:lnTo>
                <a:cubicBezTo>
                  <a:pt x="3211901" y="75379"/>
                  <a:pt x="3210762" y="68780"/>
                  <a:pt x="3207346" y="63317"/>
                </a:cubicBezTo>
                <a:cubicBezTo>
                  <a:pt x="3202334" y="55126"/>
                  <a:pt x="3192541" y="50796"/>
                  <a:pt x="3179107" y="50796"/>
                </a:cubicBezTo>
                <a:cubicBezTo>
                  <a:pt x="3157696" y="50796"/>
                  <a:pt x="3140846" y="61951"/>
                  <a:pt x="3140846" y="76289"/>
                </a:cubicBezTo>
                <a:cubicBezTo>
                  <a:pt x="3140846" y="81526"/>
                  <a:pt x="3145398" y="86075"/>
                  <a:pt x="3150638" y="86075"/>
                </a:cubicBezTo>
                <a:cubicBezTo>
                  <a:pt x="3156101" y="86075"/>
                  <a:pt x="3160887" y="81526"/>
                  <a:pt x="3160887" y="76519"/>
                </a:cubicBezTo>
                <a:cubicBezTo>
                  <a:pt x="3160887" y="75608"/>
                  <a:pt x="3160657" y="74468"/>
                  <a:pt x="3160431" y="72877"/>
                </a:cubicBezTo>
                <a:cubicBezTo>
                  <a:pt x="3159976" y="70830"/>
                  <a:pt x="3159747" y="69009"/>
                  <a:pt x="3159747" y="67414"/>
                </a:cubicBezTo>
                <a:cubicBezTo>
                  <a:pt x="3159747" y="61270"/>
                  <a:pt x="3167034" y="56262"/>
                  <a:pt x="3176146" y="56262"/>
                </a:cubicBezTo>
                <a:cubicBezTo>
                  <a:pt x="3187304" y="56262"/>
                  <a:pt x="3193452" y="62861"/>
                  <a:pt x="3193452" y="75153"/>
                </a:cubicBezTo>
                <a:lnTo>
                  <a:pt x="3193452" y="89036"/>
                </a:lnTo>
                <a:cubicBezTo>
                  <a:pt x="3158381" y="103145"/>
                  <a:pt x="3154510" y="104966"/>
                  <a:pt x="3144717" y="113616"/>
                </a:cubicBezTo>
                <a:cubicBezTo>
                  <a:pt x="3139706" y="118168"/>
                  <a:pt x="3136516" y="125904"/>
                  <a:pt x="3136516" y="133413"/>
                </a:cubicBezTo>
                <a:cubicBezTo>
                  <a:pt x="3136516" y="147755"/>
                  <a:pt x="3146538" y="157774"/>
                  <a:pt x="3160431" y="157774"/>
                </a:cubicBezTo>
                <a:cubicBezTo>
                  <a:pt x="3170450" y="157774"/>
                  <a:pt x="3179788" y="152992"/>
                  <a:pt x="3193681" y="141149"/>
                </a:cubicBezTo>
                <a:cubicBezTo>
                  <a:pt x="3194821" y="152992"/>
                  <a:pt x="3198918" y="157774"/>
                  <a:pt x="3208256" y="157774"/>
                </a:cubicBezTo>
                <a:cubicBezTo>
                  <a:pt x="3215999" y="157774"/>
                  <a:pt x="3220784" y="155043"/>
                  <a:pt x="3228752" y="146390"/>
                </a:cubicBezTo>
                <a:lnTo>
                  <a:pt x="3228752" y="140471"/>
                </a:lnTo>
                <a:moveTo>
                  <a:pt x="3193452" y="127485"/>
                </a:moveTo>
                <a:cubicBezTo>
                  <a:pt x="3193452" y="134546"/>
                  <a:pt x="3192316" y="136597"/>
                  <a:pt x="3187530" y="139328"/>
                </a:cubicBezTo>
                <a:cubicBezTo>
                  <a:pt x="3182067" y="142518"/>
                  <a:pt x="3175691" y="144565"/>
                  <a:pt x="3170905" y="144565"/>
                </a:cubicBezTo>
                <a:cubicBezTo>
                  <a:pt x="3162937" y="144565"/>
                  <a:pt x="3156560" y="136823"/>
                  <a:pt x="3156560" y="127030"/>
                </a:cubicBezTo>
                <a:lnTo>
                  <a:pt x="3156560" y="126119"/>
                </a:lnTo>
                <a:cubicBezTo>
                  <a:pt x="3156560" y="112681"/>
                  <a:pt x="3165894" y="104483"/>
                  <a:pt x="3193452" y="94461"/>
                </a:cubicBezTo>
                <a:lnTo>
                  <a:pt x="3193452" y="127485"/>
                </a:lnTo>
                <a:close/>
                <a:moveTo>
                  <a:pt x="3287284" y="53020"/>
                </a:moveTo>
                <a:lnTo>
                  <a:pt x="3264283" y="53020"/>
                </a:lnTo>
                <a:lnTo>
                  <a:pt x="3264283" y="26602"/>
                </a:lnTo>
                <a:cubicBezTo>
                  <a:pt x="3264283" y="24326"/>
                  <a:pt x="3264057" y="23641"/>
                  <a:pt x="3262688" y="23641"/>
                </a:cubicBezTo>
                <a:cubicBezTo>
                  <a:pt x="3261096" y="25692"/>
                  <a:pt x="3259727" y="27742"/>
                  <a:pt x="3258135" y="30018"/>
                </a:cubicBezTo>
                <a:cubicBezTo>
                  <a:pt x="3249479" y="42546"/>
                  <a:pt x="3239686" y="53479"/>
                  <a:pt x="3236044" y="54389"/>
                </a:cubicBezTo>
                <a:cubicBezTo>
                  <a:pt x="3233538" y="55981"/>
                  <a:pt x="3232169" y="57576"/>
                  <a:pt x="3232169" y="58716"/>
                </a:cubicBezTo>
                <a:cubicBezTo>
                  <a:pt x="3232169" y="59400"/>
                  <a:pt x="3232398" y="59856"/>
                  <a:pt x="3233083" y="60311"/>
                </a:cubicBezTo>
                <a:lnTo>
                  <a:pt x="3245152" y="60311"/>
                </a:lnTo>
                <a:lnTo>
                  <a:pt x="3245152" y="128854"/>
                </a:lnTo>
                <a:cubicBezTo>
                  <a:pt x="3245152" y="147981"/>
                  <a:pt x="3251984" y="157774"/>
                  <a:pt x="3265422" y="157774"/>
                </a:cubicBezTo>
                <a:cubicBezTo>
                  <a:pt x="3276581" y="157774"/>
                  <a:pt x="3285234" y="152311"/>
                  <a:pt x="3292751" y="140468"/>
                </a:cubicBezTo>
                <a:lnTo>
                  <a:pt x="3289790" y="137962"/>
                </a:lnTo>
                <a:cubicBezTo>
                  <a:pt x="3285008" y="143655"/>
                  <a:pt x="3281137" y="145934"/>
                  <a:pt x="3276126" y="145934"/>
                </a:cubicBezTo>
                <a:cubicBezTo>
                  <a:pt x="3267699" y="145934"/>
                  <a:pt x="3264283" y="139783"/>
                  <a:pt x="3264283" y="125438"/>
                </a:cubicBezTo>
                <a:lnTo>
                  <a:pt x="3264283" y="60311"/>
                </a:lnTo>
                <a:lnTo>
                  <a:pt x="3287284" y="60311"/>
                </a:lnTo>
                <a:lnTo>
                  <a:pt x="3287284" y="53020"/>
                </a:lnTo>
                <a:close/>
                <a:moveTo>
                  <a:pt x="3349461" y="50796"/>
                </a:moveTo>
                <a:cubicBezTo>
                  <a:pt x="3319853" y="50796"/>
                  <a:pt x="3299128" y="72651"/>
                  <a:pt x="3299128" y="104059"/>
                </a:cubicBezTo>
                <a:cubicBezTo>
                  <a:pt x="3299128" y="134783"/>
                  <a:pt x="3320309" y="157774"/>
                  <a:pt x="3349003" y="157774"/>
                </a:cubicBezTo>
                <a:cubicBezTo>
                  <a:pt x="3377700" y="157774"/>
                  <a:pt x="3399562" y="133646"/>
                  <a:pt x="3399562" y="102238"/>
                </a:cubicBezTo>
                <a:cubicBezTo>
                  <a:pt x="3399562" y="72422"/>
                  <a:pt x="3378611" y="50796"/>
                  <a:pt x="3349461" y="50796"/>
                </a:cubicBezTo>
                <a:moveTo>
                  <a:pt x="3346501" y="57176"/>
                </a:moveTo>
                <a:cubicBezTo>
                  <a:pt x="3365631" y="57176"/>
                  <a:pt x="3379066" y="79024"/>
                  <a:pt x="3379066" y="110203"/>
                </a:cubicBezTo>
                <a:cubicBezTo>
                  <a:pt x="3379066" y="135922"/>
                  <a:pt x="3368818" y="151397"/>
                  <a:pt x="3351738" y="151397"/>
                </a:cubicBezTo>
                <a:cubicBezTo>
                  <a:pt x="3342855" y="151397"/>
                  <a:pt x="3334428" y="145938"/>
                  <a:pt x="3329646" y="136833"/>
                </a:cubicBezTo>
                <a:cubicBezTo>
                  <a:pt x="3323269" y="124997"/>
                  <a:pt x="3319624" y="109067"/>
                  <a:pt x="3319624" y="92907"/>
                </a:cubicBezTo>
                <a:cubicBezTo>
                  <a:pt x="3319624" y="71285"/>
                  <a:pt x="3330327" y="57176"/>
                  <a:pt x="3346501" y="57176"/>
                </a:cubicBezTo>
                <a:close/>
                <a:moveTo>
                  <a:pt x="3410724" y="64919"/>
                </a:moveTo>
                <a:cubicBezTo>
                  <a:pt x="3413685" y="64234"/>
                  <a:pt x="3415506" y="64008"/>
                  <a:pt x="3418012" y="64008"/>
                </a:cubicBezTo>
                <a:cubicBezTo>
                  <a:pt x="3423933" y="64008"/>
                  <a:pt x="3425984" y="67650"/>
                  <a:pt x="3425984" y="78579"/>
                </a:cubicBezTo>
                <a:lnTo>
                  <a:pt x="3425984" y="136194"/>
                </a:lnTo>
                <a:cubicBezTo>
                  <a:pt x="3425984" y="148492"/>
                  <a:pt x="3422793" y="151908"/>
                  <a:pt x="3410040" y="152134"/>
                </a:cubicBezTo>
                <a:lnTo>
                  <a:pt x="3410040" y="155550"/>
                </a:lnTo>
                <a:lnTo>
                  <a:pt x="3460599" y="155550"/>
                </a:lnTo>
                <a:lnTo>
                  <a:pt x="3460599" y="152134"/>
                </a:lnTo>
                <a:cubicBezTo>
                  <a:pt x="3448530" y="151679"/>
                  <a:pt x="3445114" y="149177"/>
                  <a:pt x="3445114" y="140294"/>
                </a:cubicBezTo>
                <a:lnTo>
                  <a:pt x="3445114" y="76077"/>
                </a:lnTo>
                <a:cubicBezTo>
                  <a:pt x="3445114" y="75622"/>
                  <a:pt x="3446935" y="73342"/>
                  <a:pt x="3448530" y="71751"/>
                </a:cubicBezTo>
                <a:cubicBezTo>
                  <a:pt x="3454222" y="66510"/>
                  <a:pt x="3464015" y="62639"/>
                  <a:pt x="3471987" y="62639"/>
                </a:cubicBezTo>
                <a:cubicBezTo>
                  <a:pt x="3482006" y="62639"/>
                  <a:pt x="3487017" y="70611"/>
                  <a:pt x="3487017" y="86551"/>
                </a:cubicBezTo>
                <a:lnTo>
                  <a:pt x="3487017" y="135968"/>
                </a:lnTo>
                <a:cubicBezTo>
                  <a:pt x="3487017" y="148721"/>
                  <a:pt x="3484512" y="151223"/>
                  <a:pt x="3471532" y="152134"/>
                </a:cubicBezTo>
                <a:lnTo>
                  <a:pt x="3471532" y="155550"/>
                </a:lnTo>
                <a:lnTo>
                  <a:pt x="3522547" y="155550"/>
                </a:lnTo>
                <a:lnTo>
                  <a:pt x="3522547" y="152134"/>
                </a:lnTo>
                <a:cubicBezTo>
                  <a:pt x="3509564" y="151908"/>
                  <a:pt x="3506148" y="148037"/>
                  <a:pt x="3506148" y="133917"/>
                </a:cubicBezTo>
                <a:lnTo>
                  <a:pt x="3506148" y="76533"/>
                </a:lnTo>
                <a:cubicBezTo>
                  <a:pt x="3512980" y="66740"/>
                  <a:pt x="3520496" y="62639"/>
                  <a:pt x="3530974" y="62639"/>
                </a:cubicBezTo>
                <a:cubicBezTo>
                  <a:pt x="3543954" y="62639"/>
                  <a:pt x="3548054" y="68790"/>
                  <a:pt x="3548054" y="87691"/>
                </a:cubicBezTo>
                <a:lnTo>
                  <a:pt x="3548054" y="135738"/>
                </a:lnTo>
                <a:cubicBezTo>
                  <a:pt x="3548054" y="148721"/>
                  <a:pt x="3546233" y="150542"/>
                  <a:pt x="3533024" y="152134"/>
                </a:cubicBezTo>
                <a:lnTo>
                  <a:pt x="3533024" y="155550"/>
                </a:lnTo>
                <a:lnTo>
                  <a:pt x="3582899" y="155550"/>
                </a:lnTo>
                <a:lnTo>
                  <a:pt x="3582899" y="152134"/>
                </a:lnTo>
                <a:lnTo>
                  <a:pt x="3576978" y="151679"/>
                </a:lnTo>
                <a:cubicBezTo>
                  <a:pt x="3570146" y="151223"/>
                  <a:pt x="3567185" y="147126"/>
                  <a:pt x="3567185" y="138244"/>
                </a:cubicBezTo>
                <a:lnTo>
                  <a:pt x="3567185" y="91333"/>
                </a:lnTo>
                <a:cubicBezTo>
                  <a:pt x="3567185" y="64464"/>
                  <a:pt x="3558302" y="50796"/>
                  <a:pt x="3540767" y="50796"/>
                </a:cubicBezTo>
                <a:cubicBezTo>
                  <a:pt x="3527558" y="50796"/>
                  <a:pt x="3515941" y="56717"/>
                  <a:pt x="3503642" y="69926"/>
                </a:cubicBezTo>
                <a:cubicBezTo>
                  <a:pt x="3499545" y="56947"/>
                  <a:pt x="3491802" y="50796"/>
                  <a:pt x="3479504" y="50796"/>
                </a:cubicBezTo>
                <a:cubicBezTo>
                  <a:pt x="3469482" y="50796"/>
                  <a:pt x="3463105" y="53986"/>
                  <a:pt x="3444200" y="68335"/>
                </a:cubicBezTo>
                <a:lnTo>
                  <a:pt x="3444200" y="51255"/>
                </a:lnTo>
                <a:lnTo>
                  <a:pt x="3442609" y="50796"/>
                </a:lnTo>
                <a:cubicBezTo>
                  <a:pt x="3430991" y="55126"/>
                  <a:pt x="3423249" y="57631"/>
                  <a:pt x="3410724" y="61047"/>
                </a:cubicBezTo>
                <a:lnTo>
                  <a:pt x="3410724" y="64919"/>
                </a:lnTo>
                <a:close/>
                <a:moveTo>
                  <a:pt x="3623437" y="50796"/>
                </a:moveTo>
                <a:lnTo>
                  <a:pt x="3588137" y="63251"/>
                </a:lnTo>
                <a:lnTo>
                  <a:pt x="3588137" y="66670"/>
                </a:lnTo>
                <a:lnTo>
                  <a:pt x="3589961" y="66441"/>
                </a:lnTo>
                <a:cubicBezTo>
                  <a:pt x="3592693" y="65986"/>
                  <a:pt x="3595653" y="65756"/>
                  <a:pt x="3597704" y="65756"/>
                </a:cubicBezTo>
                <a:cubicBezTo>
                  <a:pt x="3603170" y="65756"/>
                  <a:pt x="3605217" y="69402"/>
                  <a:pt x="3605217" y="79431"/>
                </a:cubicBezTo>
                <a:lnTo>
                  <a:pt x="3605217" y="132308"/>
                </a:lnTo>
                <a:cubicBezTo>
                  <a:pt x="3605217" y="148718"/>
                  <a:pt x="3602941" y="151223"/>
                  <a:pt x="3587226" y="152134"/>
                </a:cubicBezTo>
                <a:lnTo>
                  <a:pt x="3587226" y="155550"/>
                </a:lnTo>
                <a:lnTo>
                  <a:pt x="3641202" y="155550"/>
                </a:lnTo>
                <a:lnTo>
                  <a:pt x="3641202" y="152134"/>
                </a:lnTo>
                <a:cubicBezTo>
                  <a:pt x="3626172" y="150998"/>
                  <a:pt x="3624347" y="148718"/>
                  <a:pt x="3624347" y="132308"/>
                </a:cubicBezTo>
                <a:lnTo>
                  <a:pt x="3624347" y="51480"/>
                </a:lnTo>
                <a:lnTo>
                  <a:pt x="3623437" y="50796"/>
                </a:lnTo>
                <a:moveTo>
                  <a:pt x="3612734" y="87"/>
                </a:moveTo>
                <a:cubicBezTo>
                  <a:pt x="3606586" y="87"/>
                  <a:pt x="3601346" y="5327"/>
                  <a:pt x="3601346" y="11704"/>
                </a:cubicBezTo>
                <a:cubicBezTo>
                  <a:pt x="3601346" y="18081"/>
                  <a:pt x="3606357" y="23318"/>
                  <a:pt x="3612734" y="23318"/>
                </a:cubicBezTo>
                <a:cubicBezTo>
                  <a:pt x="3619340" y="23318"/>
                  <a:pt x="3624577" y="18307"/>
                  <a:pt x="3624577" y="11704"/>
                </a:cubicBezTo>
                <a:cubicBezTo>
                  <a:pt x="3624577" y="5327"/>
                  <a:pt x="3619340" y="87"/>
                  <a:pt x="3612734" y="87"/>
                </a:cubicBezTo>
                <a:close/>
                <a:moveTo>
                  <a:pt x="3737539" y="119986"/>
                </a:moveTo>
                <a:cubicBezTo>
                  <a:pt x="3726606" y="135916"/>
                  <a:pt x="3718409" y="141378"/>
                  <a:pt x="3705426" y="141378"/>
                </a:cubicBezTo>
                <a:cubicBezTo>
                  <a:pt x="3684700" y="141378"/>
                  <a:pt x="3670125" y="123172"/>
                  <a:pt x="3670125" y="97001"/>
                </a:cubicBezTo>
                <a:cubicBezTo>
                  <a:pt x="3670125" y="73561"/>
                  <a:pt x="3682653" y="57402"/>
                  <a:pt x="3701099" y="57402"/>
                </a:cubicBezTo>
                <a:cubicBezTo>
                  <a:pt x="3709297" y="57402"/>
                  <a:pt x="3712258" y="59904"/>
                  <a:pt x="3714537" y="68324"/>
                </a:cubicBezTo>
                <a:lnTo>
                  <a:pt x="3715903" y="73332"/>
                </a:lnTo>
                <a:cubicBezTo>
                  <a:pt x="3717724" y="79705"/>
                  <a:pt x="3721825" y="83803"/>
                  <a:pt x="3726606" y="83803"/>
                </a:cubicBezTo>
                <a:cubicBezTo>
                  <a:pt x="3732528" y="83803"/>
                  <a:pt x="3737539" y="79476"/>
                  <a:pt x="3737539" y="74243"/>
                </a:cubicBezTo>
                <a:cubicBezTo>
                  <a:pt x="3737539" y="61499"/>
                  <a:pt x="3721595" y="50796"/>
                  <a:pt x="3702465" y="50796"/>
                </a:cubicBezTo>
                <a:cubicBezTo>
                  <a:pt x="3691306" y="50796"/>
                  <a:pt x="3679692" y="55352"/>
                  <a:pt x="3670355" y="63546"/>
                </a:cubicBezTo>
                <a:cubicBezTo>
                  <a:pt x="3658967" y="73561"/>
                  <a:pt x="3652590" y="89036"/>
                  <a:pt x="3652590" y="107013"/>
                </a:cubicBezTo>
                <a:cubicBezTo>
                  <a:pt x="3652590" y="136600"/>
                  <a:pt x="3670581" y="157774"/>
                  <a:pt x="3695862" y="157774"/>
                </a:cubicBezTo>
                <a:cubicBezTo>
                  <a:pt x="3706110" y="157774"/>
                  <a:pt x="3715218" y="154132"/>
                  <a:pt x="3723420" y="147071"/>
                </a:cubicBezTo>
                <a:cubicBezTo>
                  <a:pt x="3729567" y="141604"/>
                  <a:pt x="3733894" y="135460"/>
                  <a:pt x="3740726" y="122032"/>
                </a:cubicBezTo>
                <a:lnTo>
                  <a:pt x="3737539" y="119986"/>
                </a:lnTo>
                <a:close/>
                <a:moveTo>
                  <a:pt x="3821804" y="66000"/>
                </a:moveTo>
                <a:cubicBezTo>
                  <a:pt x="3823854" y="65774"/>
                  <a:pt x="3825449" y="65774"/>
                  <a:pt x="3827499" y="65774"/>
                </a:cubicBezTo>
                <a:cubicBezTo>
                  <a:pt x="3835242" y="65774"/>
                  <a:pt x="3836837" y="68050"/>
                  <a:pt x="3836837" y="78753"/>
                </a:cubicBezTo>
                <a:lnTo>
                  <a:pt x="3836837" y="185339"/>
                </a:lnTo>
                <a:cubicBezTo>
                  <a:pt x="3836837" y="197182"/>
                  <a:pt x="3834332" y="199687"/>
                  <a:pt x="3820893" y="201053"/>
                </a:cubicBezTo>
                <a:lnTo>
                  <a:pt x="3820893" y="204924"/>
                </a:lnTo>
                <a:lnTo>
                  <a:pt x="3876009" y="204924"/>
                </a:lnTo>
                <a:lnTo>
                  <a:pt x="3876009" y="200827"/>
                </a:lnTo>
                <a:cubicBezTo>
                  <a:pt x="3858928" y="200598"/>
                  <a:pt x="3855968" y="198092"/>
                  <a:pt x="3855968" y="183744"/>
                </a:cubicBezTo>
                <a:lnTo>
                  <a:pt x="3855968" y="147985"/>
                </a:lnTo>
                <a:cubicBezTo>
                  <a:pt x="3863940" y="155498"/>
                  <a:pt x="3869402" y="157774"/>
                  <a:pt x="3878970" y="157774"/>
                </a:cubicBezTo>
                <a:cubicBezTo>
                  <a:pt x="3905843" y="157774"/>
                  <a:pt x="3926794" y="132281"/>
                  <a:pt x="3926794" y="99281"/>
                </a:cubicBezTo>
                <a:cubicBezTo>
                  <a:pt x="3926794" y="71063"/>
                  <a:pt x="3910854" y="50796"/>
                  <a:pt x="3888762" y="50796"/>
                </a:cubicBezTo>
                <a:cubicBezTo>
                  <a:pt x="3876009" y="50796"/>
                  <a:pt x="3865986" y="56492"/>
                  <a:pt x="3855968" y="68787"/>
                </a:cubicBezTo>
                <a:lnTo>
                  <a:pt x="3855968" y="51255"/>
                </a:lnTo>
                <a:lnTo>
                  <a:pt x="3854602" y="50796"/>
                </a:lnTo>
                <a:cubicBezTo>
                  <a:pt x="3842303" y="55581"/>
                  <a:pt x="3834332" y="58542"/>
                  <a:pt x="3821804" y="62413"/>
                </a:cubicBezTo>
                <a:lnTo>
                  <a:pt x="3821804" y="66000"/>
                </a:lnTo>
                <a:moveTo>
                  <a:pt x="3855968" y="79483"/>
                </a:moveTo>
                <a:cubicBezTo>
                  <a:pt x="3855968" y="72654"/>
                  <a:pt x="3868721" y="64464"/>
                  <a:pt x="3879195" y="64464"/>
                </a:cubicBezTo>
                <a:cubicBezTo>
                  <a:pt x="3896050" y="64464"/>
                  <a:pt x="3907208" y="81759"/>
                  <a:pt x="3907208" y="108160"/>
                </a:cubicBezTo>
                <a:cubicBezTo>
                  <a:pt x="3907208" y="133420"/>
                  <a:pt x="3896050" y="150487"/>
                  <a:pt x="3879654" y="150487"/>
                </a:cubicBezTo>
                <a:cubicBezTo>
                  <a:pt x="3868947" y="150487"/>
                  <a:pt x="3855968" y="142296"/>
                  <a:pt x="3855968" y="135467"/>
                </a:cubicBezTo>
                <a:lnTo>
                  <a:pt x="3855968" y="79483"/>
                </a:lnTo>
                <a:close/>
                <a:moveTo>
                  <a:pt x="3935221" y="66740"/>
                </a:moveTo>
                <a:cubicBezTo>
                  <a:pt x="3938411" y="66055"/>
                  <a:pt x="3940462" y="65826"/>
                  <a:pt x="3943193" y="65826"/>
                </a:cubicBezTo>
                <a:cubicBezTo>
                  <a:pt x="3948885" y="65826"/>
                  <a:pt x="3950936" y="69471"/>
                  <a:pt x="3950936" y="79490"/>
                </a:cubicBezTo>
                <a:lnTo>
                  <a:pt x="3950936" y="136423"/>
                </a:lnTo>
                <a:cubicBezTo>
                  <a:pt x="3950936" y="147807"/>
                  <a:pt x="3949341" y="149402"/>
                  <a:pt x="3934766" y="152134"/>
                </a:cubicBezTo>
                <a:lnTo>
                  <a:pt x="3934766" y="155550"/>
                </a:lnTo>
                <a:lnTo>
                  <a:pt x="3989426" y="155550"/>
                </a:lnTo>
                <a:lnTo>
                  <a:pt x="3989426" y="152134"/>
                </a:lnTo>
                <a:cubicBezTo>
                  <a:pt x="3973938" y="151453"/>
                  <a:pt x="3970066" y="148037"/>
                  <a:pt x="3970066" y="135057"/>
                </a:cubicBezTo>
                <a:lnTo>
                  <a:pt x="3970066" y="83816"/>
                </a:lnTo>
                <a:cubicBezTo>
                  <a:pt x="3970066" y="76529"/>
                  <a:pt x="3979859" y="65145"/>
                  <a:pt x="3986010" y="65145"/>
                </a:cubicBezTo>
                <a:cubicBezTo>
                  <a:pt x="3987376" y="65145"/>
                  <a:pt x="3989426" y="66284"/>
                  <a:pt x="3991932" y="68561"/>
                </a:cubicBezTo>
                <a:cubicBezTo>
                  <a:pt x="3995574" y="71747"/>
                  <a:pt x="3998079" y="73113"/>
                  <a:pt x="4001040" y="73113"/>
                </a:cubicBezTo>
                <a:cubicBezTo>
                  <a:pt x="4006506" y="73113"/>
                  <a:pt x="4009923" y="69242"/>
                  <a:pt x="4009923" y="62868"/>
                </a:cubicBezTo>
                <a:cubicBezTo>
                  <a:pt x="4009923" y="55352"/>
                  <a:pt x="4005141" y="50796"/>
                  <a:pt x="3997398" y="50796"/>
                </a:cubicBezTo>
                <a:cubicBezTo>
                  <a:pt x="3987831" y="50796"/>
                  <a:pt x="3981228" y="56036"/>
                  <a:pt x="3970066" y="72203"/>
                </a:cubicBezTo>
                <a:lnTo>
                  <a:pt x="3970066" y="51255"/>
                </a:lnTo>
                <a:lnTo>
                  <a:pt x="3968930" y="50796"/>
                </a:lnTo>
                <a:cubicBezTo>
                  <a:pt x="3956857" y="55807"/>
                  <a:pt x="3948660" y="58768"/>
                  <a:pt x="3935221" y="63094"/>
                </a:cubicBezTo>
                <a:lnTo>
                  <a:pt x="3935221" y="66740"/>
                </a:lnTo>
                <a:close/>
                <a:moveTo>
                  <a:pt x="4066406" y="50796"/>
                </a:moveTo>
                <a:cubicBezTo>
                  <a:pt x="4036798" y="50796"/>
                  <a:pt x="4016072" y="72651"/>
                  <a:pt x="4016072" y="104059"/>
                </a:cubicBezTo>
                <a:cubicBezTo>
                  <a:pt x="4016072" y="134783"/>
                  <a:pt x="4037253" y="157774"/>
                  <a:pt x="4065947" y="157774"/>
                </a:cubicBezTo>
                <a:cubicBezTo>
                  <a:pt x="4094644" y="157774"/>
                  <a:pt x="4116506" y="133646"/>
                  <a:pt x="4116506" y="102238"/>
                </a:cubicBezTo>
                <a:cubicBezTo>
                  <a:pt x="4116506" y="72422"/>
                  <a:pt x="4095555" y="50796"/>
                  <a:pt x="4066406" y="50796"/>
                </a:cubicBezTo>
                <a:moveTo>
                  <a:pt x="4063445" y="57176"/>
                </a:moveTo>
                <a:cubicBezTo>
                  <a:pt x="4082575" y="57176"/>
                  <a:pt x="4096010" y="79024"/>
                  <a:pt x="4096010" y="110203"/>
                </a:cubicBezTo>
                <a:cubicBezTo>
                  <a:pt x="4096010" y="135922"/>
                  <a:pt x="4085762" y="151397"/>
                  <a:pt x="4068682" y="151397"/>
                </a:cubicBezTo>
                <a:cubicBezTo>
                  <a:pt x="4059799" y="151397"/>
                  <a:pt x="4051372" y="145938"/>
                  <a:pt x="4046590" y="136833"/>
                </a:cubicBezTo>
                <a:cubicBezTo>
                  <a:pt x="4040214" y="124997"/>
                  <a:pt x="4036568" y="109067"/>
                  <a:pt x="4036568" y="92907"/>
                </a:cubicBezTo>
                <a:cubicBezTo>
                  <a:pt x="4036568" y="71285"/>
                  <a:pt x="4047272" y="57176"/>
                  <a:pt x="4063445" y="57176"/>
                </a:cubicBezTo>
                <a:close/>
                <a:moveTo>
                  <a:pt x="4125389" y="66000"/>
                </a:moveTo>
                <a:cubicBezTo>
                  <a:pt x="4127439" y="65774"/>
                  <a:pt x="4129034" y="65774"/>
                  <a:pt x="4131085" y="65774"/>
                </a:cubicBezTo>
                <a:cubicBezTo>
                  <a:pt x="4138827" y="65774"/>
                  <a:pt x="4140422" y="68050"/>
                  <a:pt x="4140422" y="78753"/>
                </a:cubicBezTo>
                <a:lnTo>
                  <a:pt x="4140422" y="185339"/>
                </a:lnTo>
                <a:cubicBezTo>
                  <a:pt x="4140422" y="197182"/>
                  <a:pt x="4137917" y="199687"/>
                  <a:pt x="4124478" y="201053"/>
                </a:cubicBezTo>
                <a:lnTo>
                  <a:pt x="4124478" y="204924"/>
                </a:lnTo>
                <a:lnTo>
                  <a:pt x="4179594" y="204924"/>
                </a:lnTo>
                <a:lnTo>
                  <a:pt x="4179594" y="200827"/>
                </a:lnTo>
                <a:cubicBezTo>
                  <a:pt x="4162514" y="200598"/>
                  <a:pt x="4159553" y="198092"/>
                  <a:pt x="4159553" y="183744"/>
                </a:cubicBezTo>
                <a:lnTo>
                  <a:pt x="4159553" y="147985"/>
                </a:lnTo>
                <a:cubicBezTo>
                  <a:pt x="4167525" y="155498"/>
                  <a:pt x="4172988" y="157774"/>
                  <a:pt x="4182555" y="157774"/>
                </a:cubicBezTo>
                <a:cubicBezTo>
                  <a:pt x="4209428" y="157774"/>
                  <a:pt x="4230379" y="132281"/>
                  <a:pt x="4230379" y="99281"/>
                </a:cubicBezTo>
                <a:cubicBezTo>
                  <a:pt x="4230379" y="71063"/>
                  <a:pt x="4214439" y="50796"/>
                  <a:pt x="4192347" y="50796"/>
                </a:cubicBezTo>
                <a:cubicBezTo>
                  <a:pt x="4179594" y="50796"/>
                  <a:pt x="4169572" y="56492"/>
                  <a:pt x="4159553" y="68787"/>
                </a:cubicBezTo>
                <a:lnTo>
                  <a:pt x="4159553" y="51255"/>
                </a:lnTo>
                <a:lnTo>
                  <a:pt x="4158187" y="50796"/>
                </a:lnTo>
                <a:cubicBezTo>
                  <a:pt x="4145889" y="55581"/>
                  <a:pt x="4137917" y="58542"/>
                  <a:pt x="4125389" y="62413"/>
                </a:cubicBezTo>
                <a:lnTo>
                  <a:pt x="4125389" y="66000"/>
                </a:lnTo>
                <a:moveTo>
                  <a:pt x="4159553" y="79483"/>
                </a:moveTo>
                <a:cubicBezTo>
                  <a:pt x="4159553" y="72654"/>
                  <a:pt x="4172306" y="64464"/>
                  <a:pt x="4182780" y="64464"/>
                </a:cubicBezTo>
                <a:cubicBezTo>
                  <a:pt x="4199635" y="64464"/>
                  <a:pt x="4210793" y="81759"/>
                  <a:pt x="4210793" y="108160"/>
                </a:cubicBezTo>
                <a:cubicBezTo>
                  <a:pt x="4210793" y="133420"/>
                  <a:pt x="4199635" y="150487"/>
                  <a:pt x="4183239" y="150487"/>
                </a:cubicBezTo>
                <a:cubicBezTo>
                  <a:pt x="4172532" y="150487"/>
                  <a:pt x="4159553" y="142296"/>
                  <a:pt x="4159553" y="135467"/>
                </a:cubicBezTo>
                <a:lnTo>
                  <a:pt x="4159553" y="79483"/>
                </a:lnTo>
                <a:close/>
                <a:moveTo>
                  <a:pt x="4294151" y="50796"/>
                </a:moveTo>
                <a:cubicBezTo>
                  <a:pt x="4264543" y="50796"/>
                  <a:pt x="4243817" y="72651"/>
                  <a:pt x="4243817" y="104059"/>
                </a:cubicBezTo>
                <a:cubicBezTo>
                  <a:pt x="4243817" y="134783"/>
                  <a:pt x="4264998" y="157774"/>
                  <a:pt x="4293692" y="157774"/>
                </a:cubicBezTo>
                <a:cubicBezTo>
                  <a:pt x="4322390" y="157774"/>
                  <a:pt x="4344252" y="133646"/>
                  <a:pt x="4344252" y="102238"/>
                </a:cubicBezTo>
                <a:cubicBezTo>
                  <a:pt x="4344252" y="72422"/>
                  <a:pt x="4323300" y="50796"/>
                  <a:pt x="4294151" y="50796"/>
                </a:cubicBezTo>
                <a:moveTo>
                  <a:pt x="4291190" y="57176"/>
                </a:moveTo>
                <a:cubicBezTo>
                  <a:pt x="4310321" y="57176"/>
                  <a:pt x="4323755" y="79024"/>
                  <a:pt x="4323755" y="110203"/>
                </a:cubicBezTo>
                <a:cubicBezTo>
                  <a:pt x="4323755" y="135922"/>
                  <a:pt x="4313507" y="151397"/>
                  <a:pt x="4296427" y="151397"/>
                </a:cubicBezTo>
                <a:cubicBezTo>
                  <a:pt x="4287545" y="151397"/>
                  <a:pt x="4279118" y="145938"/>
                  <a:pt x="4274336" y="136833"/>
                </a:cubicBezTo>
                <a:cubicBezTo>
                  <a:pt x="4267959" y="124997"/>
                  <a:pt x="4264314" y="109067"/>
                  <a:pt x="4264314" y="92907"/>
                </a:cubicBezTo>
                <a:cubicBezTo>
                  <a:pt x="4264314" y="71285"/>
                  <a:pt x="4275017" y="57176"/>
                  <a:pt x="4291190" y="57176"/>
                </a:cubicBezTo>
                <a:close/>
                <a:moveTo>
                  <a:pt x="4422824" y="83994"/>
                </a:moveTo>
                <a:lnTo>
                  <a:pt x="4421914" y="53020"/>
                </a:lnTo>
                <a:lnTo>
                  <a:pt x="4419408" y="53020"/>
                </a:lnTo>
                <a:lnTo>
                  <a:pt x="4418953" y="53479"/>
                </a:lnTo>
                <a:cubicBezTo>
                  <a:pt x="4416903" y="55070"/>
                  <a:pt x="4416677" y="55300"/>
                  <a:pt x="4415766" y="55300"/>
                </a:cubicBezTo>
                <a:cubicBezTo>
                  <a:pt x="4414401" y="55300"/>
                  <a:pt x="4412121" y="54844"/>
                  <a:pt x="4409615" y="53705"/>
                </a:cubicBezTo>
                <a:cubicBezTo>
                  <a:pt x="4404604" y="51932"/>
                  <a:pt x="4399597" y="51018"/>
                  <a:pt x="4393675" y="51018"/>
                </a:cubicBezTo>
                <a:cubicBezTo>
                  <a:pt x="4375681" y="51018"/>
                  <a:pt x="4362701" y="62632"/>
                  <a:pt x="4362701" y="79021"/>
                </a:cubicBezTo>
                <a:cubicBezTo>
                  <a:pt x="4362701" y="91764"/>
                  <a:pt x="4369988" y="100869"/>
                  <a:pt x="4389348" y="111795"/>
                </a:cubicBezTo>
                <a:lnTo>
                  <a:pt x="4402557" y="119308"/>
                </a:lnTo>
                <a:cubicBezTo>
                  <a:pt x="4410526" y="123860"/>
                  <a:pt x="4414401" y="129323"/>
                  <a:pt x="4414401" y="136378"/>
                </a:cubicBezTo>
                <a:cubicBezTo>
                  <a:pt x="4414401" y="146393"/>
                  <a:pt x="4407110" y="152766"/>
                  <a:pt x="4395496" y="152766"/>
                </a:cubicBezTo>
                <a:cubicBezTo>
                  <a:pt x="4387753" y="152766"/>
                  <a:pt x="4380692" y="149806"/>
                  <a:pt x="4376365" y="144798"/>
                </a:cubicBezTo>
                <a:cubicBezTo>
                  <a:pt x="4371584" y="139109"/>
                  <a:pt x="4369533" y="133872"/>
                  <a:pt x="4366572" y="120900"/>
                </a:cubicBezTo>
                <a:lnTo>
                  <a:pt x="4362927" y="120900"/>
                </a:lnTo>
                <a:lnTo>
                  <a:pt x="4362927" y="156408"/>
                </a:lnTo>
                <a:lnTo>
                  <a:pt x="4365888" y="156408"/>
                </a:lnTo>
                <a:cubicBezTo>
                  <a:pt x="4367483" y="154132"/>
                  <a:pt x="4368393" y="153677"/>
                  <a:pt x="4371128" y="153677"/>
                </a:cubicBezTo>
                <a:cubicBezTo>
                  <a:pt x="4373179" y="153729"/>
                  <a:pt x="4376365" y="154184"/>
                  <a:pt x="4381602" y="155550"/>
                </a:cubicBezTo>
                <a:cubicBezTo>
                  <a:pt x="4387979" y="156864"/>
                  <a:pt x="4394130" y="157774"/>
                  <a:pt x="4398227" y="157774"/>
                </a:cubicBezTo>
                <a:cubicBezTo>
                  <a:pt x="4415766" y="157774"/>
                  <a:pt x="4430341" y="144572"/>
                  <a:pt x="4430341" y="128639"/>
                </a:cubicBezTo>
                <a:cubicBezTo>
                  <a:pt x="4430341" y="117258"/>
                  <a:pt x="4424875" y="109748"/>
                  <a:pt x="4411210" y="101553"/>
                </a:cubicBezTo>
                <a:lnTo>
                  <a:pt x="4386613" y="86986"/>
                </a:lnTo>
                <a:cubicBezTo>
                  <a:pt x="4380237" y="83344"/>
                  <a:pt x="4376821" y="77655"/>
                  <a:pt x="4376821" y="71508"/>
                </a:cubicBezTo>
                <a:cubicBezTo>
                  <a:pt x="4376821" y="62403"/>
                  <a:pt x="4383882" y="56029"/>
                  <a:pt x="4394356" y="56029"/>
                </a:cubicBezTo>
                <a:cubicBezTo>
                  <a:pt x="4407339" y="56029"/>
                  <a:pt x="4414171" y="63768"/>
                  <a:pt x="4419408" y="84028"/>
                </a:cubicBezTo>
                <a:lnTo>
                  <a:pt x="4422824" y="83994"/>
                </a:lnTo>
                <a:close/>
                <a:moveTo>
                  <a:pt x="4479533" y="50796"/>
                </a:moveTo>
                <a:lnTo>
                  <a:pt x="4444233" y="63251"/>
                </a:lnTo>
                <a:lnTo>
                  <a:pt x="4444233" y="66670"/>
                </a:lnTo>
                <a:lnTo>
                  <a:pt x="4446057" y="66441"/>
                </a:lnTo>
                <a:cubicBezTo>
                  <a:pt x="4448789" y="65986"/>
                  <a:pt x="4451749" y="65756"/>
                  <a:pt x="4453800" y="65756"/>
                </a:cubicBezTo>
                <a:cubicBezTo>
                  <a:pt x="4459266" y="65756"/>
                  <a:pt x="4461313" y="69402"/>
                  <a:pt x="4461313" y="79431"/>
                </a:cubicBezTo>
                <a:lnTo>
                  <a:pt x="4461313" y="132308"/>
                </a:lnTo>
                <a:cubicBezTo>
                  <a:pt x="4461313" y="148718"/>
                  <a:pt x="4459037" y="151223"/>
                  <a:pt x="4443322" y="152134"/>
                </a:cubicBezTo>
                <a:lnTo>
                  <a:pt x="4443322" y="155550"/>
                </a:lnTo>
                <a:lnTo>
                  <a:pt x="4497298" y="155550"/>
                </a:lnTo>
                <a:lnTo>
                  <a:pt x="4497298" y="152134"/>
                </a:lnTo>
                <a:cubicBezTo>
                  <a:pt x="4482268" y="150998"/>
                  <a:pt x="4480444" y="148718"/>
                  <a:pt x="4480444" y="132308"/>
                </a:cubicBezTo>
                <a:lnTo>
                  <a:pt x="4480444" y="51480"/>
                </a:lnTo>
                <a:lnTo>
                  <a:pt x="4479533" y="50796"/>
                </a:lnTo>
                <a:moveTo>
                  <a:pt x="4468830" y="87"/>
                </a:moveTo>
                <a:cubicBezTo>
                  <a:pt x="4462682" y="87"/>
                  <a:pt x="4457442" y="5327"/>
                  <a:pt x="4457442" y="11704"/>
                </a:cubicBezTo>
                <a:cubicBezTo>
                  <a:pt x="4457442" y="18081"/>
                  <a:pt x="4462453" y="23318"/>
                  <a:pt x="4468830" y="23318"/>
                </a:cubicBezTo>
                <a:cubicBezTo>
                  <a:pt x="4475436" y="23318"/>
                  <a:pt x="4480673" y="18307"/>
                  <a:pt x="4480673" y="11704"/>
                </a:cubicBezTo>
                <a:cubicBezTo>
                  <a:pt x="4480673" y="5327"/>
                  <a:pt x="4475436" y="87"/>
                  <a:pt x="4468830" y="87"/>
                </a:cubicBezTo>
                <a:close/>
                <a:moveTo>
                  <a:pt x="4561067" y="53020"/>
                </a:moveTo>
                <a:lnTo>
                  <a:pt x="4538065" y="53020"/>
                </a:lnTo>
                <a:lnTo>
                  <a:pt x="4538065" y="26602"/>
                </a:lnTo>
                <a:cubicBezTo>
                  <a:pt x="4538065" y="24326"/>
                  <a:pt x="4537839" y="23641"/>
                  <a:pt x="4536470" y="23641"/>
                </a:cubicBezTo>
                <a:cubicBezTo>
                  <a:pt x="4534878" y="25692"/>
                  <a:pt x="4533509" y="27742"/>
                  <a:pt x="4531917" y="30018"/>
                </a:cubicBezTo>
                <a:cubicBezTo>
                  <a:pt x="4523261" y="42546"/>
                  <a:pt x="4513468" y="53479"/>
                  <a:pt x="4509826" y="54389"/>
                </a:cubicBezTo>
                <a:cubicBezTo>
                  <a:pt x="4507321" y="55981"/>
                  <a:pt x="4505951" y="57576"/>
                  <a:pt x="4505951" y="58716"/>
                </a:cubicBezTo>
                <a:cubicBezTo>
                  <a:pt x="4505951" y="59400"/>
                  <a:pt x="4506181" y="59856"/>
                  <a:pt x="4506865" y="60311"/>
                </a:cubicBezTo>
                <a:lnTo>
                  <a:pt x="4518934" y="60311"/>
                </a:lnTo>
                <a:lnTo>
                  <a:pt x="4518934" y="128854"/>
                </a:lnTo>
                <a:cubicBezTo>
                  <a:pt x="4518934" y="147981"/>
                  <a:pt x="4525766" y="157774"/>
                  <a:pt x="4539205" y="157774"/>
                </a:cubicBezTo>
                <a:cubicBezTo>
                  <a:pt x="4550363" y="157774"/>
                  <a:pt x="4559016" y="152311"/>
                  <a:pt x="4566533" y="140468"/>
                </a:cubicBezTo>
                <a:lnTo>
                  <a:pt x="4563572" y="137962"/>
                </a:lnTo>
                <a:cubicBezTo>
                  <a:pt x="4558791" y="143655"/>
                  <a:pt x="4554919" y="145934"/>
                  <a:pt x="4549908" y="145934"/>
                </a:cubicBezTo>
                <a:cubicBezTo>
                  <a:pt x="4541481" y="145934"/>
                  <a:pt x="4538065" y="139783"/>
                  <a:pt x="4538065" y="125438"/>
                </a:cubicBezTo>
                <a:lnTo>
                  <a:pt x="4538065" y="60311"/>
                </a:lnTo>
                <a:lnTo>
                  <a:pt x="4561067" y="60311"/>
                </a:lnTo>
                <a:lnTo>
                  <a:pt x="4561067" y="53020"/>
                </a:lnTo>
                <a:close/>
                <a:moveTo>
                  <a:pt x="4606160" y="50796"/>
                </a:moveTo>
                <a:lnTo>
                  <a:pt x="4570860" y="63251"/>
                </a:lnTo>
                <a:lnTo>
                  <a:pt x="4570860" y="66670"/>
                </a:lnTo>
                <a:lnTo>
                  <a:pt x="4572684" y="66441"/>
                </a:lnTo>
                <a:cubicBezTo>
                  <a:pt x="4575416" y="65986"/>
                  <a:pt x="4578377" y="65756"/>
                  <a:pt x="4580427" y="65756"/>
                </a:cubicBezTo>
                <a:cubicBezTo>
                  <a:pt x="4585893" y="65756"/>
                  <a:pt x="4587940" y="69402"/>
                  <a:pt x="4587940" y="79431"/>
                </a:cubicBezTo>
                <a:lnTo>
                  <a:pt x="4587940" y="132308"/>
                </a:lnTo>
                <a:cubicBezTo>
                  <a:pt x="4587940" y="148718"/>
                  <a:pt x="4585664" y="151223"/>
                  <a:pt x="4569950" y="152134"/>
                </a:cubicBezTo>
                <a:lnTo>
                  <a:pt x="4569950" y="155550"/>
                </a:lnTo>
                <a:lnTo>
                  <a:pt x="4623925" y="155550"/>
                </a:lnTo>
                <a:lnTo>
                  <a:pt x="4623925" y="152134"/>
                </a:lnTo>
                <a:cubicBezTo>
                  <a:pt x="4608895" y="150998"/>
                  <a:pt x="4607071" y="148718"/>
                  <a:pt x="4607071" y="132308"/>
                </a:cubicBezTo>
                <a:lnTo>
                  <a:pt x="4607071" y="51480"/>
                </a:lnTo>
                <a:lnTo>
                  <a:pt x="4606160" y="50796"/>
                </a:lnTo>
                <a:moveTo>
                  <a:pt x="4595457" y="87"/>
                </a:moveTo>
                <a:cubicBezTo>
                  <a:pt x="4589309" y="87"/>
                  <a:pt x="4584069" y="5327"/>
                  <a:pt x="4584069" y="11704"/>
                </a:cubicBezTo>
                <a:cubicBezTo>
                  <a:pt x="4584069" y="18081"/>
                  <a:pt x="4589080" y="23318"/>
                  <a:pt x="4595457" y="23318"/>
                </a:cubicBezTo>
                <a:cubicBezTo>
                  <a:pt x="4602063" y="23318"/>
                  <a:pt x="4607300" y="18307"/>
                  <a:pt x="4607300" y="11704"/>
                </a:cubicBezTo>
                <a:cubicBezTo>
                  <a:pt x="4607300" y="5327"/>
                  <a:pt x="4602063" y="87"/>
                  <a:pt x="4595457" y="87"/>
                </a:cubicBezTo>
                <a:close/>
                <a:moveTo>
                  <a:pt x="4686558" y="50796"/>
                </a:moveTo>
                <a:cubicBezTo>
                  <a:pt x="4656950" y="50796"/>
                  <a:pt x="4636224" y="72651"/>
                  <a:pt x="4636224" y="104059"/>
                </a:cubicBezTo>
                <a:cubicBezTo>
                  <a:pt x="4636224" y="134783"/>
                  <a:pt x="4657405" y="157774"/>
                  <a:pt x="4686099" y="157774"/>
                </a:cubicBezTo>
                <a:cubicBezTo>
                  <a:pt x="4714797" y="157774"/>
                  <a:pt x="4736659" y="133646"/>
                  <a:pt x="4736659" y="102238"/>
                </a:cubicBezTo>
                <a:cubicBezTo>
                  <a:pt x="4736659" y="72422"/>
                  <a:pt x="4715707" y="50796"/>
                  <a:pt x="4686558" y="50796"/>
                </a:cubicBezTo>
                <a:moveTo>
                  <a:pt x="4683597" y="57176"/>
                </a:moveTo>
                <a:cubicBezTo>
                  <a:pt x="4702727" y="57176"/>
                  <a:pt x="4716162" y="79024"/>
                  <a:pt x="4716162" y="110203"/>
                </a:cubicBezTo>
                <a:cubicBezTo>
                  <a:pt x="4716162" y="135922"/>
                  <a:pt x="4705914" y="151397"/>
                  <a:pt x="4688834" y="151397"/>
                </a:cubicBezTo>
                <a:cubicBezTo>
                  <a:pt x="4679951" y="151397"/>
                  <a:pt x="4671524" y="145938"/>
                  <a:pt x="4666743" y="136833"/>
                </a:cubicBezTo>
                <a:cubicBezTo>
                  <a:pt x="4660366" y="124997"/>
                  <a:pt x="4656720" y="109067"/>
                  <a:pt x="4656720" y="92907"/>
                </a:cubicBezTo>
                <a:cubicBezTo>
                  <a:pt x="4656720" y="71285"/>
                  <a:pt x="4667424" y="57176"/>
                  <a:pt x="4683597" y="57176"/>
                </a:cubicBezTo>
                <a:close/>
                <a:moveTo>
                  <a:pt x="4747136" y="64919"/>
                </a:moveTo>
                <a:cubicBezTo>
                  <a:pt x="4748501" y="64234"/>
                  <a:pt x="4750781" y="64008"/>
                  <a:pt x="4753287" y="64008"/>
                </a:cubicBezTo>
                <a:cubicBezTo>
                  <a:pt x="4759664" y="64008"/>
                  <a:pt x="4761710" y="67424"/>
                  <a:pt x="4761710" y="78579"/>
                </a:cubicBezTo>
                <a:lnTo>
                  <a:pt x="4761710" y="135057"/>
                </a:lnTo>
                <a:cubicBezTo>
                  <a:pt x="4761710" y="148037"/>
                  <a:pt x="4759205" y="151223"/>
                  <a:pt x="4747591" y="152134"/>
                </a:cubicBezTo>
                <a:lnTo>
                  <a:pt x="4747591" y="155550"/>
                </a:lnTo>
                <a:lnTo>
                  <a:pt x="4795874" y="155550"/>
                </a:lnTo>
                <a:lnTo>
                  <a:pt x="4795874" y="152134"/>
                </a:lnTo>
                <a:cubicBezTo>
                  <a:pt x="4784257" y="151223"/>
                  <a:pt x="4780841" y="148492"/>
                  <a:pt x="4780841" y="140294"/>
                </a:cubicBezTo>
                <a:lnTo>
                  <a:pt x="4780841" y="76303"/>
                </a:lnTo>
                <a:cubicBezTo>
                  <a:pt x="4791774" y="66055"/>
                  <a:pt x="4796785" y="63324"/>
                  <a:pt x="4804301" y="63324"/>
                </a:cubicBezTo>
                <a:cubicBezTo>
                  <a:pt x="4815460" y="63324"/>
                  <a:pt x="4820926" y="70382"/>
                  <a:pt x="4820926" y="85412"/>
                </a:cubicBezTo>
                <a:lnTo>
                  <a:pt x="4820926" y="133007"/>
                </a:lnTo>
                <a:cubicBezTo>
                  <a:pt x="4820926" y="147352"/>
                  <a:pt x="4817966" y="151223"/>
                  <a:pt x="4806578" y="152134"/>
                </a:cubicBezTo>
                <a:lnTo>
                  <a:pt x="4806578" y="155550"/>
                </a:lnTo>
                <a:lnTo>
                  <a:pt x="4853951" y="155550"/>
                </a:lnTo>
                <a:lnTo>
                  <a:pt x="4853951" y="152134"/>
                </a:lnTo>
                <a:cubicBezTo>
                  <a:pt x="4842788" y="150998"/>
                  <a:pt x="4840057" y="148263"/>
                  <a:pt x="4840057" y="137107"/>
                </a:cubicBezTo>
                <a:lnTo>
                  <a:pt x="4840057" y="84956"/>
                </a:lnTo>
                <a:cubicBezTo>
                  <a:pt x="4840057" y="63553"/>
                  <a:pt x="4830035" y="50796"/>
                  <a:pt x="4813184" y="50796"/>
                </a:cubicBezTo>
                <a:cubicBezTo>
                  <a:pt x="4802706" y="50796"/>
                  <a:pt x="4795645" y="54671"/>
                  <a:pt x="4780160" y="69245"/>
                </a:cubicBezTo>
                <a:lnTo>
                  <a:pt x="4780160" y="51255"/>
                </a:lnTo>
                <a:lnTo>
                  <a:pt x="4778565" y="50796"/>
                </a:lnTo>
                <a:cubicBezTo>
                  <a:pt x="4767406" y="54897"/>
                  <a:pt x="4759664" y="57402"/>
                  <a:pt x="4747136" y="61047"/>
                </a:cubicBezTo>
                <a:lnTo>
                  <a:pt x="4747136" y="64919"/>
                </a:lnTo>
                <a:close/>
                <a:moveTo>
                  <a:pt x="4932749" y="64919"/>
                </a:moveTo>
                <a:cubicBezTo>
                  <a:pt x="4934114" y="64234"/>
                  <a:pt x="4936394" y="64008"/>
                  <a:pt x="4938900" y="64008"/>
                </a:cubicBezTo>
                <a:cubicBezTo>
                  <a:pt x="4945276" y="64008"/>
                  <a:pt x="4947323" y="67424"/>
                  <a:pt x="4947323" y="78579"/>
                </a:cubicBezTo>
                <a:lnTo>
                  <a:pt x="4947323" y="135057"/>
                </a:lnTo>
                <a:cubicBezTo>
                  <a:pt x="4947323" y="148037"/>
                  <a:pt x="4944818" y="151223"/>
                  <a:pt x="4933204" y="152134"/>
                </a:cubicBezTo>
                <a:lnTo>
                  <a:pt x="4933204" y="155550"/>
                </a:lnTo>
                <a:lnTo>
                  <a:pt x="4981487" y="155550"/>
                </a:lnTo>
                <a:lnTo>
                  <a:pt x="4981487" y="152134"/>
                </a:lnTo>
                <a:cubicBezTo>
                  <a:pt x="4969870" y="151223"/>
                  <a:pt x="4966454" y="148492"/>
                  <a:pt x="4966454" y="140294"/>
                </a:cubicBezTo>
                <a:lnTo>
                  <a:pt x="4966454" y="76303"/>
                </a:lnTo>
                <a:cubicBezTo>
                  <a:pt x="4977387" y="66055"/>
                  <a:pt x="4982398" y="63324"/>
                  <a:pt x="4989914" y="63324"/>
                </a:cubicBezTo>
                <a:cubicBezTo>
                  <a:pt x="5001073" y="63324"/>
                  <a:pt x="5006539" y="70382"/>
                  <a:pt x="5006539" y="85412"/>
                </a:cubicBezTo>
                <a:lnTo>
                  <a:pt x="5006539" y="133007"/>
                </a:lnTo>
                <a:cubicBezTo>
                  <a:pt x="5006539" y="147352"/>
                  <a:pt x="5003579" y="151223"/>
                  <a:pt x="4992191" y="152134"/>
                </a:cubicBezTo>
                <a:lnTo>
                  <a:pt x="4992191" y="155550"/>
                </a:lnTo>
                <a:lnTo>
                  <a:pt x="5039563" y="155550"/>
                </a:lnTo>
                <a:lnTo>
                  <a:pt x="5039563" y="152134"/>
                </a:lnTo>
                <a:cubicBezTo>
                  <a:pt x="5028401" y="150998"/>
                  <a:pt x="5025670" y="148263"/>
                  <a:pt x="5025670" y="137107"/>
                </a:cubicBezTo>
                <a:lnTo>
                  <a:pt x="5025670" y="84956"/>
                </a:lnTo>
                <a:cubicBezTo>
                  <a:pt x="5025670" y="63553"/>
                  <a:pt x="5015648" y="50796"/>
                  <a:pt x="4998797" y="50796"/>
                </a:cubicBezTo>
                <a:cubicBezTo>
                  <a:pt x="4988319" y="50796"/>
                  <a:pt x="4981258" y="54671"/>
                  <a:pt x="4965773" y="69245"/>
                </a:cubicBezTo>
                <a:lnTo>
                  <a:pt x="4965773" y="51255"/>
                </a:lnTo>
                <a:lnTo>
                  <a:pt x="4964178" y="50796"/>
                </a:lnTo>
                <a:cubicBezTo>
                  <a:pt x="4953019" y="54897"/>
                  <a:pt x="4945276" y="57402"/>
                  <a:pt x="4932749" y="61047"/>
                </a:cubicBezTo>
                <a:lnTo>
                  <a:pt x="4932749" y="64919"/>
                </a:lnTo>
                <a:close/>
                <a:moveTo>
                  <a:pt x="5099916" y="50796"/>
                </a:moveTo>
                <a:cubicBezTo>
                  <a:pt x="5070308" y="50796"/>
                  <a:pt x="5049582" y="72651"/>
                  <a:pt x="5049582" y="104059"/>
                </a:cubicBezTo>
                <a:cubicBezTo>
                  <a:pt x="5049582" y="134783"/>
                  <a:pt x="5070763" y="157774"/>
                  <a:pt x="5099457" y="157774"/>
                </a:cubicBezTo>
                <a:cubicBezTo>
                  <a:pt x="5128154" y="157774"/>
                  <a:pt x="5150016" y="133646"/>
                  <a:pt x="5150016" y="102238"/>
                </a:cubicBezTo>
                <a:cubicBezTo>
                  <a:pt x="5150016" y="72422"/>
                  <a:pt x="5129065" y="50796"/>
                  <a:pt x="5099916" y="50796"/>
                </a:cubicBezTo>
                <a:moveTo>
                  <a:pt x="5096955" y="57176"/>
                </a:moveTo>
                <a:cubicBezTo>
                  <a:pt x="5116085" y="57176"/>
                  <a:pt x="5129520" y="79024"/>
                  <a:pt x="5129520" y="110203"/>
                </a:cubicBezTo>
                <a:cubicBezTo>
                  <a:pt x="5129520" y="135922"/>
                  <a:pt x="5119272" y="151397"/>
                  <a:pt x="5102192" y="151397"/>
                </a:cubicBezTo>
                <a:cubicBezTo>
                  <a:pt x="5093309" y="151397"/>
                  <a:pt x="5084882" y="145938"/>
                  <a:pt x="5080100" y="136833"/>
                </a:cubicBezTo>
                <a:cubicBezTo>
                  <a:pt x="5073724" y="124997"/>
                  <a:pt x="5070078" y="109067"/>
                  <a:pt x="5070078" y="92907"/>
                </a:cubicBezTo>
                <a:cubicBezTo>
                  <a:pt x="5070078" y="71285"/>
                  <a:pt x="5080782" y="57176"/>
                  <a:pt x="5096955" y="57176"/>
                </a:cubicBezTo>
                <a:close/>
                <a:moveTo>
                  <a:pt x="5158444" y="66740"/>
                </a:moveTo>
                <a:cubicBezTo>
                  <a:pt x="5161634" y="66055"/>
                  <a:pt x="5163684" y="65826"/>
                  <a:pt x="5166416" y="65826"/>
                </a:cubicBezTo>
                <a:cubicBezTo>
                  <a:pt x="5172108" y="65826"/>
                  <a:pt x="5174158" y="69471"/>
                  <a:pt x="5174158" y="79490"/>
                </a:cubicBezTo>
                <a:lnTo>
                  <a:pt x="5174158" y="136423"/>
                </a:lnTo>
                <a:cubicBezTo>
                  <a:pt x="5174158" y="147807"/>
                  <a:pt x="5172563" y="149402"/>
                  <a:pt x="5157988" y="152134"/>
                </a:cubicBezTo>
                <a:lnTo>
                  <a:pt x="5157988" y="155550"/>
                </a:lnTo>
                <a:lnTo>
                  <a:pt x="5212649" y="155550"/>
                </a:lnTo>
                <a:lnTo>
                  <a:pt x="5212649" y="152134"/>
                </a:lnTo>
                <a:cubicBezTo>
                  <a:pt x="5197160" y="151453"/>
                  <a:pt x="5193289" y="148037"/>
                  <a:pt x="5193289" y="135057"/>
                </a:cubicBezTo>
                <a:lnTo>
                  <a:pt x="5193289" y="83816"/>
                </a:lnTo>
                <a:cubicBezTo>
                  <a:pt x="5193289" y="76529"/>
                  <a:pt x="5203082" y="65145"/>
                  <a:pt x="5209233" y="65145"/>
                </a:cubicBezTo>
                <a:cubicBezTo>
                  <a:pt x="5210598" y="65145"/>
                  <a:pt x="5212649" y="66284"/>
                  <a:pt x="5215154" y="68561"/>
                </a:cubicBezTo>
                <a:cubicBezTo>
                  <a:pt x="5218796" y="71747"/>
                  <a:pt x="5221302" y="73113"/>
                  <a:pt x="5224262" y="73113"/>
                </a:cubicBezTo>
                <a:cubicBezTo>
                  <a:pt x="5229729" y="73113"/>
                  <a:pt x="5233145" y="69242"/>
                  <a:pt x="5233145" y="62868"/>
                </a:cubicBezTo>
                <a:cubicBezTo>
                  <a:pt x="5233145" y="55352"/>
                  <a:pt x="5228363" y="50796"/>
                  <a:pt x="5220621" y="50796"/>
                </a:cubicBezTo>
                <a:cubicBezTo>
                  <a:pt x="5211053" y="50796"/>
                  <a:pt x="5204451" y="56036"/>
                  <a:pt x="5193289" y="72203"/>
                </a:cubicBezTo>
                <a:lnTo>
                  <a:pt x="5193289" y="51255"/>
                </a:lnTo>
                <a:lnTo>
                  <a:pt x="5192152" y="50796"/>
                </a:lnTo>
                <a:cubicBezTo>
                  <a:pt x="5180080" y="55807"/>
                  <a:pt x="5171882" y="58768"/>
                  <a:pt x="5158444" y="63094"/>
                </a:cubicBezTo>
                <a:lnTo>
                  <a:pt x="5158444" y="66740"/>
                </a:lnTo>
                <a:close/>
                <a:moveTo>
                  <a:pt x="5237018" y="64919"/>
                </a:moveTo>
                <a:cubicBezTo>
                  <a:pt x="5239979" y="64234"/>
                  <a:pt x="5241800" y="64008"/>
                  <a:pt x="5244305" y="64008"/>
                </a:cubicBezTo>
                <a:cubicBezTo>
                  <a:pt x="5250227" y="64008"/>
                  <a:pt x="5252277" y="67650"/>
                  <a:pt x="5252277" y="78579"/>
                </a:cubicBezTo>
                <a:lnTo>
                  <a:pt x="5252277" y="136194"/>
                </a:lnTo>
                <a:cubicBezTo>
                  <a:pt x="5252277" y="148492"/>
                  <a:pt x="5249087" y="151908"/>
                  <a:pt x="5236333" y="152134"/>
                </a:cubicBezTo>
                <a:lnTo>
                  <a:pt x="5236333" y="155550"/>
                </a:lnTo>
                <a:lnTo>
                  <a:pt x="5286893" y="155550"/>
                </a:lnTo>
                <a:lnTo>
                  <a:pt x="5286893" y="152134"/>
                </a:lnTo>
                <a:cubicBezTo>
                  <a:pt x="5274824" y="151679"/>
                  <a:pt x="5271408" y="149177"/>
                  <a:pt x="5271408" y="140294"/>
                </a:cubicBezTo>
                <a:lnTo>
                  <a:pt x="5271408" y="76077"/>
                </a:lnTo>
                <a:cubicBezTo>
                  <a:pt x="5271408" y="75622"/>
                  <a:pt x="5273229" y="73342"/>
                  <a:pt x="5274824" y="71751"/>
                </a:cubicBezTo>
                <a:cubicBezTo>
                  <a:pt x="5280516" y="66510"/>
                  <a:pt x="5290309" y="62639"/>
                  <a:pt x="5298281" y="62639"/>
                </a:cubicBezTo>
                <a:cubicBezTo>
                  <a:pt x="5308300" y="62639"/>
                  <a:pt x="5313311" y="70611"/>
                  <a:pt x="5313311" y="86551"/>
                </a:cubicBezTo>
                <a:lnTo>
                  <a:pt x="5313311" y="135968"/>
                </a:lnTo>
                <a:cubicBezTo>
                  <a:pt x="5313311" y="148721"/>
                  <a:pt x="5310805" y="151223"/>
                  <a:pt x="5297826" y="152134"/>
                </a:cubicBezTo>
                <a:lnTo>
                  <a:pt x="5297826" y="155550"/>
                </a:lnTo>
                <a:lnTo>
                  <a:pt x="5348841" y="155550"/>
                </a:lnTo>
                <a:lnTo>
                  <a:pt x="5348841" y="152134"/>
                </a:lnTo>
                <a:cubicBezTo>
                  <a:pt x="5335857" y="151908"/>
                  <a:pt x="5332441" y="148037"/>
                  <a:pt x="5332441" y="133917"/>
                </a:cubicBezTo>
                <a:lnTo>
                  <a:pt x="5332441" y="76533"/>
                </a:lnTo>
                <a:cubicBezTo>
                  <a:pt x="5339273" y="66740"/>
                  <a:pt x="5346790" y="62639"/>
                  <a:pt x="5357268" y="62639"/>
                </a:cubicBezTo>
                <a:cubicBezTo>
                  <a:pt x="5370247" y="62639"/>
                  <a:pt x="5374348" y="68790"/>
                  <a:pt x="5374348" y="87691"/>
                </a:cubicBezTo>
                <a:lnTo>
                  <a:pt x="5374348" y="135738"/>
                </a:lnTo>
                <a:cubicBezTo>
                  <a:pt x="5374348" y="148721"/>
                  <a:pt x="5372527" y="150542"/>
                  <a:pt x="5359318" y="152134"/>
                </a:cubicBezTo>
                <a:lnTo>
                  <a:pt x="5359318" y="155550"/>
                </a:lnTo>
                <a:lnTo>
                  <a:pt x="5409193" y="155550"/>
                </a:lnTo>
                <a:lnTo>
                  <a:pt x="5409193" y="152134"/>
                </a:lnTo>
                <a:lnTo>
                  <a:pt x="5403271" y="151679"/>
                </a:lnTo>
                <a:cubicBezTo>
                  <a:pt x="5396439" y="151223"/>
                  <a:pt x="5393478" y="147126"/>
                  <a:pt x="5393478" y="138244"/>
                </a:cubicBezTo>
                <a:lnTo>
                  <a:pt x="5393478" y="91333"/>
                </a:lnTo>
                <a:cubicBezTo>
                  <a:pt x="5393478" y="64464"/>
                  <a:pt x="5384596" y="50796"/>
                  <a:pt x="5367061" y="50796"/>
                </a:cubicBezTo>
                <a:cubicBezTo>
                  <a:pt x="5353852" y="50796"/>
                  <a:pt x="5342234" y="56717"/>
                  <a:pt x="5329936" y="69926"/>
                </a:cubicBezTo>
                <a:cubicBezTo>
                  <a:pt x="5325839" y="56947"/>
                  <a:pt x="5318096" y="50796"/>
                  <a:pt x="5305798" y="50796"/>
                </a:cubicBezTo>
                <a:cubicBezTo>
                  <a:pt x="5295775" y="50796"/>
                  <a:pt x="5289399" y="53986"/>
                  <a:pt x="5270494" y="68335"/>
                </a:cubicBezTo>
                <a:lnTo>
                  <a:pt x="5270494" y="51255"/>
                </a:lnTo>
                <a:lnTo>
                  <a:pt x="5268902" y="50796"/>
                </a:lnTo>
                <a:cubicBezTo>
                  <a:pt x="5257285" y="55126"/>
                  <a:pt x="5249542" y="57631"/>
                  <a:pt x="5237018" y="61047"/>
                </a:cubicBezTo>
                <a:lnTo>
                  <a:pt x="5237018" y="64919"/>
                </a:lnTo>
                <a:close/>
                <a:moveTo>
                  <a:pt x="5510538" y="140471"/>
                </a:moveTo>
                <a:cubicBezTo>
                  <a:pt x="5506667" y="143655"/>
                  <a:pt x="5503936" y="144794"/>
                  <a:pt x="5500520" y="144794"/>
                </a:cubicBezTo>
                <a:cubicBezTo>
                  <a:pt x="5495283" y="144794"/>
                  <a:pt x="5493687" y="141608"/>
                  <a:pt x="5493687" y="131596"/>
                </a:cubicBezTo>
                <a:lnTo>
                  <a:pt x="5493687" y="87215"/>
                </a:lnTo>
                <a:cubicBezTo>
                  <a:pt x="5493687" y="75379"/>
                  <a:pt x="5492548" y="68780"/>
                  <a:pt x="5489132" y="63317"/>
                </a:cubicBezTo>
                <a:cubicBezTo>
                  <a:pt x="5484120" y="55126"/>
                  <a:pt x="5474328" y="50796"/>
                  <a:pt x="5460893" y="50796"/>
                </a:cubicBezTo>
                <a:cubicBezTo>
                  <a:pt x="5439482" y="50796"/>
                  <a:pt x="5422632" y="61951"/>
                  <a:pt x="5422632" y="76289"/>
                </a:cubicBezTo>
                <a:cubicBezTo>
                  <a:pt x="5422632" y="81526"/>
                  <a:pt x="5427184" y="86075"/>
                  <a:pt x="5432425" y="86075"/>
                </a:cubicBezTo>
                <a:cubicBezTo>
                  <a:pt x="5437887" y="86075"/>
                  <a:pt x="5442673" y="81526"/>
                  <a:pt x="5442673" y="76519"/>
                </a:cubicBezTo>
                <a:cubicBezTo>
                  <a:pt x="5442673" y="75608"/>
                  <a:pt x="5442443" y="74468"/>
                  <a:pt x="5442217" y="72877"/>
                </a:cubicBezTo>
                <a:cubicBezTo>
                  <a:pt x="5441762" y="70830"/>
                  <a:pt x="5441533" y="69009"/>
                  <a:pt x="5441533" y="67414"/>
                </a:cubicBezTo>
                <a:cubicBezTo>
                  <a:pt x="5441533" y="61270"/>
                  <a:pt x="5448820" y="56262"/>
                  <a:pt x="5457932" y="56262"/>
                </a:cubicBezTo>
                <a:cubicBezTo>
                  <a:pt x="5469091" y="56262"/>
                  <a:pt x="5475238" y="62861"/>
                  <a:pt x="5475238" y="75153"/>
                </a:cubicBezTo>
                <a:lnTo>
                  <a:pt x="5475238" y="89036"/>
                </a:lnTo>
                <a:cubicBezTo>
                  <a:pt x="5440167" y="103145"/>
                  <a:pt x="5436296" y="104966"/>
                  <a:pt x="5426503" y="113616"/>
                </a:cubicBezTo>
                <a:cubicBezTo>
                  <a:pt x="5421492" y="118168"/>
                  <a:pt x="5418302" y="125904"/>
                  <a:pt x="5418302" y="133413"/>
                </a:cubicBezTo>
                <a:cubicBezTo>
                  <a:pt x="5418302" y="147755"/>
                  <a:pt x="5428324" y="157774"/>
                  <a:pt x="5442217" y="157774"/>
                </a:cubicBezTo>
                <a:cubicBezTo>
                  <a:pt x="5452236" y="157774"/>
                  <a:pt x="5461574" y="152992"/>
                  <a:pt x="5475467" y="141149"/>
                </a:cubicBezTo>
                <a:cubicBezTo>
                  <a:pt x="5476607" y="152992"/>
                  <a:pt x="5480704" y="157774"/>
                  <a:pt x="5490042" y="157774"/>
                </a:cubicBezTo>
                <a:cubicBezTo>
                  <a:pt x="5497785" y="157774"/>
                  <a:pt x="5502570" y="155043"/>
                  <a:pt x="5510538" y="146390"/>
                </a:cubicBezTo>
                <a:lnTo>
                  <a:pt x="5510538" y="140471"/>
                </a:lnTo>
                <a:moveTo>
                  <a:pt x="5475238" y="127485"/>
                </a:moveTo>
                <a:cubicBezTo>
                  <a:pt x="5475238" y="134546"/>
                  <a:pt x="5474102" y="136597"/>
                  <a:pt x="5469316" y="139328"/>
                </a:cubicBezTo>
                <a:cubicBezTo>
                  <a:pt x="5463854" y="142518"/>
                  <a:pt x="5457477" y="144565"/>
                  <a:pt x="5452691" y="144565"/>
                </a:cubicBezTo>
                <a:cubicBezTo>
                  <a:pt x="5444723" y="144565"/>
                  <a:pt x="5438346" y="136823"/>
                  <a:pt x="5438346" y="127030"/>
                </a:cubicBezTo>
                <a:lnTo>
                  <a:pt x="5438346" y="126119"/>
                </a:lnTo>
                <a:cubicBezTo>
                  <a:pt x="5438346" y="112681"/>
                  <a:pt x="5447680" y="104483"/>
                  <a:pt x="5475238" y="94461"/>
                </a:cubicBezTo>
                <a:lnTo>
                  <a:pt x="5475238" y="127485"/>
                </a:lnTo>
                <a:close/>
                <a:moveTo>
                  <a:pt x="5515323" y="13664"/>
                </a:moveTo>
                <a:lnTo>
                  <a:pt x="5516689" y="13664"/>
                </a:lnTo>
                <a:cubicBezTo>
                  <a:pt x="5519195" y="13438"/>
                  <a:pt x="5521926" y="13209"/>
                  <a:pt x="5523751" y="13209"/>
                </a:cubicBezTo>
                <a:cubicBezTo>
                  <a:pt x="5531038" y="13209"/>
                  <a:pt x="5533314" y="16399"/>
                  <a:pt x="5533314" y="27102"/>
                </a:cubicBezTo>
                <a:lnTo>
                  <a:pt x="5533314" y="135738"/>
                </a:lnTo>
                <a:cubicBezTo>
                  <a:pt x="5533314" y="148037"/>
                  <a:pt x="5530127" y="150998"/>
                  <a:pt x="5515779" y="152134"/>
                </a:cubicBezTo>
                <a:lnTo>
                  <a:pt x="5515779" y="155550"/>
                </a:lnTo>
                <a:lnTo>
                  <a:pt x="5569525" y="155550"/>
                </a:lnTo>
                <a:lnTo>
                  <a:pt x="5569525" y="152134"/>
                </a:lnTo>
                <a:cubicBezTo>
                  <a:pt x="5555180" y="151223"/>
                  <a:pt x="5552445" y="148947"/>
                  <a:pt x="5552445" y="136419"/>
                </a:cubicBezTo>
                <a:lnTo>
                  <a:pt x="5552445" y="455"/>
                </a:lnTo>
                <a:lnTo>
                  <a:pt x="5551534" y="0"/>
                </a:lnTo>
                <a:cubicBezTo>
                  <a:pt x="5539691" y="3871"/>
                  <a:pt x="5531038" y="6151"/>
                  <a:pt x="5515323" y="10022"/>
                </a:cubicBezTo>
                <a:lnTo>
                  <a:pt x="5515323" y="13664"/>
                </a:lnTo>
                <a:close/>
                <a:moveTo>
                  <a:pt x="5614163" y="50796"/>
                </a:moveTo>
                <a:lnTo>
                  <a:pt x="5578863" y="63251"/>
                </a:lnTo>
                <a:lnTo>
                  <a:pt x="5578863" y="66670"/>
                </a:lnTo>
                <a:lnTo>
                  <a:pt x="5580687" y="66441"/>
                </a:lnTo>
                <a:cubicBezTo>
                  <a:pt x="5583419" y="65986"/>
                  <a:pt x="5586380" y="65756"/>
                  <a:pt x="5588430" y="65756"/>
                </a:cubicBezTo>
                <a:cubicBezTo>
                  <a:pt x="5593896" y="65756"/>
                  <a:pt x="5595943" y="69402"/>
                  <a:pt x="5595943" y="79431"/>
                </a:cubicBezTo>
                <a:lnTo>
                  <a:pt x="5595943" y="132308"/>
                </a:lnTo>
                <a:cubicBezTo>
                  <a:pt x="5595943" y="148718"/>
                  <a:pt x="5593667" y="151223"/>
                  <a:pt x="5577952" y="152134"/>
                </a:cubicBezTo>
                <a:lnTo>
                  <a:pt x="5577952" y="155550"/>
                </a:lnTo>
                <a:lnTo>
                  <a:pt x="5631928" y="155550"/>
                </a:lnTo>
                <a:lnTo>
                  <a:pt x="5631928" y="152134"/>
                </a:lnTo>
                <a:cubicBezTo>
                  <a:pt x="5616898" y="150998"/>
                  <a:pt x="5615074" y="148718"/>
                  <a:pt x="5615074" y="132308"/>
                </a:cubicBezTo>
                <a:lnTo>
                  <a:pt x="5615074" y="51480"/>
                </a:lnTo>
                <a:lnTo>
                  <a:pt x="5614163" y="50796"/>
                </a:lnTo>
                <a:moveTo>
                  <a:pt x="5603460" y="87"/>
                </a:moveTo>
                <a:cubicBezTo>
                  <a:pt x="5597312" y="87"/>
                  <a:pt x="5592072" y="5327"/>
                  <a:pt x="5592072" y="11704"/>
                </a:cubicBezTo>
                <a:cubicBezTo>
                  <a:pt x="5592072" y="18081"/>
                  <a:pt x="5597083" y="23318"/>
                  <a:pt x="5603460" y="23318"/>
                </a:cubicBezTo>
                <a:cubicBezTo>
                  <a:pt x="5610066" y="23318"/>
                  <a:pt x="5615303" y="18307"/>
                  <a:pt x="5615303" y="11704"/>
                </a:cubicBezTo>
                <a:cubicBezTo>
                  <a:pt x="5615303" y="5327"/>
                  <a:pt x="5610066" y="87"/>
                  <a:pt x="5603460" y="87"/>
                </a:cubicBezTo>
                <a:close/>
                <a:moveTo>
                  <a:pt x="5732822" y="124795"/>
                </a:moveTo>
                <a:lnTo>
                  <a:pt x="5728721" y="123881"/>
                </a:lnTo>
                <a:cubicBezTo>
                  <a:pt x="5726445" y="135276"/>
                  <a:pt x="5725076" y="138921"/>
                  <a:pt x="5722115" y="142796"/>
                </a:cubicBezTo>
                <a:cubicBezTo>
                  <a:pt x="5718928" y="146668"/>
                  <a:pt x="5711185" y="148718"/>
                  <a:pt x="5699568" y="148718"/>
                </a:cubicBezTo>
                <a:lnTo>
                  <a:pt x="5668139" y="148718"/>
                </a:lnTo>
                <a:lnTo>
                  <a:pt x="5729406" y="56439"/>
                </a:lnTo>
                <a:lnTo>
                  <a:pt x="5729406" y="53020"/>
                </a:lnTo>
                <a:lnTo>
                  <a:pt x="5650378" y="53020"/>
                </a:lnTo>
                <a:lnTo>
                  <a:pt x="5649693" y="79907"/>
                </a:lnTo>
                <a:lnTo>
                  <a:pt x="5653794" y="79907"/>
                </a:lnTo>
                <a:cubicBezTo>
                  <a:pt x="5655841" y="63272"/>
                  <a:pt x="5659257" y="59856"/>
                  <a:pt x="5672924" y="59856"/>
                </a:cubicBezTo>
                <a:lnTo>
                  <a:pt x="5704353" y="59856"/>
                </a:lnTo>
                <a:lnTo>
                  <a:pt x="5643772" y="152134"/>
                </a:lnTo>
                <a:lnTo>
                  <a:pt x="5643772" y="155550"/>
                </a:lnTo>
                <a:lnTo>
                  <a:pt x="5729631" y="155550"/>
                </a:lnTo>
                <a:lnTo>
                  <a:pt x="5732822" y="124795"/>
                </a:lnTo>
                <a:close/>
                <a:moveTo>
                  <a:pt x="5839404" y="140471"/>
                </a:moveTo>
                <a:cubicBezTo>
                  <a:pt x="5835532" y="143655"/>
                  <a:pt x="5832801" y="144794"/>
                  <a:pt x="5829385" y="144794"/>
                </a:cubicBezTo>
                <a:cubicBezTo>
                  <a:pt x="5824148" y="144794"/>
                  <a:pt x="5822553" y="141608"/>
                  <a:pt x="5822553" y="131596"/>
                </a:cubicBezTo>
                <a:lnTo>
                  <a:pt x="5822553" y="87215"/>
                </a:lnTo>
                <a:cubicBezTo>
                  <a:pt x="5822553" y="75379"/>
                  <a:pt x="5821413" y="68780"/>
                  <a:pt x="5817997" y="63317"/>
                </a:cubicBezTo>
                <a:cubicBezTo>
                  <a:pt x="5812986" y="55126"/>
                  <a:pt x="5803193" y="50796"/>
                  <a:pt x="5789758" y="50796"/>
                </a:cubicBezTo>
                <a:cubicBezTo>
                  <a:pt x="5768348" y="50796"/>
                  <a:pt x="5751497" y="61951"/>
                  <a:pt x="5751497" y="76289"/>
                </a:cubicBezTo>
                <a:cubicBezTo>
                  <a:pt x="5751497" y="81526"/>
                  <a:pt x="5756049" y="86075"/>
                  <a:pt x="5761290" y="86075"/>
                </a:cubicBezTo>
                <a:cubicBezTo>
                  <a:pt x="5766753" y="86075"/>
                  <a:pt x="5771538" y="81526"/>
                  <a:pt x="5771538" y="76519"/>
                </a:cubicBezTo>
                <a:cubicBezTo>
                  <a:pt x="5771538" y="75608"/>
                  <a:pt x="5771309" y="74468"/>
                  <a:pt x="5771083" y="72877"/>
                </a:cubicBezTo>
                <a:cubicBezTo>
                  <a:pt x="5770628" y="70830"/>
                  <a:pt x="5770398" y="69009"/>
                  <a:pt x="5770398" y="67414"/>
                </a:cubicBezTo>
                <a:cubicBezTo>
                  <a:pt x="5770398" y="61270"/>
                  <a:pt x="5777686" y="56262"/>
                  <a:pt x="5786797" y="56262"/>
                </a:cubicBezTo>
                <a:cubicBezTo>
                  <a:pt x="5797956" y="56262"/>
                  <a:pt x="5804103" y="62861"/>
                  <a:pt x="5804103" y="75153"/>
                </a:cubicBezTo>
                <a:lnTo>
                  <a:pt x="5804103" y="89036"/>
                </a:lnTo>
                <a:cubicBezTo>
                  <a:pt x="5769032" y="103145"/>
                  <a:pt x="5765161" y="104966"/>
                  <a:pt x="5755368" y="113616"/>
                </a:cubicBezTo>
                <a:cubicBezTo>
                  <a:pt x="5750357" y="118168"/>
                  <a:pt x="5747167" y="125904"/>
                  <a:pt x="5747167" y="133413"/>
                </a:cubicBezTo>
                <a:cubicBezTo>
                  <a:pt x="5747167" y="147755"/>
                  <a:pt x="5757189" y="157774"/>
                  <a:pt x="5771083" y="157774"/>
                </a:cubicBezTo>
                <a:cubicBezTo>
                  <a:pt x="5781102" y="157774"/>
                  <a:pt x="5790439" y="152992"/>
                  <a:pt x="5804333" y="141149"/>
                </a:cubicBezTo>
                <a:cubicBezTo>
                  <a:pt x="5805473" y="152992"/>
                  <a:pt x="5809570" y="157774"/>
                  <a:pt x="5818907" y="157774"/>
                </a:cubicBezTo>
                <a:cubicBezTo>
                  <a:pt x="5826650" y="157774"/>
                  <a:pt x="5831435" y="155043"/>
                  <a:pt x="5839404" y="146390"/>
                </a:cubicBezTo>
                <a:lnTo>
                  <a:pt x="5839404" y="140471"/>
                </a:lnTo>
                <a:moveTo>
                  <a:pt x="5804103" y="127485"/>
                </a:moveTo>
                <a:cubicBezTo>
                  <a:pt x="5804103" y="134546"/>
                  <a:pt x="5802967" y="136597"/>
                  <a:pt x="5798182" y="139328"/>
                </a:cubicBezTo>
                <a:cubicBezTo>
                  <a:pt x="5792719" y="142518"/>
                  <a:pt x="5786342" y="144565"/>
                  <a:pt x="5781557" y="144565"/>
                </a:cubicBezTo>
                <a:cubicBezTo>
                  <a:pt x="5773588" y="144565"/>
                  <a:pt x="5767212" y="136823"/>
                  <a:pt x="5767212" y="127030"/>
                </a:cubicBezTo>
                <a:lnTo>
                  <a:pt x="5767212" y="126119"/>
                </a:lnTo>
                <a:cubicBezTo>
                  <a:pt x="5767212" y="112681"/>
                  <a:pt x="5776546" y="104483"/>
                  <a:pt x="5804103" y="94461"/>
                </a:cubicBezTo>
                <a:lnTo>
                  <a:pt x="5804103" y="127485"/>
                </a:lnTo>
                <a:close/>
                <a:moveTo>
                  <a:pt x="5897935" y="53020"/>
                </a:moveTo>
                <a:lnTo>
                  <a:pt x="5874933" y="53020"/>
                </a:lnTo>
                <a:lnTo>
                  <a:pt x="5874933" y="26602"/>
                </a:lnTo>
                <a:cubicBezTo>
                  <a:pt x="5874933" y="24326"/>
                  <a:pt x="5874707" y="23641"/>
                  <a:pt x="5873338" y="23641"/>
                </a:cubicBezTo>
                <a:cubicBezTo>
                  <a:pt x="5871746" y="25692"/>
                  <a:pt x="5870377" y="27742"/>
                  <a:pt x="5868786" y="30018"/>
                </a:cubicBezTo>
                <a:cubicBezTo>
                  <a:pt x="5860129" y="42546"/>
                  <a:pt x="5850336" y="53479"/>
                  <a:pt x="5846694" y="54389"/>
                </a:cubicBezTo>
                <a:cubicBezTo>
                  <a:pt x="5844189" y="55981"/>
                  <a:pt x="5842820" y="57576"/>
                  <a:pt x="5842820" y="58716"/>
                </a:cubicBezTo>
                <a:cubicBezTo>
                  <a:pt x="5842820" y="59400"/>
                  <a:pt x="5843049" y="59856"/>
                  <a:pt x="5843734" y="60311"/>
                </a:cubicBezTo>
                <a:lnTo>
                  <a:pt x="5855803" y="60311"/>
                </a:lnTo>
                <a:lnTo>
                  <a:pt x="5855803" y="128854"/>
                </a:lnTo>
                <a:cubicBezTo>
                  <a:pt x="5855803" y="147981"/>
                  <a:pt x="5862635" y="157774"/>
                  <a:pt x="5876073" y="157774"/>
                </a:cubicBezTo>
                <a:cubicBezTo>
                  <a:pt x="5887232" y="157774"/>
                  <a:pt x="5895885" y="152311"/>
                  <a:pt x="5903401" y="140468"/>
                </a:cubicBezTo>
                <a:lnTo>
                  <a:pt x="5900441" y="137962"/>
                </a:lnTo>
                <a:cubicBezTo>
                  <a:pt x="5895659" y="143655"/>
                  <a:pt x="5891788" y="145934"/>
                  <a:pt x="5886776" y="145934"/>
                </a:cubicBezTo>
                <a:cubicBezTo>
                  <a:pt x="5878349" y="145934"/>
                  <a:pt x="5874933" y="139783"/>
                  <a:pt x="5874933" y="125438"/>
                </a:cubicBezTo>
                <a:lnTo>
                  <a:pt x="5874933" y="60311"/>
                </a:lnTo>
                <a:lnTo>
                  <a:pt x="5897935" y="60311"/>
                </a:lnTo>
                <a:lnTo>
                  <a:pt x="5897935" y="53020"/>
                </a:lnTo>
                <a:close/>
                <a:moveTo>
                  <a:pt x="5943029" y="50796"/>
                </a:moveTo>
                <a:lnTo>
                  <a:pt x="5907728" y="63251"/>
                </a:lnTo>
                <a:lnTo>
                  <a:pt x="5907728" y="66670"/>
                </a:lnTo>
                <a:lnTo>
                  <a:pt x="5909553" y="66441"/>
                </a:lnTo>
                <a:cubicBezTo>
                  <a:pt x="5912284" y="65986"/>
                  <a:pt x="5915245" y="65756"/>
                  <a:pt x="5917295" y="65756"/>
                </a:cubicBezTo>
                <a:cubicBezTo>
                  <a:pt x="5922762" y="65756"/>
                  <a:pt x="5924809" y="69402"/>
                  <a:pt x="5924809" y="79431"/>
                </a:cubicBezTo>
                <a:lnTo>
                  <a:pt x="5924809" y="132308"/>
                </a:lnTo>
                <a:cubicBezTo>
                  <a:pt x="5924809" y="148718"/>
                  <a:pt x="5922532" y="151223"/>
                  <a:pt x="5906818" y="152134"/>
                </a:cubicBezTo>
                <a:lnTo>
                  <a:pt x="5906818" y="155550"/>
                </a:lnTo>
                <a:lnTo>
                  <a:pt x="5960793" y="155550"/>
                </a:lnTo>
                <a:lnTo>
                  <a:pt x="5960793" y="152134"/>
                </a:lnTo>
                <a:cubicBezTo>
                  <a:pt x="5945763" y="150998"/>
                  <a:pt x="5943939" y="148718"/>
                  <a:pt x="5943939" y="132308"/>
                </a:cubicBezTo>
                <a:lnTo>
                  <a:pt x="5943939" y="51480"/>
                </a:lnTo>
                <a:lnTo>
                  <a:pt x="5943029" y="50796"/>
                </a:lnTo>
                <a:moveTo>
                  <a:pt x="5932325" y="87"/>
                </a:moveTo>
                <a:cubicBezTo>
                  <a:pt x="5926178" y="87"/>
                  <a:pt x="5920937" y="5327"/>
                  <a:pt x="5920937" y="11704"/>
                </a:cubicBezTo>
                <a:cubicBezTo>
                  <a:pt x="5920937" y="18081"/>
                  <a:pt x="5925948" y="23318"/>
                  <a:pt x="5932325" y="23318"/>
                </a:cubicBezTo>
                <a:cubicBezTo>
                  <a:pt x="5938931" y="23318"/>
                  <a:pt x="5944168" y="18307"/>
                  <a:pt x="5944168" y="11704"/>
                </a:cubicBezTo>
                <a:cubicBezTo>
                  <a:pt x="5944168" y="5327"/>
                  <a:pt x="5938931" y="87"/>
                  <a:pt x="5932325" y="87"/>
                </a:cubicBezTo>
                <a:close/>
                <a:moveTo>
                  <a:pt x="6023426" y="50796"/>
                </a:moveTo>
                <a:cubicBezTo>
                  <a:pt x="5993818" y="50796"/>
                  <a:pt x="5973092" y="72651"/>
                  <a:pt x="5973092" y="104059"/>
                </a:cubicBezTo>
                <a:cubicBezTo>
                  <a:pt x="5973092" y="134783"/>
                  <a:pt x="5994273" y="157774"/>
                  <a:pt x="6022967" y="157774"/>
                </a:cubicBezTo>
                <a:cubicBezTo>
                  <a:pt x="6051665" y="157774"/>
                  <a:pt x="6073527" y="133646"/>
                  <a:pt x="6073527" y="102238"/>
                </a:cubicBezTo>
                <a:cubicBezTo>
                  <a:pt x="6073527" y="72422"/>
                  <a:pt x="6052575" y="50796"/>
                  <a:pt x="6023426" y="50796"/>
                </a:cubicBezTo>
                <a:moveTo>
                  <a:pt x="6020465" y="57176"/>
                </a:moveTo>
                <a:cubicBezTo>
                  <a:pt x="6039596" y="57176"/>
                  <a:pt x="6053030" y="79024"/>
                  <a:pt x="6053030" y="110203"/>
                </a:cubicBezTo>
                <a:cubicBezTo>
                  <a:pt x="6053030" y="135922"/>
                  <a:pt x="6042782" y="151397"/>
                  <a:pt x="6025702" y="151397"/>
                </a:cubicBezTo>
                <a:cubicBezTo>
                  <a:pt x="6016820" y="151397"/>
                  <a:pt x="6008393" y="145938"/>
                  <a:pt x="6003611" y="136833"/>
                </a:cubicBezTo>
                <a:cubicBezTo>
                  <a:pt x="5997234" y="124997"/>
                  <a:pt x="5993588" y="109067"/>
                  <a:pt x="5993588" y="92907"/>
                </a:cubicBezTo>
                <a:cubicBezTo>
                  <a:pt x="5993588" y="71285"/>
                  <a:pt x="6004292" y="57176"/>
                  <a:pt x="6020465" y="57176"/>
                </a:cubicBezTo>
                <a:close/>
                <a:moveTo>
                  <a:pt x="6084004" y="64919"/>
                </a:moveTo>
                <a:cubicBezTo>
                  <a:pt x="6085370" y="64234"/>
                  <a:pt x="6087650" y="64008"/>
                  <a:pt x="6090155" y="64008"/>
                </a:cubicBezTo>
                <a:cubicBezTo>
                  <a:pt x="6096532" y="64008"/>
                  <a:pt x="6098579" y="67424"/>
                  <a:pt x="6098579" y="78579"/>
                </a:cubicBezTo>
                <a:lnTo>
                  <a:pt x="6098579" y="135057"/>
                </a:lnTo>
                <a:cubicBezTo>
                  <a:pt x="6098579" y="148037"/>
                  <a:pt x="6096073" y="151223"/>
                  <a:pt x="6084459" y="152134"/>
                </a:cubicBezTo>
                <a:lnTo>
                  <a:pt x="6084459" y="155550"/>
                </a:lnTo>
                <a:lnTo>
                  <a:pt x="6132743" y="155550"/>
                </a:lnTo>
                <a:lnTo>
                  <a:pt x="6132743" y="152134"/>
                </a:lnTo>
                <a:cubicBezTo>
                  <a:pt x="6121125" y="151223"/>
                  <a:pt x="6117709" y="148492"/>
                  <a:pt x="6117709" y="140294"/>
                </a:cubicBezTo>
                <a:lnTo>
                  <a:pt x="6117709" y="76303"/>
                </a:lnTo>
                <a:cubicBezTo>
                  <a:pt x="6128642" y="66055"/>
                  <a:pt x="6133653" y="63324"/>
                  <a:pt x="6141170" y="63324"/>
                </a:cubicBezTo>
                <a:cubicBezTo>
                  <a:pt x="6152329" y="63324"/>
                  <a:pt x="6157795" y="70382"/>
                  <a:pt x="6157795" y="85412"/>
                </a:cubicBezTo>
                <a:lnTo>
                  <a:pt x="6157795" y="133007"/>
                </a:lnTo>
                <a:cubicBezTo>
                  <a:pt x="6157795" y="147352"/>
                  <a:pt x="6154834" y="151223"/>
                  <a:pt x="6143446" y="152134"/>
                </a:cubicBezTo>
                <a:lnTo>
                  <a:pt x="6143446" y="155550"/>
                </a:lnTo>
                <a:lnTo>
                  <a:pt x="6190819" y="155550"/>
                </a:lnTo>
                <a:lnTo>
                  <a:pt x="6190819" y="152134"/>
                </a:lnTo>
                <a:cubicBezTo>
                  <a:pt x="6179657" y="150998"/>
                  <a:pt x="6176926" y="148263"/>
                  <a:pt x="6176926" y="137107"/>
                </a:cubicBezTo>
                <a:lnTo>
                  <a:pt x="6176926" y="84956"/>
                </a:lnTo>
                <a:cubicBezTo>
                  <a:pt x="6176926" y="63553"/>
                  <a:pt x="6166903" y="50796"/>
                  <a:pt x="6150052" y="50796"/>
                </a:cubicBezTo>
                <a:cubicBezTo>
                  <a:pt x="6139575" y="50796"/>
                  <a:pt x="6132513" y="54671"/>
                  <a:pt x="6117028" y="69245"/>
                </a:cubicBezTo>
                <a:lnTo>
                  <a:pt x="6117028" y="51255"/>
                </a:lnTo>
                <a:lnTo>
                  <a:pt x="6115433" y="50796"/>
                </a:lnTo>
                <a:cubicBezTo>
                  <a:pt x="6104275" y="54897"/>
                  <a:pt x="6096532" y="57402"/>
                  <a:pt x="6084004" y="61047"/>
                </a:cubicBezTo>
                <a:lnTo>
                  <a:pt x="6084004" y="64919"/>
                </a:lnTo>
                <a:close/>
                <a:moveTo>
                  <a:pt x="6222703" y="132718"/>
                </a:moveTo>
                <a:cubicBezTo>
                  <a:pt x="6215867" y="132718"/>
                  <a:pt x="6210175" y="138640"/>
                  <a:pt x="6210175" y="145701"/>
                </a:cubicBezTo>
                <a:cubicBezTo>
                  <a:pt x="6210175" y="152304"/>
                  <a:pt x="6215867" y="157996"/>
                  <a:pt x="6222474" y="157996"/>
                </a:cubicBezTo>
                <a:cubicBezTo>
                  <a:pt x="6229535" y="157996"/>
                  <a:pt x="6235457" y="152304"/>
                  <a:pt x="6235457" y="145701"/>
                </a:cubicBezTo>
                <a:cubicBezTo>
                  <a:pt x="6235457" y="138640"/>
                  <a:pt x="6229535" y="132718"/>
                  <a:pt x="6222703" y="132718"/>
                </a:cubicBezTo>
                <a:close/>
                <a:moveTo>
                  <a:pt x="6380758" y="14324"/>
                </a:moveTo>
                <a:lnTo>
                  <a:pt x="6380758" y="128218"/>
                </a:lnTo>
                <a:cubicBezTo>
                  <a:pt x="6380758" y="147581"/>
                  <a:pt x="6378253" y="150087"/>
                  <a:pt x="6359348" y="151223"/>
                </a:cubicBezTo>
                <a:lnTo>
                  <a:pt x="6359348" y="155550"/>
                </a:lnTo>
                <a:lnTo>
                  <a:pt x="6425851" y="155550"/>
                </a:lnTo>
                <a:lnTo>
                  <a:pt x="6425851" y="151223"/>
                </a:lnTo>
                <a:cubicBezTo>
                  <a:pt x="6407176" y="150313"/>
                  <a:pt x="6403986" y="147352"/>
                  <a:pt x="6403986" y="130724"/>
                </a:cubicBezTo>
                <a:lnTo>
                  <a:pt x="6403986" y="14324"/>
                </a:lnTo>
                <a:lnTo>
                  <a:pt x="6416284" y="14324"/>
                </a:lnTo>
                <a:cubicBezTo>
                  <a:pt x="6442247" y="14324"/>
                  <a:pt x="6447258" y="18425"/>
                  <a:pt x="6452498" y="43481"/>
                </a:cubicBezTo>
                <a:lnTo>
                  <a:pt x="6457961" y="43481"/>
                </a:lnTo>
                <a:lnTo>
                  <a:pt x="6456596" y="4757"/>
                </a:lnTo>
                <a:lnTo>
                  <a:pt x="6328148" y="4757"/>
                </a:lnTo>
                <a:lnTo>
                  <a:pt x="6326782" y="43481"/>
                </a:lnTo>
                <a:lnTo>
                  <a:pt x="6332245" y="43481"/>
                </a:lnTo>
                <a:cubicBezTo>
                  <a:pt x="6337712" y="18651"/>
                  <a:pt x="6342952" y="14324"/>
                  <a:pt x="6368460" y="14324"/>
                </a:cubicBezTo>
                <a:lnTo>
                  <a:pt x="6380758" y="14324"/>
                </a:lnTo>
                <a:close/>
                <a:moveTo>
                  <a:pt x="6497819" y="77443"/>
                </a:moveTo>
                <a:cubicBezTo>
                  <a:pt x="6507383" y="66969"/>
                  <a:pt x="6514215" y="63094"/>
                  <a:pt x="6523097" y="63094"/>
                </a:cubicBezTo>
                <a:cubicBezTo>
                  <a:pt x="6534485" y="63094"/>
                  <a:pt x="6540178" y="71296"/>
                  <a:pt x="6540178" y="87236"/>
                </a:cubicBezTo>
                <a:lnTo>
                  <a:pt x="6540178" y="132322"/>
                </a:lnTo>
                <a:cubicBezTo>
                  <a:pt x="6540178" y="147807"/>
                  <a:pt x="6537901" y="150768"/>
                  <a:pt x="6524692" y="152134"/>
                </a:cubicBezTo>
                <a:lnTo>
                  <a:pt x="6524692" y="155550"/>
                </a:lnTo>
                <a:lnTo>
                  <a:pt x="6572976" y="155550"/>
                </a:lnTo>
                <a:lnTo>
                  <a:pt x="6572976" y="152134"/>
                </a:lnTo>
                <a:cubicBezTo>
                  <a:pt x="6560677" y="149858"/>
                  <a:pt x="6559308" y="148037"/>
                  <a:pt x="6559308" y="132322"/>
                </a:cubicBezTo>
                <a:lnTo>
                  <a:pt x="6559308" y="87007"/>
                </a:lnTo>
                <a:cubicBezTo>
                  <a:pt x="6559308" y="63094"/>
                  <a:pt x="6549745" y="50796"/>
                  <a:pt x="6531295" y="50796"/>
                </a:cubicBezTo>
                <a:cubicBezTo>
                  <a:pt x="6517860" y="50796"/>
                  <a:pt x="6508293" y="56262"/>
                  <a:pt x="6497819" y="69926"/>
                </a:cubicBezTo>
                <a:lnTo>
                  <a:pt x="6497819" y="695"/>
                </a:lnTo>
                <a:lnTo>
                  <a:pt x="6496679" y="10"/>
                </a:lnTo>
                <a:cubicBezTo>
                  <a:pt x="6488937" y="2742"/>
                  <a:pt x="6483241" y="4566"/>
                  <a:pt x="6470487" y="8208"/>
                </a:cubicBezTo>
                <a:lnTo>
                  <a:pt x="6464340" y="10033"/>
                </a:lnTo>
                <a:lnTo>
                  <a:pt x="6464340" y="13675"/>
                </a:lnTo>
                <a:cubicBezTo>
                  <a:pt x="6465250" y="13449"/>
                  <a:pt x="6465935" y="13449"/>
                  <a:pt x="6467071" y="13449"/>
                </a:cubicBezTo>
                <a:cubicBezTo>
                  <a:pt x="6476864" y="13449"/>
                  <a:pt x="6478689" y="15270"/>
                  <a:pt x="6478689" y="25063"/>
                </a:cubicBezTo>
                <a:lnTo>
                  <a:pt x="6478689" y="132322"/>
                </a:lnTo>
                <a:cubicBezTo>
                  <a:pt x="6478689" y="148263"/>
                  <a:pt x="6477320" y="150313"/>
                  <a:pt x="6464111" y="152134"/>
                </a:cubicBezTo>
                <a:lnTo>
                  <a:pt x="6464111" y="155550"/>
                </a:lnTo>
                <a:lnTo>
                  <a:pt x="6513304" y="155550"/>
                </a:lnTo>
                <a:lnTo>
                  <a:pt x="6513304" y="152134"/>
                </a:lnTo>
                <a:cubicBezTo>
                  <a:pt x="6500095" y="150768"/>
                  <a:pt x="6497819" y="148037"/>
                  <a:pt x="6497819" y="132322"/>
                </a:cubicBezTo>
                <a:lnTo>
                  <a:pt x="6497819" y="77443"/>
                </a:lnTo>
                <a:close/>
                <a:moveTo>
                  <a:pt x="6668854" y="118137"/>
                </a:moveTo>
                <a:cubicBezTo>
                  <a:pt x="6657925" y="135453"/>
                  <a:pt x="6648128" y="142063"/>
                  <a:pt x="6633554" y="142063"/>
                </a:cubicBezTo>
                <a:cubicBezTo>
                  <a:pt x="6620574" y="142063"/>
                  <a:pt x="6610781" y="135453"/>
                  <a:pt x="6604175" y="122467"/>
                </a:cubicBezTo>
                <a:cubicBezTo>
                  <a:pt x="6600074" y="113807"/>
                  <a:pt x="6598483" y="106287"/>
                  <a:pt x="6598028" y="92386"/>
                </a:cubicBezTo>
                <a:lnTo>
                  <a:pt x="6668173" y="92386"/>
                </a:lnTo>
                <a:cubicBezTo>
                  <a:pt x="6666348" y="77610"/>
                  <a:pt x="6664072" y="71028"/>
                  <a:pt x="6658380" y="63765"/>
                </a:cubicBezTo>
                <a:cubicBezTo>
                  <a:pt x="6651544" y="55581"/>
                  <a:pt x="6641070" y="50796"/>
                  <a:pt x="6629227" y="50796"/>
                </a:cubicBezTo>
                <a:cubicBezTo>
                  <a:pt x="6617839" y="50796"/>
                  <a:pt x="6607136" y="54897"/>
                  <a:pt x="6598483" y="62629"/>
                </a:cubicBezTo>
                <a:cubicBezTo>
                  <a:pt x="6587776" y="71935"/>
                  <a:pt x="6581628" y="88060"/>
                  <a:pt x="6581628" y="106742"/>
                </a:cubicBezTo>
                <a:cubicBezTo>
                  <a:pt x="6581628" y="138188"/>
                  <a:pt x="6598028" y="157774"/>
                  <a:pt x="6624216" y="157774"/>
                </a:cubicBezTo>
                <a:cubicBezTo>
                  <a:pt x="6645852" y="157774"/>
                  <a:pt x="6662932" y="144339"/>
                  <a:pt x="6672499" y="119732"/>
                </a:cubicBezTo>
                <a:lnTo>
                  <a:pt x="6668854" y="118137"/>
                </a:lnTo>
                <a:moveTo>
                  <a:pt x="6598483" y="85099"/>
                </a:moveTo>
                <a:cubicBezTo>
                  <a:pt x="6600985" y="67397"/>
                  <a:pt x="6608731" y="58997"/>
                  <a:pt x="6622621" y="58997"/>
                </a:cubicBezTo>
                <a:cubicBezTo>
                  <a:pt x="6636515" y="58997"/>
                  <a:pt x="6641981" y="65353"/>
                  <a:pt x="6644942" y="85099"/>
                </a:cubicBezTo>
                <a:lnTo>
                  <a:pt x="6598483" y="85099"/>
                </a:lnTo>
                <a:close/>
                <a:moveTo>
                  <a:pt x="6750387" y="66740"/>
                </a:moveTo>
                <a:cubicBezTo>
                  <a:pt x="6753577" y="66055"/>
                  <a:pt x="6755628" y="65826"/>
                  <a:pt x="6758359" y="65826"/>
                </a:cubicBezTo>
                <a:cubicBezTo>
                  <a:pt x="6764051" y="65826"/>
                  <a:pt x="6766102" y="69471"/>
                  <a:pt x="6766102" y="79490"/>
                </a:cubicBezTo>
                <a:lnTo>
                  <a:pt x="6766102" y="136423"/>
                </a:lnTo>
                <a:cubicBezTo>
                  <a:pt x="6766102" y="147807"/>
                  <a:pt x="6764507" y="149402"/>
                  <a:pt x="6749932" y="152134"/>
                </a:cubicBezTo>
                <a:lnTo>
                  <a:pt x="6749932" y="155550"/>
                </a:lnTo>
                <a:lnTo>
                  <a:pt x="6804592" y="155550"/>
                </a:lnTo>
                <a:lnTo>
                  <a:pt x="6804592" y="152134"/>
                </a:lnTo>
                <a:cubicBezTo>
                  <a:pt x="6789104" y="151453"/>
                  <a:pt x="6785232" y="148037"/>
                  <a:pt x="6785232" y="135057"/>
                </a:cubicBezTo>
                <a:lnTo>
                  <a:pt x="6785232" y="83816"/>
                </a:lnTo>
                <a:cubicBezTo>
                  <a:pt x="6785232" y="76529"/>
                  <a:pt x="6795025" y="65145"/>
                  <a:pt x="6801176" y="65145"/>
                </a:cubicBezTo>
                <a:cubicBezTo>
                  <a:pt x="6802542" y="65145"/>
                  <a:pt x="6804592" y="66284"/>
                  <a:pt x="6807098" y="68561"/>
                </a:cubicBezTo>
                <a:cubicBezTo>
                  <a:pt x="6810740" y="71747"/>
                  <a:pt x="6813245" y="73113"/>
                  <a:pt x="6816206" y="73113"/>
                </a:cubicBezTo>
                <a:cubicBezTo>
                  <a:pt x="6821672" y="73113"/>
                  <a:pt x="6825088" y="69242"/>
                  <a:pt x="6825088" y="62868"/>
                </a:cubicBezTo>
                <a:cubicBezTo>
                  <a:pt x="6825088" y="55352"/>
                  <a:pt x="6820307" y="50796"/>
                  <a:pt x="6812564" y="50796"/>
                </a:cubicBezTo>
                <a:cubicBezTo>
                  <a:pt x="6802997" y="50796"/>
                  <a:pt x="6796394" y="56036"/>
                  <a:pt x="6785232" y="72203"/>
                </a:cubicBezTo>
                <a:lnTo>
                  <a:pt x="6785232" y="51255"/>
                </a:lnTo>
                <a:lnTo>
                  <a:pt x="6784096" y="50796"/>
                </a:lnTo>
                <a:cubicBezTo>
                  <a:pt x="6772023" y="55807"/>
                  <a:pt x="6763825" y="58768"/>
                  <a:pt x="6750387" y="63094"/>
                </a:cubicBezTo>
                <a:lnTo>
                  <a:pt x="6750387" y="66740"/>
                </a:lnTo>
                <a:close/>
                <a:moveTo>
                  <a:pt x="6917553" y="118137"/>
                </a:moveTo>
                <a:cubicBezTo>
                  <a:pt x="6906624" y="135453"/>
                  <a:pt x="6896827" y="142063"/>
                  <a:pt x="6882253" y="142063"/>
                </a:cubicBezTo>
                <a:cubicBezTo>
                  <a:pt x="6869273" y="142063"/>
                  <a:pt x="6859480" y="135453"/>
                  <a:pt x="6852874" y="122467"/>
                </a:cubicBezTo>
                <a:cubicBezTo>
                  <a:pt x="6848773" y="113807"/>
                  <a:pt x="6847182" y="106287"/>
                  <a:pt x="6846726" y="92386"/>
                </a:cubicBezTo>
                <a:lnTo>
                  <a:pt x="6916872" y="92386"/>
                </a:lnTo>
                <a:cubicBezTo>
                  <a:pt x="6915047" y="77610"/>
                  <a:pt x="6912771" y="71028"/>
                  <a:pt x="6907079" y="63765"/>
                </a:cubicBezTo>
                <a:cubicBezTo>
                  <a:pt x="6900243" y="55581"/>
                  <a:pt x="6889769" y="50796"/>
                  <a:pt x="6877926" y="50796"/>
                </a:cubicBezTo>
                <a:cubicBezTo>
                  <a:pt x="6866538" y="50796"/>
                  <a:pt x="6855835" y="54897"/>
                  <a:pt x="6847182" y="62629"/>
                </a:cubicBezTo>
                <a:cubicBezTo>
                  <a:pt x="6836475" y="71935"/>
                  <a:pt x="6830327" y="88060"/>
                  <a:pt x="6830327" y="106742"/>
                </a:cubicBezTo>
                <a:cubicBezTo>
                  <a:pt x="6830327" y="138188"/>
                  <a:pt x="6846726" y="157774"/>
                  <a:pt x="6872915" y="157774"/>
                </a:cubicBezTo>
                <a:cubicBezTo>
                  <a:pt x="6894551" y="157774"/>
                  <a:pt x="6911631" y="144339"/>
                  <a:pt x="6921198" y="119732"/>
                </a:cubicBezTo>
                <a:lnTo>
                  <a:pt x="6917553" y="118137"/>
                </a:lnTo>
                <a:moveTo>
                  <a:pt x="6847182" y="85099"/>
                </a:moveTo>
                <a:cubicBezTo>
                  <a:pt x="6849684" y="67397"/>
                  <a:pt x="6857430" y="58997"/>
                  <a:pt x="6871320" y="58997"/>
                </a:cubicBezTo>
                <a:cubicBezTo>
                  <a:pt x="6885213" y="58997"/>
                  <a:pt x="6890680" y="65353"/>
                  <a:pt x="6893641" y="85099"/>
                </a:cubicBezTo>
                <a:lnTo>
                  <a:pt x="6847182" y="85099"/>
                </a:lnTo>
                <a:close/>
                <a:moveTo>
                  <a:pt x="6997491" y="83994"/>
                </a:moveTo>
                <a:lnTo>
                  <a:pt x="6996581" y="53020"/>
                </a:lnTo>
                <a:lnTo>
                  <a:pt x="6994075" y="53020"/>
                </a:lnTo>
                <a:lnTo>
                  <a:pt x="6993620" y="53479"/>
                </a:lnTo>
                <a:cubicBezTo>
                  <a:pt x="6991570" y="55070"/>
                  <a:pt x="6991344" y="55300"/>
                  <a:pt x="6990433" y="55300"/>
                </a:cubicBezTo>
                <a:cubicBezTo>
                  <a:pt x="6989067" y="55300"/>
                  <a:pt x="6986788" y="54844"/>
                  <a:pt x="6984282" y="53705"/>
                </a:cubicBezTo>
                <a:cubicBezTo>
                  <a:pt x="6979271" y="51932"/>
                  <a:pt x="6974263" y="51018"/>
                  <a:pt x="6968342" y="51018"/>
                </a:cubicBezTo>
                <a:cubicBezTo>
                  <a:pt x="6950348" y="51018"/>
                  <a:pt x="6937368" y="62632"/>
                  <a:pt x="6937368" y="79021"/>
                </a:cubicBezTo>
                <a:cubicBezTo>
                  <a:pt x="6937368" y="91764"/>
                  <a:pt x="6944655" y="100869"/>
                  <a:pt x="6964015" y="111795"/>
                </a:cubicBezTo>
                <a:lnTo>
                  <a:pt x="6977224" y="119308"/>
                </a:lnTo>
                <a:cubicBezTo>
                  <a:pt x="6985193" y="123860"/>
                  <a:pt x="6989067" y="129323"/>
                  <a:pt x="6989067" y="136378"/>
                </a:cubicBezTo>
                <a:cubicBezTo>
                  <a:pt x="6989067" y="146393"/>
                  <a:pt x="6981777" y="152766"/>
                  <a:pt x="6970163" y="152766"/>
                </a:cubicBezTo>
                <a:cubicBezTo>
                  <a:pt x="6962420" y="152766"/>
                  <a:pt x="6955359" y="149806"/>
                  <a:pt x="6951032" y="144798"/>
                </a:cubicBezTo>
                <a:cubicBezTo>
                  <a:pt x="6946251" y="139109"/>
                  <a:pt x="6944200" y="133872"/>
                  <a:pt x="6941239" y="120900"/>
                </a:cubicBezTo>
                <a:lnTo>
                  <a:pt x="6937594" y="120900"/>
                </a:lnTo>
                <a:lnTo>
                  <a:pt x="6937594" y="156408"/>
                </a:lnTo>
                <a:lnTo>
                  <a:pt x="6940555" y="156408"/>
                </a:lnTo>
                <a:cubicBezTo>
                  <a:pt x="6942150" y="154132"/>
                  <a:pt x="6943060" y="153677"/>
                  <a:pt x="6945795" y="153677"/>
                </a:cubicBezTo>
                <a:cubicBezTo>
                  <a:pt x="6947846" y="153729"/>
                  <a:pt x="6951032" y="154184"/>
                  <a:pt x="6956269" y="155550"/>
                </a:cubicBezTo>
                <a:cubicBezTo>
                  <a:pt x="6962646" y="156864"/>
                  <a:pt x="6968797" y="157774"/>
                  <a:pt x="6972894" y="157774"/>
                </a:cubicBezTo>
                <a:cubicBezTo>
                  <a:pt x="6990433" y="157774"/>
                  <a:pt x="7005008" y="144572"/>
                  <a:pt x="7005008" y="128639"/>
                </a:cubicBezTo>
                <a:cubicBezTo>
                  <a:pt x="7005008" y="117258"/>
                  <a:pt x="6999542" y="109748"/>
                  <a:pt x="6985877" y="101553"/>
                </a:cubicBezTo>
                <a:lnTo>
                  <a:pt x="6961280" y="86986"/>
                </a:lnTo>
                <a:cubicBezTo>
                  <a:pt x="6954904" y="83344"/>
                  <a:pt x="6951488" y="77655"/>
                  <a:pt x="6951488" y="71508"/>
                </a:cubicBezTo>
                <a:cubicBezTo>
                  <a:pt x="6951488" y="62403"/>
                  <a:pt x="6958549" y="56029"/>
                  <a:pt x="6969023" y="56029"/>
                </a:cubicBezTo>
                <a:cubicBezTo>
                  <a:pt x="6982006" y="56029"/>
                  <a:pt x="6988838" y="63768"/>
                  <a:pt x="6994075" y="84028"/>
                </a:cubicBezTo>
                <a:lnTo>
                  <a:pt x="6997491" y="83994"/>
                </a:lnTo>
                <a:close/>
                <a:moveTo>
                  <a:pt x="7123435" y="144120"/>
                </a:moveTo>
                <a:lnTo>
                  <a:pt x="7122299" y="144120"/>
                </a:lnTo>
                <a:cubicBezTo>
                  <a:pt x="7111821" y="144120"/>
                  <a:pt x="7109315" y="141615"/>
                  <a:pt x="7109315" y="131137"/>
                </a:cubicBezTo>
                <a:lnTo>
                  <a:pt x="7109315" y="53020"/>
                </a:lnTo>
                <a:lnTo>
                  <a:pt x="7073331" y="53020"/>
                </a:lnTo>
                <a:lnTo>
                  <a:pt x="7073331" y="56895"/>
                </a:lnTo>
                <a:cubicBezTo>
                  <a:pt x="7087453" y="57576"/>
                  <a:pt x="7090185" y="59856"/>
                  <a:pt x="7090185" y="71240"/>
                </a:cubicBezTo>
                <a:lnTo>
                  <a:pt x="7090185" y="124753"/>
                </a:lnTo>
                <a:cubicBezTo>
                  <a:pt x="7090185" y="131130"/>
                  <a:pt x="7089045" y="134320"/>
                  <a:pt x="7085858" y="136823"/>
                </a:cubicBezTo>
                <a:cubicBezTo>
                  <a:pt x="7079707" y="141834"/>
                  <a:pt x="7072649" y="144565"/>
                  <a:pt x="7065817" y="144565"/>
                </a:cubicBezTo>
                <a:cubicBezTo>
                  <a:pt x="7056935" y="144565"/>
                  <a:pt x="7049648" y="136823"/>
                  <a:pt x="7049648" y="127259"/>
                </a:cubicBezTo>
                <a:lnTo>
                  <a:pt x="7049648" y="53020"/>
                </a:lnTo>
                <a:lnTo>
                  <a:pt x="7016394" y="53020"/>
                </a:lnTo>
                <a:lnTo>
                  <a:pt x="7016394" y="56210"/>
                </a:lnTo>
                <a:cubicBezTo>
                  <a:pt x="7027327" y="56895"/>
                  <a:pt x="7030517" y="60311"/>
                  <a:pt x="7030517" y="70785"/>
                </a:cubicBezTo>
                <a:lnTo>
                  <a:pt x="7030517" y="128169"/>
                </a:lnTo>
                <a:cubicBezTo>
                  <a:pt x="7030517" y="146160"/>
                  <a:pt x="7041446" y="157774"/>
                  <a:pt x="7058071" y="157774"/>
                </a:cubicBezTo>
                <a:cubicBezTo>
                  <a:pt x="7066498" y="157774"/>
                  <a:pt x="7075381" y="154132"/>
                  <a:pt x="7081532" y="147981"/>
                </a:cubicBezTo>
                <a:lnTo>
                  <a:pt x="7091325" y="138192"/>
                </a:lnTo>
                <a:lnTo>
                  <a:pt x="7091325" y="157093"/>
                </a:lnTo>
                <a:lnTo>
                  <a:pt x="7092235" y="157552"/>
                </a:lnTo>
                <a:cubicBezTo>
                  <a:pt x="7103623" y="152999"/>
                  <a:pt x="7111821" y="150494"/>
                  <a:pt x="7123435" y="147303"/>
                </a:cubicBezTo>
                <a:lnTo>
                  <a:pt x="7123435" y="144120"/>
                </a:lnTo>
                <a:close/>
                <a:moveTo>
                  <a:pt x="7132547" y="13664"/>
                </a:moveTo>
                <a:lnTo>
                  <a:pt x="7133912" y="13664"/>
                </a:lnTo>
                <a:cubicBezTo>
                  <a:pt x="7136418" y="13438"/>
                  <a:pt x="7139149" y="13209"/>
                  <a:pt x="7140974" y="13209"/>
                </a:cubicBezTo>
                <a:cubicBezTo>
                  <a:pt x="7148261" y="13209"/>
                  <a:pt x="7150537" y="16399"/>
                  <a:pt x="7150537" y="27102"/>
                </a:cubicBezTo>
                <a:lnTo>
                  <a:pt x="7150537" y="135738"/>
                </a:lnTo>
                <a:cubicBezTo>
                  <a:pt x="7150537" y="148037"/>
                  <a:pt x="7147351" y="150998"/>
                  <a:pt x="7133002" y="152134"/>
                </a:cubicBezTo>
                <a:lnTo>
                  <a:pt x="7133002" y="155550"/>
                </a:lnTo>
                <a:lnTo>
                  <a:pt x="7186748" y="155550"/>
                </a:lnTo>
                <a:lnTo>
                  <a:pt x="7186748" y="152134"/>
                </a:lnTo>
                <a:cubicBezTo>
                  <a:pt x="7172403" y="151223"/>
                  <a:pt x="7169668" y="148947"/>
                  <a:pt x="7169668" y="136419"/>
                </a:cubicBezTo>
                <a:lnTo>
                  <a:pt x="7169668" y="455"/>
                </a:lnTo>
                <a:lnTo>
                  <a:pt x="7168757" y="0"/>
                </a:lnTo>
                <a:cubicBezTo>
                  <a:pt x="7156914" y="3871"/>
                  <a:pt x="7148261" y="6151"/>
                  <a:pt x="7132547" y="10022"/>
                </a:cubicBezTo>
                <a:lnTo>
                  <a:pt x="7132547" y="13664"/>
                </a:lnTo>
                <a:close/>
                <a:moveTo>
                  <a:pt x="7249607" y="53020"/>
                </a:moveTo>
                <a:lnTo>
                  <a:pt x="7226605" y="53020"/>
                </a:lnTo>
                <a:lnTo>
                  <a:pt x="7226605" y="26602"/>
                </a:lnTo>
                <a:cubicBezTo>
                  <a:pt x="7226605" y="24326"/>
                  <a:pt x="7226379" y="23641"/>
                  <a:pt x="7225010" y="23641"/>
                </a:cubicBezTo>
                <a:cubicBezTo>
                  <a:pt x="7223418" y="25692"/>
                  <a:pt x="7222049" y="27742"/>
                  <a:pt x="7220457" y="30018"/>
                </a:cubicBezTo>
                <a:cubicBezTo>
                  <a:pt x="7211801" y="42546"/>
                  <a:pt x="7202008" y="53479"/>
                  <a:pt x="7198366" y="54389"/>
                </a:cubicBezTo>
                <a:cubicBezTo>
                  <a:pt x="7195860" y="55981"/>
                  <a:pt x="7194491" y="57576"/>
                  <a:pt x="7194491" y="58716"/>
                </a:cubicBezTo>
                <a:cubicBezTo>
                  <a:pt x="7194491" y="59400"/>
                  <a:pt x="7194720" y="59856"/>
                  <a:pt x="7195405" y="60311"/>
                </a:cubicBezTo>
                <a:lnTo>
                  <a:pt x="7207474" y="60311"/>
                </a:lnTo>
                <a:lnTo>
                  <a:pt x="7207474" y="128854"/>
                </a:lnTo>
                <a:cubicBezTo>
                  <a:pt x="7207474" y="147981"/>
                  <a:pt x="7214306" y="157774"/>
                  <a:pt x="7227745" y="157774"/>
                </a:cubicBezTo>
                <a:cubicBezTo>
                  <a:pt x="7238903" y="157774"/>
                  <a:pt x="7247556" y="152311"/>
                  <a:pt x="7255073" y="140468"/>
                </a:cubicBezTo>
                <a:lnTo>
                  <a:pt x="7252112" y="137962"/>
                </a:lnTo>
                <a:cubicBezTo>
                  <a:pt x="7247330" y="143655"/>
                  <a:pt x="7243459" y="145934"/>
                  <a:pt x="7238448" y="145934"/>
                </a:cubicBezTo>
                <a:cubicBezTo>
                  <a:pt x="7230021" y="145934"/>
                  <a:pt x="7226605" y="139783"/>
                  <a:pt x="7226605" y="125438"/>
                </a:cubicBezTo>
                <a:lnTo>
                  <a:pt x="7226605" y="60311"/>
                </a:lnTo>
                <a:lnTo>
                  <a:pt x="7249607" y="60311"/>
                </a:lnTo>
                <a:lnTo>
                  <a:pt x="7249607" y="53020"/>
                </a:lnTo>
                <a:close/>
                <a:moveTo>
                  <a:pt x="7294700" y="50796"/>
                </a:moveTo>
                <a:lnTo>
                  <a:pt x="7259400" y="63251"/>
                </a:lnTo>
                <a:lnTo>
                  <a:pt x="7259400" y="66670"/>
                </a:lnTo>
                <a:lnTo>
                  <a:pt x="7261224" y="66441"/>
                </a:lnTo>
                <a:cubicBezTo>
                  <a:pt x="7263955" y="65986"/>
                  <a:pt x="7266916" y="65756"/>
                  <a:pt x="7268967" y="65756"/>
                </a:cubicBezTo>
                <a:cubicBezTo>
                  <a:pt x="7274433" y="65756"/>
                  <a:pt x="7276480" y="69402"/>
                  <a:pt x="7276480" y="79431"/>
                </a:cubicBezTo>
                <a:lnTo>
                  <a:pt x="7276480" y="132308"/>
                </a:lnTo>
                <a:cubicBezTo>
                  <a:pt x="7276480" y="148718"/>
                  <a:pt x="7274204" y="151223"/>
                  <a:pt x="7258489" y="152134"/>
                </a:cubicBezTo>
                <a:lnTo>
                  <a:pt x="7258489" y="155550"/>
                </a:lnTo>
                <a:lnTo>
                  <a:pt x="7312465" y="155550"/>
                </a:lnTo>
                <a:lnTo>
                  <a:pt x="7312465" y="152134"/>
                </a:lnTo>
                <a:cubicBezTo>
                  <a:pt x="7297435" y="150998"/>
                  <a:pt x="7295610" y="148718"/>
                  <a:pt x="7295610" y="132308"/>
                </a:cubicBezTo>
                <a:lnTo>
                  <a:pt x="7295610" y="51480"/>
                </a:lnTo>
                <a:lnTo>
                  <a:pt x="7294700" y="50796"/>
                </a:lnTo>
                <a:moveTo>
                  <a:pt x="7283996" y="87"/>
                </a:moveTo>
                <a:cubicBezTo>
                  <a:pt x="7277849" y="87"/>
                  <a:pt x="7272608" y="5327"/>
                  <a:pt x="7272608" y="11704"/>
                </a:cubicBezTo>
                <a:cubicBezTo>
                  <a:pt x="7272608" y="18081"/>
                  <a:pt x="7277620" y="23318"/>
                  <a:pt x="7283996" y="23318"/>
                </a:cubicBezTo>
                <a:cubicBezTo>
                  <a:pt x="7290603" y="23318"/>
                  <a:pt x="7295840" y="18307"/>
                  <a:pt x="7295840" y="11704"/>
                </a:cubicBezTo>
                <a:cubicBezTo>
                  <a:pt x="7295840" y="5327"/>
                  <a:pt x="7290603" y="87"/>
                  <a:pt x="7283996" y="87"/>
                </a:cubicBezTo>
                <a:close/>
                <a:moveTo>
                  <a:pt x="7321803" y="64919"/>
                </a:moveTo>
                <a:cubicBezTo>
                  <a:pt x="7323168" y="64234"/>
                  <a:pt x="7325448" y="64008"/>
                  <a:pt x="7327954" y="64008"/>
                </a:cubicBezTo>
                <a:cubicBezTo>
                  <a:pt x="7334330" y="64008"/>
                  <a:pt x="7336377" y="67424"/>
                  <a:pt x="7336377" y="78579"/>
                </a:cubicBezTo>
                <a:lnTo>
                  <a:pt x="7336377" y="135057"/>
                </a:lnTo>
                <a:cubicBezTo>
                  <a:pt x="7336377" y="148037"/>
                  <a:pt x="7333872" y="151223"/>
                  <a:pt x="7322258" y="152134"/>
                </a:cubicBezTo>
                <a:lnTo>
                  <a:pt x="7322258" y="155550"/>
                </a:lnTo>
                <a:lnTo>
                  <a:pt x="7370541" y="155550"/>
                </a:lnTo>
                <a:lnTo>
                  <a:pt x="7370541" y="152134"/>
                </a:lnTo>
                <a:cubicBezTo>
                  <a:pt x="7358924" y="151223"/>
                  <a:pt x="7355508" y="148492"/>
                  <a:pt x="7355508" y="140294"/>
                </a:cubicBezTo>
                <a:lnTo>
                  <a:pt x="7355508" y="76303"/>
                </a:lnTo>
                <a:cubicBezTo>
                  <a:pt x="7366441" y="66055"/>
                  <a:pt x="7371452" y="63324"/>
                  <a:pt x="7378968" y="63324"/>
                </a:cubicBezTo>
                <a:cubicBezTo>
                  <a:pt x="7390127" y="63324"/>
                  <a:pt x="7395593" y="70382"/>
                  <a:pt x="7395593" y="85412"/>
                </a:cubicBezTo>
                <a:lnTo>
                  <a:pt x="7395593" y="133007"/>
                </a:lnTo>
                <a:cubicBezTo>
                  <a:pt x="7395593" y="147352"/>
                  <a:pt x="7392633" y="151223"/>
                  <a:pt x="7381245" y="152134"/>
                </a:cubicBezTo>
                <a:lnTo>
                  <a:pt x="7381245" y="155550"/>
                </a:lnTo>
                <a:lnTo>
                  <a:pt x="7428617" y="155550"/>
                </a:lnTo>
                <a:lnTo>
                  <a:pt x="7428617" y="152134"/>
                </a:lnTo>
                <a:cubicBezTo>
                  <a:pt x="7417455" y="150998"/>
                  <a:pt x="7414724" y="148263"/>
                  <a:pt x="7414724" y="137107"/>
                </a:cubicBezTo>
                <a:lnTo>
                  <a:pt x="7414724" y="84956"/>
                </a:lnTo>
                <a:cubicBezTo>
                  <a:pt x="7414724" y="63553"/>
                  <a:pt x="7404702" y="50796"/>
                  <a:pt x="7387851" y="50796"/>
                </a:cubicBezTo>
                <a:cubicBezTo>
                  <a:pt x="7377373" y="50796"/>
                  <a:pt x="7370312" y="54671"/>
                  <a:pt x="7354827" y="69245"/>
                </a:cubicBezTo>
                <a:lnTo>
                  <a:pt x="7354827" y="51255"/>
                </a:lnTo>
                <a:lnTo>
                  <a:pt x="7353232" y="50796"/>
                </a:lnTo>
                <a:cubicBezTo>
                  <a:pt x="7342073" y="54897"/>
                  <a:pt x="7334330" y="57402"/>
                  <a:pt x="7321803" y="61047"/>
                </a:cubicBezTo>
                <a:lnTo>
                  <a:pt x="7321803" y="64919"/>
                </a:lnTo>
                <a:close/>
                <a:moveTo>
                  <a:pt x="7539071" y="67240"/>
                </a:moveTo>
                <a:lnTo>
                  <a:pt x="7539071" y="58358"/>
                </a:lnTo>
                <a:lnTo>
                  <a:pt x="7521535" y="58358"/>
                </a:lnTo>
                <a:cubicBezTo>
                  <a:pt x="7516979" y="58358"/>
                  <a:pt x="7513563" y="57649"/>
                  <a:pt x="7509011" y="56036"/>
                </a:cubicBezTo>
                <a:lnTo>
                  <a:pt x="7504000" y="54215"/>
                </a:lnTo>
                <a:cubicBezTo>
                  <a:pt x="7497849" y="51936"/>
                  <a:pt x="7491701" y="50796"/>
                  <a:pt x="7485780" y="50796"/>
                </a:cubicBezTo>
                <a:cubicBezTo>
                  <a:pt x="7464599" y="50796"/>
                  <a:pt x="7447745" y="67240"/>
                  <a:pt x="7447745" y="87959"/>
                </a:cubicBezTo>
                <a:cubicBezTo>
                  <a:pt x="7447745" y="102304"/>
                  <a:pt x="7453896" y="110954"/>
                  <a:pt x="7468925" y="118467"/>
                </a:cubicBezTo>
                <a:cubicBezTo>
                  <a:pt x="7464599" y="122568"/>
                  <a:pt x="7460502" y="126432"/>
                  <a:pt x="7459133" y="127568"/>
                </a:cubicBezTo>
                <a:cubicBezTo>
                  <a:pt x="7451619" y="134161"/>
                  <a:pt x="7448659" y="138710"/>
                  <a:pt x="7448659" y="143255"/>
                </a:cubicBezTo>
                <a:cubicBezTo>
                  <a:pt x="7448659" y="148030"/>
                  <a:pt x="7451390" y="150758"/>
                  <a:pt x="7460728" y="155314"/>
                </a:cubicBezTo>
                <a:cubicBezTo>
                  <a:pt x="7444558" y="167167"/>
                  <a:pt x="7438410" y="174694"/>
                  <a:pt x="7438410" y="183129"/>
                </a:cubicBezTo>
                <a:cubicBezTo>
                  <a:pt x="7438410" y="195208"/>
                  <a:pt x="7456172" y="205230"/>
                  <a:pt x="7477808" y="205230"/>
                </a:cubicBezTo>
                <a:cubicBezTo>
                  <a:pt x="7494888" y="205230"/>
                  <a:pt x="7512653" y="199309"/>
                  <a:pt x="7524496" y="189742"/>
                </a:cubicBezTo>
                <a:cubicBezTo>
                  <a:pt x="7533153" y="182673"/>
                  <a:pt x="7537024" y="175376"/>
                  <a:pt x="7537024" y="166712"/>
                </a:cubicBezTo>
                <a:cubicBezTo>
                  <a:pt x="7537024" y="152579"/>
                  <a:pt x="7526317" y="143029"/>
                  <a:pt x="7509466" y="142348"/>
                </a:cubicBezTo>
                <a:lnTo>
                  <a:pt x="7480088" y="140982"/>
                </a:lnTo>
                <a:cubicBezTo>
                  <a:pt x="7468015" y="140527"/>
                  <a:pt x="7462323" y="138480"/>
                  <a:pt x="7462323" y="134845"/>
                </a:cubicBezTo>
                <a:cubicBezTo>
                  <a:pt x="7462323" y="130296"/>
                  <a:pt x="7469836" y="122338"/>
                  <a:pt x="7475987" y="120517"/>
                </a:cubicBezTo>
                <a:cubicBezTo>
                  <a:pt x="7478037" y="120747"/>
                  <a:pt x="7479632" y="120972"/>
                  <a:pt x="7480313" y="120972"/>
                </a:cubicBezTo>
                <a:cubicBezTo>
                  <a:pt x="7484640" y="121428"/>
                  <a:pt x="7487601" y="121657"/>
                  <a:pt x="7488970" y="121657"/>
                </a:cubicBezTo>
                <a:cubicBezTo>
                  <a:pt x="7497394" y="121657"/>
                  <a:pt x="7506505" y="118241"/>
                  <a:pt x="7513563" y="112094"/>
                </a:cubicBezTo>
                <a:cubicBezTo>
                  <a:pt x="7521080" y="105717"/>
                  <a:pt x="7524496" y="97748"/>
                  <a:pt x="7524496" y="86367"/>
                </a:cubicBezTo>
                <a:cubicBezTo>
                  <a:pt x="7524496" y="79764"/>
                  <a:pt x="7523356" y="74527"/>
                  <a:pt x="7520170" y="67240"/>
                </a:cubicBezTo>
                <a:lnTo>
                  <a:pt x="7539071" y="67240"/>
                </a:lnTo>
                <a:moveTo>
                  <a:pt x="7465509" y="155995"/>
                </a:moveTo>
                <a:cubicBezTo>
                  <a:pt x="7473026" y="157593"/>
                  <a:pt x="7491246" y="158959"/>
                  <a:pt x="7502405" y="158959"/>
                </a:cubicBezTo>
                <a:cubicBezTo>
                  <a:pt x="7523130" y="158959"/>
                  <a:pt x="7530647" y="161923"/>
                  <a:pt x="7530647" y="170132"/>
                </a:cubicBezTo>
                <a:cubicBezTo>
                  <a:pt x="7530647" y="183358"/>
                  <a:pt x="7513337" y="192247"/>
                  <a:pt x="7487601" y="192247"/>
                </a:cubicBezTo>
                <a:cubicBezTo>
                  <a:pt x="7467560" y="192247"/>
                  <a:pt x="7454351" y="185638"/>
                  <a:pt x="7454351" y="175605"/>
                </a:cubicBezTo>
                <a:cubicBezTo>
                  <a:pt x="7454351" y="170361"/>
                  <a:pt x="7455946" y="167397"/>
                  <a:pt x="7465509" y="155995"/>
                </a:cubicBezTo>
                <a:moveTo>
                  <a:pt x="7466649" y="78625"/>
                </a:moveTo>
                <a:cubicBezTo>
                  <a:pt x="7466649" y="65193"/>
                  <a:pt x="7473026" y="57176"/>
                  <a:pt x="7483504" y="57176"/>
                </a:cubicBezTo>
                <a:cubicBezTo>
                  <a:pt x="7490562" y="57176"/>
                  <a:pt x="7496483" y="61093"/>
                  <a:pt x="7500129" y="67925"/>
                </a:cubicBezTo>
                <a:cubicBezTo>
                  <a:pt x="7504226" y="75893"/>
                  <a:pt x="7506961" y="86367"/>
                  <a:pt x="7506961" y="95246"/>
                </a:cubicBezTo>
                <a:cubicBezTo>
                  <a:pt x="7506961" y="107993"/>
                  <a:pt x="7500354" y="115961"/>
                  <a:pt x="7489880" y="115961"/>
                </a:cubicBezTo>
                <a:cubicBezTo>
                  <a:pt x="7476216" y="115961"/>
                  <a:pt x="7466649" y="101164"/>
                  <a:pt x="7466649" y="79309"/>
                </a:cubicBezTo>
                <a:lnTo>
                  <a:pt x="7466649" y="78625"/>
                </a:lnTo>
                <a:close/>
                <a:moveTo>
                  <a:pt x="7725370" y="3868"/>
                </a:moveTo>
                <a:cubicBezTo>
                  <a:pt x="7706239" y="3868"/>
                  <a:pt x="7685740" y="12976"/>
                  <a:pt x="7667520" y="29591"/>
                </a:cubicBezTo>
                <a:cubicBezTo>
                  <a:pt x="7644518" y="50758"/>
                  <a:pt x="7631083" y="78527"/>
                  <a:pt x="7631083" y="105154"/>
                </a:cubicBezTo>
                <a:cubicBezTo>
                  <a:pt x="7631083" y="137017"/>
                  <a:pt x="7651805" y="159553"/>
                  <a:pt x="7680732" y="159553"/>
                </a:cubicBezTo>
                <a:cubicBezTo>
                  <a:pt x="7728101" y="159553"/>
                  <a:pt x="7774105" y="111756"/>
                  <a:pt x="7776611" y="60318"/>
                </a:cubicBezTo>
                <a:cubicBezTo>
                  <a:pt x="7778206" y="28228"/>
                  <a:pt x="7755885" y="3868"/>
                  <a:pt x="7725370" y="3868"/>
                </a:cubicBezTo>
                <a:moveTo>
                  <a:pt x="7723320" y="11384"/>
                </a:moveTo>
                <a:cubicBezTo>
                  <a:pt x="7741310" y="11384"/>
                  <a:pt x="7752698" y="24587"/>
                  <a:pt x="7752698" y="45979"/>
                </a:cubicBezTo>
                <a:cubicBezTo>
                  <a:pt x="7752698" y="70559"/>
                  <a:pt x="7741995" y="103788"/>
                  <a:pt x="7727191" y="125184"/>
                </a:cubicBezTo>
                <a:cubicBezTo>
                  <a:pt x="7714663" y="143165"/>
                  <a:pt x="7700544" y="152040"/>
                  <a:pt x="7684603" y="152040"/>
                </a:cubicBezTo>
                <a:cubicBezTo>
                  <a:pt x="7665473" y="152040"/>
                  <a:pt x="7654995" y="138157"/>
                  <a:pt x="7654995" y="113574"/>
                </a:cubicBezTo>
                <a:cubicBezTo>
                  <a:pt x="7654995" y="92181"/>
                  <a:pt x="7666383" y="58271"/>
                  <a:pt x="7680047" y="38470"/>
                </a:cubicBezTo>
                <a:cubicBezTo>
                  <a:pt x="7692801" y="20034"/>
                  <a:pt x="7706695" y="11384"/>
                  <a:pt x="7723320" y="11384"/>
                </a:cubicBezTo>
                <a:close/>
                <a:moveTo>
                  <a:pt x="7886612" y="128847"/>
                </a:moveTo>
                <a:lnTo>
                  <a:pt x="7881830" y="134772"/>
                </a:lnTo>
                <a:cubicBezTo>
                  <a:pt x="7875224" y="143203"/>
                  <a:pt x="7871127" y="146848"/>
                  <a:pt x="7867936" y="146848"/>
                </a:cubicBezTo>
                <a:cubicBezTo>
                  <a:pt x="7866115" y="146848"/>
                  <a:pt x="7864294" y="145027"/>
                  <a:pt x="7864294" y="143203"/>
                </a:cubicBezTo>
                <a:cubicBezTo>
                  <a:pt x="7864294" y="141608"/>
                  <a:pt x="7864294" y="141608"/>
                  <a:pt x="7867481" y="128847"/>
                </a:cubicBezTo>
                <a:lnTo>
                  <a:pt x="7880464" y="81905"/>
                </a:lnTo>
                <a:cubicBezTo>
                  <a:pt x="7881601" y="77120"/>
                  <a:pt x="7882511" y="72109"/>
                  <a:pt x="7882511" y="68919"/>
                </a:cubicBezTo>
                <a:cubicBezTo>
                  <a:pt x="7882511" y="60717"/>
                  <a:pt x="7876364" y="55022"/>
                  <a:pt x="7867481" y="55022"/>
                </a:cubicBezTo>
                <a:cubicBezTo>
                  <a:pt x="7852906" y="55022"/>
                  <a:pt x="7838558" y="68689"/>
                  <a:pt x="7815101" y="105150"/>
                </a:cubicBezTo>
                <a:lnTo>
                  <a:pt x="7830360" y="55480"/>
                </a:lnTo>
                <a:lnTo>
                  <a:pt x="7829675" y="55022"/>
                </a:lnTo>
                <a:cubicBezTo>
                  <a:pt x="7817377" y="57527"/>
                  <a:pt x="7812595" y="58441"/>
                  <a:pt x="7792780" y="62083"/>
                </a:cubicBezTo>
                <a:lnTo>
                  <a:pt x="7792780" y="65728"/>
                </a:lnTo>
                <a:cubicBezTo>
                  <a:pt x="7804397" y="65954"/>
                  <a:pt x="7807358" y="67324"/>
                  <a:pt x="7807358" y="71879"/>
                </a:cubicBezTo>
                <a:cubicBezTo>
                  <a:pt x="7807358" y="73245"/>
                  <a:pt x="7807129" y="74614"/>
                  <a:pt x="7806899" y="75754"/>
                </a:cubicBezTo>
                <a:lnTo>
                  <a:pt x="7785037" y="155505"/>
                </a:lnTo>
                <a:lnTo>
                  <a:pt x="7802118" y="155505"/>
                </a:lnTo>
                <a:cubicBezTo>
                  <a:pt x="7812821" y="119506"/>
                  <a:pt x="7814871" y="114491"/>
                  <a:pt x="7824894" y="98996"/>
                </a:cubicBezTo>
                <a:cubicBezTo>
                  <a:pt x="7838558" y="78030"/>
                  <a:pt x="7850172" y="66639"/>
                  <a:pt x="7858599" y="66639"/>
                </a:cubicBezTo>
                <a:cubicBezTo>
                  <a:pt x="7862015" y="66639"/>
                  <a:pt x="7864065" y="69145"/>
                  <a:pt x="7864065" y="73245"/>
                </a:cubicBezTo>
                <a:cubicBezTo>
                  <a:pt x="7864065" y="75980"/>
                  <a:pt x="7862699" y="83500"/>
                  <a:pt x="7860878" y="90565"/>
                </a:cubicBezTo>
                <a:lnTo>
                  <a:pt x="7850856" y="128163"/>
                </a:lnTo>
                <a:cubicBezTo>
                  <a:pt x="7847895" y="139787"/>
                  <a:pt x="7847211" y="142977"/>
                  <a:pt x="7847211" y="145253"/>
                </a:cubicBezTo>
                <a:cubicBezTo>
                  <a:pt x="7847211" y="153910"/>
                  <a:pt x="7850401" y="157552"/>
                  <a:pt x="7857918" y="157552"/>
                </a:cubicBezTo>
                <a:cubicBezTo>
                  <a:pt x="7868166" y="157552"/>
                  <a:pt x="7874087" y="152770"/>
                  <a:pt x="7889802" y="131811"/>
                </a:cubicBezTo>
                <a:lnTo>
                  <a:pt x="7886612" y="128847"/>
                </a:lnTo>
                <a:close/>
                <a:moveTo>
                  <a:pt x="7946284" y="129525"/>
                </a:moveTo>
                <a:cubicBezTo>
                  <a:pt x="7940817" y="136812"/>
                  <a:pt x="7939222" y="138637"/>
                  <a:pt x="7936946" y="141142"/>
                </a:cubicBezTo>
                <a:cubicBezTo>
                  <a:pt x="7933071" y="145017"/>
                  <a:pt x="7929655" y="147293"/>
                  <a:pt x="7927608" y="147293"/>
                </a:cubicBezTo>
                <a:cubicBezTo>
                  <a:pt x="7925784" y="147293"/>
                  <a:pt x="7923963" y="145472"/>
                  <a:pt x="7923963" y="143877"/>
                </a:cubicBezTo>
                <a:cubicBezTo>
                  <a:pt x="7923963" y="141597"/>
                  <a:pt x="7924647" y="138181"/>
                  <a:pt x="7926239" y="133851"/>
                </a:cubicBezTo>
                <a:cubicBezTo>
                  <a:pt x="7926239" y="133167"/>
                  <a:pt x="7926924" y="131575"/>
                  <a:pt x="7927379" y="129751"/>
                </a:cubicBezTo>
                <a:lnTo>
                  <a:pt x="7927379" y="129295"/>
                </a:lnTo>
                <a:lnTo>
                  <a:pt x="7927608" y="128840"/>
                </a:lnTo>
                <a:lnTo>
                  <a:pt x="7947649" y="55480"/>
                </a:lnTo>
                <a:lnTo>
                  <a:pt x="7946965" y="55022"/>
                </a:lnTo>
                <a:cubicBezTo>
                  <a:pt x="7923963" y="59352"/>
                  <a:pt x="7919407" y="60033"/>
                  <a:pt x="7910525" y="60717"/>
                </a:cubicBezTo>
                <a:lnTo>
                  <a:pt x="7910525" y="64363"/>
                </a:lnTo>
                <a:cubicBezTo>
                  <a:pt x="7922597" y="64589"/>
                  <a:pt x="7924873" y="65273"/>
                  <a:pt x="7924873" y="69829"/>
                </a:cubicBezTo>
                <a:cubicBezTo>
                  <a:pt x="7924873" y="71654"/>
                  <a:pt x="7924192" y="75299"/>
                  <a:pt x="7922823" y="79855"/>
                </a:cubicBezTo>
                <a:lnTo>
                  <a:pt x="7911894" y="120180"/>
                </a:lnTo>
                <a:cubicBezTo>
                  <a:pt x="7908248" y="133396"/>
                  <a:pt x="7906883" y="140457"/>
                  <a:pt x="7906883" y="145017"/>
                </a:cubicBezTo>
                <a:cubicBezTo>
                  <a:pt x="7906883" y="153444"/>
                  <a:pt x="7910525" y="157996"/>
                  <a:pt x="7917357" y="157996"/>
                </a:cubicBezTo>
                <a:cubicBezTo>
                  <a:pt x="7927834" y="157996"/>
                  <a:pt x="7936261" y="151164"/>
                  <a:pt x="7949241" y="132030"/>
                </a:cubicBezTo>
                <a:lnTo>
                  <a:pt x="7946284" y="129525"/>
                </a:lnTo>
                <a:moveTo>
                  <a:pt x="7944459" y="6537"/>
                </a:moveTo>
                <a:cubicBezTo>
                  <a:pt x="7938312" y="6537"/>
                  <a:pt x="7933756" y="11777"/>
                  <a:pt x="7933756" y="18606"/>
                </a:cubicBezTo>
                <a:cubicBezTo>
                  <a:pt x="7933756" y="25890"/>
                  <a:pt x="7938082" y="30668"/>
                  <a:pt x="7944689" y="30668"/>
                </a:cubicBezTo>
                <a:cubicBezTo>
                  <a:pt x="7950610" y="30668"/>
                  <a:pt x="7955847" y="25434"/>
                  <a:pt x="7955847" y="19061"/>
                </a:cubicBezTo>
                <a:cubicBezTo>
                  <a:pt x="7955847" y="12458"/>
                  <a:pt x="7950610" y="6537"/>
                  <a:pt x="7944459" y="6537"/>
                </a:cubicBezTo>
                <a:close/>
                <a:moveTo>
                  <a:pt x="8033054" y="55022"/>
                </a:moveTo>
                <a:cubicBezTo>
                  <a:pt x="7998890" y="55022"/>
                  <a:pt x="7965185" y="90336"/>
                  <a:pt x="7965185" y="126105"/>
                </a:cubicBezTo>
                <a:cubicBezTo>
                  <a:pt x="7965185" y="145698"/>
                  <a:pt x="7977939" y="157996"/>
                  <a:pt x="7998664" y="157996"/>
                </a:cubicBezTo>
                <a:cubicBezTo>
                  <a:pt x="8013694" y="157996"/>
                  <a:pt x="8028269" y="151164"/>
                  <a:pt x="8041481" y="138178"/>
                </a:cubicBezTo>
                <a:cubicBezTo>
                  <a:pt x="8056511" y="123370"/>
                  <a:pt x="8065620" y="104003"/>
                  <a:pt x="8065620" y="86916"/>
                </a:cubicBezTo>
                <a:cubicBezTo>
                  <a:pt x="8065620" y="68008"/>
                  <a:pt x="8052411" y="55022"/>
                  <a:pt x="8033054" y="55022"/>
                </a:cubicBezTo>
                <a:moveTo>
                  <a:pt x="8030319" y="59807"/>
                </a:moveTo>
                <a:cubicBezTo>
                  <a:pt x="8040112" y="59807"/>
                  <a:pt x="8046489" y="68238"/>
                  <a:pt x="8046489" y="81221"/>
                </a:cubicBezTo>
                <a:cubicBezTo>
                  <a:pt x="8046489" y="97852"/>
                  <a:pt x="8038976" y="120635"/>
                  <a:pt x="8028954" y="135446"/>
                </a:cubicBezTo>
                <a:cubicBezTo>
                  <a:pt x="8020526" y="147519"/>
                  <a:pt x="8011873" y="153215"/>
                  <a:pt x="8002081" y="153215"/>
                </a:cubicBezTo>
                <a:cubicBezTo>
                  <a:pt x="7991377" y="153215"/>
                  <a:pt x="7984316" y="145013"/>
                  <a:pt x="7984316" y="132482"/>
                </a:cubicBezTo>
                <a:cubicBezTo>
                  <a:pt x="7984316" y="115624"/>
                  <a:pt x="7990922" y="95576"/>
                  <a:pt x="8002081" y="79400"/>
                </a:cubicBezTo>
                <a:cubicBezTo>
                  <a:pt x="8010963" y="66642"/>
                  <a:pt x="8020526" y="59807"/>
                  <a:pt x="8030319" y="59807"/>
                </a:cubicBezTo>
                <a:close/>
                <a:moveTo>
                  <a:pt x="8177671" y="128847"/>
                </a:moveTo>
                <a:lnTo>
                  <a:pt x="8172889" y="134772"/>
                </a:lnTo>
                <a:cubicBezTo>
                  <a:pt x="8166283" y="143203"/>
                  <a:pt x="8162186" y="146848"/>
                  <a:pt x="8158996" y="146848"/>
                </a:cubicBezTo>
                <a:cubicBezTo>
                  <a:pt x="8157175" y="146848"/>
                  <a:pt x="8155354" y="145027"/>
                  <a:pt x="8155354" y="143203"/>
                </a:cubicBezTo>
                <a:cubicBezTo>
                  <a:pt x="8155354" y="141608"/>
                  <a:pt x="8155354" y="141608"/>
                  <a:pt x="8158540" y="128847"/>
                </a:cubicBezTo>
                <a:lnTo>
                  <a:pt x="8171523" y="81905"/>
                </a:lnTo>
                <a:cubicBezTo>
                  <a:pt x="8172660" y="77120"/>
                  <a:pt x="8173570" y="72109"/>
                  <a:pt x="8173570" y="68919"/>
                </a:cubicBezTo>
                <a:cubicBezTo>
                  <a:pt x="8173570" y="60717"/>
                  <a:pt x="8167423" y="55022"/>
                  <a:pt x="8158540" y="55022"/>
                </a:cubicBezTo>
                <a:cubicBezTo>
                  <a:pt x="8143966" y="55022"/>
                  <a:pt x="8129617" y="68689"/>
                  <a:pt x="8106160" y="105150"/>
                </a:cubicBezTo>
                <a:lnTo>
                  <a:pt x="8121419" y="55480"/>
                </a:lnTo>
                <a:lnTo>
                  <a:pt x="8120735" y="55022"/>
                </a:lnTo>
                <a:cubicBezTo>
                  <a:pt x="8108436" y="57527"/>
                  <a:pt x="8103654" y="58441"/>
                  <a:pt x="8083839" y="62083"/>
                </a:cubicBezTo>
                <a:lnTo>
                  <a:pt x="8083839" y="65728"/>
                </a:lnTo>
                <a:cubicBezTo>
                  <a:pt x="8095456" y="65954"/>
                  <a:pt x="8098417" y="67324"/>
                  <a:pt x="8098417" y="71879"/>
                </a:cubicBezTo>
                <a:cubicBezTo>
                  <a:pt x="8098417" y="73245"/>
                  <a:pt x="8098188" y="74614"/>
                  <a:pt x="8097959" y="75754"/>
                </a:cubicBezTo>
                <a:lnTo>
                  <a:pt x="8076097" y="155505"/>
                </a:lnTo>
                <a:lnTo>
                  <a:pt x="8093177" y="155505"/>
                </a:lnTo>
                <a:cubicBezTo>
                  <a:pt x="8103880" y="119506"/>
                  <a:pt x="8105931" y="114491"/>
                  <a:pt x="8115953" y="98996"/>
                </a:cubicBezTo>
                <a:cubicBezTo>
                  <a:pt x="8129617" y="78030"/>
                  <a:pt x="8141231" y="66639"/>
                  <a:pt x="8149658" y="66639"/>
                </a:cubicBezTo>
                <a:cubicBezTo>
                  <a:pt x="8153074" y="66639"/>
                  <a:pt x="8155124" y="69145"/>
                  <a:pt x="8155124" y="73245"/>
                </a:cubicBezTo>
                <a:cubicBezTo>
                  <a:pt x="8155124" y="75980"/>
                  <a:pt x="8153759" y="83500"/>
                  <a:pt x="8151938" y="90565"/>
                </a:cubicBezTo>
                <a:lnTo>
                  <a:pt x="8141915" y="128163"/>
                </a:lnTo>
                <a:cubicBezTo>
                  <a:pt x="8138955" y="139787"/>
                  <a:pt x="8138270" y="142977"/>
                  <a:pt x="8138270" y="145253"/>
                </a:cubicBezTo>
                <a:cubicBezTo>
                  <a:pt x="8138270" y="153910"/>
                  <a:pt x="8141460" y="157552"/>
                  <a:pt x="8148977" y="157552"/>
                </a:cubicBezTo>
                <a:cubicBezTo>
                  <a:pt x="8159225" y="157552"/>
                  <a:pt x="8165147" y="152770"/>
                  <a:pt x="8180861" y="131811"/>
                </a:cubicBezTo>
                <a:lnTo>
                  <a:pt x="8177671" y="128847"/>
                </a:lnTo>
                <a:close/>
                <a:moveTo>
                  <a:pt x="8278564" y="6759"/>
                </a:moveTo>
                <a:lnTo>
                  <a:pt x="8216388" y="6759"/>
                </a:lnTo>
                <a:lnTo>
                  <a:pt x="8216388" y="10405"/>
                </a:lnTo>
                <a:cubicBezTo>
                  <a:pt x="8230507" y="11770"/>
                  <a:pt x="8233923" y="13595"/>
                  <a:pt x="8233923" y="20201"/>
                </a:cubicBezTo>
                <a:cubicBezTo>
                  <a:pt x="8233923" y="23391"/>
                  <a:pt x="8233013" y="28635"/>
                  <a:pt x="8231421" y="34331"/>
                </a:cubicBezTo>
                <a:lnTo>
                  <a:pt x="8203408" y="135047"/>
                </a:lnTo>
                <a:cubicBezTo>
                  <a:pt x="8199307" y="148263"/>
                  <a:pt x="8197712" y="149632"/>
                  <a:pt x="8184959" y="151908"/>
                </a:cubicBezTo>
                <a:lnTo>
                  <a:pt x="8184959" y="155550"/>
                </a:lnTo>
                <a:lnTo>
                  <a:pt x="8300882" y="155550"/>
                </a:lnTo>
                <a:lnTo>
                  <a:pt x="8314091" y="114769"/>
                </a:lnTo>
                <a:lnTo>
                  <a:pt x="8309535" y="113400"/>
                </a:lnTo>
                <a:cubicBezTo>
                  <a:pt x="8301566" y="129806"/>
                  <a:pt x="8295415" y="137097"/>
                  <a:pt x="8285397" y="142112"/>
                </a:cubicBezTo>
                <a:cubicBezTo>
                  <a:pt x="8277425" y="145986"/>
                  <a:pt x="8268087" y="147352"/>
                  <a:pt x="8248272" y="147352"/>
                </a:cubicBezTo>
                <a:cubicBezTo>
                  <a:pt x="8230966" y="147352"/>
                  <a:pt x="8225270" y="145531"/>
                  <a:pt x="8225270" y="139606"/>
                </a:cubicBezTo>
                <a:cubicBezTo>
                  <a:pt x="8225270" y="138011"/>
                  <a:pt x="8226410" y="132541"/>
                  <a:pt x="8227546" y="128211"/>
                </a:cubicBezTo>
                <a:lnTo>
                  <a:pt x="8255559" y="27266"/>
                </a:lnTo>
                <a:cubicBezTo>
                  <a:pt x="8258975" y="15645"/>
                  <a:pt x="8264897" y="11315"/>
                  <a:pt x="8278564" y="10405"/>
                </a:cubicBezTo>
                <a:lnTo>
                  <a:pt x="8278564" y="6759"/>
                </a:lnTo>
                <a:close/>
                <a:moveTo>
                  <a:pt x="8457570" y="83994"/>
                </a:moveTo>
                <a:lnTo>
                  <a:pt x="8456659" y="53020"/>
                </a:lnTo>
                <a:lnTo>
                  <a:pt x="8454154" y="53020"/>
                </a:lnTo>
                <a:lnTo>
                  <a:pt x="8453699" y="53479"/>
                </a:lnTo>
                <a:cubicBezTo>
                  <a:pt x="8451648" y="55070"/>
                  <a:pt x="8451422" y="55300"/>
                  <a:pt x="8450512" y="55300"/>
                </a:cubicBezTo>
                <a:cubicBezTo>
                  <a:pt x="8449146" y="55300"/>
                  <a:pt x="8446867" y="54844"/>
                  <a:pt x="8444361" y="53705"/>
                </a:cubicBezTo>
                <a:cubicBezTo>
                  <a:pt x="8439350" y="51932"/>
                  <a:pt x="8434342" y="51018"/>
                  <a:pt x="8428421" y="51018"/>
                </a:cubicBezTo>
                <a:cubicBezTo>
                  <a:pt x="8410426" y="51018"/>
                  <a:pt x="8397447" y="62632"/>
                  <a:pt x="8397447" y="79021"/>
                </a:cubicBezTo>
                <a:cubicBezTo>
                  <a:pt x="8397447" y="91764"/>
                  <a:pt x="8404734" y="100869"/>
                  <a:pt x="8424094" y="111795"/>
                </a:cubicBezTo>
                <a:lnTo>
                  <a:pt x="8437303" y="119308"/>
                </a:lnTo>
                <a:cubicBezTo>
                  <a:pt x="8445272" y="123860"/>
                  <a:pt x="8449146" y="129323"/>
                  <a:pt x="8449146" y="136378"/>
                </a:cubicBezTo>
                <a:cubicBezTo>
                  <a:pt x="8449146" y="146393"/>
                  <a:pt x="8441855" y="152766"/>
                  <a:pt x="8430242" y="152766"/>
                </a:cubicBezTo>
                <a:cubicBezTo>
                  <a:pt x="8422499" y="152766"/>
                  <a:pt x="8415438" y="149806"/>
                  <a:pt x="8411111" y="144798"/>
                </a:cubicBezTo>
                <a:cubicBezTo>
                  <a:pt x="8406329" y="139109"/>
                  <a:pt x="8404279" y="133872"/>
                  <a:pt x="8401318" y="120900"/>
                </a:cubicBezTo>
                <a:lnTo>
                  <a:pt x="8397673" y="120900"/>
                </a:lnTo>
                <a:lnTo>
                  <a:pt x="8397673" y="156408"/>
                </a:lnTo>
                <a:lnTo>
                  <a:pt x="8400634" y="156408"/>
                </a:lnTo>
                <a:cubicBezTo>
                  <a:pt x="8402229" y="154132"/>
                  <a:pt x="8403139" y="153677"/>
                  <a:pt x="8405874" y="153677"/>
                </a:cubicBezTo>
                <a:cubicBezTo>
                  <a:pt x="8407924" y="153729"/>
                  <a:pt x="8411111" y="154184"/>
                  <a:pt x="8416348" y="155550"/>
                </a:cubicBezTo>
                <a:cubicBezTo>
                  <a:pt x="8422725" y="156864"/>
                  <a:pt x="8428876" y="157774"/>
                  <a:pt x="8432973" y="157774"/>
                </a:cubicBezTo>
                <a:cubicBezTo>
                  <a:pt x="8450512" y="157774"/>
                  <a:pt x="8465087" y="144572"/>
                  <a:pt x="8465087" y="128639"/>
                </a:cubicBezTo>
                <a:cubicBezTo>
                  <a:pt x="8465087" y="117258"/>
                  <a:pt x="8459620" y="109748"/>
                  <a:pt x="8445956" y="101553"/>
                </a:cubicBezTo>
                <a:lnTo>
                  <a:pt x="8421359" y="86986"/>
                </a:lnTo>
                <a:cubicBezTo>
                  <a:pt x="8414982" y="83344"/>
                  <a:pt x="8411566" y="77655"/>
                  <a:pt x="8411566" y="71508"/>
                </a:cubicBezTo>
                <a:cubicBezTo>
                  <a:pt x="8411566" y="62403"/>
                  <a:pt x="8418628" y="56029"/>
                  <a:pt x="8429102" y="56029"/>
                </a:cubicBezTo>
                <a:cubicBezTo>
                  <a:pt x="8442085" y="56029"/>
                  <a:pt x="8448917" y="63768"/>
                  <a:pt x="8454154" y="84028"/>
                </a:cubicBezTo>
                <a:lnTo>
                  <a:pt x="8457570" y="83994"/>
                </a:lnTo>
                <a:close/>
                <a:moveTo>
                  <a:pt x="8532498" y="53020"/>
                </a:moveTo>
                <a:lnTo>
                  <a:pt x="8509496" y="53020"/>
                </a:lnTo>
                <a:lnTo>
                  <a:pt x="8509496" y="26602"/>
                </a:lnTo>
                <a:cubicBezTo>
                  <a:pt x="8509496" y="24326"/>
                  <a:pt x="8509271" y="23641"/>
                  <a:pt x="8507901" y="23641"/>
                </a:cubicBezTo>
                <a:cubicBezTo>
                  <a:pt x="8506310" y="25692"/>
                  <a:pt x="8504941" y="27742"/>
                  <a:pt x="8503349" y="30018"/>
                </a:cubicBezTo>
                <a:cubicBezTo>
                  <a:pt x="8494692" y="42546"/>
                  <a:pt x="8484900" y="53479"/>
                  <a:pt x="8481258" y="54389"/>
                </a:cubicBezTo>
                <a:cubicBezTo>
                  <a:pt x="8478752" y="55981"/>
                  <a:pt x="8477383" y="57576"/>
                  <a:pt x="8477383" y="58716"/>
                </a:cubicBezTo>
                <a:cubicBezTo>
                  <a:pt x="8477383" y="59400"/>
                  <a:pt x="8477612" y="59856"/>
                  <a:pt x="8478297" y="60311"/>
                </a:cubicBezTo>
                <a:lnTo>
                  <a:pt x="8490366" y="60311"/>
                </a:lnTo>
                <a:lnTo>
                  <a:pt x="8490366" y="128854"/>
                </a:lnTo>
                <a:cubicBezTo>
                  <a:pt x="8490366" y="147981"/>
                  <a:pt x="8497198" y="157774"/>
                  <a:pt x="8510636" y="157774"/>
                </a:cubicBezTo>
                <a:cubicBezTo>
                  <a:pt x="8521795" y="157774"/>
                  <a:pt x="8530448" y="152311"/>
                  <a:pt x="8537965" y="140468"/>
                </a:cubicBezTo>
                <a:lnTo>
                  <a:pt x="8535004" y="137962"/>
                </a:lnTo>
                <a:cubicBezTo>
                  <a:pt x="8530222" y="143655"/>
                  <a:pt x="8526351" y="145934"/>
                  <a:pt x="8521340" y="145934"/>
                </a:cubicBezTo>
                <a:cubicBezTo>
                  <a:pt x="8512912" y="145934"/>
                  <a:pt x="8509496" y="139783"/>
                  <a:pt x="8509496" y="125438"/>
                </a:cubicBezTo>
                <a:lnTo>
                  <a:pt x="8509496" y="60311"/>
                </a:lnTo>
                <a:lnTo>
                  <a:pt x="8532498" y="60311"/>
                </a:lnTo>
                <a:lnTo>
                  <a:pt x="8532498" y="53020"/>
                </a:lnTo>
                <a:close/>
                <a:moveTo>
                  <a:pt x="8539330" y="66740"/>
                </a:moveTo>
                <a:cubicBezTo>
                  <a:pt x="8542521" y="66055"/>
                  <a:pt x="8544571" y="65826"/>
                  <a:pt x="8547302" y="65826"/>
                </a:cubicBezTo>
                <a:cubicBezTo>
                  <a:pt x="8552995" y="65826"/>
                  <a:pt x="8555045" y="69471"/>
                  <a:pt x="8555045" y="79490"/>
                </a:cubicBezTo>
                <a:lnTo>
                  <a:pt x="8555045" y="136423"/>
                </a:lnTo>
                <a:cubicBezTo>
                  <a:pt x="8555045" y="147807"/>
                  <a:pt x="8553450" y="149402"/>
                  <a:pt x="8538875" y="152134"/>
                </a:cubicBezTo>
                <a:lnTo>
                  <a:pt x="8538875" y="155550"/>
                </a:lnTo>
                <a:lnTo>
                  <a:pt x="8593535" y="155550"/>
                </a:lnTo>
                <a:lnTo>
                  <a:pt x="8593535" y="152134"/>
                </a:lnTo>
                <a:cubicBezTo>
                  <a:pt x="8578047" y="151453"/>
                  <a:pt x="8574176" y="148037"/>
                  <a:pt x="8574176" y="135057"/>
                </a:cubicBezTo>
                <a:lnTo>
                  <a:pt x="8574176" y="83816"/>
                </a:lnTo>
                <a:cubicBezTo>
                  <a:pt x="8574176" y="76529"/>
                  <a:pt x="8583968" y="65145"/>
                  <a:pt x="8590119" y="65145"/>
                </a:cubicBezTo>
                <a:cubicBezTo>
                  <a:pt x="8591485" y="65145"/>
                  <a:pt x="8593535" y="66284"/>
                  <a:pt x="8596041" y="68561"/>
                </a:cubicBezTo>
                <a:cubicBezTo>
                  <a:pt x="8599683" y="71747"/>
                  <a:pt x="8602188" y="73113"/>
                  <a:pt x="8605149" y="73113"/>
                </a:cubicBezTo>
                <a:cubicBezTo>
                  <a:pt x="8610616" y="73113"/>
                  <a:pt x="8614032" y="69242"/>
                  <a:pt x="8614032" y="62868"/>
                </a:cubicBezTo>
                <a:cubicBezTo>
                  <a:pt x="8614032" y="55352"/>
                  <a:pt x="8609250" y="50796"/>
                  <a:pt x="8601507" y="50796"/>
                </a:cubicBezTo>
                <a:cubicBezTo>
                  <a:pt x="8591940" y="50796"/>
                  <a:pt x="8585338" y="56036"/>
                  <a:pt x="8574176" y="72203"/>
                </a:cubicBezTo>
                <a:lnTo>
                  <a:pt x="8574176" y="51255"/>
                </a:lnTo>
                <a:lnTo>
                  <a:pt x="8573039" y="50796"/>
                </a:lnTo>
                <a:cubicBezTo>
                  <a:pt x="8560967" y="55807"/>
                  <a:pt x="8552769" y="58768"/>
                  <a:pt x="8539330" y="63094"/>
                </a:cubicBezTo>
                <a:lnTo>
                  <a:pt x="8539330" y="66740"/>
                </a:lnTo>
                <a:close/>
                <a:moveTo>
                  <a:pt x="8722666" y="144120"/>
                </a:moveTo>
                <a:lnTo>
                  <a:pt x="8721530" y="144120"/>
                </a:lnTo>
                <a:cubicBezTo>
                  <a:pt x="8711052" y="144120"/>
                  <a:pt x="8708547" y="141615"/>
                  <a:pt x="8708547" y="131137"/>
                </a:cubicBezTo>
                <a:lnTo>
                  <a:pt x="8708547" y="53020"/>
                </a:lnTo>
                <a:lnTo>
                  <a:pt x="8672562" y="53020"/>
                </a:lnTo>
                <a:lnTo>
                  <a:pt x="8672562" y="56895"/>
                </a:lnTo>
                <a:cubicBezTo>
                  <a:pt x="8686685" y="57576"/>
                  <a:pt x="8689416" y="59856"/>
                  <a:pt x="8689416" y="71240"/>
                </a:cubicBezTo>
                <a:lnTo>
                  <a:pt x="8689416" y="124753"/>
                </a:lnTo>
                <a:cubicBezTo>
                  <a:pt x="8689416" y="131130"/>
                  <a:pt x="8688276" y="134320"/>
                  <a:pt x="8685090" y="136823"/>
                </a:cubicBezTo>
                <a:cubicBezTo>
                  <a:pt x="8678939" y="141834"/>
                  <a:pt x="8671881" y="144565"/>
                  <a:pt x="8665049" y="144565"/>
                </a:cubicBezTo>
                <a:cubicBezTo>
                  <a:pt x="8656166" y="144565"/>
                  <a:pt x="8648879" y="136823"/>
                  <a:pt x="8648879" y="127259"/>
                </a:cubicBezTo>
                <a:lnTo>
                  <a:pt x="8648879" y="53020"/>
                </a:lnTo>
                <a:lnTo>
                  <a:pt x="8615625" y="53020"/>
                </a:lnTo>
                <a:lnTo>
                  <a:pt x="8615625" y="56210"/>
                </a:lnTo>
                <a:cubicBezTo>
                  <a:pt x="8626558" y="56895"/>
                  <a:pt x="8629748" y="60311"/>
                  <a:pt x="8629748" y="70785"/>
                </a:cubicBezTo>
                <a:lnTo>
                  <a:pt x="8629748" y="128169"/>
                </a:lnTo>
                <a:cubicBezTo>
                  <a:pt x="8629748" y="146160"/>
                  <a:pt x="8640678" y="157774"/>
                  <a:pt x="8657303" y="157774"/>
                </a:cubicBezTo>
                <a:cubicBezTo>
                  <a:pt x="8665730" y="157774"/>
                  <a:pt x="8674612" y="154132"/>
                  <a:pt x="8680763" y="147981"/>
                </a:cubicBezTo>
                <a:lnTo>
                  <a:pt x="8690556" y="138192"/>
                </a:lnTo>
                <a:lnTo>
                  <a:pt x="8690556" y="157093"/>
                </a:lnTo>
                <a:lnTo>
                  <a:pt x="8691467" y="157552"/>
                </a:lnTo>
                <a:cubicBezTo>
                  <a:pt x="8702855" y="152999"/>
                  <a:pt x="8711052" y="150494"/>
                  <a:pt x="8722666" y="147303"/>
                </a:cubicBezTo>
                <a:lnTo>
                  <a:pt x="8722666" y="144120"/>
                </a:lnTo>
                <a:close/>
                <a:moveTo>
                  <a:pt x="8818093" y="119986"/>
                </a:moveTo>
                <a:cubicBezTo>
                  <a:pt x="8807160" y="135916"/>
                  <a:pt x="8798962" y="141378"/>
                  <a:pt x="8785979" y="141378"/>
                </a:cubicBezTo>
                <a:cubicBezTo>
                  <a:pt x="8765254" y="141378"/>
                  <a:pt x="8750679" y="123172"/>
                  <a:pt x="8750679" y="97001"/>
                </a:cubicBezTo>
                <a:cubicBezTo>
                  <a:pt x="8750679" y="73561"/>
                  <a:pt x="8763207" y="57402"/>
                  <a:pt x="8781653" y="57402"/>
                </a:cubicBezTo>
                <a:cubicBezTo>
                  <a:pt x="8789850" y="57402"/>
                  <a:pt x="8792811" y="59904"/>
                  <a:pt x="8795091" y="68324"/>
                </a:cubicBezTo>
                <a:lnTo>
                  <a:pt x="8796457" y="73332"/>
                </a:lnTo>
                <a:cubicBezTo>
                  <a:pt x="8798278" y="79705"/>
                  <a:pt x="8802378" y="83803"/>
                  <a:pt x="8807160" y="83803"/>
                </a:cubicBezTo>
                <a:cubicBezTo>
                  <a:pt x="8813082" y="83803"/>
                  <a:pt x="8818093" y="79476"/>
                  <a:pt x="8818093" y="74243"/>
                </a:cubicBezTo>
                <a:cubicBezTo>
                  <a:pt x="8818093" y="61499"/>
                  <a:pt x="8802149" y="50796"/>
                  <a:pt x="8783018" y="50796"/>
                </a:cubicBezTo>
                <a:cubicBezTo>
                  <a:pt x="8771860" y="50796"/>
                  <a:pt x="8760246" y="55352"/>
                  <a:pt x="8750908" y="63546"/>
                </a:cubicBezTo>
                <a:cubicBezTo>
                  <a:pt x="8739520" y="73561"/>
                  <a:pt x="8733143" y="89036"/>
                  <a:pt x="8733143" y="107013"/>
                </a:cubicBezTo>
                <a:cubicBezTo>
                  <a:pt x="8733143" y="136600"/>
                  <a:pt x="8751134" y="157774"/>
                  <a:pt x="8776416" y="157774"/>
                </a:cubicBezTo>
                <a:cubicBezTo>
                  <a:pt x="8786664" y="157774"/>
                  <a:pt x="8795772" y="154132"/>
                  <a:pt x="8803973" y="147071"/>
                </a:cubicBezTo>
                <a:cubicBezTo>
                  <a:pt x="8810121" y="141604"/>
                  <a:pt x="8814447" y="135460"/>
                  <a:pt x="8821279" y="122032"/>
                </a:cubicBezTo>
                <a:lnTo>
                  <a:pt x="8818093" y="119986"/>
                </a:lnTo>
                <a:close/>
                <a:moveTo>
                  <a:pt x="8886642" y="53020"/>
                </a:moveTo>
                <a:lnTo>
                  <a:pt x="8863640" y="53020"/>
                </a:lnTo>
                <a:lnTo>
                  <a:pt x="8863640" y="26602"/>
                </a:lnTo>
                <a:cubicBezTo>
                  <a:pt x="8863640" y="24326"/>
                  <a:pt x="8863415" y="23641"/>
                  <a:pt x="8862045" y="23641"/>
                </a:cubicBezTo>
                <a:cubicBezTo>
                  <a:pt x="8860454" y="25692"/>
                  <a:pt x="8859085" y="27742"/>
                  <a:pt x="8857493" y="30018"/>
                </a:cubicBezTo>
                <a:cubicBezTo>
                  <a:pt x="8848836" y="42546"/>
                  <a:pt x="8839044" y="53479"/>
                  <a:pt x="8835402" y="54389"/>
                </a:cubicBezTo>
                <a:cubicBezTo>
                  <a:pt x="8832896" y="55981"/>
                  <a:pt x="8831527" y="57576"/>
                  <a:pt x="8831527" y="58716"/>
                </a:cubicBezTo>
                <a:cubicBezTo>
                  <a:pt x="8831527" y="59400"/>
                  <a:pt x="8831756" y="59856"/>
                  <a:pt x="8832441" y="60311"/>
                </a:cubicBezTo>
                <a:lnTo>
                  <a:pt x="8844510" y="60311"/>
                </a:lnTo>
                <a:lnTo>
                  <a:pt x="8844510" y="128854"/>
                </a:lnTo>
                <a:cubicBezTo>
                  <a:pt x="8844510" y="147981"/>
                  <a:pt x="8851342" y="157774"/>
                  <a:pt x="8864780" y="157774"/>
                </a:cubicBezTo>
                <a:cubicBezTo>
                  <a:pt x="8875939" y="157774"/>
                  <a:pt x="8884592" y="152311"/>
                  <a:pt x="8892109" y="140468"/>
                </a:cubicBezTo>
                <a:lnTo>
                  <a:pt x="8889148" y="137962"/>
                </a:lnTo>
                <a:cubicBezTo>
                  <a:pt x="8884366" y="143655"/>
                  <a:pt x="8880495" y="145934"/>
                  <a:pt x="8875484" y="145934"/>
                </a:cubicBezTo>
                <a:cubicBezTo>
                  <a:pt x="8867056" y="145934"/>
                  <a:pt x="8863640" y="139783"/>
                  <a:pt x="8863640" y="125438"/>
                </a:cubicBezTo>
                <a:lnTo>
                  <a:pt x="8863640" y="60311"/>
                </a:lnTo>
                <a:lnTo>
                  <a:pt x="8886642" y="60311"/>
                </a:lnTo>
                <a:lnTo>
                  <a:pt x="8886642" y="53020"/>
                </a:lnTo>
                <a:close/>
                <a:moveTo>
                  <a:pt x="9000971" y="144120"/>
                </a:moveTo>
                <a:lnTo>
                  <a:pt x="8999834" y="144120"/>
                </a:lnTo>
                <a:cubicBezTo>
                  <a:pt x="8989357" y="144120"/>
                  <a:pt x="8986851" y="141615"/>
                  <a:pt x="8986851" y="131137"/>
                </a:cubicBezTo>
                <a:lnTo>
                  <a:pt x="8986851" y="53020"/>
                </a:lnTo>
                <a:lnTo>
                  <a:pt x="8950866" y="53020"/>
                </a:lnTo>
                <a:lnTo>
                  <a:pt x="8950866" y="56895"/>
                </a:lnTo>
                <a:cubicBezTo>
                  <a:pt x="8964989" y="57576"/>
                  <a:pt x="8967721" y="59856"/>
                  <a:pt x="8967721" y="71240"/>
                </a:cubicBezTo>
                <a:lnTo>
                  <a:pt x="8967721" y="124753"/>
                </a:lnTo>
                <a:cubicBezTo>
                  <a:pt x="8967721" y="131130"/>
                  <a:pt x="8966581" y="134320"/>
                  <a:pt x="8963394" y="136823"/>
                </a:cubicBezTo>
                <a:cubicBezTo>
                  <a:pt x="8957243" y="141834"/>
                  <a:pt x="8950185" y="144565"/>
                  <a:pt x="8943353" y="144565"/>
                </a:cubicBezTo>
                <a:cubicBezTo>
                  <a:pt x="8934471" y="144565"/>
                  <a:pt x="8927183" y="136823"/>
                  <a:pt x="8927183" y="127259"/>
                </a:cubicBezTo>
                <a:lnTo>
                  <a:pt x="8927183" y="53020"/>
                </a:lnTo>
                <a:lnTo>
                  <a:pt x="8893930" y="53020"/>
                </a:lnTo>
                <a:lnTo>
                  <a:pt x="8893930" y="56210"/>
                </a:lnTo>
                <a:cubicBezTo>
                  <a:pt x="8904863" y="56895"/>
                  <a:pt x="8908053" y="60311"/>
                  <a:pt x="8908053" y="70785"/>
                </a:cubicBezTo>
                <a:lnTo>
                  <a:pt x="8908053" y="128169"/>
                </a:lnTo>
                <a:cubicBezTo>
                  <a:pt x="8908053" y="146160"/>
                  <a:pt x="8918982" y="157774"/>
                  <a:pt x="8935607" y="157774"/>
                </a:cubicBezTo>
                <a:cubicBezTo>
                  <a:pt x="8944034" y="157774"/>
                  <a:pt x="8952917" y="154132"/>
                  <a:pt x="8959068" y="147981"/>
                </a:cubicBezTo>
                <a:lnTo>
                  <a:pt x="8968861" y="138192"/>
                </a:lnTo>
                <a:lnTo>
                  <a:pt x="8968861" y="157093"/>
                </a:lnTo>
                <a:lnTo>
                  <a:pt x="8969771" y="157552"/>
                </a:lnTo>
                <a:cubicBezTo>
                  <a:pt x="8981159" y="152999"/>
                  <a:pt x="8989357" y="150494"/>
                  <a:pt x="9000971" y="147303"/>
                </a:cubicBezTo>
                <a:lnTo>
                  <a:pt x="9000971" y="144120"/>
                </a:lnTo>
                <a:close/>
                <a:moveTo>
                  <a:pt x="9007347" y="66740"/>
                </a:moveTo>
                <a:cubicBezTo>
                  <a:pt x="9010537" y="66055"/>
                  <a:pt x="9012587" y="65826"/>
                  <a:pt x="9015319" y="65826"/>
                </a:cubicBezTo>
                <a:cubicBezTo>
                  <a:pt x="9021011" y="65826"/>
                  <a:pt x="9023061" y="69471"/>
                  <a:pt x="9023061" y="79490"/>
                </a:cubicBezTo>
                <a:lnTo>
                  <a:pt x="9023061" y="136423"/>
                </a:lnTo>
                <a:cubicBezTo>
                  <a:pt x="9023061" y="147807"/>
                  <a:pt x="9021466" y="149402"/>
                  <a:pt x="9006891" y="152134"/>
                </a:cubicBezTo>
                <a:lnTo>
                  <a:pt x="9006891" y="155550"/>
                </a:lnTo>
                <a:lnTo>
                  <a:pt x="9061552" y="155550"/>
                </a:lnTo>
                <a:lnTo>
                  <a:pt x="9061552" y="152134"/>
                </a:lnTo>
                <a:cubicBezTo>
                  <a:pt x="9046063" y="151453"/>
                  <a:pt x="9042192" y="148037"/>
                  <a:pt x="9042192" y="135057"/>
                </a:cubicBezTo>
                <a:lnTo>
                  <a:pt x="9042192" y="83816"/>
                </a:lnTo>
                <a:cubicBezTo>
                  <a:pt x="9042192" y="76529"/>
                  <a:pt x="9051985" y="65145"/>
                  <a:pt x="9058136" y="65145"/>
                </a:cubicBezTo>
                <a:cubicBezTo>
                  <a:pt x="9059501" y="65145"/>
                  <a:pt x="9061552" y="66284"/>
                  <a:pt x="9064057" y="68561"/>
                </a:cubicBezTo>
                <a:cubicBezTo>
                  <a:pt x="9067699" y="71747"/>
                  <a:pt x="9070205" y="73113"/>
                  <a:pt x="9073165" y="73113"/>
                </a:cubicBezTo>
                <a:cubicBezTo>
                  <a:pt x="9078632" y="73113"/>
                  <a:pt x="9082048" y="69242"/>
                  <a:pt x="9082048" y="62868"/>
                </a:cubicBezTo>
                <a:cubicBezTo>
                  <a:pt x="9082048" y="55352"/>
                  <a:pt x="9077266" y="50796"/>
                  <a:pt x="9069524" y="50796"/>
                </a:cubicBezTo>
                <a:cubicBezTo>
                  <a:pt x="9059957" y="50796"/>
                  <a:pt x="9053354" y="56036"/>
                  <a:pt x="9042192" y="72203"/>
                </a:cubicBezTo>
                <a:lnTo>
                  <a:pt x="9042192" y="51255"/>
                </a:lnTo>
                <a:lnTo>
                  <a:pt x="9041055" y="50796"/>
                </a:lnTo>
                <a:cubicBezTo>
                  <a:pt x="9028983" y="55807"/>
                  <a:pt x="9020785" y="58768"/>
                  <a:pt x="9007347" y="63094"/>
                </a:cubicBezTo>
                <a:lnTo>
                  <a:pt x="9007347" y="66740"/>
                </a:lnTo>
                <a:close/>
                <a:moveTo>
                  <a:pt x="9174513" y="118137"/>
                </a:moveTo>
                <a:cubicBezTo>
                  <a:pt x="9163584" y="135453"/>
                  <a:pt x="9153788" y="142063"/>
                  <a:pt x="9139213" y="142063"/>
                </a:cubicBezTo>
                <a:cubicBezTo>
                  <a:pt x="9126233" y="142063"/>
                  <a:pt x="9116440" y="135453"/>
                  <a:pt x="9109834" y="122467"/>
                </a:cubicBezTo>
                <a:cubicBezTo>
                  <a:pt x="9105734" y="113807"/>
                  <a:pt x="9104142" y="106287"/>
                  <a:pt x="9103687" y="92386"/>
                </a:cubicBezTo>
                <a:lnTo>
                  <a:pt x="9173832" y="92386"/>
                </a:lnTo>
                <a:cubicBezTo>
                  <a:pt x="9172008" y="77610"/>
                  <a:pt x="9169731" y="71028"/>
                  <a:pt x="9164039" y="63765"/>
                </a:cubicBezTo>
                <a:cubicBezTo>
                  <a:pt x="9157204" y="55581"/>
                  <a:pt x="9146730" y="50796"/>
                  <a:pt x="9134886" y="50796"/>
                </a:cubicBezTo>
                <a:cubicBezTo>
                  <a:pt x="9123498" y="50796"/>
                  <a:pt x="9112795" y="54897"/>
                  <a:pt x="9104142" y="62629"/>
                </a:cubicBezTo>
                <a:cubicBezTo>
                  <a:pt x="9093435" y="71935"/>
                  <a:pt x="9087288" y="88060"/>
                  <a:pt x="9087288" y="106742"/>
                </a:cubicBezTo>
                <a:cubicBezTo>
                  <a:pt x="9087288" y="138188"/>
                  <a:pt x="9103687" y="157774"/>
                  <a:pt x="9129875" y="157774"/>
                </a:cubicBezTo>
                <a:cubicBezTo>
                  <a:pt x="9151511" y="157774"/>
                  <a:pt x="9168592" y="144339"/>
                  <a:pt x="9178159" y="119732"/>
                </a:cubicBezTo>
                <a:lnTo>
                  <a:pt x="9174513" y="118137"/>
                </a:lnTo>
                <a:moveTo>
                  <a:pt x="9104142" y="85099"/>
                </a:moveTo>
                <a:cubicBezTo>
                  <a:pt x="9106644" y="67397"/>
                  <a:pt x="9114390" y="58997"/>
                  <a:pt x="9128280" y="58997"/>
                </a:cubicBezTo>
                <a:cubicBezTo>
                  <a:pt x="9142174" y="58997"/>
                  <a:pt x="9147640" y="65353"/>
                  <a:pt x="9150601" y="85099"/>
                </a:cubicBezTo>
                <a:lnTo>
                  <a:pt x="9104142" y="8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capturesthehierarchicalsemanticsoftheinputandenablesdeterministictranslationintoformalL">
            <a:extLst xmlns:a="http://schemas.openxmlformats.org/drawingml/2006/main">
              <a:ext uri="{FF2B5EF4-FFF2-40B4-BE49-F238E27FC236}">
                <a16:creationId xmlns:a16="http://schemas.microsoft.com/office/drawing/2014/main" id="{E6627456-052C-47D9-9B76-40595A98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9" y="3963394"/>
            <a:ext cx="9237592" cy="204924"/>
          </a:xfrm>
          <a:custGeom xmlns:a="http://schemas.openxmlformats.org/drawingml/2006/main">
            <a:pathLst>
              <a:path w="9237592" h="204924">
                <a:moveTo>
                  <a:pt x="84949" y="119986"/>
                </a:moveTo>
                <a:cubicBezTo>
                  <a:pt x="74017" y="135916"/>
                  <a:pt x="65819" y="141378"/>
                  <a:pt x="52836" y="141378"/>
                </a:cubicBezTo>
                <a:cubicBezTo>
                  <a:pt x="32110" y="141378"/>
                  <a:pt x="17535" y="123172"/>
                  <a:pt x="17535" y="97001"/>
                </a:cubicBezTo>
                <a:cubicBezTo>
                  <a:pt x="17535" y="73561"/>
                  <a:pt x="30063" y="57402"/>
                  <a:pt x="48509" y="57402"/>
                </a:cubicBezTo>
                <a:cubicBezTo>
                  <a:pt x="56707" y="57402"/>
                  <a:pt x="59668" y="59904"/>
                  <a:pt x="61948" y="68324"/>
                </a:cubicBezTo>
                <a:lnTo>
                  <a:pt x="63313" y="73332"/>
                </a:lnTo>
                <a:cubicBezTo>
                  <a:pt x="65134" y="79705"/>
                  <a:pt x="69235" y="83803"/>
                  <a:pt x="74017" y="83803"/>
                </a:cubicBezTo>
                <a:cubicBezTo>
                  <a:pt x="79938" y="83803"/>
                  <a:pt x="84949" y="79476"/>
                  <a:pt x="84949" y="74243"/>
                </a:cubicBezTo>
                <a:cubicBezTo>
                  <a:pt x="84949" y="61499"/>
                  <a:pt x="69006" y="50796"/>
                  <a:pt x="49875" y="50796"/>
                </a:cubicBezTo>
                <a:cubicBezTo>
                  <a:pt x="38716" y="50796"/>
                  <a:pt x="27102" y="55352"/>
                  <a:pt x="17765" y="63546"/>
                </a:cubicBezTo>
                <a:cubicBezTo>
                  <a:pt x="6377" y="73561"/>
                  <a:pt x="0" y="89036"/>
                  <a:pt x="0" y="107013"/>
                </a:cubicBezTo>
                <a:cubicBezTo>
                  <a:pt x="0" y="136600"/>
                  <a:pt x="17991" y="157774"/>
                  <a:pt x="43272" y="157774"/>
                </a:cubicBezTo>
                <a:cubicBezTo>
                  <a:pt x="53520" y="157774"/>
                  <a:pt x="62629" y="154132"/>
                  <a:pt x="70830" y="147071"/>
                </a:cubicBezTo>
                <a:cubicBezTo>
                  <a:pt x="76977" y="141604"/>
                  <a:pt x="81304" y="135460"/>
                  <a:pt x="88136" y="122032"/>
                </a:cubicBezTo>
                <a:lnTo>
                  <a:pt x="84949" y="119986"/>
                </a:lnTo>
                <a:close/>
                <a:moveTo>
                  <a:pt x="196087" y="140471"/>
                </a:moveTo>
                <a:cubicBezTo>
                  <a:pt x="192216" y="143655"/>
                  <a:pt x="189484" y="144794"/>
                  <a:pt x="186068" y="144794"/>
                </a:cubicBezTo>
                <a:cubicBezTo>
                  <a:pt x="180831" y="144794"/>
                  <a:pt x="179236" y="141608"/>
                  <a:pt x="179236" y="131596"/>
                </a:cubicBezTo>
                <a:lnTo>
                  <a:pt x="179236" y="87215"/>
                </a:lnTo>
                <a:cubicBezTo>
                  <a:pt x="179236" y="75379"/>
                  <a:pt x="178096" y="68780"/>
                  <a:pt x="174680" y="63317"/>
                </a:cubicBezTo>
                <a:cubicBezTo>
                  <a:pt x="169669" y="55126"/>
                  <a:pt x="159876" y="50796"/>
                  <a:pt x="146442" y="50796"/>
                </a:cubicBezTo>
                <a:cubicBezTo>
                  <a:pt x="125031" y="50796"/>
                  <a:pt x="108180" y="61951"/>
                  <a:pt x="108180" y="76289"/>
                </a:cubicBezTo>
                <a:cubicBezTo>
                  <a:pt x="108180" y="81526"/>
                  <a:pt x="112733" y="86075"/>
                  <a:pt x="117973" y="86075"/>
                </a:cubicBezTo>
                <a:cubicBezTo>
                  <a:pt x="123436" y="86075"/>
                  <a:pt x="128221" y="81526"/>
                  <a:pt x="128221" y="76519"/>
                </a:cubicBezTo>
                <a:cubicBezTo>
                  <a:pt x="128221" y="75608"/>
                  <a:pt x="127992" y="74468"/>
                  <a:pt x="127766" y="72877"/>
                </a:cubicBezTo>
                <a:cubicBezTo>
                  <a:pt x="127311" y="70830"/>
                  <a:pt x="127082" y="69009"/>
                  <a:pt x="127082" y="67414"/>
                </a:cubicBezTo>
                <a:cubicBezTo>
                  <a:pt x="127082" y="61270"/>
                  <a:pt x="134369" y="56262"/>
                  <a:pt x="143481" y="56262"/>
                </a:cubicBezTo>
                <a:cubicBezTo>
                  <a:pt x="154639" y="56262"/>
                  <a:pt x="160787" y="62861"/>
                  <a:pt x="160787" y="75153"/>
                </a:cubicBezTo>
                <a:lnTo>
                  <a:pt x="160787" y="89036"/>
                </a:lnTo>
                <a:cubicBezTo>
                  <a:pt x="125716" y="103145"/>
                  <a:pt x="121845" y="104966"/>
                  <a:pt x="112052" y="113616"/>
                </a:cubicBezTo>
                <a:cubicBezTo>
                  <a:pt x="107041" y="118168"/>
                  <a:pt x="103850" y="125904"/>
                  <a:pt x="103850" y="133413"/>
                </a:cubicBezTo>
                <a:cubicBezTo>
                  <a:pt x="103850" y="147755"/>
                  <a:pt x="113873" y="157774"/>
                  <a:pt x="127766" y="157774"/>
                </a:cubicBezTo>
                <a:cubicBezTo>
                  <a:pt x="137785" y="157774"/>
                  <a:pt x="147123" y="152992"/>
                  <a:pt x="161016" y="141149"/>
                </a:cubicBezTo>
                <a:cubicBezTo>
                  <a:pt x="162156" y="152992"/>
                  <a:pt x="166253" y="157774"/>
                  <a:pt x="175591" y="157774"/>
                </a:cubicBezTo>
                <a:cubicBezTo>
                  <a:pt x="183333" y="157774"/>
                  <a:pt x="188119" y="155043"/>
                  <a:pt x="196087" y="146390"/>
                </a:cubicBezTo>
                <a:lnTo>
                  <a:pt x="196087" y="140471"/>
                </a:lnTo>
                <a:moveTo>
                  <a:pt x="160787" y="127485"/>
                </a:moveTo>
                <a:cubicBezTo>
                  <a:pt x="160787" y="134546"/>
                  <a:pt x="159651" y="136597"/>
                  <a:pt x="154865" y="139328"/>
                </a:cubicBezTo>
                <a:cubicBezTo>
                  <a:pt x="149402" y="142518"/>
                  <a:pt x="143026" y="144565"/>
                  <a:pt x="138240" y="144565"/>
                </a:cubicBezTo>
                <a:cubicBezTo>
                  <a:pt x="130272" y="144565"/>
                  <a:pt x="123895" y="136823"/>
                  <a:pt x="123895" y="127030"/>
                </a:cubicBezTo>
                <a:lnTo>
                  <a:pt x="123895" y="126119"/>
                </a:lnTo>
                <a:cubicBezTo>
                  <a:pt x="123895" y="112681"/>
                  <a:pt x="133229" y="104483"/>
                  <a:pt x="160787" y="94461"/>
                </a:cubicBezTo>
                <a:lnTo>
                  <a:pt x="160787" y="127485"/>
                </a:lnTo>
                <a:close/>
                <a:moveTo>
                  <a:pt x="198593" y="66000"/>
                </a:moveTo>
                <a:cubicBezTo>
                  <a:pt x="200643" y="65774"/>
                  <a:pt x="202238" y="65774"/>
                  <a:pt x="204288" y="65774"/>
                </a:cubicBezTo>
                <a:cubicBezTo>
                  <a:pt x="212031" y="65774"/>
                  <a:pt x="213626" y="68050"/>
                  <a:pt x="213626" y="78753"/>
                </a:cubicBezTo>
                <a:lnTo>
                  <a:pt x="213626" y="185339"/>
                </a:lnTo>
                <a:cubicBezTo>
                  <a:pt x="213626" y="197182"/>
                  <a:pt x="211120" y="199687"/>
                  <a:pt x="197682" y="201053"/>
                </a:cubicBezTo>
                <a:lnTo>
                  <a:pt x="197682" y="204924"/>
                </a:lnTo>
                <a:lnTo>
                  <a:pt x="252798" y="204924"/>
                </a:lnTo>
                <a:lnTo>
                  <a:pt x="252798" y="200827"/>
                </a:lnTo>
                <a:cubicBezTo>
                  <a:pt x="235717" y="200598"/>
                  <a:pt x="232757" y="198092"/>
                  <a:pt x="232757" y="183744"/>
                </a:cubicBezTo>
                <a:lnTo>
                  <a:pt x="232757" y="147985"/>
                </a:lnTo>
                <a:cubicBezTo>
                  <a:pt x="240728" y="155498"/>
                  <a:pt x="246191" y="157774"/>
                  <a:pt x="255758" y="157774"/>
                </a:cubicBezTo>
                <a:cubicBezTo>
                  <a:pt x="282632" y="157774"/>
                  <a:pt x="303583" y="132281"/>
                  <a:pt x="303583" y="99281"/>
                </a:cubicBezTo>
                <a:cubicBezTo>
                  <a:pt x="303583" y="71063"/>
                  <a:pt x="287643" y="50796"/>
                  <a:pt x="265551" y="50796"/>
                </a:cubicBezTo>
                <a:cubicBezTo>
                  <a:pt x="252798" y="50796"/>
                  <a:pt x="242775" y="56492"/>
                  <a:pt x="232757" y="68787"/>
                </a:cubicBezTo>
                <a:lnTo>
                  <a:pt x="232757" y="51255"/>
                </a:lnTo>
                <a:lnTo>
                  <a:pt x="231391" y="50796"/>
                </a:lnTo>
                <a:cubicBezTo>
                  <a:pt x="219092" y="55581"/>
                  <a:pt x="211120" y="58542"/>
                  <a:pt x="198593" y="62413"/>
                </a:cubicBezTo>
                <a:lnTo>
                  <a:pt x="198593" y="66000"/>
                </a:lnTo>
                <a:moveTo>
                  <a:pt x="232757" y="79483"/>
                </a:moveTo>
                <a:cubicBezTo>
                  <a:pt x="232757" y="72654"/>
                  <a:pt x="245510" y="64464"/>
                  <a:pt x="255984" y="64464"/>
                </a:cubicBezTo>
                <a:cubicBezTo>
                  <a:pt x="272839" y="64464"/>
                  <a:pt x="283997" y="81759"/>
                  <a:pt x="283997" y="108160"/>
                </a:cubicBezTo>
                <a:cubicBezTo>
                  <a:pt x="283997" y="133420"/>
                  <a:pt x="272839" y="150487"/>
                  <a:pt x="256443" y="150487"/>
                </a:cubicBezTo>
                <a:cubicBezTo>
                  <a:pt x="245736" y="150487"/>
                  <a:pt x="232757" y="142296"/>
                  <a:pt x="232757" y="135467"/>
                </a:cubicBezTo>
                <a:lnTo>
                  <a:pt x="232757" y="79483"/>
                </a:lnTo>
                <a:close/>
                <a:moveTo>
                  <a:pt x="368491" y="53020"/>
                </a:moveTo>
                <a:lnTo>
                  <a:pt x="345490" y="53020"/>
                </a:lnTo>
                <a:lnTo>
                  <a:pt x="345490" y="26602"/>
                </a:lnTo>
                <a:cubicBezTo>
                  <a:pt x="345490" y="24326"/>
                  <a:pt x="345264" y="23641"/>
                  <a:pt x="343894" y="23641"/>
                </a:cubicBezTo>
                <a:cubicBezTo>
                  <a:pt x="342303" y="25692"/>
                  <a:pt x="340934" y="27742"/>
                  <a:pt x="339342" y="30018"/>
                </a:cubicBezTo>
                <a:cubicBezTo>
                  <a:pt x="330685" y="42546"/>
                  <a:pt x="320893" y="53479"/>
                  <a:pt x="317251" y="54389"/>
                </a:cubicBezTo>
                <a:cubicBezTo>
                  <a:pt x="314745" y="55981"/>
                  <a:pt x="313376" y="57576"/>
                  <a:pt x="313376" y="58716"/>
                </a:cubicBezTo>
                <a:cubicBezTo>
                  <a:pt x="313376" y="59400"/>
                  <a:pt x="313605" y="59856"/>
                  <a:pt x="314290" y="60311"/>
                </a:cubicBezTo>
                <a:lnTo>
                  <a:pt x="326359" y="60311"/>
                </a:lnTo>
                <a:lnTo>
                  <a:pt x="326359" y="128854"/>
                </a:lnTo>
                <a:cubicBezTo>
                  <a:pt x="326359" y="147981"/>
                  <a:pt x="333191" y="157774"/>
                  <a:pt x="346629" y="157774"/>
                </a:cubicBezTo>
                <a:cubicBezTo>
                  <a:pt x="357788" y="157774"/>
                  <a:pt x="366441" y="152311"/>
                  <a:pt x="373958" y="140468"/>
                </a:cubicBezTo>
                <a:lnTo>
                  <a:pt x="370997" y="137962"/>
                </a:lnTo>
                <a:cubicBezTo>
                  <a:pt x="366215" y="143655"/>
                  <a:pt x="362344" y="145934"/>
                  <a:pt x="357333" y="145934"/>
                </a:cubicBezTo>
                <a:cubicBezTo>
                  <a:pt x="348906" y="145934"/>
                  <a:pt x="345490" y="139783"/>
                  <a:pt x="345490" y="125438"/>
                </a:cubicBezTo>
                <a:lnTo>
                  <a:pt x="345490" y="60311"/>
                </a:lnTo>
                <a:lnTo>
                  <a:pt x="368491" y="60311"/>
                </a:lnTo>
                <a:lnTo>
                  <a:pt x="368491" y="53020"/>
                </a:lnTo>
                <a:close/>
                <a:moveTo>
                  <a:pt x="482819" y="144120"/>
                </a:moveTo>
                <a:lnTo>
                  <a:pt x="481683" y="144120"/>
                </a:lnTo>
                <a:cubicBezTo>
                  <a:pt x="471206" y="144120"/>
                  <a:pt x="468700" y="141615"/>
                  <a:pt x="468700" y="131137"/>
                </a:cubicBezTo>
                <a:lnTo>
                  <a:pt x="468700" y="53020"/>
                </a:lnTo>
                <a:lnTo>
                  <a:pt x="432715" y="53020"/>
                </a:lnTo>
                <a:lnTo>
                  <a:pt x="432715" y="56895"/>
                </a:lnTo>
                <a:cubicBezTo>
                  <a:pt x="446838" y="57576"/>
                  <a:pt x="449569" y="59856"/>
                  <a:pt x="449569" y="71240"/>
                </a:cubicBezTo>
                <a:lnTo>
                  <a:pt x="449569" y="124753"/>
                </a:lnTo>
                <a:cubicBezTo>
                  <a:pt x="449569" y="131130"/>
                  <a:pt x="448430" y="134320"/>
                  <a:pt x="445243" y="136823"/>
                </a:cubicBezTo>
                <a:cubicBezTo>
                  <a:pt x="439092" y="141834"/>
                  <a:pt x="432034" y="144565"/>
                  <a:pt x="425202" y="144565"/>
                </a:cubicBezTo>
                <a:cubicBezTo>
                  <a:pt x="416319" y="144565"/>
                  <a:pt x="409032" y="136823"/>
                  <a:pt x="409032" y="127259"/>
                </a:cubicBezTo>
                <a:lnTo>
                  <a:pt x="409032" y="53020"/>
                </a:lnTo>
                <a:lnTo>
                  <a:pt x="375779" y="53020"/>
                </a:lnTo>
                <a:lnTo>
                  <a:pt x="375779" y="56210"/>
                </a:lnTo>
                <a:cubicBezTo>
                  <a:pt x="386711" y="56895"/>
                  <a:pt x="389902" y="60311"/>
                  <a:pt x="389902" y="70785"/>
                </a:cubicBezTo>
                <a:lnTo>
                  <a:pt x="389902" y="128169"/>
                </a:lnTo>
                <a:cubicBezTo>
                  <a:pt x="389902" y="146160"/>
                  <a:pt x="400831" y="157774"/>
                  <a:pt x="417456" y="157774"/>
                </a:cubicBezTo>
                <a:cubicBezTo>
                  <a:pt x="425883" y="157774"/>
                  <a:pt x="434765" y="154132"/>
                  <a:pt x="440916" y="147981"/>
                </a:cubicBezTo>
                <a:lnTo>
                  <a:pt x="450709" y="138192"/>
                </a:lnTo>
                <a:lnTo>
                  <a:pt x="450709" y="157093"/>
                </a:lnTo>
                <a:lnTo>
                  <a:pt x="451620" y="157552"/>
                </a:lnTo>
                <a:cubicBezTo>
                  <a:pt x="463008" y="152999"/>
                  <a:pt x="471206" y="150494"/>
                  <a:pt x="482819" y="147303"/>
                </a:cubicBezTo>
                <a:lnTo>
                  <a:pt x="482819" y="144120"/>
                </a:lnTo>
                <a:close/>
                <a:moveTo>
                  <a:pt x="489196" y="66740"/>
                </a:moveTo>
                <a:cubicBezTo>
                  <a:pt x="492386" y="66055"/>
                  <a:pt x="494437" y="65826"/>
                  <a:pt x="497168" y="65826"/>
                </a:cubicBezTo>
                <a:cubicBezTo>
                  <a:pt x="502860" y="65826"/>
                  <a:pt x="504911" y="69471"/>
                  <a:pt x="504911" y="79490"/>
                </a:cubicBezTo>
                <a:lnTo>
                  <a:pt x="504911" y="136423"/>
                </a:lnTo>
                <a:cubicBezTo>
                  <a:pt x="504911" y="147807"/>
                  <a:pt x="503316" y="149402"/>
                  <a:pt x="488741" y="152134"/>
                </a:cubicBezTo>
                <a:lnTo>
                  <a:pt x="488741" y="155550"/>
                </a:lnTo>
                <a:lnTo>
                  <a:pt x="543401" y="155550"/>
                </a:lnTo>
                <a:lnTo>
                  <a:pt x="543401" y="152134"/>
                </a:lnTo>
                <a:cubicBezTo>
                  <a:pt x="527913" y="151453"/>
                  <a:pt x="524041" y="148037"/>
                  <a:pt x="524041" y="135057"/>
                </a:cubicBezTo>
                <a:lnTo>
                  <a:pt x="524041" y="83816"/>
                </a:lnTo>
                <a:cubicBezTo>
                  <a:pt x="524041" y="76529"/>
                  <a:pt x="533834" y="65145"/>
                  <a:pt x="539985" y="65145"/>
                </a:cubicBezTo>
                <a:cubicBezTo>
                  <a:pt x="541351" y="65145"/>
                  <a:pt x="543401" y="66284"/>
                  <a:pt x="545907" y="68561"/>
                </a:cubicBezTo>
                <a:cubicBezTo>
                  <a:pt x="549549" y="71747"/>
                  <a:pt x="552054" y="73113"/>
                  <a:pt x="555015" y="73113"/>
                </a:cubicBezTo>
                <a:cubicBezTo>
                  <a:pt x="560481" y="73113"/>
                  <a:pt x="563897" y="69242"/>
                  <a:pt x="563897" y="62868"/>
                </a:cubicBezTo>
                <a:cubicBezTo>
                  <a:pt x="563897" y="55352"/>
                  <a:pt x="559116" y="50796"/>
                  <a:pt x="551373" y="50796"/>
                </a:cubicBezTo>
                <a:cubicBezTo>
                  <a:pt x="541806" y="50796"/>
                  <a:pt x="535203" y="56036"/>
                  <a:pt x="524041" y="72203"/>
                </a:cubicBezTo>
                <a:lnTo>
                  <a:pt x="524041" y="51255"/>
                </a:lnTo>
                <a:lnTo>
                  <a:pt x="522905" y="50796"/>
                </a:lnTo>
                <a:cubicBezTo>
                  <a:pt x="510832" y="55807"/>
                  <a:pt x="502635" y="58768"/>
                  <a:pt x="489196" y="63094"/>
                </a:cubicBezTo>
                <a:lnTo>
                  <a:pt x="489196" y="66740"/>
                </a:lnTo>
                <a:close/>
                <a:moveTo>
                  <a:pt x="656362" y="118137"/>
                </a:moveTo>
                <a:cubicBezTo>
                  <a:pt x="645433" y="135453"/>
                  <a:pt x="635636" y="142063"/>
                  <a:pt x="621062" y="142063"/>
                </a:cubicBezTo>
                <a:cubicBezTo>
                  <a:pt x="608082" y="142063"/>
                  <a:pt x="598289" y="135453"/>
                  <a:pt x="591683" y="122467"/>
                </a:cubicBezTo>
                <a:cubicBezTo>
                  <a:pt x="587582" y="113807"/>
                  <a:pt x="585991" y="106287"/>
                  <a:pt x="585535" y="92386"/>
                </a:cubicBezTo>
                <a:lnTo>
                  <a:pt x="655681" y="92386"/>
                </a:lnTo>
                <a:cubicBezTo>
                  <a:pt x="653856" y="77610"/>
                  <a:pt x="651580" y="71028"/>
                  <a:pt x="645888" y="63765"/>
                </a:cubicBezTo>
                <a:cubicBezTo>
                  <a:pt x="639052" y="55581"/>
                  <a:pt x="628578" y="50796"/>
                  <a:pt x="616735" y="50796"/>
                </a:cubicBezTo>
                <a:cubicBezTo>
                  <a:pt x="605347" y="50796"/>
                  <a:pt x="594644" y="54897"/>
                  <a:pt x="585991" y="62629"/>
                </a:cubicBezTo>
                <a:cubicBezTo>
                  <a:pt x="575284" y="71935"/>
                  <a:pt x="569136" y="88060"/>
                  <a:pt x="569136" y="106742"/>
                </a:cubicBezTo>
                <a:cubicBezTo>
                  <a:pt x="569136" y="138188"/>
                  <a:pt x="585535" y="157774"/>
                  <a:pt x="611724" y="157774"/>
                </a:cubicBezTo>
                <a:cubicBezTo>
                  <a:pt x="633360" y="157774"/>
                  <a:pt x="650440" y="144339"/>
                  <a:pt x="660007" y="119732"/>
                </a:cubicBezTo>
                <a:lnTo>
                  <a:pt x="656362" y="118137"/>
                </a:lnTo>
                <a:moveTo>
                  <a:pt x="585991" y="85099"/>
                </a:moveTo>
                <a:cubicBezTo>
                  <a:pt x="588493" y="67397"/>
                  <a:pt x="596239" y="58997"/>
                  <a:pt x="610129" y="58997"/>
                </a:cubicBezTo>
                <a:cubicBezTo>
                  <a:pt x="624022" y="58997"/>
                  <a:pt x="629489" y="65353"/>
                  <a:pt x="632449" y="85099"/>
                </a:cubicBezTo>
                <a:lnTo>
                  <a:pt x="585991" y="85099"/>
                </a:lnTo>
                <a:close/>
                <a:moveTo>
                  <a:pt x="736300" y="83994"/>
                </a:moveTo>
                <a:lnTo>
                  <a:pt x="735390" y="53020"/>
                </a:lnTo>
                <a:lnTo>
                  <a:pt x="732884" y="53020"/>
                </a:lnTo>
                <a:lnTo>
                  <a:pt x="732429" y="53479"/>
                </a:lnTo>
                <a:cubicBezTo>
                  <a:pt x="730378" y="55070"/>
                  <a:pt x="730153" y="55300"/>
                  <a:pt x="729242" y="55300"/>
                </a:cubicBezTo>
                <a:cubicBezTo>
                  <a:pt x="727876" y="55300"/>
                  <a:pt x="725597" y="54844"/>
                  <a:pt x="723091" y="53705"/>
                </a:cubicBezTo>
                <a:cubicBezTo>
                  <a:pt x="718080" y="51932"/>
                  <a:pt x="713072" y="51018"/>
                  <a:pt x="707151" y="51018"/>
                </a:cubicBezTo>
                <a:cubicBezTo>
                  <a:pt x="689157" y="51018"/>
                  <a:pt x="676177" y="62632"/>
                  <a:pt x="676177" y="79021"/>
                </a:cubicBezTo>
                <a:cubicBezTo>
                  <a:pt x="676177" y="91764"/>
                  <a:pt x="683464" y="100869"/>
                  <a:pt x="702824" y="111795"/>
                </a:cubicBezTo>
                <a:lnTo>
                  <a:pt x="716033" y="119308"/>
                </a:lnTo>
                <a:cubicBezTo>
                  <a:pt x="724002" y="123860"/>
                  <a:pt x="727876" y="129323"/>
                  <a:pt x="727876" y="136378"/>
                </a:cubicBezTo>
                <a:cubicBezTo>
                  <a:pt x="727876" y="146393"/>
                  <a:pt x="720586" y="152766"/>
                  <a:pt x="708972" y="152766"/>
                </a:cubicBezTo>
                <a:cubicBezTo>
                  <a:pt x="701229" y="152766"/>
                  <a:pt x="694168" y="149806"/>
                  <a:pt x="689841" y="144798"/>
                </a:cubicBezTo>
                <a:cubicBezTo>
                  <a:pt x="685059" y="139109"/>
                  <a:pt x="683009" y="133872"/>
                  <a:pt x="680048" y="120900"/>
                </a:cubicBezTo>
                <a:lnTo>
                  <a:pt x="676403" y="120900"/>
                </a:lnTo>
                <a:lnTo>
                  <a:pt x="676403" y="156408"/>
                </a:lnTo>
                <a:lnTo>
                  <a:pt x="679364" y="156408"/>
                </a:lnTo>
                <a:cubicBezTo>
                  <a:pt x="680959" y="154132"/>
                  <a:pt x="681869" y="153677"/>
                  <a:pt x="684604" y="153677"/>
                </a:cubicBezTo>
                <a:cubicBezTo>
                  <a:pt x="686654" y="153729"/>
                  <a:pt x="689841" y="154184"/>
                  <a:pt x="695078" y="155550"/>
                </a:cubicBezTo>
                <a:cubicBezTo>
                  <a:pt x="701455" y="156864"/>
                  <a:pt x="707606" y="157774"/>
                  <a:pt x="711703" y="157774"/>
                </a:cubicBezTo>
                <a:cubicBezTo>
                  <a:pt x="729242" y="157774"/>
                  <a:pt x="743817" y="144572"/>
                  <a:pt x="743817" y="128639"/>
                </a:cubicBezTo>
                <a:cubicBezTo>
                  <a:pt x="743817" y="117258"/>
                  <a:pt x="738350" y="109748"/>
                  <a:pt x="724686" y="101553"/>
                </a:cubicBezTo>
                <a:lnTo>
                  <a:pt x="700089" y="86986"/>
                </a:lnTo>
                <a:cubicBezTo>
                  <a:pt x="693712" y="83344"/>
                  <a:pt x="690296" y="77655"/>
                  <a:pt x="690296" y="71508"/>
                </a:cubicBezTo>
                <a:cubicBezTo>
                  <a:pt x="690296" y="62403"/>
                  <a:pt x="697358" y="56029"/>
                  <a:pt x="707832" y="56029"/>
                </a:cubicBezTo>
                <a:cubicBezTo>
                  <a:pt x="720815" y="56029"/>
                  <a:pt x="727647" y="63768"/>
                  <a:pt x="732884" y="84028"/>
                </a:cubicBezTo>
                <a:lnTo>
                  <a:pt x="736300" y="83994"/>
                </a:lnTo>
                <a:close/>
                <a:moveTo>
                  <a:pt x="890940" y="53020"/>
                </a:moveTo>
                <a:lnTo>
                  <a:pt x="867938" y="53020"/>
                </a:lnTo>
                <a:lnTo>
                  <a:pt x="867938" y="26602"/>
                </a:lnTo>
                <a:cubicBezTo>
                  <a:pt x="867938" y="24326"/>
                  <a:pt x="867712" y="23641"/>
                  <a:pt x="866343" y="23641"/>
                </a:cubicBezTo>
                <a:cubicBezTo>
                  <a:pt x="864751" y="25692"/>
                  <a:pt x="863382" y="27742"/>
                  <a:pt x="861791" y="30018"/>
                </a:cubicBezTo>
                <a:cubicBezTo>
                  <a:pt x="853134" y="42546"/>
                  <a:pt x="843341" y="53479"/>
                  <a:pt x="839699" y="54389"/>
                </a:cubicBezTo>
                <a:cubicBezTo>
                  <a:pt x="837194" y="55981"/>
                  <a:pt x="835825" y="57576"/>
                  <a:pt x="835825" y="58716"/>
                </a:cubicBezTo>
                <a:cubicBezTo>
                  <a:pt x="835825" y="59400"/>
                  <a:pt x="836054" y="59856"/>
                  <a:pt x="836739" y="60311"/>
                </a:cubicBezTo>
                <a:lnTo>
                  <a:pt x="848808" y="60311"/>
                </a:lnTo>
                <a:lnTo>
                  <a:pt x="848808" y="128854"/>
                </a:lnTo>
                <a:cubicBezTo>
                  <a:pt x="848808" y="147981"/>
                  <a:pt x="855640" y="157774"/>
                  <a:pt x="869078" y="157774"/>
                </a:cubicBezTo>
                <a:cubicBezTo>
                  <a:pt x="880237" y="157774"/>
                  <a:pt x="888890" y="152311"/>
                  <a:pt x="896406" y="140468"/>
                </a:cubicBezTo>
                <a:lnTo>
                  <a:pt x="893446" y="137962"/>
                </a:lnTo>
                <a:cubicBezTo>
                  <a:pt x="888664" y="143655"/>
                  <a:pt x="884792" y="145934"/>
                  <a:pt x="879781" y="145934"/>
                </a:cubicBezTo>
                <a:cubicBezTo>
                  <a:pt x="871354" y="145934"/>
                  <a:pt x="867938" y="139783"/>
                  <a:pt x="867938" y="125438"/>
                </a:cubicBezTo>
                <a:lnTo>
                  <a:pt x="867938" y="60311"/>
                </a:lnTo>
                <a:lnTo>
                  <a:pt x="890940" y="60311"/>
                </a:lnTo>
                <a:lnTo>
                  <a:pt x="890940" y="53020"/>
                </a:lnTo>
                <a:close/>
                <a:moveTo>
                  <a:pt x="931936" y="77443"/>
                </a:moveTo>
                <a:cubicBezTo>
                  <a:pt x="941500" y="66969"/>
                  <a:pt x="948332" y="63094"/>
                  <a:pt x="957214" y="63094"/>
                </a:cubicBezTo>
                <a:cubicBezTo>
                  <a:pt x="968602" y="63094"/>
                  <a:pt x="974294" y="71296"/>
                  <a:pt x="974294" y="87236"/>
                </a:cubicBezTo>
                <a:lnTo>
                  <a:pt x="974294" y="132322"/>
                </a:lnTo>
                <a:cubicBezTo>
                  <a:pt x="974294" y="147807"/>
                  <a:pt x="972018" y="150768"/>
                  <a:pt x="958809" y="152134"/>
                </a:cubicBezTo>
                <a:lnTo>
                  <a:pt x="958809" y="155550"/>
                </a:lnTo>
                <a:lnTo>
                  <a:pt x="1007093" y="155550"/>
                </a:lnTo>
                <a:lnTo>
                  <a:pt x="1007093" y="152134"/>
                </a:lnTo>
                <a:cubicBezTo>
                  <a:pt x="994794" y="149858"/>
                  <a:pt x="993425" y="148037"/>
                  <a:pt x="993425" y="132322"/>
                </a:cubicBezTo>
                <a:lnTo>
                  <a:pt x="993425" y="87007"/>
                </a:lnTo>
                <a:cubicBezTo>
                  <a:pt x="993425" y="63094"/>
                  <a:pt x="983861" y="50796"/>
                  <a:pt x="965412" y="50796"/>
                </a:cubicBezTo>
                <a:cubicBezTo>
                  <a:pt x="951977" y="50796"/>
                  <a:pt x="942410" y="56262"/>
                  <a:pt x="931936" y="69926"/>
                </a:cubicBezTo>
                <a:lnTo>
                  <a:pt x="931936" y="695"/>
                </a:lnTo>
                <a:lnTo>
                  <a:pt x="930796" y="10"/>
                </a:lnTo>
                <a:cubicBezTo>
                  <a:pt x="923054" y="2742"/>
                  <a:pt x="917358" y="4566"/>
                  <a:pt x="904604" y="8208"/>
                </a:cubicBezTo>
                <a:lnTo>
                  <a:pt x="898457" y="10033"/>
                </a:lnTo>
                <a:lnTo>
                  <a:pt x="898457" y="13675"/>
                </a:lnTo>
                <a:cubicBezTo>
                  <a:pt x="899367" y="13449"/>
                  <a:pt x="900052" y="13449"/>
                  <a:pt x="901188" y="13449"/>
                </a:cubicBezTo>
                <a:cubicBezTo>
                  <a:pt x="910981" y="13449"/>
                  <a:pt x="912806" y="15270"/>
                  <a:pt x="912806" y="25063"/>
                </a:cubicBezTo>
                <a:lnTo>
                  <a:pt x="912806" y="132322"/>
                </a:lnTo>
                <a:cubicBezTo>
                  <a:pt x="912806" y="148263"/>
                  <a:pt x="911436" y="150313"/>
                  <a:pt x="898227" y="152134"/>
                </a:cubicBezTo>
                <a:lnTo>
                  <a:pt x="898227" y="155550"/>
                </a:lnTo>
                <a:lnTo>
                  <a:pt x="947421" y="155550"/>
                </a:lnTo>
                <a:lnTo>
                  <a:pt x="947421" y="152134"/>
                </a:lnTo>
                <a:cubicBezTo>
                  <a:pt x="934212" y="150768"/>
                  <a:pt x="931936" y="148037"/>
                  <a:pt x="931936" y="132322"/>
                </a:cubicBezTo>
                <a:lnTo>
                  <a:pt x="931936" y="77443"/>
                </a:lnTo>
                <a:close/>
                <a:moveTo>
                  <a:pt x="1102971" y="118137"/>
                </a:moveTo>
                <a:cubicBezTo>
                  <a:pt x="1092042" y="135453"/>
                  <a:pt x="1082245" y="142063"/>
                  <a:pt x="1067671" y="142063"/>
                </a:cubicBezTo>
                <a:cubicBezTo>
                  <a:pt x="1054691" y="142063"/>
                  <a:pt x="1044898" y="135453"/>
                  <a:pt x="1038292" y="122467"/>
                </a:cubicBezTo>
                <a:cubicBezTo>
                  <a:pt x="1034191" y="113807"/>
                  <a:pt x="1032600" y="106287"/>
                  <a:pt x="1032145" y="92386"/>
                </a:cubicBezTo>
                <a:lnTo>
                  <a:pt x="1102290" y="92386"/>
                </a:lnTo>
                <a:cubicBezTo>
                  <a:pt x="1100466" y="77610"/>
                  <a:pt x="1098189" y="71028"/>
                  <a:pt x="1092497" y="63765"/>
                </a:cubicBezTo>
                <a:cubicBezTo>
                  <a:pt x="1085661" y="55581"/>
                  <a:pt x="1075187" y="50796"/>
                  <a:pt x="1063344" y="50796"/>
                </a:cubicBezTo>
                <a:cubicBezTo>
                  <a:pt x="1051956" y="50796"/>
                  <a:pt x="1041253" y="54897"/>
                  <a:pt x="1032600" y="62629"/>
                </a:cubicBezTo>
                <a:cubicBezTo>
                  <a:pt x="1021893" y="71935"/>
                  <a:pt x="1015746" y="88060"/>
                  <a:pt x="1015746" y="106742"/>
                </a:cubicBezTo>
                <a:cubicBezTo>
                  <a:pt x="1015746" y="138188"/>
                  <a:pt x="1032145" y="157774"/>
                  <a:pt x="1058333" y="157774"/>
                </a:cubicBezTo>
                <a:cubicBezTo>
                  <a:pt x="1079969" y="157774"/>
                  <a:pt x="1097049" y="144339"/>
                  <a:pt x="1106616" y="119732"/>
                </a:cubicBezTo>
                <a:lnTo>
                  <a:pt x="1102971" y="118137"/>
                </a:lnTo>
                <a:moveTo>
                  <a:pt x="1032600" y="85099"/>
                </a:moveTo>
                <a:cubicBezTo>
                  <a:pt x="1035102" y="67397"/>
                  <a:pt x="1042848" y="58997"/>
                  <a:pt x="1056738" y="58997"/>
                </a:cubicBezTo>
                <a:cubicBezTo>
                  <a:pt x="1070632" y="58997"/>
                  <a:pt x="1076098" y="65353"/>
                  <a:pt x="1079059" y="85099"/>
                </a:cubicBezTo>
                <a:lnTo>
                  <a:pt x="1032600" y="85099"/>
                </a:lnTo>
                <a:close/>
                <a:moveTo>
                  <a:pt x="1226639" y="77443"/>
                </a:moveTo>
                <a:cubicBezTo>
                  <a:pt x="1236202" y="66969"/>
                  <a:pt x="1243035" y="63094"/>
                  <a:pt x="1251917" y="63094"/>
                </a:cubicBezTo>
                <a:cubicBezTo>
                  <a:pt x="1263305" y="63094"/>
                  <a:pt x="1268997" y="71296"/>
                  <a:pt x="1268997" y="87236"/>
                </a:cubicBezTo>
                <a:lnTo>
                  <a:pt x="1268997" y="132322"/>
                </a:lnTo>
                <a:cubicBezTo>
                  <a:pt x="1268997" y="147807"/>
                  <a:pt x="1266721" y="150768"/>
                  <a:pt x="1253512" y="152134"/>
                </a:cubicBezTo>
                <a:lnTo>
                  <a:pt x="1253512" y="155550"/>
                </a:lnTo>
                <a:lnTo>
                  <a:pt x="1301795" y="155550"/>
                </a:lnTo>
                <a:lnTo>
                  <a:pt x="1301795" y="152134"/>
                </a:lnTo>
                <a:cubicBezTo>
                  <a:pt x="1289497" y="149858"/>
                  <a:pt x="1288128" y="148037"/>
                  <a:pt x="1288128" y="132322"/>
                </a:cubicBezTo>
                <a:lnTo>
                  <a:pt x="1288128" y="87007"/>
                </a:lnTo>
                <a:cubicBezTo>
                  <a:pt x="1288128" y="63094"/>
                  <a:pt x="1278564" y="50796"/>
                  <a:pt x="1260115" y="50796"/>
                </a:cubicBezTo>
                <a:cubicBezTo>
                  <a:pt x="1246680" y="50796"/>
                  <a:pt x="1237113" y="56262"/>
                  <a:pt x="1226639" y="69926"/>
                </a:cubicBezTo>
                <a:lnTo>
                  <a:pt x="1226639" y="695"/>
                </a:lnTo>
                <a:lnTo>
                  <a:pt x="1225499" y="10"/>
                </a:lnTo>
                <a:cubicBezTo>
                  <a:pt x="1217757" y="2742"/>
                  <a:pt x="1212061" y="4566"/>
                  <a:pt x="1199307" y="8208"/>
                </a:cubicBezTo>
                <a:lnTo>
                  <a:pt x="1193160" y="10033"/>
                </a:lnTo>
                <a:lnTo>
                  <a:pt x="1193160" y="13675"/>
                </a:lnTo>
                <a:cubicBezTo>
                  <a:pt x="1194070" y="13449"/>
                  <a:pt x="1194755" y="13449"/>
                  <a:pt x="1195891" y="13449"/>
                </a:cubicBezTo>
                <a:cubicBezTo>
                  <a:pt x="1205684" y="13449"/>
                  <a:pt x="1207508" y="15270"/>
                  <a:pt x="1207508" y="25063"/>
                </a:cubicBezTo>
                <a:lnTo>
                  <a:pt x="1207508" y="132322"/>
                </a:lnTo>
                <a:cubicBezTo>
                  <a:pt x="1207508" y="148263"/>
                  <a:pt x="1206139" y="150313"/>
                  <a:pt x="1192930" y="152134"/>
                </a:cubicBezTo>
                <a:lnTo>
                  <a:pt x="1192930" y="155550"/>
                </a:lnTo>
                <a:lnTo>
                  <a:pt x="1242124" y="155550"/>
                </a:lnTo>
                <a:lnTo>
                  <a:pt x="1242124" y="152134"/>
                </a:lnTo>
                <a:cubicBezTo>
                  <a:pt x="1228915" y="150768"/>
                  <a:pt x="1226639" y="148037"/>
                  <a:pt x="1226639" y="132322"/>
                </a:cubicBezTo>
                <a:lnTo>
                  <a:pt x="1226639" y="77443"/>
                </a:lnTo>
                <a:close/>
                <a:moveTo>
                  <a:pt x="1344609" y="50796"/>
                </a:moveTo>
                <a:lnTo>
                  <a:pt x="1309308" y="63251"/>
                </a:lnTo>
                <a:lnTo>
                  <a:pt x="1309308" y="66670"/>
                </a:lnTo>
                <a:lnTo>
                  <a:pt x="1311133" y="66441"/>
                </a:lnTo>
                <a:cubicBezTo>
                  <a:pt x="1313864" y="65986"/>
                  <a:pt x="1316825" y="65756"/>
                  <a:pt x="1318876" y="65756"/>
                </a:cubicBezTo>
                <a:cubicBezTo>
                  <a:pt x="1324342" y="65756"/>
                  <a:pt x="1326389" y="69402"/>
                  <a:pt x="1326389" y="79431"/>
                </a:cubicBezTo>
                <a:lnTo>
                  <a:pt x="1326389" y="132308"/>
                </a:lnTo>
                <a:cubicBezTo>
                  <a:pt x="1326389" y="148718"/>
                  <a:pt x="1324113" y="151223"/>
                  <a:pt x="1308398" y="152134"/>
                </a:cubicBezTo>
                <a:lnTo>
                  <a:pt x="1308398" y="155550"/>
                </a:lnTo>
                <a:lnTo>
                  <a:pt x="1362374" y="155550"/>
                </a:lnTo>
                <a:lnTo>
                  <a:pt x="1362374" y="152134"/>
                </a:lnTo>
                <a:cubicBezTo>
                  <a:pt x="1347344" y="150998"/>
                  <a:pt x="1345519" y="148718"/>
                  <a:pt x="1345519" y="132308"/>
                </a:cubicBezTo>
                <a:lnTo>
                  <a:pt x="1345519" y="51480"/>
                </a:lnTo>
                <a:lnTo>
                  <a:pt x="1344609" y="50796"/>
                </a:lnTo>
                <a:moveTo>
                  <a:pt x="1333905" y="87"/>
                </a:moveTo>
                <a:cubicBezTo>
                  <a:pt x="1327758" y="87"/>
                  <a:pt x="1322517" y="5327"/>
                  <a:pt x="1322517" y="11704"/>
                </a:cubicBezTo>
                <a:cubicBezTo>
                  <a:pt x="1322517" y="18081"/>
                  <a:pt x="1327529" y="23318"/>
                  <a:pt x="1333905" y="23318"/>
                </a:cubicBezTo>
                <a:cubicBezTo>
                  <a:pt x="1340512" y="23318"/>
                  <a:pt x="1345749" y="18307"/>
                  <a:pt x="1345749" y="11704"/>
                </a:cubicBezTo>
                <a:cubicBezTo>
                  <a:pt x="1345749" y="5327"/>
                  <a:pt x="1340512" y="87"/>
                  <a:pt x="1333905" y="87"/>
                </a:cubicBezTo>
                <a:close/>
                <a:moveTo>
                  <a:pt x="1460987" y="118137"/>
                </a:moveTo>
                <a:cubicBezTo>
                  <a:pt x="1450058" y="135453"/>
                  <a:pt x="1440262" y="142063"/>
                  <a:pt x="1425687" y="142063"/>
                </a:cubicBezTo>
                <a:cubicBezTo>
                  <a:pt x="1412707" y="142063"/>
                  <a:pt x="1402914" y="135453"/>
                  <a:pt x="1396308" y="122467"/>
                </a:cubicBezTo>
                <a:cubicBezTo>
                  <a:pt x="1392208" y="113807"/>
                  <a:pt x="1390616" y="106287"/>
                  <a:pt x="1390161" y="92386"/>
                </a:cubicBezTo>
                <a:lnTo>
                  <a:pt x="1460306" y="92386"/>
                </a:lnTo>
                <a:cubicBezTo>
                  <a:pt x="1458482" y="77610"/>
                  <a:pt x="1456205" y="71028"/>
                  <a:pt x="1450513" y="63765"/>
                </a:cubicBezTo>
                <a:cubicBezTo>
                  <a:pt x="1443678" y="55581"/>
                  <a:pt x="1433204" y="50796"/>
                  <a:pt x="1421360" y="50796"/>
                </a:cubicBezTo>
                <a:cubicBezTo>
                  <a:pt x="1409972" y="50796"/>
                  <a:pt x="1399269" y="54897"/>
                  <a:pt x="1390616" y="62629"/>
                </a:cubicBezTo>
                <a:cubicBezTo>
                  <a:pt x="1379909" y="71935"/>
                  <a:pt x="1373762" y="88060"/>
                  <a:pt x="1373762" y="106742"/>
                </a:cubicBezTo>
                <a:cubicBezTo>
                  <a:pt x="1373762" y="138188"/>
                  <a:pt x="1390161" y="157774"/>
                  <a:pt x="1416349" y="157774"/>
                </a:cubicBezTo>
                <a:cubicBezTo>
                  <a:pt x="1437985" y="157774"/>
                  <a:pt x="1455066" y="144339"/>
                  <a:pt x="1464633" y="119732"/>
                </a:cubicBezTo>
                <a:lnTo>
                  <a:pt x="1460987" y="118137"/>
                </a:lnTo>
                <a:moveTo>
                  <a:pt x="1390616" y="85099"/>
                </a:moveTo>
                <a:cubicBezTo>
                  <a:pt x="1393118" y="67397"/>
                  <a:pt x="1400864" y="58997"/>
                  <a:pt x="1414754" y="58997"/>
                </a:cubicBezTo>
                <a:cubicBezTo>
                  <a:pt x="1428648" y="58997"/>
                  <a:pt x="1434114" y="65353"/>
                  <a:pt x="1437075" y="85099"/>
                </a:cubicBezTo>
                <a:lnTo>
                  <a:pt x="1390616" y="85099"/>
                </a:lnTo>
                <a:close/>
                <a:moveTo>
                  <a:pt x="1470780" y="66740"/>
                </a:moveTo>
                <a:cubicBezTo>
                  <a:pt x="1473970" y="66055"/>
                  <a:pt x="1476021" y="65826"/>
                  <a:pt x="1478752" y="65826"/>
                </a:cubicBezTo>
                <a:cubicBezTo>
                  <a:pt x="1484444" y="65826"/>
                  <a:pt x="1486495" y="69471"/>
                  <a:pt x="1486495" y="79490"/>
                </a:cubicBezTo>
                <a:lnTo>
                  <a:pt x="1486495" y="136423"/>
                </a:lnTo>
                <a:cubicBezTo>
                  <a:pt x="1486495" y="147807"/>
                  <a:pt x="1484900" y="149402"/>
                  <a:pt x="1470325" y="152134"/>
                </a:cubicBezTo>
                <a:lnTo>
                  <a:pt x="1470325" y="155550"/>
                </a:lnTo>
                <a:lnTo>
                  <a:pt x="1524985" y="155550"/>
                </a:lnTo>
                <a:lnTo>
                  <a:pt x="1524985" y="152134"/>
                </a:lnTo>
                <a:cubicBezTo>
                  <a:pt x="1509497" y="151453"/>
                  <a:pt x="1505625" y="148037"/>
                  <a:pt x="1505625" y="135057"/>
                </a:cubicBezTo>
                <a:lnTo>
                  <a:pt x="1505625" y="83816"/>
                </a:lnTo>
                <a:cubicBezTo>
                  <a:pt x="1505625" y="76529"/>
                  <a:pt x="1515418" y="65145"/>
                  <a:pt x="1521569" y="65145"/>
                </a:cubicBezTo>
                <a:cubicBezTo>
                  <a:pt x="1522935" y="65145"/>
                  <a:pt x="1524985" y="66284"/>
                  <a:pt x="1527491" y="68561"/>
                </a:cubicBezTo>
                <a:cubicBezTo>
                  <a:pt x="1531133" y="71747"/>
                  <a:pt x="1533638" y="73113"/>
                  <a:pt x="1536599" y="73113"/>
                </a:cubicBezTo>
                <a:cubicBezTo>
                  <a:pt x="1542065" y="73113"/>
                  <a:pt x="1545481" y="69242"/>
                  <a:pt x="1545481" y="62868"/>
                </a:cubicBezTo>
                <a:cubicBezTo>
                  <a:pt x="1545481" y="55352"/>
                  <a:pt x="1540700" y="50796"/>
                  <a:pt x="1532957" y="50796"/>
                </a:cubicBezTo>
                <a:cubicBezTo>
                  <a:pt x="1523390" y="50796"/>
                  <a:pt x="1516787" y="56036"/>
                  <a:pt x="1505625" y="72203"/>
                </a:cubicBezTo>
                <a:lnTo>
                  <a:pt x="1505625" y="51255"/>
                </a:lnTo>
                <a:lnTo>
                  <a:pt x="1504489" y="50796"/>
                </a:lnTo>
                <a:cubicBezTo>
                  <a:pt x="1492416" y="55807"/>
                  <a:pt x="1484218" y="58768"/>
                  <a:pt x="1470780" y="63094"/>
                </a:cubicBezTo>
                <a:lnTo>
                  <a:pt x="1470780" y="66740"/>
                </a:lnTo>
                <a:close/>
                <a:moveTo>
                  <a:pt x="1645688" y="140471"/>
                </a:moveTo>
                <a:cubicBezTo>
                  <a:pt x="1641817" y="143655"/>
                  <a:pt x="1639085" y="144794"/>
                  <a:pt x="1635669" y="144794"/>
                </a:cubicBezTo>
                <a:cubicBezTo>
                  <a:pt x="1630432" y="144794"/>
                  <a:pt x="1628837" y="141608"/>
                  <a:pt x="1628837" y="131596"/>
                </a:cubicBezTo>
                <a:lnTo>
                  <a:pt x="1628837" y="87215"/>
                </a:lnTo>
                <a:cubicBezTo>
                  <a:pt x="1628837" y="75379"/>
                  <a:pt x="1627698" y="68780"/>
                  <a:pt x="1624281" y="63317"/>
                </a:cubicBezTo>
                <a:cubicBezTo>
                  <a:pt x="1619270" y="55126"/>
                  <a:pt x="1609477" y="50796"/>
                  <a:pt x="1596043" y="50796"/>
                </a:cubicBezTo>
                <a:cubicBezTo>
                  <a:pt x="1574632" y="50796"/>
                  <a:pt x="1557782" y="61951"/>
                  <a:pt x="1557782" y="76289"/>
                </a:cubicBezTo>
                <a:cubicBezTo>
                  <a:pt x="1557782" y="81526"/>
                  <a:pt x="1562334" y="86075"/>
                  <a:pt x="1567574" y="86075"/>
                </a:cubicBezTo>
                <a:cubicBezTo>
                  <a:pt x="1573037" y="86075"/>
                  <a:pt x="1577823" y="81526"/>
                  <a:pt x="1577823" y="76519"/>
                </a:cubicBezTo>
                <a:cubicBezTo>
                  <a:pt x="1577823" y="75608"/>
                  <a:pt x="1577593" y="74468"/>
                  <a:pt x="1577367" y="72877"/>
                </a:cubicBezTo>
                <a:cubicBezTo>
                  <a:pt x="1576912" y="70830"/>
                  <a:pt x="1576683" y="69009"/>
                  <a:pt x="1576683" y="67414"/>
                </a:cubicBezTo>
                <a:cubicBezTo>
                  <a:pt x="1576683" y="61270"/>
                  <a:pt x="1583970" y="56262"/>
                  <a:pt x="1593082" y="56262"/>
                </a:cubicBezTo>
                <a:cubicBezTo>
                  <a:pt x="1604240" y="56262"/>
                  <a:pt x="1610388" y="62861"/>
                  <a:pt x="1610388" y="75153"/>
                </a:cubicBezTo>
                <a:lnTo>
                  <a:pt x="1610388" y="89036"/>
                </a:lnTo>
                <a:cubicBezTo>
                  <a:pt x="1575317" y="103145"/>
                  <a:pt x="1571446" y="104966"/>
                  <a:pt x="1561653" y="113616"/>
                </a:cubicBezTo>
                <a:cubicBezTo>
                  <a:pt x="1556642" y="118168"/>
                  <a:pt x="1553452" y="125904"/>
                  <a:pt x="1553452" y="133413"/>
                </a:cubicBezTo>
                <a:cubicBezTo>
                  <a:pt x="1553452" y="147755"/>
                  <a:pt x="1563474" y="157774"/>
                  <a:pt x="1577367" y="157774"/>
                </a:cubicBezTo>
                <a:cubicBezTo>
                  <a:pt x="1587386" y="157774"/>
                  <a:pt x="1596724" y="152992"/>
                  <a:pt x="1610617" y="141149"/>
                </a:cubicBezTo>
                <a:cubicBezTo>
                  <a:pt x="1611757" y="152992"/>
                  <a:pt x="1615854" y="157774"/>
                  <a:pt x="1625192" y="157774"/>
                </a:cubicBezTo>
                <a:cubicBezTo>
                  <a:pt x="1632935" y="157774"/>
                  <a:pt x="1637720" y="155043"/>
                  <a:pt x="1645688" y="146390"/>
                </a:cubicBezTo>
                <a:lnTo>
                  <a:pt x="1645688" y="140471"/>
                </a:lnTo>
                <a:moveTo>
                  <a:pt x="1610388" y="127485"/>
                </a:moveTo>
                <a:cubicBezTo>
                  <a:pt x="1610388" y="134546"/>
                  <a:pt x="1609252" y="136597"/>
                  <a:pt x="1604466" y="139328"/>
                </a:cubicBezTo>
                <a:cubicBezTo>
                  <a:pt x="1599003" y="142518"/>
                  <a:pt x="1592627" y="144565"/>
                  <a:pt x="1587841" y="144565"/>
                </a:cubicBezTo>
                <a:cubicBezTo>
                  <a:pt x="1579873" y="144565"/>
                  <a:pt x="1573496" y="136823"/>
                  <a:pt x="1573496" y="127030"/>
                </a:cubicBezTo>
                <a:lnTo>
                  <a:pt x="1573496" y="126119"/>
                </a:lnTo>
                <a:cubicBezTo>
                  <a:pt x="1573496" y="112681"/>
                  <a:pt x="1582830" y="104483"/>
                  <a:pt x="1610388" y="94461"/>
                </a:cubicBezTo>
                <a:lnTo>
                  <a:pt x="1610388" y="127485"/>
                </a:lnTo>
                <a:close/>
                <a:moveTo>
                  <a:pt x="1647739" y="66740"/>
                </a:moveTo>
                <a:cubicBezTo>
                  <a:pt x="1650929" y="66055"/>
                  <a:pt x="1652979" y="65826"/>
                  <a:pt x="1655711" y="65826"/>
                </a:cubicBezTo>
                <a:cubicBezTo>
                  <a:pt x="1661403" y="65826"/>
                  <a:pt x="1663453" y="69471"/>
                  <a:pt x="1663453" y="79490"/>
                </a:cubicBezTo>
                <a:lnTo>
                  <a:pt x="1663453" y="136423"/>
                </a:lnTo>
                <a:cubicBezTo>
                  <a:pt x="1663453" y="147807"/>
                  <a:pt x="1661858" y="149402"/>
                  <a:pt x="1647283" y="152134"/>
                </a:cubicBezTo>
                <a:lnTo>
                  <a:pt x="1647283" y="155550"/>
                </a:lnTo>
                <a:lnTo>
                  <a:pt x="1701944" y="155550"/>
                </a:lnTo>
                <a:lnTo>
                  <a:pt x="1701944" y="152134"/>
                </a:lnTo>
                <a:cubicBezTo>
                  <a:pt x="1686455" y="151453"/>
                  <a:pt x="1682584" y="148037"/>
                  <a:pt x="1682584" y="135057"/>
                </a:cubicBezTo>
                <a:lnTo>
                  <a:pt x="1682584" y="83816"/>
                </a:lnTo>
                <a:cubicBezTo>
                  <a:pt x="1682584" y="76529"/>
                  <a:pt x="1692377" y="65145"/>
                  <a:pt x="1698528" y="65145"/>
                </a:cubicBezTo>
                <a:cubicBezTo>
                  <a:pt x="1699893" y="65145"/>
                  <a:pt x="1701944" y="66284"/>
                  <a:pt x="1704449" y="68561"/>
                </a:cubicBezTo>
                <a:cubicBezTo>
                  <a:pt x="1708091" y="71747"/>
                  <a:pt x="1710597" y="73113"/>
                  <a:pt x="1713557" y="73113"/>
                </a:cubicBezTo>
                <a:cubicBezTo>
                  <a:pt x="1719024" y="73113"/>
                  <a:pt x="1722440" y="69242"/>
                  <a:pt x="1722440" y="62868"/>
                </a:cubicBezTo>
                <a:cubicBezTo>
                  <a:pt x="1722440" y="55352"/>
                  <a:pt x="1717658" y="50796"/>
                  <a:pt x="1709916" y="50796"/>
                </a:cubicBezTo>
                <a:cubicBezTo>
                  <a:pt x="1700349" y="50796"/>
                  <a:pt x="1693746" y="56036"/>
                  <a:pt x="1682584" y="72203"/>
                </a:cubicBezTo>
                <a:lnTo>
                  <a:pt x="1682584" y="51255"/>
                </a:lnTo>
                <a:lnTo>
                  <a:pt x="1681447" y="50796"/>
                </a:lnTo>
                <a:cubicBezTo>
                  <a:pt x="1669375" y="55807"/>
                  <a:pt x="1661177" y="58768"/>
                  <a:pt x="1647739" y="63094"/>
                </a:cubicBezTo>
                <a:lnTo>
                  <a:pt x="1647739" y="66740"/>
                </a:lnTo>
                <a:close/>
                <a:moveTo>
                  <a:pt x="1812628" y="119986"/>
                </a:moveTo>
                <a:cubicBezTo>
                  <a:pt x="1801695" y="135916"/>
                  <a:pt x="1793497" y="141378"/>
                  <a:pt x="1780514" y="141378"/>
                </a:cubicBezTo>
                <a:cubicBezTo>
                  <a:pt x="1759789" y="141378"/>
                  <a:pt x="1745214" y="123172"/>
                  <a:pt x="1745214" y="97001"/>
                </a:cubicBezTo>
                <a:cubicBezTo>
                  <a:pt x="1745214" y="73561"/>
                  <a:pt x="1757742" y="57402"/>
                  <a:pt x="1776188" y="57402"/>
                </a:cubicBezTo>
                <a:cubicBezTo>
                  <a:pt x="1784386" y="57402"/>
                  <a:pt x="1787346" y="59904"/>
                  <a:pt x="1789626" y="68324"/>
                </a:cubicBezTo>
                <a:lnTo>
                  <a:pt x="1790992" y="73332"/>
                </a:lnTo>
                <a:cubicBezTo>
                  <a:pt x="1792813" y="79705"/>
                  <a:pt x="1796913" y="83803"/>
                  <a:pt x="1801695" y="83803"/>
                </a:cubicBezTo>
                <a:cubicBezTo>
                  <a:pt x="1807617" y="83803"/>
                  <a:pt x="1812628" y="79476"/>
                  <a:pt x="1812628" y="74243"/>
                </a:cubicBezTo>
                <a:cubicBezTo>
                  <a:pt x="1812628" y="61499"/>
                  <a:pt x="1796684" y="50796"/>
                  <a:pt x="1777554" y="50796"/>
                </a:cubicBezTo>
                <a:cubicBezTo>
                  <a:pt x="1766395" y="50796"/>
                  <a:pt x="1754781" y="55352"/>
                  <a:pt x="1745443" y="63546"/>
                </a:cubicBezTo>
                <a:cubicBezTo>
                  <a:pt x="1734055" y="73561"/>
                  <a:pt x="1727679" y="89036"/>
                  <a:pt x="1727679" y="107013"/>
                </a:cubicBezTo>
                <a:cubicBezTo>
                  <a:pt x="1727679" y="136600"/>
                  <a:pt x="1745669" y="157774"/>
                  <a:pt x="1770951" y="157774"/>
                </a:cubicBezTo>
                <a:cubicBezTo>
                  <a:pt x="1781199" y="157774"/>
                  <a:pt x="1790307" y="154132"/>
                  <a:pt x="1798509" y="147071"/>
                </a:cubicBezTo>
                <a:cubicBezTo>
                  <a:pt x="1804656" y="141604"/>
                  <a:pt x="1808983" y="135460"/>
                  <a:pt x="1815815" y="122032"/>
                </a:cubicBezTo>
                <a:lnTo>
                  <a:pt x="1812628" y="119986"/>
                </a:lnTo>
                <a:close/>
                <a:moveTo>
                  <a:pt x="1858861" y="77443"/>
                </a:moveTo>
                <a:cubicBezTo>
                  <a:pt x="1868425" y="66969"/>
                  <a:pt x="1875257" y="63094"/>
                  <a:pt x="1884139" y="63094"/>
                </a:cubicBezTo>
                <a:cubicBezTo>
                  <a:pt x="1895527" y="63094"/>
                  <a:pt x="1901219" y="71296"/>
                  <a:pt x="1901219" y="87236"/>
                </a:cubicBezTo>
                <a:lnTo>
                  <a:pt x="1901219" y="132322"/>
                </a:lnTo>
                <a:cubicBezTo>
                  <a:pt x="1901219" y="147807"/>
                  <a:pt x="1898943" y="150768"/>
                  <a:pt x="1885734" y="152134"/>
                </a:cubicBezTo>
                <a:lnTo>
                  <a:pt x="1885734" y="155550"/>
                </a:lnTo>
                <a:lnTo>
                  <a:pt x="1934017" y="155550"/>
                </a:lnTo>
                <a:lnTo>
                  <a:pt x="1934017" y="152134"/>
                </a:lnTo>
                <a:cubicBezTo>
                  <a:pt x="1921719" y="149858"/>
                  <a:pt x="1920350" y="148037"/>
                  <a:pt x="1920350" y="132322"/>
                </a:cubicBezTo>
                <a:lnTo>
                  <a:pt x="1920350" y="87007"/>
                </a:lnTo>
                <a:cubicBezTo>
                  <a:pt x="1920350" y="63094"/>
                  <a:pt x="1910786" y="50796"/>
                  <a:pt x="1892337" y="50796"/>
                </a:cubicBezTo>
                <a:cubicBezTo>
                  <a:pt x="1878902" y="50796"/>
                  <a:pt x="1869335" y="56262"/>
                  <a:pt x="1858861" y="69926"/>
                </a:cubicBezTo>
                <a:lnTo>
                  <a:pt x="1858861" y="695"/>
                </a:lnTo>
                <a:lnTo>
                  <a:pt x="1857721" y="10"/>
                </a:lnTo>
                <a:cubicBezTo>
                  <a:pt x="1849979" y="2742"/>
                  <a:pt x="1844283" y="4566"/>
                  <a:pt x="1831529" y="8208"/>
                </a:cubicBezTo>
                <a:lnTo>
                  <a:pt x="1825382" y="10033"/>
                </a:lnTo>
                <a:lnTo>
                  <a:pt x="1825382" y="13675"/>
                </a:lnTo>
                <a:cubicBezTo>
                  <a:pt x="1826292" y="13449"/>
                  <a:pt x="1826977" y="13449"/>
                  <a:pt x="1828113" y="13449"/>
                </a:cubicBezTo>
                <a:cubicBezTo>
                  <a:pt x="1837906" y="13449"/>
                  <a:pt x="1839730" y="15270"/>
                  <a:pt x="1839730" y="25063"/>
                </a:cubicBezTo>
                <a:lnTo>
                  <a:pt x="1839730" y="132322"/>
                </a:lnTo>
                <a:cubicBezTo>
                  <a:pt x="1839730" y="148263"/>
                  <a:pt x="1838361" y="150313"/>
                  <a:pt x="1825152" y="152134"/>
                </a:cubicBezTo>
                <a:lnTo>
                  <a:pt x="1825152" y="155550"/>
                </a:lnTo>
                <a:lnTo>
                  <a:pt x="1874346" y="155550"/>
                </a:lnTo>
                <a:lnTo>
                  <a:pt x="1874346" y="152134"/>
                </a:lnTo>
                <a:cubicBezTo>
                  <a:pt x="1861137" y="150768"/>
                  <a:pt x="1858861" y="148037"/>
                  <a:pt x="1858861" y="132322"/>
                </a:cubicBezTo>
                <a:lnTo>
                  <a:pt x="1858861" y="77443"/>
                </a:lnTo>
                <a:close/>
                <a:moveTo>
                  <a:pt x="1976831" y="50796"/>
                </a:moveTo>
                <a:lnTo>
                  <a:pt x="1941531" y="63251"/>
                </a:lnTo>
                <a:lnTo>
                  <a:pt x="1941531" y="66670"/>
                </a:lnTo>
                <a:lnTo>
                  <a:pt x="1943355" y="66441"/>
                </a:lnTo>
                <a:cubicBezTo>
                  <a:pt x="1946087" y="65986"/>
                  <a:pt x="1949047" y="65756"/>
                  <a:pt x="1951098" y="65756"/>
                </a:cubicBezTo>
                <a:cubicBezTo>
                  <a:pt x="1956564" y="65756"/>
                  <a:pt x="1958611" y="69402"/>
                  <a:pt x="1958611" y="79431"/>
                </a:cubicBezTo>
                <a:lnTo>
                  <a:pt x="1958611" y="132308"/>
                </a:lnTo>
                <a:cubicBezTo>
                  <a:pt x="1958611" y="148718"/>
                  <a:pt x="1956335" y="151223"/>
                  <a:pt x="1940620" y="152134"/>
                </a:cubicBezTo>
                <a:lnTo>
                  <a:pt x="1940620" y="155550"/>
                </a:lnTo>
                <a:lnTo>
                  <a:pt x="1994596" y="155550"/>
                </a:lnTo>
                <a:lnTo>
                  <a:pt x="1994596" y="152134"/>
                </a:lnTo>
                <a:cubicBezTo>
                  <a:pt x="1979566" y="150998"/>
                  <a:pt x="1977741" y="148718"/>
                  <a:pt x="1977741" y="132308"/>
                </a:cubicBezTo>
                <a:lnTo>
                  <a:pt x="1977741" y="51480"/>
                </a:lnTo>
                <a:lnTo>
                  <a:pt x="1976831" y="50796"/>
                </a:lnTo>
                <a:moveTo>
                  <a:pt x="1966128" y="87"/>
                </a:moveTo>
                <a:cubicBezTo>
                  <a:pt x="1959980" y="87"/>
                  <a:pt x="1954740" y="5327"/>
                  <a:pt x="1954740" y="11704"/>
                </a:cubicBezTo>
                <a:cubicBezTo>
                  <a:pt x="1954740" y="18081"/>
                  <a:pt x="1959751" y="23318"/>
                  <a:pt x="1966128" y="23318"/>
                </a:cubicBezTo>
                <a:cubicBezTo>
                  <a:pt x="1972734" y="23318"/>
                  <a:pt x="1977971" y="18307"/>
                  <a:pt x="1977971" y="11704"/>
                </a:cubicBezTo>
                <a:cubicBezTo>
                  <a:pt x="1977971" y="5327"/>
                  <a:pt x="1972734" y="87"/>
                  <a:pt x="1966128" y="87"/>
                </a:cubicBezTo>
                <a:close/>
                <a:moveTo>
                  <a:pt x="2090933" y="119986"/>
                </a:moveTo>
                <a:cubicBezTo>
                  <a:pt x="2080000" y="135916"/>
                  <a:pt x="2071803" y="141378"/>
                  <a:pt x="2058820" y="141378"/>
                </a:cubicBezTo>
                <a:cubicBezTo>
                  <a:pt x="2038094" y="141378"/>
                  <a:pt x="2023519" y="123172"/>
                  <a:pt x="2023519" y="97001"/>
                </a:cubicBezTo>
                <a:cubicBezTo>
                  <a:pt x="2023519" y="73561"/>
                  <a:pt x="2036047" y="57402"/>
                  <a:pt x="2054493" y="57402"/>
                </a:cubicBezTo>
                <a:cubicBezTo>
                  <a:pt x="2062691" y="57402"/>
                  <a:pt x="2065652" y="59904"/>
                  <a:pt x="2067931" y="68324"/>
                </a:cubicBezTo>
                <a:lnTo>
                  <a:pt x="2069297" y="73332"/>
                </a:lnTo>
                <a:cubicBezTo>
                  <a:pt x="2071118" y="79705"/>
                  <a:pt x="2075219" y="83803"/>
                  <a:pt x="2080000" y="83803"/>
                </a:cubicBezTo>
                <a:cubicBezTo>
                  <a:pt x="2085922" y="83803"/>
                  <a:pt x="2090933" y="79476"/>
                  <a:pt x="2090933" y="74243"/>
                </a:cubicBezTo>
                <a:cubicBezTo>
                  <a:pt x="2090933" y="61499"/>
                  <a:pt x="2074989" y="50796"/>
                  <a:pt x="2055859" y="50796"/>
                </a:cubicBezTo>
                <a:cubicBezTo>
                  <a:pt x="2044700" y="50796"/>
                  <a:pt x="2033086" y="55352"/>
                  <a:pt x="2023749" y="63546"/>
                </a:cubicBezTo>
                <a:cubicBezTo>
                  <a:pt x="2012361" y="73561"/>
                  <a:pt x="2005984" y="89036"/>
                  <a:pt x="2005984" y="107013"/>
                </a:cubicBezTo>
                <a:cubicBezTo>
                  <a:pt x="2005984" y="136600"/>
                  <a:pt x="2023975" y="157774"/>
                  <a:pt x="2049256" y="157774"/>
                </a:cubicBezTo>
                <a:cubicBezTo>
                  <a:pt x="2059504" y="157774"/>
                  <a:pt x="2068612" y="154132"/>
                  <a:pt x="2076814" y="147071"/>
                </a:cubicBezTo>
                <a:cubicBezTo>
                  <a:pt x="2082961" y="141604"/>
                  <a:pt x="2087288" y="135460"/>
                  <a:pt x="2094120" y="122032"/>
                </a:cubicBezTo>
                <a:lnTo>
                  <a:pt x="2090933" y="119986"/>
                </a:lnTo>
                <a:close/>
                <a:moveTo>
                  <a:pt x="2202071" y="140471"/>
                </a:moveTo>
                <a:cubicBezTo>
                  <a:pt x="2198200" y="143655"/>
                  <a:pt x="2195468" y="144794"/>
                  <a:pt x="2192052" y="144794"/>
                </a:cubicBezTo>
                <a:cubicBezTo>
                  <a:pt x="2186815" y="144794"/>
                  <a:pt x="2185220" y="141608"/>
                  <a:pt x="2185220" y="131596"/>
                </a:cubicBezTo>
                <a:lnTo>
                  <a:pt x="2185220" y="87215"/>
                </a:lnTo>
                <a:cubicBezTo>
                  <a:pt x="2185220" y="75379"/>
                  <a:pt x="2184080" y="68780"/>
                  <a:pt x="2180664" y="63317"/>
                </a:cubicBezTo>
                <a:cubicBezTo>
                  <a:pt x="2175653" y="55126"/>
                  <a:pt x="2165860" y="50796"/>
                  <a:pt x="2152426" y="50796"/>
                </a:cubicBezTo>
                <a:cubicBezTo>
                  <a:pt x="2131015" y="50796"/>
                  <a:pt x="2114164" y="61951"/>
                  <a:pt x="2114164" y="76289"/>
                </a:cubicBezTo>
                <a:cubicBezTo>
                  <a:pt x="2114164" y="81526"/>
                  <a:pt x="2118717" y="86075"/>
                  <a:pt x="2123957" y="86075"/>
                </a:cubicBezTo>
                <a:cubicBezTo>
                  <a:pt x="2129420" y="86075"/>
                  <a:pt x="2134205" y="81526"/>
                  <a:pt x="2134205" y="76519"/>
                </a:cubicBezTo>
                <a:cubicBezTo>
                  <a:pt x="2134205" y="75608"/>
                  <a:pt x="2133976" y="74468"/>
                  <a:pt x="2133750" y="72877"/>
                </a:cubicBezTo>
                <a:cubicBezTo>
                  <a:pt x="2133295" y="70830"/>
                  <a:pt x="2133066" y="69009"/>
                  <a:pt x="2133066" y="67414"/>
                </a:cubicBezTo>
                <a:cubicBezTo>
                  <a:pt x="2133066" y="61270"/>
                  <a:pt x="2140353" y="56262"/>
                  <a:pt x="2149465" y="56262"/>
                </a:cubicBezTo>
                <a:cubicBezTo>
                  <a:pt x="2160623" y="56262"/>
                  <a:pt x="2166771" y="62861"/>
                  <a:pt x="2166771" y="75153"/>
                </a:cubicBezTo>
                <a:lnTo>
                  <a:pt x="2166771" y="89036"/>
                </a:lnTo>
                <a:cubicBezTo>
                  <a:pt x="2131700" y="103145"/>
                  <a:pt x="2127829" y="104966"/>
                  <a:pt x="2118036" y="113616"/>
                </a:cubicBezTo>
                <a:cubicBezTo>
                  <a:pt x="2113025" y="118168"/>
                  <a:pt x="2109834" y="125904"/>
                  <a:pt x="2109834" y="133413"/>
                </a:cubicBezTo>
                <a:cubicBezTo>
                  <a:pt x="2109834" y="147755"/>
                  <a:pt x="2119857" y="157774"/>
                  <a:pt x="2133750" y="157774"/>
                </a:cubicBezTo>
                <a:cubicBezTo>
                  <a:pt x="2143769" y="157774"/>
                  <a:pt x="2153107" y="152992"/>
                  <a:pt x="2167000" y="141149"/>
                </a:cubicBezTo>
                <a:cubicBezTo>
                  <a:pt x="2168140" y="152992"/>
                  <a:pt x="2172237" y="157774"/>
                  <a:pt x="2181575" y="157774"/>
                </a:cubicBezTo>
                <a:cubicBezTo>
                  <a:pt x="2189317" y="157774"/>
                  <a:pt x="2194103" y="155043"/>
                  <a:pt x="2202071" y="146390"/>
                </a:cubicBezTo>
                <a:lnTo>
                  <a:pt x="2202071" y="140471"/>
                </a:lnTo>
                <a:moveTo>
                  <a:pt x="2166771" y="127485"/>
                </a:moveTo>
                <a:cubicBezTo>
                  <a:pt x="2166771" y="134546"/>
                  <a:pt x="2165634" y="136597"/>
                  <a:pt x="2160849" y="139328"/>
                </a:cubicBezTo>
                <a:cubicBezTo>
                  <a:pt x="2155386" y="142518"/>
                  <a:pt x="2149009" y="144565"/>
                  <a:pt x="2144224" y="144565"/>
                </a:cubicBezTo>
                <a:cubicBezTo>
                  <a:pt x="2136256" y="144565"/>
                  <a:pt x="2129879" y="136823"/>
                  <a:pt x="2129879" y="127030"/>
                </a:cubicBezTo>
                <a:lnTo>
                  <a:pt x="2129879" y="126119"/>
                </a:lnTo>
                <a:cubicBezTo>
                  <a:pt x="2129879" y="112681"/>
                  <a:pt x="2139213" y="104483"/>
                  <a:pt x="2166771" y="94461"/>
                </a:cubicBezTo>
                <a:lnTo>
                  <a:pt x="2166771" y="127485"/>
                </a:lnTo>
                <a:close/>
                <a:moveTo>
                  <a:pt x="2206856" y="13664"/>
                </a:moveTo>
                <a:lnTo>
                  <a:pt x="2208222" y="13664"/>
                </a:lnTo>
                <a:cubicBezTo>
                  <a:pt x="2210728" y="13438"/>
                  <a:pt x="2213459" y="13209"/>
                  <a:pt x="2215283" y="13209"/>
                </a:cubicBezTo>
                <a:cubicBezTo>
                  <a:pt x="2222571" y="13209"/>
                  <a:pt x="2224847" y="16399"/>
                  <a:pt x="2224847" y="27102"/>
                </a:cubicBezTo>
                <a:lnTo>
                  <a:pt x="2224847" y="135738"/>
                </a:lnTo>
                <a:cubicBezTo>
                  <a:pt x="2224847" y="148037"/>
                  <a:pt x="2221660" y="150998"/>
                  <a:pt x="2207311" y="152134"/>
                </a:cubicBezTo>
                <a:lnTo>
                  <a:pt x="2207311" y="155550"/>
                </a:lnTo>
                <a:lnTo>
                  <a:pt x="2261058" y="155550"/>
                </a:lnTo>
                <a:lnTo>
                  <a:pt x="2261058" y="152134"/>
                </a:lnTo>
                <a:cubicBezTo>
                  <a:pt x="2246712" y="151223"/>
                  <a:pt x="2243978" y="148947"/>
                  <a:pt x="2243978" y="136419"/>
                </a:cubicBezTo>
                <a:lnTo>
                  <a:pt x="2243978" y="455"/>
                </a:lnTo>
                <a:lnTo>
                  <a:pt x="2243067" y="0"/>
                </a:lnTo>
                <a:cubicBezTo>
                  <a:pt x="2231224" y="3871"/>
                  <a:pt x="2222571" y="6151"/>
                  <a:pt x="2206856" y="10022"/>
                </a:cubicBezTo>
                <a:lnTo>
                  <a:pt x="2206856" y="13664"/>
                </a:lnTo>
                <a:close/>
                <a:moveTo>
                  <a:pt x="2417291" y="83994"/>
                </a:moveTo>
                <a:lnTo>
                  <a:pt x="2416380" y="53020"/>
                </a:lnTo>
                <a:lnTo>
                  <a:pt x="2413875" y="53020"/>
                </a:lnTo>
                <a:lnTo>
                  <a:pt x="2413420" y="53479"/>
                </a:lnTo>
                <a:cubicBezTo>
                  <a:pt x="2411369" y="55070"/>
                  <a:pt x="2411143" y="55300"/>
                  <a:pt x="2410233" y="55300"/>
                </a:cubicBezTo>
                <a:cubicBezTo>
                  <a:pt x="2408867" y="55300"/>
                  <a:pt x="2406587" y="54844"/>
                  <a:pt x="2404082" y="53705"/>
                </a:cubicBezTo>
                <a:cubicBezTo>
                  <a:pt x="2399071" y="51932"/>
                  <a:pt x="2394063" y="51018"/>
                  <a:pt x="2388142" y="51018"/>
                </a:cubicBezTo>
                <a:cubicBezTo>
                  <a:pt x="2370147" y="51018"/>
                  <a:pt x="2357168" y="62632"/>
                  <a:pt x="2357168" y="79021"/>
                </a:cubicBezTo>
                <a:cubicBezTo>
                  <a:pt x="2357168" y="91764"/>
                  <a:pt x="2364455" y="100869"/>
                  <a:pt x="2383815" y="111795"/>
                </a:cubicBezTo>
                <a:lnTo>
                  <a:pt x="2397024" y="119308"/>
                </a:lnTo>
                <a:cubicBezTo>
                  <a:pt x="2404992" y="123860"/>
                  <a:pt x="2408867" y="129323"/>
                  <a:pt x="2408867" y="136378"/>
                </a:cubicBezTo>
                <a:cubicBezTo>
                  <a:pt x="2408867" y="146393"/>
                  <a:pt x="2401576" y="152766"/>
                  <a:pt x="2389962" y="152766"/>
                </a:cubicBezTo>
                <a:cubicBezTo>
                  <a:pt x="2382220" y="152766"/>
                  <a:pt x="2375158" y="149806"/>
                  <a:pt x="2370832" y="144798"/>
                </a:cubicBezTo>
                <a:cubicBezTo>
                  <a:pt x="2366050" y="139109"/>
                  <a:pt x="2364000" y="133872"/>
                  <a:pt x="2361039" y="120900"/>
                </a:cubicBezTo>
                <a:lnTo>
                  <a:pt x="2357394" y="120900"/>
                </a:lnTo>
                <a:lnTo>
                  <a:pt x="2357394" y="156408"/>
                </a:lnTo>
                <a:lnTo>
                  <a:pt x="2360354" y="156408"/>
                </a:lnTo>
                <a:cubicBezTo>
                  <a:pt x="2361950" y="154132"/>
                  <a:pt x="2362860" y="153677"/>
                  <a:pt x="2365595" y="153677"/>
                </a:cubicBezTo>
                <a:cubicBezTo>
                  <a:pt x="2367645" y="153729"/>
                  <a:pt x="2370832" y="154184"/>
                  <a:pt x="2376069" y="155550"/>
                </a:cubicBezTo>
                <a:cubicBezTo>
                  <a:pt x="2382446" y="156864"/>
                  <a:pt x="2388597" y="157774"/>
                  <a:pt x="2392694" y="157774"/>
                </a:cubicBezTo>
                <a:cubicBezTo>
                  <a:pt x="2410233" y="157774"/>
                  <a:pt x="2424808" y="144572"/>
                  <a:pt x="2424808" y="128639"/>
                </a:cubicBezTo>
                <a:cubicBezTo>
                  <a:pt x="2424808" y="117258"/>
                  <a:pt x="2419341" y="109748"/>
                  <a:pt x="2405677" y="101553"/>
                </a:cubicBezTo>
                <a:lnTo>
                  <a:pt x="2381080" y="86986"/>
                </a:lnTo>
                <a:cubicBezTo>
                  <a:pt x="2374703" y="83344"/>
                  <a:pt x="2371287" y="77655"/>
                  <a:pt x="2371287" y="71508"/>
                </a:cubicBezTo>
                <a:cubicBezTo>
                  <a:pt x="2371287" y="62403"/>
                  <a:pt x="2378349" y="56029"/>
                  <a:pt x="2388823" y="56029"/>
                </a:cubicBezTo>
                <a:cubicBezTo>
                  <a:pt x="2401806" y="56029"/>
                  <a:pt x="2408638" y="63768"/>
                  <a:pt x="2413875" y="84028"/>
                </a:cubicBezTo>
                <a:lnTo>
                  <a:pt x="2417291" y="83994"/>
                </a:lnTo>
                <a:close/>
                <a:moveTo>
                  <a:pt x="2527065" y="118137"/>
                </a:moveTo>
                <a:cubicBezTo>
                  <a:pt x="2516136" y="135453"/>
                  <a:pt x="2506339" y="142063"/>
                  <a:pt x="2491764" y="142063"/>
                </a:cubicBezTo>
                <a:cubicBezTo>
                  <a:pt x="2478785" y="142063"/>
                  <a:pt x="2468992" y="135453"/>
                  <a:pt x="2462386" y="122467"/>
                </a:cubicBezTo>
                <a:cubicBezTo>
                  <a:pt x="2458285" y="113807"/>
                  <a:pt x="2456694" y="106287"/>
                  <a:pt x="2456238" y="92386"/>
                </a:cubicBezTo>
                <a:lnTo>
                  <a:pt x="2526384" y="92386"/>
                </a:lnTo>
                <a:cubicBezTo>
                  <a:pt x="2524559" y="77610"/>
                  <a:pt x="2522283" y="71028"/>
                  <a:pt x="2516591" y="63765"/>
                </a:cubicBezTo>
                <a:cubicBezTo>
                  <a:pt x="2509755" y="55581"/>
                  <a:pt x="2499281" y="50796"/>
                  <a:pt x="2487438" y="50796"/>
                </a:cubicBezTo>
                <a:cubicBezTo>
                  <a:pt x="2476050" y="50796"/>
                  <a:pt x="2465347" y="54897"/>
                  <a:pt x="2456694" y="62629"/>
                </a:cubicBezTo>
                <a:cubicBezTo>
                  <a:pt x="2445987" y="71935"/>
                  <a:pt x="2439839" y="88060"/>
                  <a:pt x="2439839" y="106742"/>
                </a:cubicBezTo>
                <a:cubicBezTo>
                  <a:pt x="2439839" y="138188"/>
                  <a:pt x="2456238" y="157774"/>
                  <a:pt x="2482427" y="157774"/>
                </a:cubicBezTo>
                <a:cubicBezTo>
                  <a:pt x="2504063" y="157774"/>
                  <a:pt x="2521143" y="144339"/>
                  <a:pt x="2530710" y="119732"/>
                </a:cubicBezTo>
                <a:lnTo>
                  <a:pt x="2527065" y="118137"/>
                </a:lnTo>
                <a:moveTo>
                  <a:pt x="2456694" y="85099"/>
                </a:moveTo>
                <a:cubicBezTo>
                  <a:pt x="2459196" y="67397"/>
                  <a:pt x="2466942" y="58997"/>
                  <a:pt x="2480832" y="58997"/>
                </a:cubicBezTo>
                <a:cubicBezTo>
                  <a:pt x="2494725" y="58997"/>
                  <a:pt x="2500192" y="65353"/>
                  <a:pt x="2503152" y="85099"/>
                </a:cubicBezTo>
                <a:lnTo>
                  <a:pt x="2456694" y="85099"/>
                </a:lnTo>
                <a:close/>
                <a:moveTo>
                  <a:pt x="2539593" y="64919"/>
                </a:moveTo>
                <a:cubicBezTo>
                  <a:pt x="2542553" y="64234"/>
                  <a:pt x="2544374" y="64008"/>
                  <a:pt x="2546880" y="64008"/>
                </a:cubicBezTo>
                <a:cubicBezTo>
                  <a:pt x="2552802" y="64008"/>
                  <a:pt x="2554852" y="67650"/>
                  <a:pt x="2554852" y="78579"/>
                </a:cubicBezTo>
                <a:lnTo>
                  <a:pt x="2554852" y="136194"/>
                </a:lnTo>
                <a:cubicBezTo>
                  <a:pt x="2554852" y="148492"/>
                  <a:pt x="2551662" y="151908"/>
                  <a:pt x="2538908" y="152134"/>
                </a:cubicBezTo>
                <a:lnTo>
                  <a:pt x="2538908" y="155550"/>
                </a:lnTo>
                <a:lnTo>
                  <a:pt x="2589468" y="155550"/>
                </a:lnTo>
                <a:lnTo>
                  <a:pt x="2589468" y="152134"/>
                </a:lnTo>
                <a:cubicBezTo>
                  <a:pt x="2577399" y="151679"/>
                  <a:pt x="2573983" y="149177"/>
                  <a:pt x="2573983" y="140294"/>
                </a:cubicBezTo>
                <a:lnTo>
                  <a:pt x="2573983" y="76077"/>
                </a:lnTo>
                <a:cubicBezTo>
                  <a:pt x="2573983" y="75622"/>
                  <a:pt x="2575803" y="73342"/>
                  <a:pt x="2577399" y="71751"/>
                </a:cubicBezTo>
                <a:cubicBezTo>
                  <a:pt x="2583091" y="66510"/>
                  <a:pt x="2592884" y="62639"/>
                  <a:pt x="2600856" y="62639"/>
                </a:cubicBezTo>
                <a:cubicBezTo>
                  <a:pt x="2610874" y="62639"/>
                  <a:pt x="2615886" y="70611"/>
                  <a:pt x="2615886" y="86551"/>
                </a:cubicBezTo>
                <a:lnTo>
                  <a:pt x="2615886" y="135968"/>
                </a:lnTo>
                <a:cubicBezTo>
                  <a:pt x="2615886" y="148721"/>
                  <a:pt x="2613380" y="151223"/>
                  <a:pt x="2600400" y="152134"/>
                </a:cubicBezTo>
                <a:lnTo>
                  <a:pt x="2600400" y="155550"/>
                </a:lnTo>
                <a:lnTo>
                  <a:pt x="2651415" y="155550"/>
                </a:lnTo>
                <a:lnTo>
                  <a:pt x="2651415" y="152134"/>
                </a:lnTo>
                <a:cubicBezTo>
                  <a:pt x="2638432" y="151908"/>
                  <a:pt x="2635016" y="148037"/>
                  <a:pt x="2635016" y="133917"/>
                </a:cubicBezTo>
                <a:lnTo>
                  <a:pt x="2635016" y="76533"/>
                </a:lnTo>
                <a:cubicBezTo>
                  <a:pt x="2641848" y="66740"/>
                  <a:pt x="2649365" y="62639"/>
                  <a:pt x="2659842" y="62639"/>
                </a:cubicBezTo>
                <a:cubicBezTo>
                  <a:pt x="2672822" y="62639"/>
                  <a:pt x="2676923" y="68790"/>
                  <a:pt x="2676923" y="87691"/>
                </a:cubicBezTo>
                <a:lnTo>
                  <a:pt x="2676923" y="135738"/>
                </a:lnTo>
                <a:cubicBezTo>
                  <a:pt x="2676923" y="148721"/>
                  <a:pt x="2675102" y="150542"/>
                  <a:pt x="2661893" y="152134"/>
                </a:cubicBezTo>
                <a:lnTo>
                  <a:pt x="2661893" y="155550"/>
                </a:lnTo>
                <a:lnTo>
                  <a:pt x="2711768" y="155550"/>
                </a:lnTo>
                <a:lnTo>
                  <a:pt x="2711768" y="152134"/>
                </a:lnTo>
                <a:lnTo>
                  <a:pt x="2705846" y="151679"/>
                </a:lnTo>
                <a:cubicBezTo>
                  <a:pt x="2699014" y="151223"/>
                  <a:pt x="2696053" y="147126"/>
                  <a:pt x="2696053" y="138244"/>
                </a:cubicBezTo>
                <a:lnTo>
                  <a:pt x="2696053" y="91333"/>
                </a:lnTo>
                <a:cubicBezTo>
                  <a:pt x="2696053" y="64464"/>
                  <a:pt x="2687171" y="50796"/>
                  <a:pt x="2669635" y="50796"/>
                </a:cubicBezTo>
                <a:cubicBezTo>
                  <a:pt x="2656426" y="50796"/>
                  <a:pt x="2644809" y="56717"/>
                  <a:pt x="2632511" y="69926"/>
                </a:cubicBezTo>
                <a:cubicBezTo>
                  <a:pt x="2628413" y="56947"/>
                  <a:pt x="2620671" y="50796"/>
                  <a:pt x="2608372" y="50796"/>
                </a:cubicBezTo>
                <a:cubicBezTo>
                  <a:pt x="2598350" y="50796"/>
                  <a:pt x="2591973" y="53986"/>
                  <a:pt x="2573069" y="68335"/>
                </a:cubicBezTo>
                <a:lnTo>
                  <a:pt x="2573069" y="51255"/>
                </a:lnTo>
                <a:lnTo>
                  <a:pt x="2571477" y="50796"/>
                </a:lnTo>
                <a:cubicBezTo>
                  <a:pt x="2559860" y="55126"/>
                  <a:pt x="2552117" y="57631"/>
                  <a:pt x="2539593" y="61047"/>
                </a:cubicBezTo>
                <a:lnTo>
                  <a:pt x="2539593" y="64919"/>
                </a:lnTo>
                <a:close/>
                <a:moveTo>
                  <a:pt x="2813113" y="140471"/>
                </a:moveTo>
                <a:cubicBezTo>
                  <a:pt x="2809241" y="143655"/>
                  <a:pt x="2806510" y="144794"/>
                  <a:pt x="2803094" y="144794"/>
                </a:cubicBezTo>
                <a:cubicBezTo>
                  <a:pt x="2797857" y="144794"/>
                  <a:pt x="2796262" y="141608"/>
                  <a:pt x="2796262" y="131596"/>
                </a:cubicBezTo>
                <a:lnTo>
                  <a:pt x="2796262" y="87215"/>
                </a:lnTo>
                <a:cubicBezTo>
                  <a:pt x="2796262" y="75379"/>
                  <a:pt x="2795122" y="68780"/>
                  <a:pt x="2791706" y="63317"/>
                </a:cubicBezTo>
                <a:cubicBezTo>
                  <a:pt x="2786695" y="55126"/>
                  <a:pt x="2776902" y="50796"/>
                  <a:pt x="2763467" y="50796"/>
                </a:cubicBezTo>
                <a:cubicBezTo>
                  <a:pt x="2742057" y="50796"/>
                  <a:pt x="2725206" y="61951"/>
                  <a:pt x="2725206" y="76289"/>
                </a:cubicBezTo>
                <a:cubicBezTo>
                  <a:pt x="2725206" y="81526"/>
                  <a:pt x="2729758" y="86075"/>
                  <a:pt x="2734999" y="86075"/>
                </a:cubicBezTo>
                <a:cubicBezTo>
                  <a:pt x="2740462" y="86075"/>
                  <a:pt x="2745247" y="81526"/>
                  <a:pt x="2745247" y="76519"/>
                </a:cubicBezTo>
                <a:cubicBezTo>
                  <a:pt x="2745247" y="75608"/>
                  <a:pt x="2745018" y="74468"/>
                  <a:pt x="2744792" y="72877"/>
                </a:cubicBezTo>
                <a:cubicBezTo>
                  <a:pt x="2744337" y="70830"/>
                  <a:pt x="2744107" y="69009"/>
                  <a:pt x="2744107" y="67414"/>
                </a:cubicBezTo>
                <a:cubicBezTo>
                  <a:pt x="2744107" y="61270"/>
                  <a:pt x="2751395" y="56262"/>
                  <a:pt x="2760506" y="56262"/>
                </a:cubicBezTo>
                <a:cubicBezTo>
                  <a:pt x="2771665" y="56262"/>
                  <a:pt x="2777812" y="62861"/>
                  <a:pt x="2777812" y="75153"/>
                </a:cubicBezTo>
                <a:lnTo>
                  <a:pt x="2777812" y="89036"/>
                </a:lnTo>
                <a:cubicBezTo>
                  <a:pt x="2742741" y="103145"/>
                  <a:pt x="2738870" y="104966"/>
                  <a:pt x="2729077" y="113616"/>
                </a:cubicBezTo>
                <a:cubicBezTo>
                  <a:pt x="2724066" y="118168"/>
                  <a:pt x="2720876" y="125904"/>
                  <a:pt x="2720876" y="133413"/>
                </a:cubicBezTo>
                <a:cubicBezTo>
                  <a:pt x="2720876" y="147755"/>
                  <a:pt x="2730898" y="157774"/>
                  <a:pt x="2744792" y="157774"/>
                </a:cubicBezTo>
                <a:cubicBezTo>
                  <a:pt x="2754811" y="157774"/>
                  <a:pt x="2764148" y="152992"/>
                  <a:pt x="2778042" y="141149"/>
                </a:cubicBezTo>
                <a:cubicBezTo>
                  <a:pt x="2779182" y="152992"/>
                  <a:pt x="2783279" y="157774"/>
                  <a:pt x="2792616" y="157774"/>
                </a:cubicBezTo>
                <a:cubicBezTo>
                  <a:pt x="2800359" y="157774"/>
                  <a:pt x="2805144" y="155043"/>
                  <a:pt x="2813113" y="146390"/>
                </a:cubicBezTo>
                <a:lnTo>
                  <a:pt x="2813113" y="140471"/>
                </a:lnTo>
                <a:moveTo>
                  <a:pt x="2777812" y="127485"/>
                </a:moveTo>
                <a:cubicBezTo>
                  <a:pt x="2777812" y="134546"/>
                  <a:pt x="2776676" y="136597"/>
                  <a:pt x="2771891" y="139328"/>
                </a:cubicBezTo>
                <a:cubicBezTo>
                  <a:pt x="2766428" y="142518"/>
                  <a:pt x="2760051" y="144565"/>
                  <a:pt x="2755266" y="144565"/>
                </a:cubicBezTo>
                <a:cubicBezTo>
                  <a:pt x="2747297" y="144565"/>
                  <a:pt x="2740921" y="136823"/>
                  <a:pt x="2740921" y="127030"/>
                </a:cubicBezTo>
                <a:lnTo>
                  <a:pt x="2740921" y="126119"/>
                </a:lnTo>
                <a:cubicBezTo>
                  <a:pt x="2740921" y="112681"/>
                  <a:pt x="2750255" y="104483"/>
                  <a:pt x="2777812" y="94461"/>
                </a:cubicBezTo>
                <a:lnTo>
                  <a:pt x="2777812" y="127485"/>
                </a:lnTo>
                <a:close/>
                <a:moveTo>
                  <a:pt x="2817213" y="64919"/>
                </a:moveTo>
                <a:cubicBezTo>
                  <a:pt x="2818579" y="64234"/>
                  <a:pt x="2820859" y="64008"/>
                  <a:pt x="2823364" y="64008"/>
                </a:cubicBezTo>
                <a:cubicBezTo>
                  <a:pt x="2829741" y="64008"/>
                  <a:pt x="2831788" y="67424"/>
                  <a:pt x="2831788" y="78579"/>
                </a:cubicBezTo>
                <a:lnTo>
                  <a:pt x="2831788" y="135057"/>
                </a:lnTo>
                <a:cubicBezTo>
                  <a:pt x="2831788" y="148037"/>
                  <a:pt x="2829283" y="151223"/>
                  <a:pt x="2817669" y="152134"/>
                </a:cubicBezTo>
                <a:lnTo>
                  <a:pt x="2817669" y="155550"/>
                </a:lnTo>
                <a:lnTo>
                  <a:pt x="2865952" y="155550"/>
                </a:lnTo>
                <a:lnTo>
                  <a:pt x="2865952" y="152134"/>
                </a:lnTo>
                <a:cubicBezTo>
                  <a:pt x="2854335" y="151223"/>
                  <a:pt x="2850919" y="148492"/>
                  <a:pt x="2850919" y="140294"/>
                </a:cubicBezTo>
                <a:lnTo>
                  <a:pt x="2850919" y="76303"/>
                </a:lnTo>
                <a:cubicBezTo>
                  <a:pt x="2861851" y="66055"/>
                  <a:pt x="2866863" y="63324"/>
                  <a:pt x="2874379" y="63324"/>
                </a:cubicBezTo>
                <a:cubicBezTo>
                  <a:pt x="2885538" y="63324"/>
                  <a:pt x="2891004" y="70382"/>
                  <a:pt x="2891004" y="85412"/>
                </a:cubicBezTo>
                <a:lnTo>
                  <a:pt x="2891004" y="133007"/>
                </a:lnTo>
                <a:cubicBezTo>
                  <a:pt x="2891004" y="147352"/>
                  <a:pt x="2888043" y="151223"/>
                  <a:pt x="2876655" y="152134"/>
                </a:cubicBezTo>
                <a:lnTo>
                  <a:pt x="2876655" y="155550"/>
                </a:lnTo>
                <a:lnTo>
                  <a:pt x="2924028" y="155550"/>
                </a:lnTo>
                <a:lnTo>
                  <a:pt x="2924028" y="152134"/>
                </a:lnTo>
                <a:cubicBezTo>
                  <a:pt x="2912866" y="150998"/>
                  <a:pt x="2910135" y="148263"/>
                  <a:pt x="2910135" y="137107"/>
                </a:cubicBezTo>
                <a:lnTo>
                  <a:pt x="2910135" y="84956"/>
                </a:lnTo>
                <a:cubicBezTo>
                  <a:pt x="2910135" y="63553"/>
                  <a:pt x="2900112" y="50796"/>
                  <a:pt x="2883262" y="50796"/>
                </a:cubicBezTo>
                <a:cubicBezTo>
                  <a:pt x="2872784" y="50796"/>
                  <a:pt x="2865723" y="54671"/>
                  <a:pt x="2850238" y="69245"/>
                </a:cubicBezTo>
                <a:lnTo>
                  <a:pt x="2850238" y="51255"/>
                </a:lnTo>
                <a:lnTo>
                  <a:pt x="2848642" y="50796"/>
                </a:lnTo>
                <a:cubicBezTo>
                  <a:pt x="2837484" y="54897"/>
                  <a:pt x="2829741" y="57402"/>
                  <a:pt x="2817213" y="61047"/>
                </a:cubicBezTo>
                <a:lnTo>
                  <a:pt x="2817213" y="64919"/>
                </a:lnTo>
                <a:close/>
                <a:moveTo>
                  <a:pt x="2985517" y="53020"/>
                </a:moveTo>
                <a:lnTo>
                  <a:pt x="2962515" y="53020"/>
                </a:lnTo>
                <a:lnTo>
                  <a:pt x="2962515" y="26602"/>
                </a:lnTo>
                <a:cubicBezTo>
                  <a:pt x="2962515" y="24326"/>
                  <a:pt x="2962289" y="23641"/>
                  <a:pt x="2960920" y="23641"/>
                </a:cubicBezTo>
                <a:cubicBezTo>
                  <a:pt x="2959329" y="25692"/>
                  <a:pt x="2957959" y="27742"/>
                  <a:pt x="2956368" y="30018"/>
                </a:cubicBezTo>
                <a:cubicBezTo>
                  <a:pt x="2947711" y="42546"/>
                  <a:pt x="2937918" y="53479"/>
                  <a:pt x="2934276" y="54389"/>
                </a:cubicBezTo>
                <a:cubicBezTo>
                  <a:pt x="2931771" y="55981"/>
                  <a:pt x="2930402" y="57576"/>
                  <a:pt x="2930402" y="58716"/>
                </a:cubicBezTo>
                <a:cubicBezTo>
                  <a:pt x="2930402" y="59400"/>
                  <a:pt x="2930631" y="59856"/>
                  <a:pt x="2931316" y="60311"/>
                </a:cubicBezTo>
                <a:lnTo>
                  <a:pt x="2943385" y="60311"/>
                </a:lnTo>
                <a:lnTo>
                  <a:pt x="2943385" y="128854"/>
                </a:lnTo>
                <a:cubicBezTo>
                  <a:pt x="2943385" y="147981"/>
                  <a:pt x="2950217" y="157774"/>
                  <a:pt x="2963655" y="157774"/>
                </a:cubicBezTo>
                <a:cubicBezTo>
                  <a:pt x="2974814" y="157774"/>
                  <a:pt x="2983467" y="152311"/>
                  <a:pt x="2990983" y="140468"/>
                </a:cubicBezTo>
                <a:lnTo>
                  <a:pt x="2988023" y="137962"/>
                </a:lnTo>
                <a:cubicBezTo>
                  <a:pt x="2983241" y="143655"/>
                  <a:pt x="2979370" y="145934"/>
                  <a:pt x="2974358" y="145934"/>
                </a:cubicBezTo>
                <a:cubicBezTo>
                  <a:pt x="2965931" y="145934"/>
                  <a:pt x="2962515" y="139783"/>
                  <a:pt x="2962515" y="125438"/>
                </a:cubicBezTo>
                <a:lnTo>
                  <a:pt x="2962515" y="60311"/>
                </a:lnTo>
                <a:lnTo>
                  <a:pt x="2985517" y="60311"/>
                </a:lnTo>
                <a:lnTo>
                  <a:pt x="2985517" y="53020"/>
                </a:lnTo>
                <a:close/>
                <a:moveTo>
                  <a:pt x="3030610" y="50796"/>
                </a:moveTo>
                <a:lnTo>
                  <a:pt x="2995310" y="63251"/>
                </a:lnTo>
                <a:lnTo>
                  <a:pt x="2995310" y="66670"/>
                </a:lnTo>
                <a:lnTo>
                  <a:pt x="2997134" y="66441"/>
                </a:lnTo>
                <a:cubicBezTo>
                  <a:pt x="2999866" y="65986"/>
                  <a:pt x="3002826" y="65756"/>
                  <a:pt x="3004877" y="65756"/>
                </a:cubicBezTo>
                <a:cubicBezTo>
                  <a:pt x="3010343" y="65756"/>
                  <a:pt x="3012390" y="69402"/>
                  <a:pt x="3012390" y="79431"/>
                </a:cubicBezTo>
                <a:lnTo>
                  <a:pt x="3012390" y="132308"/>
                </a:lnTo>
                <a:cubicBezTo>
                  <a:pt x="3012390" y="148718"/>
                  <a:pt x="3010114" y="151223"/>
                  <a:pt x="2994399" y="152134"/>
                </a:cubicBezTo>
                <a:lnTo>
                  <a:pt x="2994399" y="155550"/>
                </a:lnTo>
                <a:lnTo>
                  <a:pt x="3048375" y="155550"/>
                </a:lnTo>
                <a:lnTo>
                  <a:pt x="3048375" y="152134"/>
                </a:lnTo>
                <a:cubicBezTo>
                  <a:pt x="3033345" y="150998"/>
                  <a:pt x="3031521" y="148718"/>
                  <a:pt x="3031521" y="132308"/>
                </a:cubicBezTo>
                <a:lnTo>
                  <a:pt x="3031521" y="51480"/>
                </a:lnTo>
                <a:lnTo>
                  <a:pt x="3030610" y="50796"/>
                </a:lnTo>
                <a:moveTo>
                  <a:pt x="3019907" y="87"/>
                </a:moveTo>
                <a:cubicBezTo>
                  <a:pt x="3013759" y="87"/>
                  <a:pt x="3008519" y="5327"/>
                  <a:pt x="3008519" y="11704"/>
                </a:cubicBezTo>
                <a:cubicBezTo>
                  <a:pt x="3008519" y="18081"/>
                  <a:pt x="3013530" y="23318"/>
                  <a:pt x="3019907" y="23318"/>
                </a:cubicBezTo>
                <a:cubicBezTo>
                  <a:pt x="3026513" y="23318"/>
                  <a:pt x="3031750" y="18307"/>
                  <a:pt x="3031750" y="11704"/>
                </a:cubicBezTo>
                <a:cubicBezTo>
                  <a:pt x="3031750" y="5327"/>
                  <a:pt x="3026513" y="87"/>
                  <a:pt x="3019907" y="87"/>
                </a:cubicBezTo>
                <a:close/>
                <a:moveTo>
                  <a:pt x="3144712" y="119986"/>
                </a:moveTo>
                <a:cubicBezTo>
                  <a:pt x="3133779" y="135916"/>
                  <a:pt x="3125582" y="141378"/>
                  <a:pt x="3112598" y="141378"/>
                </a:cubicBezTo>
                <a:cubicBezTo>
                  <a:pt x="3091873" y="141378"/>
                  <a:pt x="3077298" y="123172"/>
                  <a:pt x="3077298" y="97001"/>
                </a:cubicBezTo>
                <a:cubicBezTo>
                  <a:pt x="3077298" y="73561"/>
                  <a:pt x="3089826" y="57402"/>
                  <a:pt x="3108272" y="57402"/>
                </a:cubicBezTo>
                <a:cubicBezTo>
                  <a:pt x="3116470" y="57402"/>
                  <a:pt x="3119431" y="59904"/>
                  <a:pt x="3121710" y="68324"/>
                </a:cubicBezTo>
                <a:lnTo>
                  <a:pt x="3123076" y="73332"/>
                </a:lnTo>
                <a:cubicBezTo>
                  <a:pt x="3124897" y="79705"/>
                  <a:pt x="3128998" y="83803"/>
                  <a:pt x="3133779" y="83803"/>
                </a:cubicBezTo>
                <a:cubicBezTo>
                  <a:pt x="3139701" y="83803"/>
                  <a:pt x="3144712" y="79476"/>
                  <a:pt x="3144712" y="74243"/>
                </a:cubicBezTo>
                <a:cubicBezTo>
                  <a:pt x="3144712" y="61499"/>
                  <a:pt x="3128768" y="50796"/>
                  <a:pt x="3109638" y="50796"/>
                </a:cubicBezTo>
                <a:cubicBezTo>
                  <a:pt x="3098479" y="50796"/>
                  <a:pt x="3086865" y="55352"/>
                  <a:pt x="3077528" y="63546"/>
                </a:cubicBezTo>
                <a:cubicBezTo>
                  <a:pt x="3066140" y="73561"/>
                  <a:pt x="3059763" y="89036"/>
                  <a:pt x="3059763" y="107013"/>
                </a:cubicBezTo>
                <a:cubicBezTo>
                  <a:pt x="3059763" y="136600"/>
                  <a:pt x="3077753" y="157774"/>
                  <a:pt x="3103035" y="157774"/>
                </a:cubicBezTo>
                <a:cubicBezTo>
                  <a:pt x="3113283" y="157774"/>
                  <a:pt x="3122391" y="154132"/>
                  <a:pt x="3130593" y="147071"/>
                </a:cubicBezTo>
                <a:cubicBezTo>
                  <a:pt x="3136740" y="141604"/>
                  <a:pt x="3141067" y="135460"/>
                  <a:pt x="3147899" y="122032"/>
                </a:cubicBezTo>
                <a:lnTo>
                  <a:pt x="3144712" y="119986"/>
                </a:lnTo>
                <a:close/>
                <a:moveTo>
                  <a:pt x="3226927" y="83994"/>
                </a:moveTo>
                <a:lnTo>
                  <a:pt x="3226016" y="53020"/>
                </a:lnTo>
                <a:lnTo>
                  <a:pt x="3223511" y="53020"/>
                </a:lnTo>
                <a:lnTo>
                  <a:pt x="3223055" y="53479"/>
                </a:lnTo>
                <a:cubicBezTo>
                  <a:pt x="3221005" y="55070"/>
                  <a:pt x="3220779" y="55300"/>
                  <a:pt x="3219869" y="55300"/>
                </a:cubicBezTo>
                <a:cubicBezTo>
                  <a:pt x="3218503" y="55300"/>
                  <a:pt x="3216223" y="54844"/>
                  <a:pt x="3213718" y="53705"/>
                </a:cubicBezTo>
                <a:cubicBezTo>
                  <a:pt x="3208707" y="51932"/>
                  <a:pt x="3203699" y="51018"/>
                  <a:pt x="3197777" y="51018"/>
                </a:cubicBezTo>
                <a:cubicBezTo>
                  <a:pt x="3179783" y="51018"/>
                  <a:pt x="3166804" y="62632"/>
                  <a:pt x="3166804" y="79021"/>
                </a:cubicBezTo>
                <a:cubicBezTo>
                  <a:pt x="3166804" y="91764"/>
                  <a:pt x="3174091" y="100869"/>
                  <a:pt x="3193451" y="111795"/>
                </a:cubicBezTo>
                <a:lnTo>
                  <a:pt x="3206660" y="119308"/>
                </a:lnTo>
                <a:cubicBezTo>
                  <a:pt x="3214628" y="123860"/>
                  <a:pt x="3218503" y="129323"/>
                  <a:pt x="3218503" y="136378"/>
                </a:cubicBezTo>
                <a:cubicBezTo>
                  <a:pt x="3218503" y="146393"/>
                  <a:pt x="3211212" y="152766"/>
                  <a:pt x="3199598" y="152766"/>
                </a:cubicBezTo>
                <a:cubicBezTo>
                  <a:pt x="3191856" y="152766"/>
                  <a:pt x="3184794" y="149806"/>
                  <a:pt x="3180468" y="144798"/>
                </a:cubicBezTo>
                <a:cubicBezTo>
                  <a:pt x="3175686" y="139109"/>
                  <a:pt x="3173636" y="133872"/>
                  <a:pt x="3170675" y="120900"/>
                </a:cubicBezTo>
                <a:lnTo>
                  <a:pt x="3167029" y="120900"/>
                </a:lnTo>
                <a:lnTo>
                  <a:pt x="3167029" y="156408"/>
                </a:lnTo>
                <a:lnTo>
                  <a:pt x="3169990" y="156408"/>
                </a:lnTo>
                <a:cubicBezTo>
                  <a:pt x="3171585" y="154132"/>
                  <a:pt x="3172496" y="153677"/>
                  <a:pt x="3175231" y="153677"/>
                </a:cubicBezTo>
                <a:cubicBezTo>
                  <a:pt x="3177281" y="153729"/>
                  <a:pt x="3180468" y="154184"/>
                  <a:pt x="3185705" y="155550"/>
                </a:cubicBezTo>
                <a:cubicBezTo>
                  <a:pt x="3192082" y="156864"/>
                  <a:pt x="3198233" y="157774"/>
                  <a:pt x="3202330" y="157774"/>
                </a:cubicBezTo>
                <a:cubicBezTo>
                  <a:pt x="3219869" y="157774"/>
                  <a:pt x="3234443" y="144572"/>
                  <a:pt x="3234443" y="128639"/>
                </a:cubicBezTo>
                <a:cubicBezTo>
                  <a:pt x="3234443" y="117258"/>
                  <a:pt x="3228977" y="109748"/>
                  <a:pt x="3215313" y="101553"/>
                </a:cubicBezTo>
                <a:lnTo>
                  <a:pt x="3190716" y="86986"/>
                </a:lnTo>
                <a:cubicBezTo>
                  <a:pt x="3184339" y="83344"/>
                  <a:pt x="3180923" y="77655"/>
                  <a:pt x="3180923" y="71508"/>
                </a:cubicBezTo>
                <a:cubicBezTo>
                  <a:pt x="3180923" y="62403"/>
                  <a:pt x="3187984" y="56029"/>
                  <a:pt x="3198458" y="56029"/>
                </a:cubicBezTo>
                <a:cubicBezTo>
                  <a:pt x="3211441" y="56029"/>
                  <a:pt x="3218274" y="63768"/>
                  <a:pt x="3223511" y="84028"/>
                </a:cubicBezTo>
                <a:lnTo>
                  <a:pt x="3226927" y="83994"/>
                </a:lnTo>
                <a:close/>
                <a:moveTo>
                  <a:pt x="3380430" y="50796"/>
                </a:moveTo>
                <a:cubicBezTo>
                  <a:pt x="3350822" y="50796"/>
                  <a:pt x="3330097" y="72651"/>
                  <a:pt x="3330097" y="104059"/>
                </a:cubicBezTo>
                <a:cubicBezTo>
                  <a:pt x="3330097" y="134783"/>
                  <a:pt x="3351277" y="157774"/>
                  <a:pt x="3379972" y="157774"/>
                </a:cubicBezTo>
                <a:cubicBezTo>
                  <a:pt x="3408669" y="157774"/>
                  <a:pt x="3430531" y="133646"/>
                  <a:pt x="3430531" y="102238"/>
                </a:cubicBezTo>
                <a:cubicBezTo>
                  <a:pt x="3430531" y="72422"/>
                  <a:pt x="3409580" y="50796"/>
                  <a:pt x="3380430" y="50796"/>
                </a:cubicBezTo>
                <a:moveTo>
                  <a:pt x="3377469" y="57176"/>
                </a:moveTo>
                <a:cubicBezTo>
                  <a:pt x="3396600" y="57176"/>
                  <a:pt x="3410035" y="79024"/>
                  <a:pt x="3410035" y="110203"/>
                </a:cubicBezTo>
                <a:cubicBezTo>
                  <a:pt x="3410035" y="135922"/>
                  <a:pt x="3399787" y="151397"/>
                  <a:pt x="3382706" y="151397"/>
                </a:cubicBezTo>
                <a:cubicBezTo>
                  <a:pt x="3373824" y="151397"/>
                  <a:pt x="3365397" y="145938"/>
                  <a:pt x="3360615" y="136833"/>
                </a:cubicBezTo>
                <a:cubicBezTo>
                  <a:pt x="3354238" y="124997"/>
                  <a:pt x="3350593" y="109067"/>
                  <a:pt x="3350593" y="92907"/>
                </a:cubicBezTo>
                <a:cubicBezTo>
                  <a:pt x="3350593" y="71285"/>
                  <a:pt x="3361296" y="57176"/>
                  <a:pt x="3377469" y="57176"/>
                </a:cubicBezTo>
                <a:close/>
                <a:moveTo>
                  <a:pt x="3507738" y="53020"/>
                </a:moveTo>
                <a:lnTo>
                  <a:pt x="3479725" y="53020"/>
                </a:lnTo>
                <a:lnTo>
                  <a:pt x="3479725" y="26679"/>
                </a:lnTo>
                <a:cubicBezTo>
                  <a:pt x="3479725" y="13504"/>
                  <a:pt x="3484051" y="6467"/>
                  <a:pt x="3492708" y="6467"/>
                </a:cubicBezTo>
                <a:cubicBezTo>
                  <a:pt x="3497489" y="6467"/>
                  <a:pt x="3500680" y="8736"/>
                  <a:pt x="3504777" y="15322"/>
                </a:cubicBezTo>
                <a:cubicBezTo>
                  <a:pt x="3508422" y="21226"/>
                  <a:pt x="3511154" y="23499"/>
                  <a:pt x="3515025" y="23499"/>
                </a:cubicBezTo>
                <a:cubicBezTo>
                  <a:pt x="3520265" y="23499"/>
                  <a:pt x="3524592" y="19409"/>
                  <a:pt x="3524592" y="14185"/>
                </a:cubicBezTo>
                <a:cubicBezTo>
                  <a:pt x="3524592" y="6008"/>
                  <a:pt x="3514570" y="87"/>
                  <a:pt x="3500905" y="87"/>
                </a:cubicBezTo>
                <a:cubicBezTo>
                  <a:pt x="3486786" y="87"/>
                  <a:pt x="3474713" y="6238"/>
                  <a:pt x="3468792" y="16684"/>
                </a:cubicBezTo>
                <a:cubicBezTo>
                  <a:pt x="3462874" y="26679"/>
                  <a:pt x="3461049" y="34852"/>
                  <a:pt x="3460823" y="53020"/>
                </a:cubicBezTo>
                <a:lnTo>
                  <a:pt x="3442148" y="53020"/>
                </a:lnTo>
                <a:lnTo>
                  <a:pt x="3442148" y="60311"/>
                </a:lnTo>
                <a:lnTo>
                  <a:pt x="3460823" y="60311"/>
                </a:lnTo>
                <a:lnTo>
                  <a:pt x="3460823" y="131857"/>
                </a:lnTo>
                <a:cubicBezTo>
                  <a:pt x="3460823" y="148489"/>
                  <a:pt x="3458318" y="151223"/>
                  <a:pt x="3441919" y="152134"/>
                </a:cubicBezTo>
                <a:lnTo>
                  <a:pt x="3441919" y="155550"/>
                </a:lnTo>
                <a:lnTo>
                  <a:pt x="3501135" y="155550"/>
                </a:lnTo>
                <a:lnTo>
                  <a:pt x="3501135" y="152134"/>
                </a:lnTo>
                <a:cubicBezTo>
                  <a:pt x="3482460" y="151453"/>
                  <a:pt x="3479954" y="148947"/>
                  <a:pt x="3479954" y="131857"/>
                </a:cubicBezTo>
                <a:lnTo>
                  <a:pt x="3479954" y="60311"/>
                </a:lnTo>
                <a:lnTo>
                  <a:pt x="3507738" y="60311"/>
                </a:lnTo>
                <a:lnTo>
                  <a:pt x="3507738" y="53020"/>
                </a:lnTo>
                <a:close/>
                <a:moveTo>
                  <a:pt x="3650989" y="53020"/>
                </a:moveTo>
                <a:lnTo>
                  <a:pt x="3627988" y="53020"/>
                </a:lnTo>
                <a:lnTo>
                  <a:pt x="3627988" y="26602"/>
                </a:lnTo>
                <a:cubicBezTo>
                  <a:pt x="3627988" y="24326"/>
                  <a:pt x="3627762" y="23641"/>
                  <a:pt x="3626392" y="23641"/>
                </a:cubicBezTo>
                <a:cubicBezTo>
                  <a:pt x="3624801" y="25692"/>
                  <a:pt x="3623432" y="27742"/>
                  <a:pt x="3621840" y="30018"/>
                </a:cubicBezTo>
                <a:cubicBezTo>
                  <a:pt x="3613184" y="42546"/>
                  <a:pt x="3603391" y="53479"/>
                  <a:pt x="3599749" y="54389"/>
                </a:cubicBezTo>
                <a:cubicBezTo>
                  <a:pt x="3597243" y="55981"/>
                  <a:pt x="3595874" y="57576"/>
                  <a:pt x="3595874" y="58716"/>
                </a:cubicBezTo>
                <a:cubicBezTo>
                  <a:pt x="3595874" y="59400"/>
                  <a:pt x="3596103" y="59856"/>
                  <a:pt x="3596788" y="60311"/>
                </a:cubicBezTo>
                <a:lnTo>
                  <a:pt x="3608857" y="60311"/>
                </a:lnTo>
                <a:lnTo>
                  <a:pt x="3608857" y="128854"/>
                </a:lnTo>
                <a:cubicBezTo>
                  <a:pt x="3608857" y="147981"/>
                  <a:pt x="3615689" y="157774"/>
                  <a:pt x="3629127" y="157774"/>
                </a:cubicBezTo>
                <a:cubicBezTo>
                  <a:pt x="3640286" y="157774"/>
                  <a:pt x="3648939" y="152311"/>
                  <a:pt x="3656456" y="140468"/>
                </a:cubicBezTo>
                <a:lnTo>
                  <a:pt x="3653495" y="137962"/>
                </a:lnTo>
                <a:cubicBezTo>
                  <a:pt x="3648713" y="143655"/>
                  <a:pt x="3644842" y="145934"/>
                  <a:pt x="3639831" y="145934"/>
                </a:cubicBezTo>
                <a:cubicBezTo>
                  <a:pt x="3631404" y="145934"/>
                  <a:pt x="3627988" y="139783"/>
                  <a:pt x="3627988" y="125438"/>
                </a:cubicBezTo>
                <a:lnTo>
                  <a:pt x="3627988" y="60311"/>
                </a:lnTo>
                <a:lnTo>
                  <a:pt x="3650989" y="60311"/>
                </a:lnTo>
                <a:lnTo>
                  <a:pt x="3650989" y="53020"/>
                </a:lnTo>
                <a:close/>
                <a:moveTo>
                  <a:pt x="3691985" y="77443"/>
                </a:moveTo>
                <a:cubicBezTo>
                  <a:pt x="3701549" y="66969"/>
                  <a:pt x="3708381" y="63094"/>
                  <a:pt x="3717263" y="63094"/>
                </a:cubicBezTo>
                <a:cubicBezTo>
                  <a:pt x="3728651" y="63094"/>
                  <a:pt x="3734343" y="71296"/>
                  <a:pt x="3734343" y="87236"/>
                </a:cubicBezTo>
                <a:lnTo>
                  <a:pt x="3734343" y="132322"/>
                </a:lnTo>
                <a:cubicBezTo>
                  <a:pt x="3734343" y="147807"/>
                  <a:pt x="3732067" y="150768"/>
                  <a:pt x="3718858" y="152134"/>
                </a:cubicBezTo>
                <a:lnTo>
                  <a:pt x="3718858" y="155550"/>
                </a:lnTo>
                <a:lnTo>
                  <a:pt x="3767142" y="155550"/>
                </a:lnTo>
                <a:lnTo>
                  <a:pt x="3767142" y="152134"/>
                </a:lnTo>
                <a:cubicBezTo>
                  <a:pt x="3754843" y="149858"/>
                  <a:pt x="3753474" y="148037"/>
                  <a:pt x="3753474" y="132322"/>
                </a:cubicBezTo>
                <a:lnTo>
                  <a:pt x="3753474" y="87007"/>
                </a:lnTo>
                <a:cubicBezTo>
                  <a:pt x="3753474" y="63094"/>
                  <a:pt x="3743911" y="50796"/>
                  <a:pt x="3725461" y="50796"/>
                </a:cubicBezTo>
                <a:cubicBezTo>
                  <a:pt x="3712026" y="50796"/>
                  <a:pt x="3702459" y="56262"/>
                  <a:pt x="3691985" y="69926"/>
                </a:cubicBezTo>
                <a:lnTo>
                  <a:pt x="3691985" y="695"/>
                </a:lnTo>
                <a:lnTo>
                  <a:pt x="3690845" y="10"/>
                </a:lnTo>
                <a:cubicBezTo>
                  <a:pt x="3683103" y="2742"/>
                  <a:pt x="3677407" y="4566"/>
                  <a:pt x="3664653" y="8208"/>
                </a:cubicBezTo>
                <a:lnTo>
                  <a:pt x="3658506" y="10033"/>
                </a:lnTo>
                <a:lnTo>
                  <a:pt x="3658506" y="13675"/>
                </a:lnTo>
                <a:cubicBezTo>
                  <a:pt x="3659416" y="13449"/>
                  <a:pt x="3660101" y="13449"/>
                  <a:pt x="3661237" y="13449"/>
                </a:cubicBezTo>
                <a:cubicBezTo>
                  <a:pt x="3671030" y="13449"/>
                  <a:pt x="3672855" y="15270"/>
                  <a:pt x="3672855" y="25063"/>
                </a:cubicBezTo>
                <a:lnTo>
                  <a:pt x="3672855" y="132322"/>
                </a:lnTo>
                <a:cubicBezTo>
                  <a:pt x="3672855" y="148263"/>
                  <a:pt x="3671485" y="150313"/>
                  <a:pt x="3658277" y="152134"/>
                </a:cubicBezTo>
                <a:lnTo>
                  <a:pt x="3658277" y="155550"/>
                </a:lnTo>
                <a:lnTo>
                  <a:pt x="3707470" y="155550"/>
                </a:lnTo>
                <a:lnTo>
                  <a:pt x="3707470" y="152134"/>
                </a:lnTo>
                <a:cubicBezTo>
                  <a:pt x="3694261" y="150768"/>
                  <a:pt x="3691985" y="148037"/>
                  <a:pt x="3691985" y="132322"/>
                </a:cubicBezTo>
                <a:lnTo>
                  <a:pt x="3691985" y="77443"/>
                </a:lnTo>
                <a:close/>
                <a:moveTo>
                  <a:pt x="3863020" y="118137"/>
                </a:moveTo>
                <a:cubicBezTo>
                  <a:pt x="3852091" y="135453"/>
                  <a:pt x="3842295" y="142063"/>
                  <a:pt x="3827720" y="142063"/>
                </a:cubicBezTo>
                <a:cubicBezTo>
                  <a:pt x="3814740" y="142063"/>
                  <a:pt x="3804948" y="135453"/>
                  <a:pt x="3798341" y="122467"/>
                </a:cubicBezTo>
                <a:cubicBezTo>
                  <a:pt x="3794241" y="113807"/>
                  <a:pt x="3792649" y="106287"/>
                  <a:pt x="3792194" y="92386"/>
                </a:cubicBezTo>
                <a:lnTo>
                  <a:pt x="3862339" y="92386"/>
                </a:lnTo>
                <a:cubicBezTo>
                  <a:pt x="3860515" y="77610"/>
                  <a:pt x="3858239" y="71028"/>
                  <a:pt x="3852546" y="63765"/>
                </a:cubicBezTo>
                <a:cubicBezTo>
                  <a:pt x="3845711" y="55581"/>
                  <a:pt x="3835237" y="50796"/>
                  <a:pt x="3823394" y="50796"/>
                </a:cubicBezTo>
                <a:cubicBezTo>
                  <a:pt x="3812006" y="50796"/>
                  <a:pt x="3801302" y="54897"/>
                  <a:pt x="3792649" y="62629"/>
                </a:cubicBezTo>
                <a:cubicBezTo>
                  <a:pt x="3781942" y="71935"/>
                  <a:pt x="3775795" y="88060"/>
                  <a:pt x="3775795" y="106742"/>
                </a:cubicBezTo>
                <a:cubicBezTo>
                  <a:pt x="3775795" y="138188"/>
                  <a:pt x="3792194" y="157774"/>
                  <a:pt x="3818382" y="157774"/>
                </a:cubicBezTo>
                <a:cubicBezTo>
                  <a:pt x="3840018" y="157774"/>
                  <a:pt x="3857099" y="144339"/>
                  <a:pt x="3866666" y="119732"/>
                </a:cubicBezTo>
                <a:lnTo>
                  <a:pt x="3863020" y="118137"/>
                </a:lnTo>
                <a:moveTo>
                  <a:pt x="3792649" y="85099"/>
                </a:moveTo>
                <a:cubicBezTo>
                  <a:pt x="3795151" y="67397"/>
                  <a:pt x="3802897" y="58997"/>
                  <a:pt x="3816787" y="58997"/>
                </a:cubicBezTo>
                <a:cubicBezTo>
                  <a:pt x="3830681" y="58997"/>
                  <a:pt x="3836147" y="65353"/>
                  <a:pt x="3839108" y="85099"/>
                </a:cubicBezTo>
                <a:lnTo>
                  <a:pt x="3792649" y="85099"/>
                </a:lnTo>
                <a:close/>
                <a:moveTo>
                  <a:pt x="3990785" y="50796"/>
                </a:moveTo>
                <a:lnTo>
                  <a:pt x="3955485" y="63251"/>
                </a:lnTo>
                <a:lnTo>
                  <a:pt x="3955485" y="66670"/>
                </a:lnTo>
                <a:lnTo>
                  <a:pt x="3957309" y="66441"/>
                </a:lnTo>
                <a:cubicBezTo>
                  <a:pt x="3960041" y="65986"/>
                  <a:pt x="3963002" y="65756"/>
                  <a:pt x="3965052" y="65756"/>
                </a:cubicBezTo>
                <a:cubicBezTo>
                  <a:pt x="3970518" y="65756"/>
                  <a:pt x="3972565" y="69402"/>
                  <a:pt x="3972565" y="79431"/>
                </a:cubicBezTo>
                <a:lnTo>
                  <a:pt x="3972565" y="132308"/>
                </a:lnTo>
                <a:cubicBezTo>
                  <a:pt x="3972565" y="148718"/>
                  <a:pt x="3970289" y="151223"/>
                  <a:pt x="3954574" y="152134"/>
                </a:cubicBezTo>
                <a:lnTo>
                  <a:pt x="3954574" y="155550"/>
                </a:lnTo>
                <a:lnTo>
                  <a:pt x="4008550" y="155550"/>
                </a:lnTo>
                <a:lnTo>
                  <a:pt x="4008550" y="152134"/>
                </a:lnTo>
                <a:cubicBezTo>
                  <a:pt x="3993520" y="150998"/>
                  <a:pt x="3991696" y="148718"/>
                  <a:pt x="3991696" y="132308"/>
                </a:cubicBezTo>
                <a:lnTo>
                  <a:pt x="3991696" y="51480"/>
                </a:lnTo>
                <a:lnTo>
                  <a:pt x="3990785" y="50796"/>
                </a:lnTo>
                <a:moveTo>
                  <a:pt x="3980082" y="87"/>
                </a:moveTo>
                <a:cubicBezTo>
                  <a:pt x="3973934" y="87"/>
                  <a:pt x="3968694" y="5327"/>
                  <a:pt x="3968694" y="11704"/>
                </a:cubicBezTo>
                <a:cubicBezTo>
                  <a:pt x="3968694" y="18081"/>
                  <a:pt x="3973705" y="23318"/>
                  <a:pt x="3980082" y="23318"/>
                </a:cubicBezTo>
                <a:cubicBezTo>
                  <a:pt x="3986688" y="23318"/>
                  <a:pt x="3991925" y="18307"/>
                  <a:pt x="3991925" y="11704"/>
                </a:cubicBezTo>
                <a:cubicBezTo>
                  <a:pt x="3991925" y="5327"/>
                  <a:pt x="3986688" y="87"/>
                  <a:pt x="3980082" y="87"/>
                </a:cubicBezTo>
                <a:close/>
                <a:moveTo>
                  <a:pt x="4017888" y="64919"/>
                </a:moveTo>
                <a:cubicBezTo>
                  <a:pt x="4019253" y="64234"/>
                  <a:pt x="4021533" y="64008"/>
                  <a:pt x="4024038" y="64008"/>
                </a:cubicBezTo>
                <a:cubicBezTo>
                  <a:pt x="4030415" y="64008"/>
                  <a:pt x="4032462" y="67424"/>
                  <a:pt x="4032462" y="78579"/>
                </a:cubicBezTo>
                <a:lnTo>
                  <a:pt x="4032462" y="135057"/>
                </a:lnTo>
                <a:cubicBezTo>
                  <a:pt x="4032462" y="148037"/>
                  <a:pt x="4029957" y="151223"/>
                  <a:pt x="4018343" y="152134"/>
                </a:cubicBezTo>
                <a:lnTo>
                  <a:pt x="4018343" y="155550"/>
                </a:lnTo>
                <a:lnTo>
                  <a:pt x="4066626" y="155550"/>
                </a:lnTo>
                <a:lnTo>
                  <a:pt x="4066626" y="152134"/>
                </a:lnTo>
                <a:cubicBezTo>
                  <a:pt x="4055009" y="151223"/>
                  <a:pt x="4051593" y="148492"/>
                  <a:pt x="4051593" y="140294"/>
                </a:cubicBezTo>
                <a:lnTo>
                  <a:pt x="4051593" y="76303"/>
                </a:lnTo>
                <a:cubicBezTo>
                  <a:pt x="4062525" y="66055"/>
                  <a:pt x="4067537" y="63324"/>
                  <a:pt x="4075053" y="63324"/>
                </a:cubicBezTo>
                <a:cubicBezTo>
                  <a:pt x="4086212" y="63324"/>
                  <a:pt x="4091678" y="70382"/>
                  <a:pt x="4091678" y="85412"/>
                </a:cubicBezTo>
                <a:lnTo>
                  <a:pt x="4091678" y="133007"/>
                </a:lnTo>
                <a:cubicBezTo>
                  <a:pt x="4091678" y="147352"/>
                  <a:pt x="4088717" y="151223"/>
                  <a:pt x="4077329" y="152134"/>
                </a:cubicBezTo>
                <a:lnTo>
                  <a:pt x="4077329" y="155550"/>
                </a:lnTo>
                <a:lnTo>
                  <a:pt x="4124702" y="155550"/>
                </a:lnTo>
                <a:lnTo>
                  <a:pt x="4124702" y="152134"/>
                </a:lnTo>
                <a:cubicBezTo>
                  <a:pt x="4113540" y="150998"/>
                  <a:pt x="4110809" y="148263"/>
                  <a:pt x="4110809" y="137107"/>
                </a:cubicBezTo>
                <a:lnTo>
                  <a:pt x="4110809" y="84956"/>
                </a:lnTo>
                <a:cubicBezTo>
                  <a:pt x="4110809" y="63553"/>
                  <a:pt x="4100787" y="50796"/>
                  <a:pt x="4083936" y="50796"/>
                </a:cubicBezTo>
                <a:cubicBezTo>
                  <a:pt x="4073458" y="50796"/>
                  <a:pt x="4066397" y="54671"/>
                  <a:pt x="4050912" y="69245"/>
                </a:cubicBezTo>
                <a:lnTo>
                  <a:pt x="4050912" y="51255"/>
                </a:lnTo>
                <a:lnTo>
                  <a:pt x="4049317" y="50796"/>
                </a:lnTo>
                <a:cubicBezTo>
                  <a:pt x="4038158" y="54897"/>
                  <a:pt x="4030415" y="57402"/>
                  <a:pt x="4017888" y="61047"/>
                </a:cubicBezTo>
                <a:lnTo>
                  <a:pt x="4017888" y="64919"/>
                </a:lnTo>
                <a:close/>
                <a:moveTo>
                  <a:pt x="4130165" y="66000"/>
                </a:moveTo>
                <a:cubicBezTo>
                  <a:pt x="4132216" y="65774"/>
                  <a:pt x="4133811" y="65774"/>
                  <a:pt x="4135861" y="65774"/>
                </a:cubicBezTo>
                <a:cubicBezTo>
                  <a:pt x="4143604" y="65774"/>
                  <a:pt x="4145199" y="68050"/>
                  <a:pt x="4145199" y="78753"/>
                </a:cubicBezTo>
                <a:lnTo>
                  <a:pt x="4145199" y="185339"/>
                </a:lnTo>
                <a:cubicBezTo>
                  <a:pt x="4145199" y="197182"/>
                  <a:pt x="4142693" y="199687"/>
                  <a:pt x="4129255" y="201053"/>
                </a:cubicBezTo>
                <a:lnTo>
                  <a:pt x="4129255" y="204924"/>
                </a:lnTo>
                <a:lnTo>
                  <a:pt x="4184370" y="204924"/>
                </a:lnTo>
                <a:lnTo>
                  <a:pt x="4184370" y="200827"/>
                </a:lnTo>
                <a:cubicBezTo>
                  <a:pt x="4167290" y="200598"/>
                  <a:pt x="4164329" y="198092"/>
                  <a:pt x="4164329" y="183744"/>
                </a:cubicBezTo>
                <a:lnTo>
                  <a:pt x="4164329" y="147985"/>
                </a:lnTo>
                <a:cubicBezTo>
                  <a:pt x="4172301" y="155498"/>
                  <a:pt x="4177764" y="157774"/>
                  <a:pt x="4187331" y="157774"/>
                </a:cubicBezTo>
                <a:cubicBezTo>
                  <a:pt x="4214204" y="157774"/>
                  <a:pt x="4235156" y="132281"/>
                  <a:pt x="4235156" y="99281"/>
                </a:cubicBezTo>
                <a:cubicBezTo>
                  <a:pt x="4235156" y="71063"/>
                  <a:pt x="4219215" y="50796"/>
                  <a:pt x="4197124" y="50796"/>
                </a:cubicBezTo>
                <a:cubicBezTo>
                  <a:pt x="4184370" y="50796"/>
                  <a:pt x="4174348" y="56492"/>
                  <a:pt x="4164329" y="68787"/>
                </a:cubicBezTo>
                <a:lnTo>
                  <a:pt x="4164329" y="51255"/>
                </a:lnTo>
                <a:lnTo>
                  <a:pt x="4162963" y="50796"/>
                </a:lnTo>
                <a:cubicBezTo>
                  <a:pt x="4150665" y="55581"/>
                  <a:pt x="4142693" y="58542"/>
                  <a:pt x="4130165" y="62413"/>
                </a:cubicBezTo>
                <a:lnTo>
                  <a:pt x="4130165" y="66000"/>
                </a:lnTo>
                <a:moveTo>
                  <a:pt x="4164329" y="79483"/>
                </a:moveTo>
                <a:cubicBezTo>
                  <a:pt x="4164329" y="72654"/>
                  <a:pt x="4177083" y="64464"/>
                  <a:pt x="4187557" y="64464"/>
                </a:cubicBezTo>
                <a:cubicBezTo>
                  <a:pt x="4204411" y="64464"/>
                  <a:pt x="4215570" y="81759"/>
                  <a:pt x="4215570" y="108160"/>
                </a:cubicBezTo>
                <a:cubicBezTo>
                  <a:pt x="4215570" y="133420"/>
                  <a:pt x="4204411" y="150487"/>
                  <a:pt x="4188016" y="150487"/>
                </a:cubicBezTo>
                <a:cubicBezTo>
                  <a:pt x="4177309" y="150487"/>
                  <a:pt x="4164329" y="142296"/>
                  <a:pt x="4164329" y="135467"/>
                </a:cubicBezTo>
                <a:lnTo>
                  <a:pt x="4164329" y="79483"/>
                </a:lnTo>
                <a:close/>
                <a:moveTo>
                  <a:pt x="4351079" y="144120"/>
                </a:moveTo>
                <a:lnTo>
                  <a:pt x="4349942" y="144120"/>
                </a:lnTo>
                <a:cubicBezTo>
                  <a:pt x="4339465" y="144120"/>
                  <a:pt x="4336959" y="141615"/>
                  <a:pt x="4336959" y="131137"/>
                </a:cubicBezTo>
                <a:lnTo>
                  <a:pt x="4336959" y="53020"/>
                </a:lnTo>
                <a:lnTo>
                  <a:pt x="4300974" y="53020"/>
                </a:lnTo>
                <a:lnTo>
                  <a:pt x="4300974" y="56895"/>
                </a:lnTo>
                <a:cubicBezTo>
                  <a:pt x="4315097" y="57576"/>
                  <a:pt x="4317829" y="59856"/>
                  <a:pt x="4317829" y="71240"/>
                </a:cubicBezTo>
                <a:lnTo>
                  <a:pt x="4317829" y="124753"/>
                </a:lnTo>
                <a:cubicBezTo>
                  <a:pt x="4317829" y="131130"/>
                  <a:pt x="4316689" y="134320"/>
                  <a:pt x="4313502" y="136823"/>
                </a:cubicBezTo>
                <a:cubicBezTo>
                  <a:pt x="4307351" y="141834"/>
                  <a:pt x="4300293" y="144565"/>
                  <a:pt x="4293461" y="144565"/>
                </a:cubicBezTo>
                <a:cubicBezTo>
                  <a:pt x="4284579" y="144565"/>
                  <a:pt x="4277291" y="136823"/>
                  <a:pt x="4277291" y="127259"/>
                </a:cubicBezTo>
                <a:lnTo>
                  <a:pt x="4277291" y="53020"/>
                </a:lnTo>
                <a:lnTo>
                  <a:pt x="4244038" y="53020"/>
                </a:lnTo>
                <a:lnTo>
                  <a:pt x="4244038" y="56210"/>
                </a:lnTo>
                <a:cubicBezTo>
                  <a:pt x="4254971" y="56895"/>
                  <a:pt x="4258161" y="60311"/>
                  <a:pt x="4258161" y="70785"/>
                </a:cubicBezTo>
                <a:lnTo>
                  <a:pt x="4258161" y="128169"/>
                </a:lnTo>
                <a:cubicBezTo>
                  <a:pt x="4258161" y="146160"/>
                  <a:pt x="4269090" y="157774"/>
                  <a:pt x="4285715" y="157774"/>
                </a:cubicBezTo>
                <a:cubicBezTo>
                  <a:pt x="4294142" y="157774"/>
                  <a:pt x="4303025" y="154132"/>
                  <a:pt x="4309176" y="147981"/>
                </a:cubicBezTo>
                <a:lnTo>
                  <a:pt x="4318969" y="138192"/>
                </a:lnTo>
                <a:lnTo>
                  <a:pt x="4318969" y="157093"/>
                </a:lnTo>
                <a:lnTo>
                  <a:pt x="4319879" y="157552"/>
                </a:lnTo>
                <a:cubicBezTo>
                  <a:pt x="4331267" y="152999"/>
                  <a:pt x="4339465" y="150494"/>
                  <a:pt x="4351079" y="147303"/>
                </a:cubicBezTo>
                <a:lnTo>
                  <a:pt x="4351079" y="144120"/>
                </a:lnTo>
                <a:close/>
                <a:moveTo>
                  <a:pt x="4413936" y="53020"/>
                </a:moveTo>
                <a:lnTo>
                  <a:pt x="4390935" y="53020"/>
                </a:lnTo>
                <a:lnTo>
                  <a:pt x="4390935" y="26602"/>
                </a:lnTo>
                <a:cubicBezTo>
                  <a:pt x="4390935" y="24326"/>
                  <a:pt x="4390709" y="23641"/>
                  <a:pt x="4389340" y="23641"/>
                </a:cubicBezTo>
                <a:cubicBezTo>
                  <a:pt x="4387748" y="25692"/>
                  <a:pt x="4386379" y="27742"/>
                  <a:pt x="4384787" y="30018"/>
                </a:cubicBezTo>
                <a:cubicBezTo>
                  <a:pt x="4376131" y="42546"/>
                  <a:pt x="4366338" y="53479"/>
                  <a:pt x="4362696" y="54389"/>
                </a:cubicBezTo>
                <a:cubicBezTo>
                  <a:pt x="4360190" y="55981"/>
                  <a:pt x="4358821" y="57576"/>
                  <a:pt x="4358821" y="58716"/>
                </a:cubicBezTo>
                <a:cubicBezTo>
                  <a:pt x="4358821" y="59400"/>
                  <a:pt x="4359050" y="59856"/>
                  <a:pt x="4359735" y="60311"/>
                </a:cubicBezTo>
                <a:lnTo>
                  <a:pt x="4371804" y="60311"/>
                </a:lnTo>
                <a:lnTo>
                  <a:pt x="4371804" y="128854"/>
                </a:lnTo>
                <a:cubicBezTo>
                  <a:pt x="4371804" y="147981"/>
                  <a:pt x="4378636" y="157774"/>
                  <a:pt x="4392074" y="157774"/>
                </a:cubicBezTo>
                <a:cubicBezTo>
                  <a:pt x="4403233" y="157774"/>
                  <a:pt x="4411886" y="152311"/>
                  <a:pt x="4419403" y="140468"/>
                </a:cubicBezTo>
                <a:lnTo>
                  <a:pt x="4416442" y="137962"/>
                </a:lnTo>
                <a:cubicBezTo>
                  <a:pt x="4411660" y="143655"/>
                  <a:pt x="4407789" y="145934"/>
                  <a:pt x="4402778" y="145934"/>
                </a:cubicBezTo>
                <a:cubicBezTo>
                  <a:pt x="4394351" y="145934"/>
                  <a:pt x="4390935" y="139783"/>
                  <a:pt x="4390935" y="125438"/>
                </a:cubicBezTo>
                <a:lnTo>
                  <a:pt x="4390935" y="60311"/>
                </a:lnTo>
                <a:lnTo>
                  <a:pt x="4413936" y="60311"/>
                </a:lnTo>
                <a:lnTo>
                  <a:pt x="4413936" y="53020"/>
                </a:lnTo>
                <a:close/>
                <a:moveTo>
                  <a:pt x="4599548" y="140471"/>
                </a:moveTo>
                <a:cubicBezTo>
                  <a:pt x="4595677" y="143655"/>
                  <a:pt x="4592946" y="144794"/>
                  <a:pt x="4589529" y="144794"/>
                </a:cubicBezTo>
                <a:cubicBezTo>
                  <a:pt x="4584292" y="144794"/>
                  <a:pt x="4582697" y="141608"/>
                  <a:pt x="4582697" y="131596"/>
                </a:cubicBezTo>
                <a:lnTo>
                  <a:pt x="4582697" y="87215"/>
                </a:lnTo>
                <a:cubicBezTo>
                  <a:pt x="4582697" y="75379"/>
                  <a:pt x="4581558" y="68780"/>
                  <a:pt x="4578142" y="63317"/>
                </a:cubicBezTo>
                <a:cubicBezTo>
                  <a:pt x="4573130" y="55126"/>
                  <a:pt x="4563337" y="50796"/>
                  <a:pt x="4549903" y="50796"/>
                </a:cubicBezTo>
                <a:cubicBezTo>
                  <a:pt x="4528492" y="50796"/>
                  <a:pt x="4511642" y="61951"/>
                  <a:pt x="4511642" y="76289"/>
                </a:cubicBezTo>
                <a:cubicBezTo>
                  <a:pt x="4511642" y="81526"/>
                  <a:pt x="4516194" y="86075"/>
                  <a:pt x="4521434" y="86075"/>
                </a:cubicBezTo>
                <a:cubicBezTo>
                  <a:pt x="4526897" y="86075"/>
                  <a:pt x="4531683" y="81526"/>
                  <a:pt x="4531683" y="76519"/>
                </a:cubicBezTo>
                <a:cubicBezTo>
                  <a:pt x="4531683" y="75608"/>
                  <a:pt x="4531453" y="74468"/>
                  <a:pt x="4531227" y="72877"/>
                </a:cubicBezTo>
                <a:cubicBezTo>
                  <a:pt x="4530772" y="70830"/>
                  <a:pt x="4530543" y="69009"/>
                  <a:pt x="4530543" y="67414"/>
                </a:cubicBezTo>
                <a:cubicBezTo>
                  <a:pt x="4530543" y="61270"/>
                  <a:pt x="4537830" y="56262"/>
                  <a:pt x="4546942" y="56262"/>
                </a:cubicBezTo>
                <a:cubicBezTo>
                  <a:pt x="4558100" y="56262"/>
                  <a:pt x="4564248" y="62861"/>
                  <a:pt x="4564248" y="75153"/>
                </a:cubicBezTo>
                <a:lnTo>
                  <a:pt x="4564248" y="89036"/>
                </a:lnTo>
                <a:cubicBezTo>
                  <a:pt x="4529177" y="103145"/>
                  <a:pt x="4525306" y="104966"/>
                  <a:pt x="4515513" y="113616"/>
                </a:cubicBezTo>
                <a:cubicBezTo>
                  <a:pt x="4510502" y="118168"/>
                  <a:pt x="4507312" y="125904"/>
                  <a:pt x="4507312" y="133413"/>
                </a:cubicBezTo>
                <a:cubicBezTo>
                  <a:pt x="4507312" y="147755"/>
                  <a:pt x="4517334" y="157774"/>
                  <a:pt x="4531227" y="157774"/>
                </a:cubicBezTo>
                <a:cubicBezTo>
                  <a:pt x="4541246" y="157774"/>
                  <a:pt x="4550584" y="152992"/>
                  <a:pt x="4564477" y="141149"/>
                </a:cubicBezTo>
                <a:cubicBezTo>
                  <a:pt x="4565617" y="152992"/>
                  <a:pt x="4569714" y="157774"/>
                  <a:pt x="4579052" y="157774"/>
                </a:cubicBezTo>
                <a:cubicBezTo>
                  <a:pt x="4586795" y="157774"/>
                  <a:pt x="4591580" y="155043"/>
                  <a:pt x="4599548" y="146390"/>
                </a:cubicBezTo>
                <a:lnTo>
                  <a:pt x="4599548" y="140471"/>
                </a:lnTo>
                <a:moveTo>
                  <a:pt x="4564248" y="127485"/>
                </a:moveTo>
                <a:cubicBezTo>
                  <a:pt x="4564248" y="134546"/>
                  <a:pt x="4563112" y="136597"/>
                  <a:pt x="4558326" y="139328"/>
                </a:cubicBezTo>
                <a:cubicBezTo>
                  <a:pt x="4552863" y="142518"/>
                  <a:pt x="4546487" y="144565"/>
                  <a:pt x="4541701" y="144565"/>
                </a:cubicBezTo>
                <a:cubicBezTo>
                  <a:pt x="4533733" y="144565"/>
                  <a:pt x="4527356" y="136823"/>
                  <a:pt x="4527356" y="127030"/>
                </a:cubicBezTo>
                <a:lnTo>
                  <a:pt x="4527356" y="126119"/>
                </a:lnTo>
                <a:cubicBezTo>
                  <a:pt x="4527356" y="112681"/>
                  <a:pt x="4536690" y="104483"/>
                  <a:pt x="4564248" y="94461"/>
                </a:cubicBezTo>
                <a:lnTo>
                  <a:pt x="4564248" y="127485"/>
                </a:lnTo>
                <a:close/>
                <a:moveTo>
                  <a:pt x="4603649" y="64919"/>
                </a:moveTo>
                <a:cubicBezTo>
                  <a:pt x="4605015" y="64234"/>
                  <a:pt x="4607294" y="64008"/>
                  <a:pt x="4609800" y="64008"/>
                </a:cubicBezTo>
                <a:cubicBezTo>
                  <a:pt x="4616177" y="64008"/>
                  <a:pt x="4618224" y="67424"/>
                  <a:pt x="4618224" y="78579"/>
                </a:cubicBezTo>
                <a:lnTo>
                  <a:pt x="4618224" y="135057"/>
                </a:lnTo>
                <a:cubicBezTo>
                  <a:pt x="4618224" y="148037"/>
                  <a:pt x="4615718" y="151223"/>
                  <a:pt x="4604104" y="152134"/>
                </a:cubicBezTo>
                <a:lnTo>
                  <a:pt x="4604104" y="155550"/>
                </a:lnTo>
                <a:lnTo>
                  <a:pt x="4652388" y="155550"/>
                </a:lnTo>
                <a:lnTo>
                  <a:pt x="4652388" y="152134"/>
                </a:lnTo>
                <a:cubicBezTo>
                  <a:pt x="4640770" y="151223"/>
                  <a:pt x="4637354" y="148492"/>
                  <a:pt x="4637354" y="140294"/>
                </a:cubicBezTo>
                <a:lnTo>
                  <a:pt x="4637354" y="76303"/>
                </a:lnTo>
                <a:cubicBezTo>
                  <a:pt x="4648287" y="66055"/>
                  <a:pt x="4653298" y="63324"/>
                  <a:pt x="4660815" y="63324"/>
                </a:cubicBezTo>
                <a:cubicBezTo>
                  <a:pt x="4671973" y="63324"/>
                  <a:pt x="4677440" y="70382"/>
                  <a:pt x="4677440" y="85412"/>
                </a:cubicBezTo>
                <a:lnTo>
                  <a:pt x="4677440" y="133007"/>
                </a:lnTo>
                <a:cubicBezTo>
                  <a:pt x="4677440" y="147352"/>
                  <a:pt x="4674479" y="151223"/>
                  <a:pt x="4663091" y="152134"/>
                </a:cubicBezTo>
                <a:lnTo>
                  <a:pt x="4663091" y="155550"/>
                </a:lnTo>
                <a:lnTo>
                  <a:pt x="4710464" y="155550"/>
                </a:lnTo>
                <a:lnTo>
                  <a:pt x="4710464" y="152134"/>
                </a:lnTo>
                <a:cubicBezTo>
                  <a:pt x="4699302" y="150998"/>
                  <a:pt x="4696570" y="148263"/>
                  <a:pt x="4696570" y="137107"/>
                </a:cubicBezTo>
                <a:lnTo>
                  <a:pt x="4696570" y="84956"/>
                </a:lnTo>
                <a:cubicBezTo>
                  <a:pt x="4696570" y="63553"/>
                  <a:pt x="4686548" y="50796"/>
                  <a:pt x="4669697" y="50796"/>
                </a:cubicBezTo>
                <a:cubicBezTo>
                  <a:pt x="4659220" y="50796"/>
                  <a:pt x="4652158" y="54671"/>
                  <a:pt x="4636673" y="69245"/>
                </a:cubicBezTo>
                <a:lnTo>
                  <a:pt x="4636673" y="51255"/>
                </a:lnTo>
                <a:lnTo>
                  <a:pt x="4635078" y="50796"/>
                </a:lnTo>
                <a:cubicBezTo>
                  <a:pt x="4623919" y="54897"/>
                  <a:pt x="4616177" y="57402"/>
                  <a:pt x="4603649" y="61047"/>
                </a:cubicBezTo>
                <a:lnTo>
                  <a:pt x="4603649" y="64919"/>
                </a:lnTo>
                <a:close/>
                <a:moveTo>
                  <a:pt x="4792223" y="157774"/>
                </a:moveTo>
                <a:lnTo>
                  <a:pt x="4825702" y="145934"/>
                </a:lnTo>
                <a:lnTo>
                  <a:pt x="4825702" y="142292"/>
                </a:lnTo>
                <a:cubicBezTo>
                  <a:pt x="4821601" y="142518"/>
                  <a:pt x="4821146" y="142518"/>
                  <a:pt x="4820462" y="142518"/>
                </a:cubicBezTo>
                <a:cubicBezTo>
                  <a:pt x="4812264" y="142518"/>
                  <a:pt x="4810443" y="140016"/>
                  <a:pt x="4810443" y="129546"/>
                </a:cubicBezTo>
                <a:lnTo>
                  <a:pt x="4810443" y="466"/>
                </a:lnTo>
                <a:lnTo>
                  <a:pt x="4809303" y="10"/>
                </a:lnTo>
                <a:cubicBezTo>
                  <a:pt x="4798370" y="3882"/>
                  <a:pt x="4790402" y="6158"/>
                  <a:pt x="4775824" y="10033"/>
                </a:cubicBezTo>
                <a:lnTo>
                  <a:pt x="4775824" y="13675"/>
                </a:lnTo>
                <a:cubicBezTo>
                  <a:pt x="4777648" y="13449"/>
                  <a:pt x="4779014" y="13449"/>
                  <a:pt x="4780835" y="13449"/>
                </a:cubicBezTo>
                <a:cubicBezTo>
                  <a:pt x="4789262" y="13449"/>
                  <a:pt x="4791312" y="15725"/>
                  <a:pt x="4791312" y="25063"/>
                </a:cubicBezTo>
                <a:lnTo>
                  <a:pt x="4791312" y="60589"/>
                </a:lnTo>
                <a:cubicBezTo>
                  <a:pt x="4782656" y="53301"/>
                  <a:pt x="4776508" y="50796"/>
                  <a:pt x="4767396" y="50796"/>
                </a:cubicBezTo>
                <a:cubicBezTo>
                  <a:pt x="4741208" y="50796"/>
                  <a:pt x="4720027" y="76519"/>
                  <a:pt x="4720027" y="108837"/>
                </a:cubicBezTo>
                <a:cubicBezTo>
                  <a:pt x="4720027" y="137966"/>
                  <a:pt x="4737107" y="157774"/>
                  <a:pt x="4762159" y="157774"/>
                </a:cubicBezTo>
                <a:cubicBezTo>
                  <a:pt x="4774913" y="157774"/>
                  <a:pt x="4783570" y="153222"/>
                  <a:pt x="4791312" y="142518"/>
                </a:cubicBezTo>
                <a:lnTo>
                  <a:pt x="4791312" y="157093"/>
                </a:lnTo>
                <a:lnTo>
                  <a:pt x="4792223" y="157774"/>
                </a:lnTo>
                <a:moveTo>
                  <a:pt x="4791312" y="132277"/>
                </a:moveTo>
                <a:cubicBezTo>
                  <a:pt x="4791312" y="133872"/>
                  <a:pt x="4789717" y="136604"/>
                  <a:pt x="4787441" y="139106"/>
                </a:cubicBezTo>
                <a:cubicBezTo>
                  <a:pt x="4783340" y="143658"/>
                  <a:pt x="4777648" y="145934"/>
                  <a:pt x="4771042" y="145934"/>
                </a:cubicBezTo>
                <a:cubicBezTo>
                  <a:pt x="4752141" y="145934"/>
                  <a:pt x="4739613" y="127725"/>
                  <a:pt x="4739613" y="99733"/>
                </a:cubicBezTo>
                <a:cubicBezTo>
                  <a:pt x="4739613" y="74017"/>
                  <a:pt x="4750771" y="57176"/>
                  <a:pt x="4768081" y="57176"/>
                </a:cubicBezTo>
                <a:cubicBezTo>
                  <a:pt x="4780154" y="57176"/>
                  <a:pt x="4791312" y="67869"/>
                  <a:pt x="4791312" y="79931"/>
                </a:cubicBezTo>
                <a:lnTo>
                  <a:pt x="4791312" y="132277"/>
                </a:lnTo>
                <a:close/>
                <a:moveTo>
                  <a:pt x="5000381" y="118137"/>
                </a:moveTo>
                <a:cubicBezTo>
                  <a:pt x="4989452" y="135453"/>
                  <a:pt x="4979656" y="142063"/>
                  <a:pt x="4965081" y="142063"/>
                </a:cubicBezTo>
                <a:cubicBezTo>
                  <a:pt x="4952101" y="142063"/>
                  <a:pt x="4942309" y="135453"/>
                  <a:pt x="4935702" y="122467"/>
                </a:cubicBezTo>
                <a:cubicBezTo>
                  <a:pt x="4931602" y="113807"/>
                  <a:pt x="4930010" y="106287"/>
                  <a:pt x="4929555" y="92386"/>
                </a:cubicBezTo>
                <a:lnTo>
                  <a:pt x="4999700" y="92386"/>
                </a:lnTo>
                <a:cubicBezTo>
                  <a:pt x="4997876" y="77610"/>
                  <a:pt x="4995600" y="71028"/>
                  <a:pt x="4989907" y="63765"/>
                </a:cubicBezTo>
                <a:cubicBezTo>
                  <a:pt x="4983072" y="55581"/>
                  <a:pt x="4972598" y="50796"/>
                  <a:pt x="4960755" y="50796"/>
                </a:cubicBezTo>
                <a:cubicBezTo>
                  <a:pt x="4949367" y="50796"/>
                  <a:pt x="4938663" y="54897"/>
                  <a:pt x="4930010" y="62629"/>
                </a:cubicBezTo>
                <a:cubicBezTo>
                  <a:pt x="4919303" y="71935"/>
                  <a:pt x="4913156" y="88060"/>
                  <a:pt x="4913156" y="106742"/>
                </a:cubicBezTo>
                <a:cubicBezTo>
                  <a:pt x="4913156" y="138188"/>
                  <a:pt x="4929555" y="157774"/>
                  <a:pt x="4955743" y="157774"/>
                </a:cubicBezTo>
                <a:cubicBezTo>
                  <a:pt x="4977379" y="157774"/>
                  <a:pt x="4994460" y="144339"/>
                  <a:pt x="5004027" y="119732"/>
                </a:cubicBezTo>
                <a:lnTo>
                  <a:pt x="5000381" y="118137"/>
                </a:lnTo>
                <a:moveTo>
                  <a:pt x="4930010" y="85099"/>
                </a:moveTo>
                <a:cubicBezTo>
                  <a:pt x="4932512" y="67397"/>
                  <a:pt x="4940258" y="58997"/>
                  <a:pt x="4954148" y="58997"/>
                </a:cubicBezTo>
                <a:cubicBezTo>
                  <a:pt x="4968042" y="58997"/>
                  <a:pt x="4973508" y="65353"/>
                  <a:pt x="4976469" y="85099"/>
                </a:cubicBezTo>
                <a:lnTo>
                  <a:pt x="4930010" y="85099"/>
                </a:lnTo>
                <a:close/>
                <a:moveTo>
                  <a:pt x="5012224" y="64919"/>
                </a:moveTo>
                <a:cubicBezTo>
                  <a:pt x="5013590" y="64234"/>
                  <a:pt x="5015870" y="64008"/>
                  <a:pt x="5018375" y="64008"/>
                </a:cubicBezTo>
                <a:cubicBezTo>
                  <a:pt x="5024752" y="64008"/>
                  <a:pt x="5026799" y="67424"/>
                  <a:pt x="5026799" y="78579"/>
                </a:cubicBezTo>
                <a:lnTo>
                  <a:pt x="5026799" y="135057"/>
                </a:lnTo>
                <a:cubicBezTo>
                  <a:pt x="5026799" y="148037"/>
                  <a:pt x="5024293" y="151223"/>
                  <a:pt x="5012680" y="152134"/>
                </a:cubicBezTo>
                <a:lnTo>
                  <a:pt x="5012680" y="155550"/>
                </a:lnTo>
                <a:lnTo>
                  <a:pt x="5060963" y="155550"/>
                </a:lnTo>
                <a:lnTo>
                  <a:pt x="5060963" y="152134"/>
                </a:lnTo>
                <a:cubicBezTo>
                  <a:pt x="5049346" y="151223"/>
                  <a:pt x="5045930" y="148492"/>
                  <a:pt x="5045930" y="140294"/>
                </a:cubicBezTo>
                <a:lnTo>
                  <a:pt x="5045930" y="76303"/>
                </a:lnTo>
                <a:cubicBezTo>
                  <a:pt x="5056862" y="66055"/>
                  <a:pt x="5061873" y="63324"/>
                  <a:pt x="5069390" y="63324"/>
                </a:cubicBezTo>
                <a:cubicBezTo>
                  <a:pt x="5080549" y="63324"/>
                  <a:pt x="5086015" y="70382"/>
                  <a:pt x="5086015" y="85412"/>
                </a:cubicBezTo>
                <a:lnTo>
                  <a:pt x="5086015" y="133007"/>
                </a:lnTo>
                <a:cubicBezTo>
                  <a:pt x="5086015" y="147352"/>
                  <a:pt x="5083054" y="151223"/>
                  <a:pt x="5071666" y="152134"/>
                </a:cubicBezTo>
                <a:lnTo>
                  <a:pt x="5071666" y="155550"/>
                </a:lnTo>
                <a:lnTo>
                  <a:pt x="5119039" y="155550"/>
                </a:lnTo>
                <a:lnTo>
                  <a:pt x="5119039" y="152134"/>
                </a:lnTo>
                <a:cubicBezTo>
                  <a:pt x="5107877" y="150998"/>
                  <a:pt x="5105146" y="148263"/>
                  <a:pt x="5105146" y="137107"/>
                </a:cubicBezTo>
                <a:lnTo>
                  <a:pt x="5105146" y="84956"/>
                </a:lnTo>
                <a:cubicBezTo>
                  <a:pt x="5105146" y="63553"/>
                  <a:pt x="5095123" y="50796"/>
                  <a:pt x="5078273" y="50796"/>
                </a:cubicBezTo>
                <a:cubicBezTo>
                  <a:pt x="5067795" y="50796"/>
                  <a:pt x="5060734" y="54671"/>
                  <a:pt x="5045248" y="69245"/>
                </a:cubicBezTo>
                <a:lnTo>
                  <a:pt x="5045248" y="51255"/>
                </a:lnTo>
                <a:lnTo>
                  <a:pt x="5043653" y="50796"/>
                </a:lnTo>
                <a:cubicBezTo>
                  <a:pt x="5032495" y="54897"/>
                  <a:pt x="5024752" y="57402"/>
                  <a:pt x="5012224" y="61047"/>
                </a:cubicBezTo>
                <a:lnTo>
                  <a:pt x="5012224" y="64919"/>
                </a:lnTo>
                <a:close/>
                <a:moveTo>
                  <a:pt x="5223116" y="140471"/>
                </a:moveTo>
                <a:cubicBezTo>
                  <a:pt x="5219244" y="143655"/>
                  <a:pt x="5216513" y="144794"/>
                  <a:pt x="5213097" y="144794"/>
                </a:cubicBezTo>
                <a:cubicBezTo>
                  <a:pt x="5207860" y="144794"/>
                  <a:pt x="5206265" y="141608"/>
                  <a:pt x="5206265" y="131596"/>
                </a:cubicBezTo>
                <a:lnTo>
                  <a:pt x="5206265" y="87215"/>
                </a:lnTo>
                <a:cubicBezTo>
                  <a:pt x="5206265" y="75379"/>
                  <a:pt x="5205125" y="68780"/>
                  <a:pt x="5201709" y="63317"/>
                </a:cubicBezTo>
                <a:cubicBezTo>
                  <a:pt x="5196698" y="55126"/>
                  <a:pt x="5186905" y="50796"/>
                  <a:pt x="5173470" y="50796"/>
                </a:cubicBezTo>
                <a:cubicBezTo>
                  <a:pt x="5152060" y="50796"/>
                  <a:pt x="5135209" y="61951"/>
                  <a:pt x="5135209" y="76289"/>
                </a:cubicBezTo>
                <a:cubicBezTo>
                  <a:pt x="5135209" y="81526"/>
                  <a:pt x="5139761" y="86075"/>
                  <a:pt x="5145002" y="86075"/>
                </a:cubicBezTo>
                <a:cubicBezTo>
                  <a:pt x="5150465" y="86075"/>
                  <a:pt x="5155250" y="81526"/>
                  <a:pt x="5155250" y="76519"/>
                </a:cubicBezTo>
                <a:cubicBezTo>
                  <a:pt x="5155250" y="75608"/>
                  <a:pt x="5155021" y="74468"/>
                  <a:pt x="5154795" y="72877"/>
                </a:cubicBezTo>
                <a:cubicBezTo>
                  <a:pt x="5154339" y="70830"/>
                  <a:pt x="5154110" y="69009"/>
                  <a:pt x="5154110" y="67414"/>
                </a:cubicBezTo>
                <a:cubicBezTo>
                  <a:pt x="5154110" y="61270"/>
                  <a:pt x="5161397" y="56262"/>
                  <a:pt x="5170509" y="56262"/>
                </a:cubicBezTo>
                <a:cubicBezTo>
                  <a:pt x="5181668" y="56262"/>
                  <a:pt x="5187815" y="62861"/>
                  <a:pt x="5187815" y="75153"/>
                </a:cubicBezTo>
                <a:lnTo>
                  <a:pt x="5187815" y="89036"/>
                </a:lnTo>
                <a:cubicBezTo>
                  <a:pt x="5152744" y="103145"/>
                  <a:pt x="5148873" y="104966"/>
                  <a:pt x="5139080" y="113616"/>
                </a:cubicBezTo>
                <a:cubicBezTo>
                  <a:pt x="5134069" y="118168"/>
                  <a:pt x="5130879" y="125904"/>
                  <a:pt x="5130879" y="133413"/>
                </a:cubicBezTo>
                <a:cubicBezTo>
                  <a:pt x="5130879" y="147755"/>
                  <a:pt x="5140901" y="157774"/>
                  <a:pt x="5154795" y="157774"/>
                </a:cubicBezTo>
                <a:cubicBezTo>
                  <a:pt x="5164814" y="157774"/>
                  <a:pt x="5174151" y="152992"/>
                  <a:pt x="5188045" y="141149"/>
                </a:cubicBezTo>
                <a:cubicBezTo>
                  <a:pt x="5189185" y="152992"/>
                  <a:pt x="5193282" y="157774"/>
                  <a:pt x="5202619" y="157774"/>
                </a:cubicBezTo>
                <a:cubicBezTo>
                  <a:pt x="5210362" y="157774"/>
                  <a:pt x="5215147" y="155043"/>
                  <a:pt x="5223116" y="146390"/>
                </a:cubicBezTo>
                <a:lnTo>
                  <a:pt x="5223116" y="140471"/>
                </a:lnTo>
                <a:moveTo>
                  <a:pt x="5187815" y="127485"/>
                </a:moveTo>
                <a:cubicBezTo>
                  <a:pt x="5187815" y="134546"/>
                  <a:pt x="5186679" y="136597"/>
                  <a:pt x="5181894" y="139328"/>
                </a:cubicBezTo>
                <a:cubicBezTo>
                  <a:pt x="5176431" y="142518"/>
                  <a:pt x="5170054" y="144565"/>
                  <a:pt x="5165269" y="144565"/>
                </a:cubicBezTo>
                <a:cubicBezTo>
                  <a:pt x="5157300" y="144565"/>
                  <a:pt x="5150923" y="136823"/>
                  <a:pt x="5150923" y="127030"/>
                </a:cubicBezTo>
                <a:lnTo>
                  <a:pt x="5150923" y="126119"/>
                </a:lnTo>
                <a:cubicBezTo>
                  <a:pt x="5150923" y="112681"/>
                  <a:pt x="5160258" y="104483"/>
                  <a:pt x="5187815" y="94461"/>
                </a:cubicBezTo>
                <a:lnTo>
                  <a:pt x="5187815" y="127485"/>
                </a:lnTo>
                <a:close/>
                <a:moveTo>
                  <a:pt x="5258419" y="466"/>
                </a:moveTo>
                <a:lnTo>
                  <a:pt x="5257280" y="10"/>
                </a:lnTo>
                <a:cubicBezTo>
                  <a:pt x="5247713" y="3426"/>
                  <a:pt x="5241565" y="5247"/>
                  <a:pt x="5230862" y="8208"/>
                </a:cubicBezTo>
                <a:lnTo>
                  <a:pt x="5224256" y="10033"/>
                </a:lnTo>
                <a:lnTo>
                  <a:pt x="5224256" y="13675"/>
                </a:lnTo>
                <a:cubicBezTo>
                  <a:pt x="5225621" y="13449"/>
                  <a:pt x="5226532" y="13449"/>
                  <a:pt x="5228127" y="13449"/>
                </a:cubicBezTo>
                <a:cubicBezTo>
                  <a:pt x="5237239" y="13449"/>
                  <a:pt x="5239285" y="15496"/>
                  <a:pt x="5239285" y="25063"/>
                </a:cubicBezTo>
                <a:lnTo>
                  <a:pt x="5239285" y="143206"/>
                </a:lnTo>
                <a:cubicBezTo>
                  <a:pt x="5239285" y="150261"/>
                  <a:pt x="5258645" y="157774"/>
                  <a:pt x="5276865" y="157774"/>
                </a:cubicBezTo>
                <a:cubicBezTo>
                  <a:pt x="5306929" y="157774"/>
                  <a:pt x="5330156" y="132736"/>
                  <a:pt x="5330156" y="100191"/>
                </a:cubicBezTo>
                <a:cubicBezTo>
                  <a:pt x="5330156" y="72199"/>
                  <a:pt x="5312850" y="50796"/>
                  <a:pt x="5290074" y="50796"/>
                </a:cubicBezTo>
                <a:cubicBezTo>
                  <a:pt x="5276181" y="50796"/>
                  <a:pt x="5262972" y="58997"/>
                  <a:pt x="5258419" y="70152"/>
                </a:cubicBezTo>
                <a:lnTo>
                  <a:pt x="5258419" y="466"/>
                </a:lnTo>
                <a:moveTo>
                  <a:pt x="5258419" y="82214"/>
                </a:moveTo>
                <a:cubicBezTo>
                  <a:pt x="5258419" y="73339"/>
                  <a:pt x="5269123" y="65145"/>
                  <a:pt x="5280966" y="65145"/>
                </a:cubicBezTo>
                <a:cubicBezTo>
                  <a:pt x="5298727" y="65145"/>
                  <a:pt x="5310115" y="82896"/>
                  <a:pt x="5310115" y="110662"/>
                </a:cubicBezTo>
                <a:cubicBezTo>
                  <a:pt x="5310115" y="135922"/>
                  <a:pt x="5299183" y="150487"/>
                  <a:pt x="5280511" y="150487"/>
                </a:cubicBezTo>
                <a:cubicBezTo>
                  <a:pt x="5268668" y="150487"/>
                  <a:pt x="5258419" y="145253"/>
                  <a:pt x="5258419" y="139564"/>
                </a:cubicBezTo>
                <a:lnTo>
                  <a:pt x="5258419" y="82214"/>
                </a:lnTo>
                <a:close/>
                <a:moveTo>
                  <a:pt x="5341773" y="13664"/>
                </a:moveTo>
                <a:lnTo>
                  <a:pt x="5343139" y="13664"/>
                </a:lnTo>
                <a:cubicBezTo>
                  <a:pt x="5345645" y="13438"/>
                  <a:pt x="5348376" y="13209"/>
                  <a:pt x="5350201" y="13209"/>
                </a:cubicBezTo>
                <a:cubicBezTo>
                  <a:pt x="5357488" y="13209"/>
                  <a:pt x="5359764" y="16399"/>
                  <a:pt x="5359764" y="27102"/>
                </a:cubicBezTo>
                <a:lnTo>
                  <a:pt x="5359764" y="135738"/>
                </a:lnTo>
                <a:cubicBezTo>
                  <a:pt x="5359764" y="148037"/>
                  <a:pt x="5356578" y="150998"/>
                  <a:pt x="5342229" y="152134"/>
                </a:cubicBezTo>
                <a:lnTo>
                  <a:pt x="5342229" y="155550"/>
                </a:lnTo>
                <a:lnTo>
                  <a:pt x="5395975" y="155550"/>
                </a:lnTo>
                <a:lnTo>
                  <a:pt x="5395975" y="152134"/>
                </a:lnTo>
                <a:cubicBezTo>
                  <a:pt x="5381630" y="151223"/>
                  <a:pt x="5378895" y="148947"/>
                  <a:pt x="5378895" y="136419"/>
                </a:cubicBezTo>
                <a:lnTo>
                  <a:pt x="5378895" y="455"/>
                </a:lnTo>
                <a:lnTo>
                  <a:pt x="5377984" y="0"/>
                </a:lnTo>
                <a:cubicBezTo>
                  <a:pt x="5366141" y="3871"/>
                  <a:pt x="5357488" y="6151"/>
                  <a:pt x="5341773" y="10022"/>
                </a:cubicBezTo>
                <a:lnTo>
                  <a:pt x="5341773" y="13664"/>
                </a:lnTo>
                <a:close/>
                <a:moveTo>
                  <a:pt x="5493678" y="118137"/>
                </a:moveTo>
                <a:cubicBezTo>
                  <a:pt x="5482749" y="135453"/>
                  <a:pt x="5472952" y="142063"/>
                  <a:pt x="5458378" y="142063"/>
                </a:cubicBezTo>
                <a:cubicBezTo>
                  <a:pt x="5445398" y="142063"/>
                  <a:pt x="5435605" y="135453"/>
                  <a:pt x="5428999" y="122467"/>
                </a:cubicBezTo>
                <a:cubicBezTo>
                  <a:pt x="5424899" y="113807"/>
                  <a:pt x="5423307" y="106287"/>
                  <a:pt x="5422852" y="92386"/>
                </a:cubicBezTo>
                <a:lnTo>
                  <a:pt x="5492997" y="92386"/>
                </a:lnTo>
                <a:cubicBezTo>
                  <a:pt x="5491173" y="77610"/>
                  <a:pt x="5488896" y="71028"/>
                  <a:pt x="5483204" y="63765"/>
                </a:cubicBezTo>
                <a:cubicBezTo>
                  <a:pt x="5476369" y="55581"/>
                  <a:pt x="5465895" y="50796"/>
                  <a:pt x="5454051" y="50796"/>
                </a:cubicBezTo>
                <a:cubicBezTo>
                  <a:pt x="5442663" y="50796"/>
                  <a:pt x="5431960" y="54897"/>
                  <a:pt x="5423307" y="62629"/>
                </a:cubicBezTo>
                <a:cubicBezTo>
                  <a:pt x="5412600" y="71935"/>
                  <a:pt x="5406453" y="88060"/>
                  <a:pt x="5406453" y="106742"/>
                </a:cubicBezTo>
                <a:cubicBezTo>
                  <a:pt x="5406453" y="138188"/>
                  <a:pt x="5422852" y="157774"/>
                  <a:pt x="5449040" y="157774"/>
                </a:cubicBezTo>
                <a:cubicBezTo>
                  <a:pt x="5470676" y="157774"/>
                  <a:pt x="5487757" y="144339"/>
                  <a:pt x="5497324" y="119732"/>
                </a:cubicBezTo>
                <a:lnTo>
                  <a:pt x="5493678" y="118137"/>
                </a:lnTo>
                <a:moveTo>
                  <a:pt x="5423307" y="85099"/>
                </a:moveTo>
                <a:cubicBezTo>
                  <a:pt x="5425809" y="67397"/>
                  <a:pt x="5433555" y="58997"/>
                  <a:pt x="5447445" y="58997"/>
                </a:cubicBezTo>
                <a:cubicBezTo>
                  <a:pt x="5461339" y="58997"/>
                  <a:pt x="5466805" y="65353"/>
                  <a:pt x="5469766" y="85099"/>
                </a:cubicBezTo>
                <a:lnTo>
                  <a:pt x="5423307" y="85099"/>
                </a:lnTo>
                <a:close/>
                <a:moveTo>
                  <a:pt x="5573616" y="83994"/>
                </a:moveTo>
                <a:lnTo>
                  <a:pt x="5572706" y="53020"/>
                </a:lnTo>
                <a:lnTo>
                  <a:pt x="5570200" y="53020"/>
                </a:lnTo>
                <a:lnTo>
                  <a:pt x="5569745" y="53479"/>
                </a:lnTo>
                <a:cubicBezTo>
                  <a:pt x="5567695" y="55070"/>
                  <a:pt x="5567469" y="55300"/>
                  <a:pt x="5566558" y="55300"/>
                </a:cubicBezTo>
                <a:cubicBezTo>
                  <a:pt x="5565192" y="55300"/>
                  <a:pt x="5562913" y="54844"/>
                  <a:pt x="5560407" y="53705"/>
                </a:cubicBezTo>
                <a:cubicBezTo>
                  <a:pt x="5555396" y="51932"/>
                  <a:pt x="5550388" y="51018"/>
                  <a:pt x="5544467" y="51018"/>
                </a:cubicBezTo>
                <a:cubicBezTo>
                  <a:pt x="5526473" y="51018"/>
                  <a:pt x="5513493" y="62632"/>
                  <a:pt x="5513493" y="79021"/>
                </a:cubicBezTo>
                <a:cubicBezTo>
                  <a:pt x="5513493" y="91764"/>
                  <a:pt x="5520780" y="100869"/>
                  <a:pt x="5540140" y="111795"/>
                </a:cubicBezTo>
                <a:lnTo>
                  <a:pt x="5553349" y="119308"/>
                </a:lnTo>
                <a:cubicBezTo>
                  <a:pt x="5561318" y="123860"/>
                  <a:pt x="5565192" y="129323"/>
                  <a:pt x="5565192" y="136378"/>
                </a:cubicBezTo>
                <a:cubicBezTo>
                  <a:pt x="5565192" y="146393"/>
                  <a:pt x="5557902" y="152766"/>
                  <a:pt x="5546288" y="152766"/>
                </a:cubicBezTo>
                <a:cubicBezTo>
                  <a:pt x="5538545" y="152766"/>
                  <a:pt x="5531484" y="149806"/>
                  <a:pt x="5527157" y="144798"/>
                </a:cubicBezTo>
                <a:cubicBezTo>
                  <a:pt x="5522376" y="139109"/>
                  <a:pt x="5520325" y="133872"/>
                  <a:pt x="5517364" y="120900"/>
                </a:cubicBezTo>
                <a:lnTo>
                  <a:pt x="5513719" y="120900"/>
                </a:lnTo>
                <a:lnTo>
                  <a:pt x="5513719" y="156408"/>
                </a:lnTo>
                <a:lnTo>
                  <a:pt x="5516680" y="156408"/>
                </a:lnTo>
                <a:cubicBezTo>
                  <a:pt x="5518275" y="154132"/>
                  <a:pt x="5519185" y="153677"/>
                  <a:pt x="5521920" y="153677"/>
                </a:cubicBezTo>
                <a:cubicBezTo>
                  <a:pt x="5523971" y="153729"/>
                  <a:pt x="5527157" y="154184"/>
                  <a:pt x="5532394" y="155550"/>
                </a:cubicBezTo>
                <a:cubicBezTo>
                  <a:pt x="5538771" y="156864"/>
                  <a:pt x="5544922" y="157774"/>
                  <a:pt x="5549019" y="157774"/>
                </a:cubicBezTo>
                <a:cubicBezTo>
                  <a:pt x="5566558" y="157774"/>
                  <a:pt x="5581133" y="144572"/>
                  <a:pt x="5581133" y="128639"/>
                </a:cubicBezTo>
                <a:cubicBezTo>
                  <a:pt x="5581133" y="117258"/>
                  <a:pt x="5575667" y="109748"/>
                  <a:pt x="5562002" y="101553"/>
                </a:cubicBezTo>
                <a:lnTo>
                  <a:pt x="5537405" y="86986"/>
                </a:lnTo>
                <a:cubicBezTo>
                  <a:pt x="5531029" y="83344"/>
                  <a:pt x="5527613" y="77655"/>
                  <a:pt x="5527613" y="71508"/>
                </a:cubicBezTo>
                <a:cubicBezTo>
                  <a:pt x="5527613" y="62403"/>
                  <a:pt x="5534674" y="56029"/>
                  <a:pt x="5545148" y="56029"/>
                </a:cubicBezTo>
                <a:cubicBezTo>
                  <a:pt x="5558131" y="56029"/>
                  <a:pt x="5564963" y="63768"/>
                  <a:pt x="5570200" y="84028"/>
                </a:cubicBezTo>
                <a:lnTo>
                  <a:pt x="5573616" y="83994"/>
                </a:lnTo>
                <a:close/>
                <a:moveTo>
                  <a:pt x="5748527" y="157774"/>
                </a:moveTo>
                <a:lnTo>
                  <a:pt x="5782006" y="145934"/>
                </a:lnTo>
                <a:lnTo>
                  <a:pt x="5782006" y="142292"/>
                </a:lnTo>
                <a:cubicBezTo>
                  <a:pt x="5777905" y="142518"/>
                  <a:pt x="5777450" y="142518"/>
                  <a:pt x="5776765" y="142518"/>
                </a:cubicBezTo>
                <a:cubicBezTo>
                  <a:pt x="5768568" y="142518"/>
                  <a:pt x="5766747" y="140016"/>
                  <a:pt x="5766747" y="129546"/>
                </a:cubicBezTo>
                <a:lnTo>
                  <a:pt x="5766747" y="466"/>
                </a:lnTo>
                <a:lnTo>
                  <a:pt x="5765607" y="10"/>
                </a:lnTo>
                <a:cubicBezTo>
                  <a:pt x="5754674" y="3882"/>
                  <a:pt x="5746706" y="6158"/>
                  <a:pt x="5732127" y="10033"/>
                </a:cubicBezTo>
                <a:lnTo>
                  <a:pt x="5732127" y="13675"/>
                </a:lnTo>
                <a:cubicBezTo>
                  <a:pt x="5733952" y="13449"/>
                  <a:pt x="5735318" y="13449"/>
                  <a:pt x="5737139" y="13449"/>
                </a:cubicBezTo>
                <a:cubicBezTo>
                  <a:pt x="5745566" y="13449"/>
                  <a:pt x="5747616" y="15725"/>
                  <a:pt x="5747616" y="25063"/>
                </a:cubicBezTo>
                <a:lnTo>
                  <a:pt x="5747616" y="60589"/>
                </a:lnTo>
                <a:cubicBezTo>
                  <a:pt x="5738960" y="53301"/>
                  <a:pt x="5732812" y="50796"/>
                  <a:pt x="5723700" y="50796"/>
                </a:cubicBezTo>
                <a:cubicBezTo>
                  <a:pt x="5697512" y="50796"/>
                  <a:pt x="5676331" y="76519"/>
                  <a:pt x="5676331" y="108837"/>
                </a:cubicBezTo>
                <a:cubicBezTo>
                  <a:pt x="5676331" y="137966"/>
                  <a:pt x="5693411" y="157774"/>
                  <a:pt x="5718463" y="157774"/>
                </a:cubicBezTo>
                <a:cubicBezTo>
                  <a:pt x="5731217" y="157774"/>
                  <a:pt x="5739874" y="153222"/>
                  <a:pt x="5747616" y="142518"/>
                </a:cubicBezTo>
                <a:lnTo>
                  <a:pt x="5747616" y="157093"/>
                </a:lnTo>
                <a:lnTo>
                  <a:pt x="5748527" y="157774"/>
                </a:lnTo>
                <a:moveTo>
                  <a:pt x="5747616" y="132277"/>
                </a:moveTo>
                <a:cubicBezTo>
                  <a:pt x="5747616" y="133872"/>
                  <a:pt x="5746021" y="136604"/>
                  <a:pt x="5743745" y="139106"/>
                </a:cubicBezTo>
                <a:cubicBezTo>
                  <a:pt x="5739644" y="143658"/>
                  <a:pt x="5733952" y="145934"/>
                  <a:pt x="5727346" y="145934"/>
                </a:cubicBezTo>
                <a:cubicBezTo>
                  <a:pt x="5708445" y="145934"/>
                  <a:pt x="5695917" y="127725"/>
                  <a:pt x="5695917" y="99733"/>
                </a:cubicBezTo>
                <a:cubicBezTo>
                  <a:pt x="5695917" y="74017"/>
                  <a:pt x="5707075" y="57176"/>
                  <a:pt x="5724385" y="57176"/>
                </a:cubicBezTo>
                <a:cubicBezTo>
                  <a:pt x="5736457" y="57176"/>
                  <a:pt x="5747616" y="67869"/>
                  <a:pt x="5747616" y="79931"/>
                </a:cubicBezTo>
                <a:lnTo>
                  <a:pt x="5747616" y="132277"/>
                </a:lnTo>
                <a:close/>
                <a:moveTo>
                  <a:pt x="5876974" y="118137"/>
                </a:moveTo>
                <a:cubicBezTo>
                  <a:pt x="5866045" y="135453"/>
                  <a:pt x="5856248" y="142063"/>
                  <a:pt x="5841674" y="142063"/>
                </a:cubicBezTo>
                <a:cubicBezTo>
                  <a:pt x="5828694" y="142063"/>
                  <a:pt x="5818901" y="135453"/>
                  <a:pt x="5812295" y="122467"/>
                </a:cubicBezTo>
                <a:cubicBezTo>
                  <a:pt x="5808194" y="113807"/>
                  <a:pt x="5806603" y="106287"/>
                  <a:pt x="5806148" y="92386"/>
                </a:cubicBezTo>
                <a:lnTo>
                  <a:pt x="5876293" y="92386"/>
                </a:lnTo>
                <a:cubicBezTo>
                  <a:pt x="5874468" y="77610"/>
                  <a:pt x="5872192" y="71028"/>
                  <a:pt x="5866500" y="63765"/>
                </a:cubicBezTo>
                <a:cubicBezTo>
                  <a:pt x="5859664" y="55581"/>
                  <a:pt x="5849190" y="50796"/>
                  <a:pt x="5837347" y="50796"/>
                </a:cubicBezTo>
                <a:cubicBezTo>
                  <a:pt x="5825959" y="50796"/>
                  <a:pt x="5815256" y="54897"/>
                  <a:pt x="5806603" y="62629"/>
                </a:cubicBezTo>
                <a:cubicBezTo>
                  <a:pt x="5795896" y="71935"/>
                  <a:pt x="5789748" y="88060"/>
                  <a:pt x="5789748" y="106742"/>
                </a:cubicBezTo>
                <a:cubicBezTo>
                  <a:pt x="5789748" y="138188"/>
                  <a:pt x="5806148" y="157774"/>
                  <a:pt x="5832336" y="157774"/>
                </a:cubicBezTo>
                <a:cubicBezTo>
                  <a:pt x="5853972" y="157774"/>
                  <a:pt x="5871052" y="144339"/>
                  <a:pt x="5880619" y="119732"/>
                </a:cubicBezTo>
                <a:lnTo>
                  <a:pt x="5876974" y="118137"/>
                </a:lnTo>
                <a:moveTo>
                  <a:pt x="5806603" y="85099"/>
                </a:moveTo>
                <a:cubicBezTo>
                  <a:pt x="5809105" y="67397"/>
                  <a:pt x="5816851" y="58997"/>
                  <a:pt x="5830741" y="58997"/>
                </a:cubicBezTo>
                <a:cubicBezTo>
                  <a:pt x="5844635" y="58997"/>
                  <a:pt x="5850101" y="65353"/>
                  <a:pt x="5853062" y="85099"/>
                </a:cubicBezTo>
                <a:lnTo>
                  <a:pt x="5806603" y="85099"/>
                </a:lnTo>
                <a:close/>
                <a:moveTo>
                  <a:pt x="5943248" y="53020"/>
                </a:moveTo>
                <a:lnTo>
                  <a:pt x="5920246" y="53020"/>
                </a:lnTo>
                <a:lnTo>
                  <a:pt x="5920246" y="26602"/>
                </a:lnTo>
                <a:cubicBezTo>
                  <a:pt x="5920246" y="24326"/>
                  <a:pt x="5920020" y="23641"/>
                  <a:pt x="5918651" y="23641"/>
                </a:cubicBezTo>
                <a:cubicBezTo>
                  <a:pt x="5917059" y="25692"/>
                  <a:pt x="5915690" y="27742"/>
                  <a:pt x="5914099" y="30018"/>
                </a:cubicBezTo>
                <a:cubicBezTo>
                  <a:pt x="5905442" y="42546"/>
                  <a:pt x="5895649" y="53479"/>
                  <a:pt x="5892007" y="54389"/>
                </a:cubicBezTo>
                <a:cubicBezTo>
                  <a:pt x="5889502" y="55981"/>
                  <a:pt x="5888132" y="57576"/>
                  <a:pt x="5888132" y="58716"/>
                </a:cubicBezTo>
                <a:cubicBezTo>
                  <a:pt x="5888132" y="59400"/>
                  <a:pt x="5888362" y="59856"/>
                  <a:pt x="5889046" y="60311"/>
                </a:cubicBezTo>
                <a:lnTo>
                  <a:pt x="5901116" y="60311"/>
                </a:lnTo>
                <a:lnTo>
                  <a:pt x="5901116" y="128854"/>
                </a:lnTo>
                <a:cubicBezTo>
                  <a:pt x="5901116" y="147981"/>
                  <a:pt x="5907948" y="157774"/>
                  <a:pt x="5921386" y="157774"/>
                </a:cubicBezTo>
                <a:cubicBezTo>
                  <a:pt x="5932545" y="157774"/>
                  <a:pt x="5941198" y="152311"/>
                  <a:pt x="5948714" y="140468"/>
                </a:cubicBezTo>
                <a:lnTo>
                  <a:pt x="5945753" y="137962"/>
                </a:lnTo>
                <a:cubicBezTo>
                  <a:pt x="5940972" y="143655"/>
                  <a:pt x="5937100" y="145934"/>
                  <a:pt x="5932089" y="145934"/>
                </a:cubicBezTo>
                <a:cubicBezTo>
                  <a:pt x="5923662" y="145934"/>
                  <a:pt x="5920246" y="139783"/>
                  <a:pt x="5920246" y="125438"/>
                </a:cubicBezTo>
                <a:lnTo>
                  <a:pt x="5920246" y="60311"/>
                </a:lnTo>
                <a:lnTo>
                  <a:pt x="5943248" y="60311"/>
                </a:lnTo>
                <a:lnTo>
                  <a:pt x="5943248" y="53020"/>
                </a:lnTo>
                <a:close/>
                <a:moveTo>
                  <a:pt x="6041407" y="118137"/>
                </a:moveTo>
                <a:cubicBezTo>
                  <a:pt x="6030477" y="135453"/>
                  <a:pt x="6020681" y="142063"/>
                  <a:pt x="6006106" y="142063"/>
                </a:cubicBezTo>
                <a:cubicBezTo>
                  <a:pt x="5993127" y="142063"/>
                  <a:pt x="5983334" y="135453"/>
                  <a:pt x="5976728" y="122467"/>
                </a:cubicBezTo>
                <a:cubicBezTo>
                  <a:pt x="5972627" y="113807"/>
                  <a:pt x="5971035" y="106287"/>
                  <a:pt x="5970580" y="92386"/>
                </a:cubicBezTo>
                <a:lnTo>
                  <a:pt x="6040725" y="92386"/>
                </a:lnTo>
                <a:cubicBezTo>
                  <a:pt x="6038901" y="77610"/>
                  <a:pt x="6036625" y="71028"/>
                  <a:pt x="6030933" y="63765"/>
                </a:cubicBezTo>
                <a:cubicBezTo>
                  <a:pt x="6024097" y="55581"/>
                  <a:pt x="6013623" y="50796"/>
                  <a:pt x="6001780" y="50796"/>
                </a:cubicBezTo>
                <a:cubicBezTo>
                  <a:pt x="5990392" y="50796"/>
                  <a:pt x="5979688" y="54897"/>
                  <a:pt x="5971035" y="62629"/>
                </a:cubicBezTo>
                <a:cubicBezTo>
                  <a:pt x="5960329" y="71935"/>
                  <a:pt x="5954181" y="88060"/>
                  <a:pt x="5954181" y="106742"/>
                </a:cubicBezTo>
                <a:cubicBezTo>
                  <a:pt x="5954181" y="138188"/>
                  <a:pt x="5970580" y="157774"/>
                  <a:pt x="5996769" y="157774"/>
                </a:cubicBezTo>
                <a:cubicBezTo>
                  <a:pt x="6018405" y="157774"/>
                  <a:pt x="6035485" y="144339"/>
                  <a:pt x="6045052" y="119732"/>
                </a:cubicBezTo>
                <a:lnTo>
                  <a:pt x="6041407" y="118137"/>
                </a:lnTo>
                <a:moveTo>
                  <a:pt x="5971035" y="85099"/>
                </a:moveTo>
                <a:cubicBezTo>
                  <a:pt x="5973537" y="67397"/>
                  <a:pt x="5981283" y="58997"/>
                  <a:pt x="5995174" y="58997"/>
                </a:cubicBezTo>
                <a:cubicBezTo>
                  <a:pt x="6009067" y="58997"/>
                  <a:pt x="6014533" y="65353"/>
                  <a:pt x="6017494" y="85099"/>
                </a:cubicBezTo>
                <a:lnTo>
                  <a:pt x="5971035" y="85099"/>
                </a:lnTo>
                <a:close/>
                <a:moveTo>
                  <a:pt x="6051200" y="66740"/>
                </a:moveTo>
                <a:cubicBezTo>
                  <a:pt x="6054390" y="66055"/>
                  <a:pt x="6056440" y="65826"/>
                  <a:pt x="6059172" y="65826"/>
                </a:cubicBezTo>
                <a:cubicBezTo>
                  <a:pt x="6064864" y="65826"/>
                  <a:pt x="6066914" y="69471"/>
                  <a:pt x="6066914" y="79490"/>
                </a:cubicBezTo>
                <a:lnTo>
                  <a:pt x="6066914" y="136423"/>
                </a:lnTo>
                <a:cubicBezTo>
                  <a:pt x="6066914" y="147807"/>
                  <a:pt x="6065319" y="149402"/>
                  <a:pt x="6050744" y="152134"/>
                </a:cubicBezTo>
                <a:lnTo>
                  <a:pt x="6050744" y="155550"/>
                </a:lnTo>
                <a:lnTo>
                  <a:pt x="6105405" y="155550"/>
                </a:lnTo>
                <a:lnTo>
                  <a:pt x="6105405" y="152134"/>
                </a:lnTo>
                <a:cubicBezTo>
                  <a:pt x="6089916" y="151453"/>
                  <a:pt x="6086045" y="148037"/>
                  <a:pt x="6086045" y="135057"/>
                </a:cubicBezTo>
                <a:lnTo>
                  <a:pt x="6086045" y="83816"/>
                </a:lnTo>
                <a:cubicBezTo>
                  <a:pt x="6086045" y="76529"/>
                  <a:pt x="6095838" y="65145"/>
                  <a:pt x="6101988" y="65145"/>
                </a:cubicBezTo>
                <a:cubicBezTo>
                  <a:pt x="6103354" y="65145"/>
                  <a:pt x="6105405" y="66284"/>
                  <a:pt x="6107910" y="68561"/>
                </a:cubicBezTo>
                <a:cubicBezTo>
                  <a:pt x="6111552" y="71747"/>
                  <a:pt x="6114058" y="73113"/>
                  <a:pt x="6117018" y="73113"/>
                </a:cubicBezTo>
                <a:cubicBezTo>
                  <a:pt x="6122485" y="73113"/>
                  <a:pt x="6125901" y="69242"/>
                  <a:pt x="6125901" y="62868"/>
                </a:cubicBezTo>
                <a:cubicBezTo>
                  <a:pt x="6125901" y="55352"/>
                  <a:pt x="6121119" y="50796"/>
                  <a:pt x="6113376" y="50796"/>
                </a:cubicBezTo>
                <a:cubicBezTo>
                  <a:pt x="6103809" y="50796"/>
                  <a:pt x="6097207" y="56036"/>
                  <a:pt x="6086045" y="72203"/>
                </a:cubicBezTo>
                <a:lnTo>
                  <a:pt x="6086045" y="51255"/>
                </a:lnTo>
                <a:lnTo>
                  <a:pt x="6084908" y="50796"/>
                </a:lnTo>
                <a:cubicBezTo>
                  <a:pt x="6072836" y="55807"/>
                  <a:pt x="6064638" y="58768"/>
                  <a:pt x="6051200" y="63094"/>
                </a:cubicBezTo>
                <a:lnTo>
                  <a:pt x="6051200" y="66740"/>
                </a:lnTo>
                <a:close/>
                <a:moveTo>
                  <a:pt x="6129774" y="64919"/>
                </a:moveTo>
                <a:cubicBezTo>
                  <a:pt x="6132735" y="64234"/>
                  <a:pt x="6134556" y="64008"/>
                  <a:pt x="6137061" y="64008"/>
                </a:cubicBezTo>
                <a:cubicBezTo>
                  <a:pt x="6142983" y="64008"/>
                  <a:pt x="6145033" y="67650"/>
                  <a:pt x="6145033" y="78579"/>
                </a:cubicBezTo>
                <a:lnTo>
                  <a:pt x="6145033" y="136194"/>
                </a:lnTo>
                <a:cubicBezTo>
                  <a:pt x="6145033" y="148492"/>
                  <a:pt x="6141843" y="151908"/>
                  <a:pt x="6129089" y="152134"/>
                </a:cubicBezTo>
                <a:lnTo>
                  <a:pt x="6129089" y="155550"/>
                </a:lnTo>
                <a:lnTo>
                  <a:pt x="6179649" y="155550"/>
                </a:lnTo>
                <a:lnTo>
                  <a:pt x="6179649" y="152134"/>
                </a:lnTo>
                <a:cubicBezTo>
                  <a:pt x="6167580" y="151679"/>
                  <a:pt x="6164164" y="149177"/>
                  <a:pt x="6164164" y="140294"/>
                </a:cubicBezTo>
                <a:lnTo>
                  <a:pt x="6164164" y="76077"/>
                </a:lnTo>
                <a:cubicBezTo>
                  <a:pt x="6164164" y="75622"/>
                  <a:pt x="6165985" y="73342"/>
                  <a:pt x="6167580" y="71751"/>
                </a:cubicBezTo>
                <a:cubicBezTo>
                  <a:pt x="6173272" y="66510"/>
                  <a:pt x="6183065" y="62639"/>
                  <a:pt x="6191037" y="62639"/>
                </a:cubicBezTo>
                <a:cubicBezTo>
                  <a:pt x="6201056" y="62639"/>
                  <a:pt x="6206067" y="70611"/>
                  <a:pt x="6206067" y="86551"/>
                </a:cubicBezTo>
                <a:lnTo>
                  <a:pt x="6206067" y="135968"/>
                </a:lnTo>
                <a:cubicBezTo>
                  <a:pt x="6206067" y="148721"/>
                  <a:pt x="6203561" y="151223"/>
                  <a:pt x="6190582" y="152134"/>
                </a:cubicBezTo>
                <a:lnTo>
                  <a:pt x="6190582" y="155550"/>
                </a:lnTo>
                <a:lnTo>
                  <a:pt x="6241596" y="155550"/>
                </a:lnTo>
                <a:lnTo>
                  <a:pt x="6241596" y="152134"/>
                </a:lnTo>
                <a:cubicBezTo>
                  <a:pt x="6228613" y="151908"/>
                  <a:pt x="6225197" y="148037"/>
                  <a:pt x="6225197" y="133917"/>
                </a:cubicBezTo>
                <a:lnTo>
                  <a:pt x="6225197" y="76533"/>
                </a:lnTo>
                <a:cubicBezTo>
                  <a:pt x="6232029" y="66740"/>
                  <a:pt x="6239546" y="62639"/>
                  <a:pt x="6250024" y="62639"/>
                </a:cubicBezTo>
                <a:cubicBezTo>
                  <a:pt x="6263003" y="62639"/>
                  <a:pt x="6267104" y="68790"/>
                  <a:pt x="6267104" y="87691"/>
                </a:cubicBezTo>
                <a:lnTo>
                  <a:pt x="6267104" y="135738"/>
                </a:lnTo>
                <a:cubicBezTo>
                  <a:pt x="6267104" y="148721"/>
                  <a:pt x="6265283" y="150542"/>
                  <a:pt x="6252074" y="152134"/>
                </a:cubicBezTo>
                <a:lnTo>
                  <a:pt x="6252074" y="155550"/>
                </a:lnTo>
                <a:lnTo>
                  <a:pt x="6301949" y="155550"/>
                </a:lnTo>
                <a:lnTo>
                  <a:pt x="6301949" y="152134"/>
                </a:lnTo>
                <a:lnTo>
                  <a:pt x="6296027" y="151679"/>
                </a:lnTo>
                <a:cubicBezTo>
                  <a:pt x="6289195" y="151223"/>
                  <a:pt x="6286234" y="147126"/>
                  <a:pt x="6286234" y="138244"/>
                </a:cubicBezTo>
                <a:lnTo>
                  <a:pt x="6286234" y="91333"/>
                </a:lnTo>
                <a:cubicBezTo>
                  <a:pt x="6286234" y="64464"/>
                  <a:pt x="6277352" y="50796"/>
                  <a:pt x="6259817" y="50796"/>
                </a:cubicBezTo>
                <a:cubicBezTo>
                  <a:pt x="6246608" y="50796"/>
                  <a:pt x="6234990" y="56717"/>
                  <a:pt x="6222692" y="69926"/>
                </a:cubicBezTo>
                <a:cubicBezTo>
                  <a:pt x="6218595" y="56947"/>
                  <a:pt x="6210852" y="50796"/>
                  <a:pt x="6198554" y="50796"/>
                </a:cubicBezTo>
                <a:cubicBezTo>
                  <a:pt x="6188531" y="50796"/>
                  <a:pt x="6182154" y="53986"/>
                  <a:pt x="6163250" y="68335"/>
                </a:cubicBezTo>
                <a:lnTo>
                  <a:pt x="6163250" y="51255"/>
                </a:lnTo>
                <a:lnTo>
                  <a:pt x="6161658" y="50796"/>
                </a:lnTo>
                <a:cubicBezTo>
                  <a:pt x="6150041" y="55126"/>
                  <a:pt x="6142298" y="57631"/>
                  <a:pt x="6129774" y="61047"/>
                </a:cubicBezTo>
                <a:lnTo>
                  <a:pt x="6129774" y="64919"/>
                </a:lnTo>
                <a:close/>
                <a:moveTo>
                  <a:pt x="6342487" y="50796"/>
                </a:moveTo>
                <a:lnTo>
                  <a:pt x="6307186" y="63251"/>
                </a:lnTo>
                <a:lnTo>
                  <a:pt x="6307186" y="66670"/>
                </a:lnTo>
                <a:lnTo>
                  <a:pt x="6309011" y="66441"/>
                </a:lnTo>
                <a:cubicBezTo>
                  <a:pt x="6311742" y="65986"/>
                  <a:pt x="6314703" y="65756"/>
                  <a:pt x="6316753" y="65756"/>
                </a:cubicBezTo>
                <a:cubicBezTo>
                  <a:pt x="6322220" y="65756"/>
                  <a:pt x="6324267" y="69402"/>
                  <a:pt x="6324267" y="79431"/>
                </a:cubicBezTo>
                <a:lnTo>
                  <a:pt x="6324267" y="132308"/>
                </a:lnTo>
                <a:cubicBezTo>
                  <a:pt x="6324267" y="148718"/>
                  <a:pt x="6321990" y="151223"/>
                  <a:pt x="6306276" y="152134"/>
                </a:cubicBezTo>
                <a:lnTo>
                  <a:pt x="6306276" y="155550"/>
                </a:lnTo>
                <a:lnTo>
                  <a:pt x="6360251" y="155550"/>
                </a:lnTo>
                <a:lnTo>
                  <a:pt x="6360251" y="152134"/>
                </a:lnTo>
                <a:cubicBezTo>
                  <a:pt x="6345222" y="150998"/>
                  <a:pt x="6343397" y="148718"/>
                  <a:pt x="6343397" y="132308"/>
                </a:cubicBezTo>
                <a:lnTo>
                  <a:pt x="6343397" y="51480"/>
                </a:lnTo>
                <a:lnTo>
                  <a:pt x="6342487" y="50796"/>
                </a:lnTo>
                <a:moveTo>
                  <a:pt x="6331783" y="87"/>
                </a:moveTo>
                <a:cubicBezTo>
                  <a:pt x="6325636" y="87"/>
                  <a:pt x="6320395" y="5327"/>
                  <a:pt x="6320395" y="11704"/>
                </a:cubicBezTo>
                <a:cubicBezTo>
                  <a:pt x="6320395" y="18081"/>
                  <a:pt x="6325406" y="23318"/>
                  <a:pt x="6331783" y="23318"/>
                </a:cubicBezTo>
                <a:cubicBezTo>
                  <a:pt x="6338389" y="23318"/>
                  <a:pt x="6343626" y="18307"/>
                  <a:pt x="6343626" y="11704"/>
                </a:cubicBezTo>
                <a:cubicBezTo>
                  <a:pt x="6343626" y="5327"/>
                  <a:pt x="6338389" y="87"/>
                  <a:pt x="6331783" y="87"/>
                </a:cubicBezTo>
                <a:close/>
                <a:moveTo>
                  <a:pt x="6369589" y="64919"/>
                </a:moveTo>
                <a:cubicBezTo>
                  <a:pt x="6370955" y="64234"/>
                  <a:pt x="6373235" y="64008"/>
                  <a:pt x="6375740" y="64008"/>
                </a:cubicBezTo>
                <a:cubicBezTo>
                  <a:pt x="6382117" y="64008"/>
                  <a:pt x="6384164" y="67424"/>
                  <a:pt x="6384164" y="78579"/>
                </a:cubicBezTo>
                <a:lnTo>
                  <a:pt x="6384164" y="135057"/>
                </a:lnTo>
                <a:cubicBezTo>
                  <a:pt x="6384164" y="148037"/>
                  <a:pt x="6381658" y="151223"/>
                  <a:pt x="6370044" y="152134"/>
                </a:cubicBezTo>
                <a:lnTo>
                  <a:pt x="6370044" y="155550"/>
                </a:lnTo>
                <a:lnTo>
                  <a:pt x="6418328" y="155550"/>
                </a:lnTo>
                <a:lnTo>
                  <a:pt x="6418328" y="152134"/>
                </a:lnTo>
                <a:cubicBezTo>
                  <a:pt x="6406710" y="151223"/>
                  <a:pt x="6403294" y="148492"/>
                  <a:pt x="6403294" y="140294"/>
                </a:cubicBezTo>
                <a:lnTo>
                  <a:pt x="6403294" y="76303"/>
                </a:lnTo>
                <a:cubicBezTo>
                  <a:pt x="6414227" y="66055"/>
                  <a:pt x="6419238" y="63324"/>
                  <a:pt x="6426755" y="63324"/>
                </a:cubicBezTo>
                <a:cubicBezTo>
                  <a:pt x="6437914" y="63324"/>
                  <a:pt x="6443380" y="70382"/>
                  <a:pt x="6443380" y="85412"/>
                </a:cubicBezTo>
                <a:lnTo>
                  <a:pt x="6443380" y="133007"/>
                </a:lnTo>
                <a:cubicBezTo>
                  <a:pt x="6443380" y="147352"/>
                  <a:pt x="6440419" y="151223"/>
                  <a:pt x="6429031" y="152134"/>
                </a:cubicBezTo>
                <a:lnTo>
                  <a:pt x="6429031" y="155550"/>
                </a:lnTo>
                <a:lnTo>
                  <a:pt x="6476404" y="155550"/>
                </a:lnTo>
                <a:lnTo>
                  <a:pt x="6476404" y="152134"/>
                </a:lnTo>
                <a:cubicBezTo>
                  <a:pt x="6465242" y="150998"/>
                  <a:pt x="6462510" y="148263"/>
                  <a:pt x="6462510" y="137107"/>
                </a:cubicBezTo>
                <a:lnTo>
                  <a:pt x="6462510" y="84956"/>
                </a:lnTo>
                <a:cubicBezTo>
                  <a:pt x="6462510" y="63553"/>
                  <a:pt x="6452488" y="50796"/>
                  <a:pt x="6435637" y="50796"/>
                </a:cubicBezTo>
                <a:cubicBezTo>
                  <a:pt x="6425160" y="50796"/>
                  <a:pt x="6418098" y="54671"/>
                  <a:pt x="6402613" y="69245"/>
                </a:cubicBezTo>
                <a:lnTo>
                  <a:pt x="6402613" y="51255"/>
                </a:lnTo>
                <a:lnTo>
                  <a:pt x="6401018" y="50796"/>
                </a:lnTo>
                <a:cubicBezTo>
                  <a:pt x="6389860" y="54897"/>
                  <a:pt x="6382117" y="57402"/>
                  <a:pt x="6369589" y="61047"/>
                </a:cubicBezTo>
                <a:lnTo>
                  <a:pt x="6369589" y="64919"/>
                </a:lnTo>
                <a:close/>
                <a:moveTo>
                  <a:pt x="6519673" y="50796"/>
                </a:moveTo>
                <a:lnTo>
                  <a:pt x="6484372" y="63251"/>
                </a:lnTo>
                <a:lnTo>
                  <a:pt x="6484372" y="66670"/>
                </a:lnTo>
                <a:lnTo>
                  <a:pt x="6486197" y="66441"/>
                </a:lnTo>
                <a:cubicBezTo>
                  <a:pt x="6488928" y="65986"/>
                  <a:pt x="6491889" y="65756"/>
                  <a:pt x="6493939" y="65756"/>
                </a:cubicBezTo>
                <a:cubicBezTo>
                  <a:pt x="6499406" y="65756"/>
                  <a:pt x="6501453" y="69402"/>
                  <a:pt x="6501453" y="79431"/>
                </a:cubicBezTo>
                <a:lnTo>
                  <a:pt x="6501453" y="132308"/>
                </a:lnTo>
                <a:cubicBezTo>
                  <a:pt x="6501453" y="148718"/>
                  <a:pt x="6499176" y="151223"/>
                  <a:pt x="6483462" y="152134"/>
                </a:cubicBezTo>
                <a:lnTo>
                  <a:pt x="6483462" y="155550"/>
                </a:lnTo>
                <a:lnTo>
                  <a:pt x="6537438" y="155550"/>
                </a:lnTo>
                <a:lnTo>
                  <a:pt x="6537438" y="152134"/>
                </a:lnTo>
                <a:cubicBezTo>
                  <a:pt x="6522408" y="150998"/>
                  <a:pt x="6520583" y="148718"/>
                  <a:pt x="6520583" y="132308"/>
                </a:cubicBezTo>
                <a:lnTo>
                  <a:pt x="6520583" y="51480"/>
                </a:lnTo>
                <a:lnTo>
                  <a:pt x="6519673" y="50796"/>
                </a:lnTo>
                <a:moveTo>
                  <a:pt x="6508969" y="87"/>
                </a:moveTo>
                <a:cubicBezTo>
                  <a:pt x="6502822" y="87"/>
                  <a:pt x="6497581" y="5327"/>
                  <a:pt x="6497581" y="11704"/>
                </a:cubicBezTo>
                <a:cubicBezTo>
                  <a:pt x="6497581" y="18081"/>
                  <a:pt x="6502593" y="23318"/>
                  <a:pt x="6508969" y="23318"/>
                </a:cubicBezTo>
                <a:cubicBezTo>
                  <a:pt x="6515576" y="23318"/>
                  <a:pt x="6520813" y="18307"/>
                  <a:pt x="6520813" y="11704"/>
                </a:cubicBezTo>
                <a:cubicBezTo>
                  <a:pt x="6520813" y="5327"/>
                  <a:pt x="6515576" y="87"/>
                  <a:pt x="6508969" y="87"/>
                </a:cubicBezTo>
                <a:close/>
                <a:moveTo>
                  <a:pt x="6614871" y="83994"/>
                </a:moveTo>
                <a:lnTo>
                  <a:pt x="6613960" y="53020"/>
                </a:lnTo>
                <a:lnTo>
                  <a:pt x="6611455" y="53020"/>
                </a:lnTo>
                <a:lnTo>
                  <a:pt x="6610999" y="53479"/>
                </a:lnTo>
                <a:cubicBezTo>
                  <a:pt x="6608949" y="55070"/>
                  <a:pt x="6608723" y="55300"/>
                  <a:pt x="6607813" y="55300"/>
                </a:cubicBezTo>
                <a:cubicBezTo>
                  <a:pt x="6606447" y="55300"/>
                  <a:pt x="6604167" y="54844"/>
                  <a:pt x="6601662" y="53705"/>
                </a:cubicBezTo>
                <a:cubicBezTo>
                  <a:pt x="6596651" y="51932"/>
                  <a:pt x="6591643" y="51018"/>
                  <a:pt x="6585721" y="51018"/>
                </a:cubicBezTo>
                <a:cubicBezTo>
                  <a:pt x="6567727" y="51018"/>
                  <a:pt x="6554748" y="62632"/>
                  <a:pt x="6554748" y="79021"/>
                </a:cubicBezTo>
                <a:cubicBezTo>
                  <a:pt x="6554748" y="91764"/>
                  <a:pt x="6562035" y="100869"/>
                  <a:pt x="6581395" y="111795"/>
                </a:cubicBezTo>
                <a:lnTo>
                  <a:pt x="6594604" y="119308"/>
                </a:lnTo>
                <a:cubicBezTo>
                  <a:pt x="6602572" y="123860"/>
                  <a:pt x="6606447" y="129323"/>
                  <a:pt x="6606447" y="136378"/>
                </a:cubicBezTo>
                <a:cubicBezTo>
                  <a:pt x="6606447" y="146393"/>
                  <a:pt x="6599156" y="152766"/>
                  <a:pt x="6587542" y="152766"/>
                </a:cubicBezTo>
                <a:cubicBezTo>
                  <a:pt x="6579800" y="152766"/>
                  <a:pt x="6572738" y="149806"/>
                  <a:pt x="6568412" y="144798"/>
                </a:cubicBezTo>
                <a:cubicBezTo>
                  <a:pt x="6563630" y="139109"/>
                  <a:pt x="6561580" y="133872"/>
                  <a:pt x="6558619" y="120900"/>
                </a:cubicBezTo>
                <a:lnTo>
                  <a:pt x="6554973" y="120900"/>
                </a:lnTo>
                <a:lnTo>
                  <a:pt x="6554973" y="156408"/>
                </a:lnTo>
                <a:lnTo>
                  <a:pt x="6557934" y="156408"/>
                </a:lnTo>
                <a:cubicBezTo>
                  <a:pt x="6559529" y="154132"/>
                  <a:pt x="6560440" y="153677"/>
                  <a:pt x="6563175" y="153677"/>
                </a:cubicBezTo>
                <a:cubicBezTo>
                  <a:pt x="6565225" y="153729"/>
                  <a:pt x="6568412" y="154184"/>
                  <a:pt x="6573649" y="155550"/>
                </a:cubicBezTo>
                <a:cubicBezTo>
                  <a:pt x="6580026" y="156864"/>
                  <a:pt x="6586177" y="157774"/>
                  <a:pt x="6590274" y="157774"/>
                </a:cubicBezTo>
                <a:cubicBezTo>
                  <a:pt x="6607813" y="157774"/>
                  <a:pt x="6622387" y="144572"/>
                  <a:pt x="6622387" y="128639"/>
                </a:cubicBezTo>
                <a:cubicBezTo>
                  <a:pt x="6622387" y="117258"/>
                  <a:pt x="6616921" y="109748"/>
                  <a:pt x="6603257" y="101553"/>
                </a:cubicBezTo>
                <a:lnTo>
                  <a:pt x="6578660" y="86986"/>
                </a:lnTo>
                <a:cubicBezTo>
                  <a:pt x="6572283" y="83344"/>
                  <a:pt x="6568867" y="77655"/>
                  <a:pt x="6568867" y="71508"/>
                </a:cubicBezTo>
                <a:cubicBezTo>
                  <a:pt x="6568867" y="62403"/>
                  <a:pt x="6575928" y="56029"/>
                  <a:pt x="6586402" y="56029"/>
                </a:cubicBezTo>
                <a:cubicBezTo>
                  <a:pt x="6599385" y="56029"/>
                  <a:pt x="6606218" y="63768"/>
                  <a:pt x="6611455" y="84028"/>
                </a:cubicBezTo>
                <a:lnTo>
                  <a:pt x="6614871" y="83994"/>
                </a:lnTo>
                <a:close/>
                <a:moveTo>
                  <a:pt x="6689800" y="53020"/>
                </a:moveTo>
                <a:lnTo>
                  <a:pt x="6666798" y="53020"/>
                </a:lnTo>
                <a:lnTo>
                  <a:pt x="6666798" y="26602"/>
                </a:lnTo>
                <a:cubicBezTo>
                  <a:pt x="6666798" y="24326"/>
                  <a:pt x="6666572" y="23641"/>
                  <a:pt x="6665203" y="23641"/>
                </a:cubicBezTo>
                <a:cubicBezTo>
                  <a:pt x="6663611" y="25692"/>
                  <a:pt x="6662242" y="27742"/>
                  <a:pt x="6660650" y="30018"/>
                </a:cubicBezTo>
                <a:cubicBezTo>
                  <a:pt x="6651994" y="42546"/>
                  <a:pt x="6642201" y="53479"/>
                  <a:pt x="6638559" y="54389"/>
                </a:cubicBezTo>
                <a:cubicBezTo>
                  <a:pt x="6636053" y="55981"/>
                  <a:pt x="6634684" y="57576"/>
                  <a:pt x="6634684" y="58716"/>
                </a:cubicBezTo>
                <a:cubicBezTo>
                  <a:pt x="6634684" y="59400"/>
                  <a:pt x="6634913" y="59856"/>
                  <a:pt x="6635598" y="60311"/>
                </a:cubicBezTo>
                <a:lnTo>
                  <a:pt x="6647667" y="60311"/>
                </a:lnTo>
                <a:lnTo>
                  <a:pt x="6647667" y="128854"/>
                </a:lnTo>
                <a:cubicBezTo>
                  <a:pt x="6647667" y="147981"/>
                  <a:pt x="6654499" y="157774"/>
                  <a:pt x="6667938" y="157774"/>
                </a:cubicBezTo>
                <a:cubicBezTo>
                  <a:pt x="6679096" y="157774"/>
                  <a:pt x="6687749" y="152311"/>
                  <a:pt x="6695266" y="140468"/>
                </a:cubicBezTo>
                <a:lnTo>
                  <a:pt x="6692305" y="137962"/>
                </a:lnTo>
                <a:cubicBezTo>
                  <a:pt x="6687523" y="143655"/>
                  <a:pt x="6683652" y="145934"/>
                  <a:pt x="6678641" y="145934"/>
                </a:cubicBezTo>
                <a:cubicBezTo>
                  <a:pt x="6670214" y="145934"/>
                  <a:pt x="6666798" y="139783"/>
                  <a:pt x="6666798" y="125438"/>
                </a:cubicBezTo>
                <a:lnTo>
                  <a:pt x="6666798" y="60311"/>
                </a:lnTo>
                <a:lnTo>
                  <a:pt x="6689800" y="60311"/>
                </a:lnTo>
                <a:lnTo>
                  <a:pt x="6689800" y="53020"/>
                </a:lnTo>
                <a:close/>
                <a:moveTo>
                  <a:pt x="6734893" y="50796"/>
                </a:moveTo>
                <a:lnTo>
                  <a:pt x="6699593" y="63251"/>
                </a:lnTo>
                <a:lnTo>
                  <a:pt x="6699593" y="66670"/>
                </a:lnTo>
                <a:lnTo>
                  <a:pt x="6701417" y="66441"/>
                </a:lnTo>
                <a:cubicBezTo>
                  <a:pt x="6704149" y="65986"/>
                  <a:pt x="6707109" y="65756"/>
                  <a:pt x="6709160" y="65756"/>
                </a:cubicBezTo>
                <a:cubicBezTo>
                  <a:pt x="6714626" y="65756"/>
                  <a:pt x="6716673" y="69402"/>
                  <a:pt x="6716673" y="79431"/>
                </a:cubicBezTo>
                <a:lnTo>
                  <a:pt x="6716673" y="132308"/>
                </a:lnTo>
                <a:cubicBezTo>
                  <a:pt x="6716673" y="148718"/>
                  <a:pt x="6714397" y="151223"/>
                  <a:pt x="6698682" y="152134"/>
                </a:cubicBezTo>
                <a:lnTo>
                  <a:pt x="6698682" y="155550"/>
                </a:lnTo>
                <a:lnTo>
                  <a:pt x="6752658" y="155550"/>
                </a:lnTo>
                <a:lnTo>
                  <a:pt x="6752658" y="152134"/>
                </a:lnTo>
                <a:cubicBezTo>
                  <a:pt x="6737628" y="150998"/>
                  <a:pt x="6735804" y="148718"/>
                  <a:pt x="6735804" y="132308"/>
                </a:cubicBezTo>
                <a:lnTo>
                  <a:pt x="6735804" y="51480"/>
                </a:lnTo>
                <a:lnTo>
                  <a:pt x="6734893" y="50796"/>
                </a:lnTo>
                <a:moveTo>
                  <a:pt x="6724190" y="87"/>
                </a:moveTo>
                <a:cubicBezTo>
                  <a:pt x="6718042" y="87"/>
                  <a:pt x="6712802" y="5327"/>
                  <a:pt x="6712802" y="11704"/>
                </a:cubicBezTo>
                <a:cubicBezTo>
                  <a:pt x="6712802" y="18081"/>
                  <a:pt x="6717813" y="23318"/>
                  <a:pt x="6724190" y="23318"/>
                </a:cubicBezTo>
                <a:cubicBezTo>
                  <a:pt x="6730796" y="23318"/>
                  <a:pt x="6736033" y="18307"/>
                  <a:pt x="6736033" y="11704"/>
                </a:cubicBezTo>
                <a:cubicBezTo>
                  <a:pt x="6736033" y="5327"/>
                  <a:pt x="6730796" y="87"/>
                  <a:pt x="6724190" y="87"/>
                </a:cubicBezTo>
                <a:close/>
                <a:moveTo>
                  <a:pt x="6848996" y="119986"/>
                </a:moveTo>
                <a:cubicBezTo>
                  <a:pt x="6838063" y="135916"/>
                  <a:pt x="6829865" y="141378"/>
                  <a:pt x="6816882" y="141378"/>
                </a:cubicBezTo>
                <a:cubicBezTo>
                  <a:pt x="6796156" y="141378"/>
                  <a:pt x="6781582" y="123172"/>
                  <a:pt x="6781582" y="97001"/>
                </a:cubicBezTo>
                <a:cubicBezTo>
                  <a:pt x="6781582" y="73561"/>
                  <a:pt x="6794110" y="57402"/>
                  <a:pt x="6812555" y="57402"/>
                </a:cubicBezTo>
                <a:cubicBezTo>
                  <a:pt x="6820753" y="57402"/>
                  <a:pt x="6823714" y="59904"/>
                  <a:pt x="6825994" y="68324"/>
                </a:cubicBezTo>
                <a:lnTo>
                  <a:pt x="6827359" y="73332"/>
                </a:lnTo>
                <a:cubicBezTo>
                  <a:pt x="6829180" y="79705"/>
                  <a:pt x="6833281" y="83803"/>
                  <a:pt x="6838063" y="83803"/>
                </a:cubicBezTo>
                <a:cubicBezTo>
                  <a:pt x="6843984" y="83803"/>
                  <a:pt x="6848996" y="79476"/>
                  <a:pt x="6848996" y="74243"/>
                </a:cubicBezTo>
                <a:cubicBezTo>
                  <a:pt x="6848996" y="61499"/>
                  <a:pt x="6833052" y="50796"/>
                  <a:pt x="6813921" y="50796"/>
                </a:cubicBezTo>
                <a:cubicBezTo>
                  <a:pt x="6802763" y="50796"/>
                  <a:pt x="6791149" y="55352"/>
                  <a:pt x="6781811" y="63546"/>
                </a:cubicBezTo>
                <a:cubicBezTo>
                  <a:pt x="6770423" y="73561"/>
                  <a:pt x="6764046" y="89036"/>
                  <a:pt x="6764046" y="107013"/>
                </a:cubicBezTo>
                <a:cubicBezTo>
                  <a:pt x="6764046" y="136600"/>
                  <a:pt x="6782037" y="157774"/>
                  <a:pt x="6807318" y="157774"/>
                </a:cubicBezTo>
                <a:cubicBezTo>
                  <a:pt x="6817567" y="157774"/>
                  <a:pt x="6826675" y="154132"/>
                  <a:pt x="6834876" y="147071"/>
                </a:cubicBezTo>
                <a:cubicBezTo>
                  <a:pt x="6841024" y="141604"/>
                  <a:pt x="6845350" y="135460"/>
                  <a:pt x="6852182" y="122032"/>
                </a:cubicBezTo>
                <a:lnTo>
                  <a:pt x="6848996" y="119986"/>
                </a:lnTo>
                <a:close/>
                <a:moveTo>
                  <a:pt x="6997256" y="53020"/>
                </a:moveTo>
                <a:lnTo>
                  <a:pt x="6974255" y="53020"/>
                </a:lnTo>
                <a:lnTo>
                  <a:pt x="6974255" y="26602"/>
                </a:lnTo>
                <a:cubicBezTo>
                  <a:pt x="6974255" y="24326"/>
                  <a:pt x="6974029" y="23641"/>
                  <a:pt x="6972660" y="23641"/>
                </a:cubicBezTo>
                <a:cubicBezTo>
                  <a:pt x="6971068" y="25692"/>
                  <a:pt x="6969699" y="27742"/>
                  <a:pt x="6968107" y="30018"/>
                </a:cubicBezTo>
                <a:cubicBezTo>
                  <a:pt x="6959451" y="42546"/>
                  <a:pt x="6949658" y="53479"/>
                  <a:pt x="6946016" y="54389"/>
                </a:cubicBezTo>
                <a:cubicBezTo>
                  <a:pt x="6943510" y="55981"/>
                  <a:pt x="6942141" y="57576"/>
                  <a:pt x="6942141" y="58716"/>
                </a:cubicBezTo>
                <a:cubicBezTo>
                  <a:pt x="6942141" y="59400"/>
                  <a:pt x="6942370" y="59856"/>
                  <a:pt x="6943055" y="60311"/>
                </a:cubicBezTo>
                <a:lnTo>
                  <a:pt x="6955124" y="60311"/>
                </a:lnTo>
                <a:lnTo>
                  <a:pt x="6955124" y="128854"/>
                </a:lnTo>
                <a:cubicBezTo>
                  <a:pt x="6955124" y="147981"/>
                  <a:pt x="6961956" y="157774"/>
                  <a:pt x="6975395" y="157774"/>
                </a:cubicBezTo>
                <a:cubicBezTo>
                  <a:pt x="6986553" y="157774"/>
                  <a:pt x="6995206" y="152311"/>
                  <a:pt x="7002723" y="140468"/>
                </a:cubicBezTo>
                <a:lnTo>
                  <a:pt x="6999762" y="137962"/>
                </a:lnTo>
                <a:cubicBezTo>
                  <a:pt x="6994980" y="143655"/>
                  <a:pt x="6991109" y="145934"/>
                  <a:pt x="6986098" y="145934"/>
                </a:cubicBezTo>
                <a:cubicBezTo>
                  <a:pt x="6977671" y="145934"/>
                  <a:pt x="6974255" y="139783"/>
                  <a:pt x="6974255" y="125438"/>
                </a:cubicBezTo>
                <a:lnTo>
                  <a:pt x="6974255" y="60311"/>
                </a:lnTo>
                <a:lnTo>
                  <a:pt x="6997256" y="60311"/>
                </a:lnTo>
                <a:lnTo>
                  <a:pt x="6997256" y="53020"/>
                </a:lnTo>
                <a:close/>
                <a:moveTo>
                  <a:pt x="7004089" y="66740"/>
                </a:moveTo>
                <a:cubicBezTo>
                  <a:pt x="7007279" y="66055"/>
                  <a:pt x="7009329" y="65826"/>
                  <a:pt x="7012061" y="65826"/>
                </a:cubicBezTo>
                <a:cubicBezTo>
                  <a:pt x="7017753" y="65826"/>
                  <a:pt x="7019803" y="69471"/>
                  <a:pt x="7019803" y="79490"/>
                </a:cubicBezTo>
                <a:lnTo>
                  <a:pt x="7019803" y="136423"/>
                </a:lnTo>
                <a:cubicBezTo>
                  <a:pt x="7019803" y="147807"/>
                  <a:pt x="7018208" y="149402"/>
                  <a:pt x="7003633" y="152134"/>
                </a:cubicBezTo>
                <a:lnTo>
                  <a:pt x="7003633" y="155550"/>
                </a:lnTo>
                <a:lnTo>
                  <a:pt x="7058294" y="155550"/>
                </a:lnTo>
                <a:lnTo>
                  <a:pt x="7058294" y="152134"/>
                </a:lnTo>
                <a:cubicBezTo>
                  <a:pt x="7042805" y="151453"/>
                  <a:pt x="7038934" y="148037"/>
                  <a:pt x="7038934" y="135057"/>
                </a:cubicBezTo>
                <a:lnTo>
                  <a:pt x="7038934" y="83816"/>
                </a:lnTo>
                <a:cubicBezTo>
                  <a:pt x="7038934" y="76529"/>
                  <a:pt x="7048727" y="65145"/>
                  <a:pt x="7054878" y="65145"/>
                </a:cubicBezTo>
                <a:cubicBezTo>
                  <a:pt x="7056243" y="65145"/>
                  <a:pt x="7058294" y="66284"/>
                  <a:pt x="7060799" y="68561"/>
                </a:cubicBezTo>
                <a:cubicBezTo>
                  <a:pt x="7064441" y="71747"/>
                  <a:pt x="7066947" y="73113"/>
                  <a:pt x="7069907" y="73113"/>
                </a:cubicBezTo>
                <a:cubicBezTo>
                  <a:pt x="7075374" y="73113"/>
                  <a:pt x="7078790" y="69242"/>
                  <a:pt x="7078790" y="62868"/>
                </a:cubicBezTo>
                <a:cubicBezTo>
                  <a:pt x="7078790" y="55352"/>
                  <a:pt x="7074008" y="50796"/>
                  <a:pt x="7066266" y="50796"/>
                </a:cubicBezTo>
                <a:cubicBezTo>
                  <a:pt x="7056699" y="50796"/>
                  <a:pt x="7050096" y="56036"/>
                  <a:pt x="7038934" y="72203"/>
                </a:cubicBezTo>
                <a:lnTo>
                  <a:pt x="7038934" y="51255"/>
                </a:lnTo>
                <a:lnTo>
                  <a:pt x="7037797" y="50796"/>
                </a:lnTo>
                <a:cubicBezTo>
                  <a:pt x="7025725" y="55807"/>
                  <a:pt x="7017527" y="58768"/>
                  <a:pt x="7004089" y="63094"/>
                </a:cubicBezTo>
                <a:lnTo>
                  <a:pt x="7004089" y="66740"/>
                </a:lnTo>
                <a:close/>
                <a:moveTo>
                  <a:pt x="7178997" y="140471"/>
                </a:moveTo>
                <a:cubicBezTo>
                  <a:pt x="7175126" y="143655"/>
                  <a:pt x="7172394" y="144794"/>
                  <a:pt x="7168978" y="144794"/>
                </a:cubicBezTo>
                <a:cubicBezTo>
                  <a:pt x="7163741" y="144794"/>
                  <a:pt x="7162146" y="141608"/>
                  <a:pt x="7162146" y="131596"/>
                </a:cubicBezTo>
                <a:lnTo>
                  <a:pt x="7162146" y="87215"/>
                </a:lnTo>
                <a:cubicBezTo>
                  <a:pt x="7162146" y="75379"/>
                  <a:pt x="7161007" y="68780"/>
                  <a:pt x="7157590" y="63317"/>
                </a:cubicBezTo>
                <a:cubicBezTo>
                  <a:pt x="7152579" y="55126"/>
                  <a:pt x="7142786" y="50796"/>
                  <a:pt x="7129352" y="50796"/>
                </a:cubicBezTo>
                <a:cubicBezTo>
                  <a:pt x="7107941" y="50796"/>
                  <a:pt x="7091091" y="61951"/>
                  <a:pt x="7091091" y="76289"/>
                </a:cubicBezTo>
                <a:cubicBezTo>
                  <a:pt x="7091091" y="81526"/>
                  <a:pt x="7095643" y="86075"/>
                  <a:pt x="7100883" y="86075"/>
                </a:cubicBezTo>
                <a:cubicBezTo>
                  <a:pt x="7106346" y="86075"/>
                  <a:pt x="7111132" y="81526"/>
                  <a:pt x="7111132" y="76519"/>
                </a:cubicBezTo>
                <a:cubicBezTo>
                  <a:pt x="7111132" y="75608"/>
                  <a:pt x="7110902" y="74468"/>
                  <a:pt x="7110676" y="72877"/>
                </a:cubicBezTo>
                <a:cubicBezTo>
                  <a:pt x="7110221" y="70830"/>
                  <a:pt x="7109992" y="69009"/>
                  <a:pt x="7109992" y="67414"/>
                </a:cubicBezTo>
                <a:cubicBezTo>
                  <a:pt x="7109992" y="61270"/>
                  <a:pt x="7117279" y="56262"/>
                  <a:pt x="7126391" y="56262"/>
                </a:cubicBezTo>
                <a:cubicBezTo>
                  <a:pt x="7137549" y="56262"/>
                  <a:pt x="7143697" y="62861"/>
                  <a:pt x="7143697" y="75153"/>
                </a:cubicBezTo>
                <a:lnTo>
                  <a:pt x="7143697" y="89036"/>
                </a:lnTo>
                <a:cubicBezTo>
                  <a:pt x="7108626" y="103145"/>
                  <a:pt x="7104755" y="104966"/>
                  <a:pt x="7094962" y="113616"/>
                </a:cubicBezTo>
                <a:cubicBezTo>
                  <a:pt x="7089951" y="118168"/>
                  <a:pt x="7086761" y="125904"/>
                  <a:pt x="7086761" y="133413"/>
                </a:cubicBezTo>
                <a:cubicBezTo>
                  <a:pt x="7086761" y="147755"/>
                  <a:pt x="7096783" y="157774"/>
                  <a:pt x="7110676" y="157774"/>
                </a:cubicBezTo>
                <a:cubicBezTo>
                  <a:pt x="7120695" y="157774"/>
                  <a:pt x="7130033" y="152992"/>
                  <a:pt x="7143926" y="141149"/>
                </a:cubicBezTo>
                <a:cubicBezTo>
                  <a:pt x="7145066" y="152992"/>
                  <a:pt x="7149163" y="157774"/>
                  <a:pt x="7158501" y="157774"/>
                </a:cubicBezTo>
                <a:cubicBezTo>
                  <a:pt x="7166244" y="157774"/>
                  <a:pt x="7171029" y="155043"/>
                  <a:pt x="7178997" y="146390"/>
                </a:cubicBezTo>
                <a:lnTo>
                  <a:pt x="7178997" y="140471"/>
                </a:lnTo>
                <a:moveTo>
                  <a:pt x="7143697" y="127485"/>
                </a:moveTo>
                <a:cubicBezTo>
                  <a:pt x="7143697" y="134546"/>
                  <a:pt x="7142561" y="136597"/>
                  <a:pt x="7137775" y="139328"/>
                </a:cubicBezTo>
                <a:cubicBezTo>
                  <a:pt x="7132312" y="142518"/>
                  <a:pt x="7125936" y="144565"/>
                  <a:pt x="7121150" y="144565"/>
                </a:cubicBezTo>
                <a:cubicBezTo>
                  <a:pt x="7113182" y="144565"/>
                  <a:pt x="7106805" y="136823"/>
                  <a:pt x="7106805" y="127030"/>
                </a:cubicBezTo>
                <a:lnTo>
                  <a:pt x="7106805" y="126119"/>
                </a:lnTo>
                <a:cubicBezTo>
                  <a:pt x="7106805" y="112681"/>
                  <a:pt x="7116139" y="104483"/>
                  <a:pt x="7143697" y="94461"/>
                </a:cubicBezTo>
                <a:lnTo>
                  <a:pt x="7143697" y="127485"/>
                </a:lnTo>
                <a:close/>
                <a:moveTo>
                  <a:pt x="7183098" y="64919"/>
                </a:moveTo>
                <a:cubicBezTo>
                  <a:pt x="7184463" y="64234"/>
                  <a:pt x="7186743" y="64008"/>
                  <a:pt x="7189249" y="64008"/>
                </a:cubicBezTo>
                <a:cubicBezTo>
                  <a:pt x="7195626" y="64008"/>
                  <a:pt x="7197672" y="67424"/>
                  <a:pt x="7197672" y="78579"/>
                </a:cubicBezTo>
                <a:lnTo>
                  <a:pt x="7197672" y="135057"/>
                </a:lnTo>
                <a:cubicBezTo>
                  <a:pt x="7197672" y="148037"/>
                  <a:pt x="7195167" y="151223"/>
                  <a:pt x="7183553" y="152134"/>
                </a:cubicBezTo>
                <a:lnTo>
                  <a:pt x="7183553" y="155550"/>
                </a:lnTo>
                <a:lnTo>
                  <a:pt x="7231836" y="155550"/>
                </a:lnTo>
                <a:lnTo>
                  <a:pt x="7231836" y="152134"/>
                </a:lnTo>
                <a:cubicBezTo>
                  <a:pt x="7220219" y="151223"/>
                  <a:pt x="7216803" y="148492"/>
                  <a:pt x="7216803" y="140294"/>
                </a:cubicBezTo>
                <a:lnTo>
                  <a:pt x="7216803" y="76303"/>
                </a:lnTo>
                <a:cubicBezTo>
                  <a:pt x="7227736" y="66055"/>
                  <a:pt x="7232747" y="63324"/>
                  <a:pt x="7240263" y="63324"/>
                </a:cubicBezTo>
                <a:cubicBezTo>
                  <a:pt x="7251422" y="63324"/>
                  <a:pt x="7256888" y="70382"/>
                  <a:pt x="7256888" y="85412"/>
                </a:cubicBezTo>
                <a:lnTo>
                  <a:pt x="7256888" y="133007"/>
                </a:lnTo>
                <a:cubicBezTo>
                  <a:pt x="7256888" y="147352"/>
                  <a:pt x="7253928" y="151223"/>
                  <a:pt x="7242540" y="152134"/>
                </a:cubicBezTo>
                <a:lnTo>
                  <a:pt x="7242540" y="155550"/>
                </a:lnTo>
                <a:lnTo>
                  <a:pt x="7289913" y="155550"/>
                </a:lnTo>
                <a:lnTo>
                  <a:pt x="7289913" y="152134"/>
                </a:lnTo>
                <a:cubicBezTo>
                  <a:pt x="7278750" y="150998"/>
                  <a:pt x="7276019" y="148263"/>
                  <a:pt x="7276019" y="137107"/>
                </a:cubicBezTo>
                <a:lnTo>
                  <a:pt x="7276019" y="84956"/>
                </a:lnTo>
                <a:cubicBezTo>
                  <a:pt x="7276019" y="63553"/>
                  <a:pt x="7265997" y="50796"/>
                  <a:pt x="7249146" y="50796"/>
                </a:cubicBezTo>
                <a:cubicBezTo>
                  <a:pt x="7238668" y="50796"/>
                  <a:pt x="7231607" y="54671"/>
                  <a:pt x="7216122" y="69245"/>
                </a:cubicBezTo>
                <a:lnTo>
                  <a:pt x="7216122" y="51255"/>
                </a:lnTo>
                <a:lnTo>
                  <a:pt x="7214527" y="50796"/>
                </a:lnTo>
                <a:cubicBezTo>
                  <a:pt x="7203368" y="54897"/>
                  <a:pt x="7195626" y="57402"/>
                  <a:pt x="7183098" y="61047"/>
                </a:cubicBezTo>
                <a:lnTo>
                  <a:pt x="7183098" y="64919"/>
                </a:lnTo>
                <a:close/>
                <a:moveTo>
                  <a:pt x="7365066" y="83994"/>
                </a:moveTo>
                <a:lnTo>
                  <a:pt x="7364155" y="53020"/>
                </a:lnTo>
                <a:lnTo>
                  <a:pt x="7361649" y="53020"/>
                </a:lnTo>
                <a:lnTo>
                  <a:pt x="7361194" y="53479"/>
                </a:lnTo>
                <a:cubicBezTo>
                  <a:pt x="7359144" y="55070"/>
                  <a:pt x="7358918" y="55300"/>
                  <a:pt x="7358008" y="55300"/>
                </a:cubicBezTo>
                <a:cubicBezTo>
                  <a:pt x="7356642" y="55300"/>
                  <a:pt x="7354362" y="54844"/>
                  <a:pt x="7351857" y="53705"/>
                </a:cubicBezTo>
                <a:cubicBezTo>
                  <a:pt x="7346845" y="51932"/>
                  <a:pt x="7341838" y="51018"/>
                  <a:pt x="7335916" y="51018"/>
                </a:cubicBezTo>
                <a:cubicBezTo>
                  <a:pt x="7317922" y="51018"/>
                  <a:pt x="7304942" y="62632"/>
                  <a:pt x="7304942" y="79021"/>
                </a:cubicBezTo>
                <a:cubicBezTo>
                  <a:pt x="7304942" y="91764"/>
                  <a:pt x="7312230" y="100869"/>
                  <a:pt x="7331590" y="111795"/>
                </a:cubicBezTo>
                <a:lnTo>
                  <a:pt x="7344799" y="119308"/>
                </a:lnTo>
                <a:cubicBezTo>
                  <a:pt x="7352767" y="123860"/>
                  <a:pt x="7356642" y="129323"/>
                  <a:pt x="7356642" y="136378"/>
                </a:cubicBezTo>
                <a:cubicBezTo>
                  <a:pt x="7356642" y="146393"/>
                  <a:pt x="7349351" y="152766"/>
                  <a:pt x="7337737" y="152766"/>
                </a:cubicBezTo>
                <a:cubicBezTo>
                  <a:pt x="7329995" y="152766"/>
                  <a:pt x="7322933" y="149806"/>
                  <a:pt x="7318607" y="144798"/>
                </a:cubicBezTo>
                <a:cubicBezTo>
                  <a:pt x="7313825" y="139109"/>
                  <a:pt x="7311775" y="133872"/>
                  <a:pt x="7308814" y="120900"/>
                </a:cubicBezTo>
                <a:lnTo>
                  <a:pt x="7305168" y="120900"/>
                </a:lnTo>
                <a:lnTo>
                  <a:pt x="7305168" y="156408"/>
                </a:lnTo>
                <a:lnTo>
                  <a:pt x="7308129" y="156408"/>
                </a:lnTo>
                <a:cubicBezTo>
                  <a:pt x="7309724" y="154132"/>
                  <a:pt x="7310635" y="153677"/>
                  <a:pt x="7313370" y="153677"/>
                </a:cubicBezTo>
                <a:cubicBezTo>
                  <a:pt x="7315420" y="153729"/>
                  <a:pt x="7318607" y="154184"/>
                  <a:pt x="7323844" y="155550"/>
                </a:cubicBezTo>
                <a:cubicBezTo>
                  <a:pt x="7330220" y="156864"/>
                  <a:pt x="7336371" y="157774"/>
                  <a:pt x="7340469" y="157774"/>
                </a:cubicBezTo>
                <a:cubicBezTo>
                  <a:pt x="7358008" y="157774"/>
                  <a:pt x="7372582" y="144572"/>
                  <a:pt x="7372582" y="128639"/>
                </a:cubicBezTo>
                <a:cubicBezTo>
                  <a:pt x="7372582" y="117258"/>
                  <a:pt x="7367116" y="109748"/>
                  <a:pt x="7353452" y="101553"/>
                </a:cubicBezTo>
                <a:lnTo>
                  <a:pt x="7328855" y="86986"/>
                </a:lnTo>
                <a:cubicBezTo>
                  <a:pt x="7322478" y="83344"/>
                  <a:pt x="7319062" y="77655"/>
                  <a:pt x="7319062" y="71508"/>
                </a:cubicBezTo>
                <a:cubicBezTo>
                  <a:pt x="7319062" y="62403"/>
                  <a:pt x="7326123" y="56029"/>
                  <a:pt x="7336597" y="56029"/>
                </a:cubicBezTo>
                <a:cubicBezTo>
                  <a:pt x="7349580" y="56029"/>
                  <a:pt x="7356412" y="63768"/>
                  <a:pt x="7361649" y="84028"/>
                </a:cubicBezTo>
                <a:lnTo>
                  <a:pt x="7365066" y="83994"/>
                </a:lnTo>
                <a:close/>
                <a:moveTo>
                  <a:pt x="7386248" y="13664"/>
                </a:moveTo>
                <a:lnTo>
                  <a:pt x="7387614" y="13664"/>
                </a:lnTo>
                <a:cubicBezTo>
                  <a:pt x="7390120" y="13438"/>
                  <a:pt x="7392851" y="13209"/>
                  <a:pt x="7394676" y="13209"/>
                </a:cubicBezTo>
                <a:cubicBezTo>
                  <a:pt x="7401963" y="13209"/>
                  <a:pt x="7404239" y="16399"/>
                  <a:pt x="7404239" y="27102"/>
                </a:cubicBezTo>
                <a:lnTo>
                  <a:pt x="7404239" y="135738"/>
                </a:lnTo>
                <a:cubicBezTo>
                  <a:pt x="7404239" y="148037"/>
                  <a:pt x="7401052" y="150998"/>
                  <a:pt x="7386704" y="152134"/>
                </a:cubicBezTo>
                <a:lnTo>
                  <a:pt x="7386704" y="155550"/>
                </a:lnTo>
                <a:lnTo>
                  <a:pt x="7440450" y="155550"/>
                </a:lnTo>
                <a:lnTo>
                  <a:pt x="7440450" y="152134"/>
                </a:lnTo>
                <a:cubicBezTo>
                  <a:pt x="7426105" y="151223"/>
                  <a:pt x="7423370" y="148947"/>
                  <a:pt x="7423370" y="136419"/>
                </a:cubicBezTo>
                <a:lnTo>
                  <a:pt x="7423370" y="455"/>
                </a:lnTo>
                <a:lnTo>
                  <a:pt x="7422459" y="0"/>
                </a:lnTo>
                <a:cubicBezTo>
                  <a:pt x="7410616" y="3871"/>
                  <a:pt x="7401963" y="6151"/>
                  <a:pt x="7386248" y="10022"/>
                </a:cubicBezTo>
                <a:lnTo>
                  <a:pt x="7386248" y="13664"/>
                </a:lnTo>
                <a:close/>
                <a:moveTo>
                  <a:pt x="7545896" y="140471"/>
                </a:moveTo>
                <a:cubicBezTo>
                  <a:pt x="7542025" y="143655"/>
                  <a:pt x="7539293" y="144794"/>
                  <a:pt x="7535877" y="144794"/>
                </a:cubicBezTo>
                <a:cubicBezTo>
                  <a:pt x="7530640" y="144794"/>
                  <a:pt x="7529045" y="141608"/>
                  <a:pt x="7529045" y="131596"/>
                </a:cubicBezTo>
                <a:lnTo>
                  <a:pt x="7529045" y="87215"/>
                </a:lnTo>
                <a:cubicBezTo>
                  <a:pt x="7529045" y="75379"/>
                  <a:pt x="7527905" y="68780"/>
                  <a:pt x="7524489" y="63317"/>
                </a:cubicBezTo>
                <a:cubicBezTo>
                  <a:pt x="7519478" y="55126"/>
                  <a:pt x="7509685" y="50796"/>
                  <a:pt x="7496250" y="50796"/>
                </a:cubicBezTo>
                <a:cubicBezTo>
                  <a:pt x="7474840" y="50796"/>
                  <a:pt x="7457989" y="61951"/>
                  <a:pt x="7457989" y="76289"/>
                </a:cubicBezTo>
                <a:cubicBezTo>
                  <a:pt x="7457989" y="81526"/>
                  <a:pt x="7462542" y="86075"/>
                  <a:pt x="7467782" y="86075"/>
                </a:cubicBezTo>
                <a:cubicBezTo>
                  <a:pt x="7473245" y="86075"/>
                  <a:pt x="7478030" y="81526"/>
                  <a:pt x="7478030" y="76519"/>
                </a:cubicBezTo>
                <a:cubicBezTo>
                  <a:pt x="7478030" y="75608"/>
                  <a:pt x="7477801" y="74468"/>
                  <a:pt x="7477575" y="72877"/>
                </a:cubicBezTo>
                <a:cubicBezTo>
                  <a:pt x="7477120" y="70830"/>
                  <a:pt x="7476890" y="69009"/>
                  <a:pt x="7476890" y="67414"/>
                </a:cubicBezTo>
                <a:cubicBezTo>
                  <a:pt x="7476890" y="61270"/>
                  <a:pt x="7484178" y="56262"/>
                  <a:pt x="7493290" y="56262"/>
                </a:cubicBezTo>
                <a:cubicBezTo>
                  <a:pt x="7504448" y="56262"/>
                  <a:pt x="7510596" y="62861"/>
                  <a:pt x="7510596" y="75153"/>
                </a:cubicBezTo>
                <a:lnTo>
                  <a:pt x="7510596" y="89036"/>
                </a:lnTo>
                <a:cubicBezTo>
                  <a:pt x="7475525" y="103145"/>
                  <a:pt x="7471653" y="104966"/>
                  <a:pt x="7461861" y="113616"/>
                </a:cubicBezTo>
                <a:cubicBezTo>
                  <a:pt x="7456849" y="118168"/>
                  <a:pt x="7453659" y="125904"/>
                  <a:pt x="7453659" y="133413"/>
                </a:cubicBezTo>
                <a:cubicBezTo>
                  <a:pt x="7453659" y="147755"/>
                  <a:pt x="7463681" y="157774"/>
                  <a:pt x="7477575" y="157774"/>
                </a:cubicBezTo>
                <a:cubicBezTo>
                  <a:pt x="7487594" y="157774"/>
                  <a:pt x="7496931" y="152992"/>
                  <a:pt x="7510825" y="141149"/>
                </a:cubicBezTo>
                <a:cubicBezTo>
                  <a:pt x="7511965" y="152992"/>
                  <a:pt x="7516062" y="157774"/>
                  <a:pt x="7525400" y="157774"/>
                </a:cubicBezTo>
                <a:cubicBezTo>
                  <a:pt x="7533142" y="157774"/>
                  <a:pt x="7537927" y="155043"/>
                  <a:pt x="7545896" y="146390"/>
                </a:cubicBezTo>
                <a:lnTo>
                  <a:pt x="7545896" y="140471"/>
                </a:lnTo>
                <a:moveTo>
                  <a:pt x="7510596" y="127485"/>
                </a:moveTo>
                <a:cubicBezTo>
                  <a:pt x="7510596" y="134546"/>
                  <a:pt x="7509459" y="136597"/>
                  <a:pt x="7504674" y="139328"/>
                </a:cubicBezTo>
                <a:cubicBezTo>
                  <a:pt x="7499211" y="142518"/>
                  <a:pt x="7492834" y="144565"/>
                  <a:pt x="7488049" y="144565"/>
                </a:cubicBezTo>
                <a:cubicBezTo>
                  <a:pt x="7480081" y="144565"/>
                  <a:pt x="7473704" y="136823"/>
                  <a:pt x="7473704" y="127030"/>
                </a:cubicBezTo>
                <a:lnTo>
                  <a:pt x="7473704" y="126119"/>
                </a:lnTo>
                <a:cubicBezTo>
                  <a:pt x="7473704" y="112681"/>
                  <a:pt x="7483038" y="104483"/>
                  <a:pt x="7510596" y="94461"/>
                </a:cubicBezTo>
                <a:lnTo>
                  <a:pt x="7510596" y="127485"/>
                </a:lnTo>
                <a:close/>
                <a:moveTo>
                  <a:pt x="7604427" y="53020"/>
                </a:moveTo>
                <a:lnTo>
                  <a:pt x="7581425" y="53020"/>
                </a:lnTo>
                <a:lnTo>
                  <a:pt x="7581425" y="26602"/>
                </a:lnTo>
                <a:cubicBezTo>
                  <a:pt x="7581425" y="24326"/>
                  <a:pt x="7581200" y="23641"/>
                  <a:pt x="7579830" y="23641"/>
                </a:cubicBezTo>
                <a:cubicBezTo>
                  <a:pt x="7578239" y="25692"/>
                  <a:pt x="7576870" y="27742"/>
                  <a:pt x="7575278" y="30018"/>
                </a:cubicBezTo>
                <a:cubicBezTo>
                  <a:pt x="7566621" y="42546"/>
                  <a:pt x="7556828" y="53479"/>
                  <a:pt x="7553187" y="54389"/>
                </a:cubicBezTo>
                <a:cubicBezTo>
                  <a:pt x="7550681" y="55981"/>
                  <a:pt x="7549312" y="57576"/>
                  <a:pt x="7549312" y="58716"/>
                </a:cubicBezTo>
                <a:cubicBezTo>
                  <a:pt x="7549312" y="59400"/>
                  <a:pt x="7549541" y="59856"/>
                  <a:pt x="7550226" y="60311"/>
                </a:cubicBezTo>
                <a:lnTo>
                  <a:pt x="7562295" y="60311"/>
                </a:lnTo>
                <a:lnTo>
                  <a:pt x="7562295" y="128854"/>
                </a:lnTo>
                <a:cubicBezTo>
                  <a:pt x="7562295" y="147981"/>
                  <a:pt x="7569127" y="157774"/>
                  <a:pt x="7582565" y="157774"/>
                </a:cubicBezTo>
                <a:cubicBezTo>
                  <a:pt x="7593724" y="157774"/>
                  <a:pt x="7602377" y="152311"/>
                  <a:pt x="7609894" y="140468"/>
                </a:cubicBezTo>
                <a:lnTo>
                  <a:pt x="7606933" y="137962"/>
                </a:lnTo>
                <a:cubicBezTo>
                  <a:pt x="7602151" y="143655"/>
                  <a:pt x="7598280" y="145934"/>
                  <a:pt x="7593269" y="145934"/>
                </a:cubicBezTo>
                <a:cubicBezTo>
                  <a:pt x="7584841" y="145934"/>
                  <a:pt x="7581425" y="139783"/>
                  <a:pt x="7581425" y="125438"/>
                </a:cubicBezTo>
                <a:lnTo>
                  <a:pt x="7581425" y="60311"/>
                </a:lnTo>
                <a:lnTo>
                  <a:pt x="7604427" y="60311"/>
                </a:lnTo>
                <a:lnTo>
                  <a:pt x="7604427" y="53020"/>
                </a:lnTo>
                <a:close/>
                <a:moveTo>
                  <a:pt x="7649521" y="50796"/>
                </a:moveTo>
                <a:lnTo>
                  <a:pt x="7614221" y="63251"/>
                </a:lnTo>
                <a:lnTo>
                  <a:pt x="7614221" y="66670"/>
                </a:lnTo>
                <a:lnTo>
                  <a:pt x="7616045" y="66441"/>
                </a:lnTo>
                <a:cubicBezTo>
                  <a:pt x="7618776" y="65986"/>
                  <a:pt x="7621737" y="65756"/>
                  <a:pt x="7623788" y="65756"/>
                </a:cubicBezTo>
                <a:cubicBezTo>
                  <a:pt x="7629254" y="65756"/>
                  <a:pt x="7631301" y="69402"/>
                  <a:pt x="7631301" y="79431"/>
                </a:cubicBezTo>
                <a:lnTo>
                  <a:pt x="7631301" y="132308"/>
                </a:lnTo>
                <a:cubicBezTo>
                  <a:pt x="7631301" y="148718"/>
                  <a:pt x="7629025" y="151223"/>
                  <a:pt x="7613310" y="152134"/>
                </a:cubicBezTo>
                <a:lnTo>
                  <a:pt x="7613310" y="155550"/>
                </a:lnTo>
                <a:lnTo>
                  <a:pt x="7667286" y="155550"/>
                </a:lnTo>
                <a:lnTo>
                  <a:pt x="7667286" y="152134"/>
                </a:lnTo>
                <a:cubicBezTo>
                  <a:pt x="7652256" y="150998"/>
                  <a:pt x="7650431" y="148718"/>
                  <a:pt x="7650431" y="132308"/>
                </a:cubicBezTo>
                <a:lnTo>
                  <a:pt x="7650431" y="51480"/>
                </a:lnTo>
                <a:lnTo>
                  <a:pt x="7649521" y="50796"/>
                </a:lnTo>
                <a:moveTo>
                  <a:pt x="7638817" y="87"/>
                </a:moveTo>
                <a:cubicBezTo>
                  <a:pt x="7632670" y="87"/>
                  <a:pt x="7627429" y="5327"/>
                  <a:pt x="7627429" y="11704"/>
                </a:cubicBezTo>
                <a:cubicBezTo>
                  <a:pt x="7627429" y="18081"/>
                  <a:pt x="7632441" y="23318"/>
                  <a:pt x="7638817" y="23318"/>
                </a:cubicBezTo>
                <a:cubicBezTo>
                  <a:pt x="7645424" y="23318"/>
                  <a:pt x="7650661" y="18307"/>
                  <a:pt x="7650661" y="11704"/>
                </a:cubicBezTo>
                <a:cubicBezTo>
                  <a:pt x="7650661" y="5327"/>
                  <a:pt x="7645424" y="87"/>
                  <a:pt x="7638817" y="87"/>
                </a:cubicBezTo>
                <a:close/>
                <a:moveTo>
                  <a:pt x="7729918" y="50796"/>
                </a:moveTo>
                <a:cubicBezTo>
                  <a:pt x="7700310" y="50796"/>
                  <a:pt x="7679584" y="72651"/>
                  <a:pt x="7679584" y="104059"/>
                </a:cubicBezTo>
                <a:cubicBezTo>
                  <a:pt x="7679584" y="134783"/>
                  <a:pt x="7700765" y="157774"/>
                  <a:pt x="7729459" y="157774"/>
                </a:cubicBezTo>
                <a:cubicBezTo>
                  <a:pt x="7758157" y="157774"/>
                  <a:pt x="7780019" y="133646"/>
                  <a:pt x="7780019" y="102238"/>
                </a:cubicBezTo>
                <a:cubicBezTo>
                  <a:pt x="7780019" y="72422"/>
                  <a:pt x="7759067" y="50796"/>
                  <a:pt x="7729918" y="50796"/>
                </a:cubicBezTo>
                <a:moveTo>
                  <a:pt x="7726957" y="57176"/>
                </a:moveTo>
                <a:cubicBezTo>
                  <a:pt x="7746088" y="57176"/>
                  <a:pt x="7759523" y="79024"/>
                  <a:pt x="7759523" y="110203"/>
                </a:cubicBezTo>
                <a:cubicBezTo>
                  <a:pt x="7759523" y="135922"/>
                  <a:pt x="7749275" y="151397"/>
                  <a:pt x="7732194" y="151397"/>
                </a:cubicBezTo>
                <a:cubicBezTo>
                  <a:pt x="7723312" y="151397"/>
                  <a:pt x="7714885" y="145938"/>
                  <a:pt x="7710103" y="136833"/>
                </a:cubicBezTo>
                <a:cubicBezTo>
                  <a:pt x="7703726" y="124997"/>
                  <a:pt x="7700081" y="109067"/>
                  <a:pt x="7700081" y="92907"/>
                </a:cubicBezTo>
                <a:cubicBezTo>
                  <a:pt x="7700081" y="71285"/>
                  <a:pt x="7710784" y="57176"/>
                  <a:pt x="7726957" y="57176"/>
                </a:cubicBezTo>
                <a:close/>
                <a:moveTo>
                  <a:pt x="7790496" y="64919"/>
                </a:moveTo>
                <a:cubicBezTo>
                  <a:pt x="7791862" y="64234"/>
                  <a:pt x="7794142" y="64008"/>
                  <a:pt x="7796647" y="64008"/>
                </a:cubicBezTo>
                <a:cubicBezTo>
                  <a:pt x="7803024" y="64008"/>
                  <a:pt x="7805071" y="67424"/>
                  <a:pt x="7805071" y="78579"/>
                </a:cubicBezTo>
                <a:lnTo>
                  <a:pt x="7805071" y="135057"/>
                </a:lnTo>
                <a:cubicBezTo>
                  <a:pt x="7805071" y="148037"/>
                  <a:pt x="7802566" y="151223"/>
                  <a:pt x="7790952" y="152134"/>
                </a:cubicBezTo>
                <a:lnTo>
                  <a:pt x="7790952" y="155550"/>
                </a:lnTo>
                <a:lnTo>
                  <a:pt x="7839235" y="155550"/>
                </a:lnTo>
                <a:lnTo>
                  <a:pt x="7839235" y="152134"/>
                </a:lnTo>
                <a:cubicBezTo>
                  <a:pt x="7827618" y="151223"/>
                  <a:pt x="7824202" y="148492"/>
                  <a:pt x="7824202" y="140294"/>
                </a:cubicBezTo>
                <a:lnTo>
                  <a:pt x="7824202" y="76303"/>
                </a:lnTo>
                <a:cubicBezTo>
                  <a:pt x="7835134" y="66055"/>
                  <a:pt x="7840146" y="63324"/>
                  <a:pt x="7847662" y="63324"/>
                </a:cubicBezTo>
                <a:cubicBezTo>
                  <a:pt x="7858821" y="63324"/>
                  <a:pt x="7864287" y="70382"/>
                  <a:pt x="7864287" y="85412"/>
                </a:cubicBezTo>
                <a:lnTo>
                  <a:pt x="7864287" y="133007"/>
                </a:lnTo>
                <a:cubicBezTo>
                  <a:pt x="7864287" y="147352"/>
                  <a:pt x="7861326" y="151223"/>
                  <a:pt x="7849938" y="152134"/>
                </a:cubicBezTo>
                <a:lnTo>
                  <a:pt x="7849938" y="155550"/>
                </a:lnTo>
                <a:lnTo>
                  <a:pt x="7897311" y="155550"/>
                </a:lnTo>
                <a:lnTo>
                  <a:pt x="7897311" y="152134"/>
                </a:lnTo>
                <a:cubicBezTo>
                  <a:pt x="7886149" y="150998"/>
                  <a:pt x="7883418" y="148263"/>
                  <a:pt x="7883418" y="137107"/>
                </a:cubicBezTo>
                <a:lnTo>
                  <a:pt x="7883418" y="84956"/>
                </a:lnTo>
                <a:cubicBezTo>
                  <a:pt x="7883418" y="63553"/>
                  <a:pt x="7873396" y="50796"/>
                  <a:pt x="7856545" y="50796"/>
                </a:cubicBezTo>
                <a:cubicBezTo>
                  <a:pt x="7846067" y="50796"/>
                  <a:pt x="7839006" y="54671"/>
                  <a:pt x="7823521" y="69245"/>
                </a:cubicBezTo>
                <a:lnTo>
                  <a:pt x="7823521" y="51255"/>
                </a:lnTo>
                <a:lnTo>
                  <a:pt x="7821925" y="50796"/>
                </a:lnTo>
                <a:cubicBezTo>
                  <a:pt x="7810767" y="54897"/>
                  <a:pt x="7803024" y="57402"/>
                  <a:pt x="7790496" y="61047"/>
                </a:cubicBezTo>
                <a:lnTo>
                  <a:pt x="7790496" y="64919"/>
                </a:lnTo>
                <a:close/>
                <a:moveTo>
                  <a:pt x="8020290" y="50796"/>
                </a:moveTo>
                <a:lnTo>
                  <a:pt x="7984990" y="63251"/>
                </a:lnTo>
                <a:lnTo>
                  <a:pt x="7984990" y="66670"/>
                </a:lnTo>
                <a:lnTo>
                  <a:pt x="7986814" y="66441"/>
                </a:lnTo>
                <a:cubicBezTo>
                  <a:pt x="7989546" y="65986"/>
                  <a:pt x="7992506" y="65756"/>
                  <a:pt x="7994557" y="65756"/>
                </a:cubicBezTo>
                <a:cubicBezTo>
                  <a:pt x="8000023" y="65756"/>
                  <a:pt x="8002070" y="69402"/>
                  <a:pt x="8002070" y="79431"/>
                </a:cubicBezTo>
                <a:lnTo>
                  <a:pt x="8002070" y="132308"/>
                </a:lnTo>
                <a:cubicBezTo>
                  <a:pt x="8002070" y="148718"/>
                  <a:pt x="7999794" y="151223"/>
                  <a:pt x="7984079" y="152134"/>
                </a:cubicBezTo>
                <a:lnTo>
                  <a:pt x="7984079" y="155550"/>
                </a:lnTo>
                <a:lnTo>
                  <a:pt x="8038055" y="155550"/>
                </a:lnTo>
                <a:lnTo>
                  <a:pt x="8038055" y="152134"/>
                </a:lnTo>
                <a:cubicBezTo>
                  <a:pt x="8023025" y="150998"/>
                  <a:pt x="8021200" y="148718"/>
                  <a:pt x="8021200" y="132308"/>
                </a:cubicBezTo>
                <a:lnTo>
                  <a:pt x="8021200" y="51480"/>
                </a:lnTo>
                <a:lnTo>
                  <a:pt x="8020290" y="50796"/>
                </a:lnTo>
                <a:moveTo>
                  <a:pt x="8009587" y="87"/>
                </a:moveTo>
                <a:cubicBezTo>
                  <a:pt x="8003439" y="87"/>
                  <a:pt x="7998199" y="5327"/>
                  <a:pt x="7998199" y="11704"/>
                </a:cubicBezTo>
                <a:cubicBezTo>
                  <a:pt x="7998199" y="18081"/>
                  <a:pt x="8003210" y="23318"/>
                  <a:pt x="8009587" y="23318"/>
                </a:cubicBezTo>
                <a:cubicBezTo>
                  <a:pt x="8016193" y="23318"/>
                  <a:pt x="8021430" y="18307"/>
                  <a:pt x="8021430" y="11704"/>
                </a:cubicBezTo>
                <a:cubicBezTo>
                  <a:pt x="8021430" y="5327"/>
                  <a:pt x="8016193" y="87"/>
                  <a:pt x="8009587" y="87"/>
                </a:cubicBezTo>
                <a:close/>
                <a:moveTo>
                  <a:pt x="8047393" y="64919"/>
                </a:moveTo>
                <a:cubicBezTo>
                  <a:pt x="8048759" y="64234"/>
                  <a:pt x="8051038" y="64008"/>
                  <a:pt x="8053544" y="64008"/>
                </a:cubicBezTo>
                <a:cubicBezTo>
                  <a:pt x="8059921" y="64008"/>
                  <a:pt x="8061968" y="67424"/>
                  <a:pt x="8061968" y="78579"/>
                </a:cubicBezTo>
                <a:lnTo>
                  <a:pt x="8061968" y="135057"/>
                </a:lnTo>
                <a:cubicBezTo>
                  <a:pt x="8061968" y="148037"/>
                  <a:pt x="8059462" y="151223"/>
                  <a:pt x="8047848" y="152134"/>
                </a:cubicBezTo>
                <a:lnTo>
                  <a:pt x="8047848" y="155550"/>
                </a:lnTo>
                <a:lnTo>
                  <a:pt x="8096131" y="155550"/>
                </a:lnTo>
                <a:lnTo>
                  <a:pt x="8096131" y="152134"/>
                </a:lnTo>
                <a:cubicBezTo>
                  <a:pt x="8084514" y="151223"/>
                  <a:pt x="8081098" y="148492"/>
                  <a:pt x="8081098" y="140294"/>
                </a:cubicBezTo>
                <a:lnTo>
                  <a:pt x="8081098" y="76303"/>
                </a:lnTo>
                <a:cubicBezTo>
                  <a:pt x="8092031" y="66055"/>
                  <a:pt x="8097042" y="63324"/>
                  <a:pt x="8104559" y="63324"/>
                </a:cubicBezTo>
                <a:cubicBezTo>
                  <a:pt x="8115717" y="63324"/>
                  <a:pt x="8121184" y="70382"/>
                  <a:pt x="8121184" y="85412"/>
                </a:cubicBezTo>
                <a:lnTo>
                  <a:pt x="8121184" y="133007"/>
                </a:lnTo>
                <a:cubicBezTo>
                  <a:pt x="8121184" y="147352"/>
                  <a:pt x="8118223" y="151223"/>
                  <a:pt x="8106835" y="152134"/>
                </a:cubicBezTo>
                <a:lnTo>
                  <a:pt x="8106835" y="155550"/>
                </a:lnTo>
                <a:lnTo>
                  <a:pt x="8154208" y="155550"/>
                </a:lnTo>
                <a:lnTo>
                  <a:pt x="8154208" y="152134"/>
                </a:lnTo>
                <a:cubicBezTo>
                  <a:pt x="8143046" y="150998"/>
                  <a:pt x="8140314" y="148263"/>
                  <a:pt x="8140314" y="137107"/>
                </a:cubicBezTo>
                <a:lnTo>
                  <a:pt x="8140314" y="84956"/>
                </a:lnTo>
                <a:cubicBezTo>
                  <a:pt x="8140314" y="63553"/>
                  <a:pt x="8130292" y="50796"/>
                  <a:pt x="8113441" y="50796"/>
                </a:cubicBezTo>
                <a:cubicBezTo>
                  <a:pt x="8102964" y="50796"/>
                  <a:pt x="8095902" y="54671"/>
                  <a:pt x="8080417" y="69245"/>
                </a:cubicBezTo>
                <a:lnTo>
                  <a:pt x="8080417" y="51255"/>
                </a:lnTo>
                <a:lnTo>
                  <a:pt x="8078822" y="50796"/>
                </a:lnTo>
                <a:cubicBezTo>
                  <a:pt x="8067663" y="54897"/>
                  <a:pt x="8059921" y="57402"/>
                  <a:pt x="8047393" y="61047"/>
                </a:cubicBezTo>
                <a:lnTo>
                  <a:pt x="8047393" y="64919"/>
                </a:lnTo>
                <a:close/>
                <a:moveTo>
                  <a:pt x="8215697" y="53020"/>
                </a:moveTo>
                <a:lnTo>
                  <a:pt x="8192695" y="53020"/>
                </a:lnTo>
                <a:lnTo>
                  <a:pt x="8192695" y="26602"/>
                </a:lnTo>
                <a:cubicBezTo>
                  <a:pt x="8192695" y="24326"/>
                  <a:pt x="8192469" y="23641"/>
                  <a:pt x="8191100" y="23641"/>
                </a:cubicBezTo>
                <a:cubicBezTo>
                  <a:pt x="8189508" y="25692"/>
                  <a:pt x="8188139" y="27742"/>
                  <a:pt x="8186547" y="30018"/>
                </a:cubicBezTo>
                <a:cubicBezTo>
                  <a:pt x="8177891" y="42546"/>
                  <a:pt x="8168098" y="53479"/>
                  <a:pt x="8164456" y="54389"/>
                </a:cubicBezTo>
                <a:cubicBezTo>
                  <a:pt x="8161951" y="55981"/>
                  <a:pt x="8160581" y="57576"/>
                  <a:pt x="8160581" y="58716"/>
                </a:cubicBezTo>
                <a:cubicBezTo>
                  <a:pt x="8160581" y="59400"/>
                  <a:pt x="8160811" y="59856"/>
                  <a:pt x="8161495" y="60311"/>
                </a:cubicBezTo>
                <a:lnTo>
                  <a:pt x="8173564" y="60311"/>
                </a:lnTo>
                <a:lnTo>
                  <a:pt x="8173564" y="128854"/>
                </a:lnTo>
                <a:cubicBezTo>
                  <a:pt x="8173564" y="147981"/>
                  <a:pt x="8180396" y="157774"/>
                  <a:pt x="8193835" y="157774"/>
                </a:cubicBezTo>
                <a:cubicBezTo>
                  <a:pt x="8204993" y="157774"/>
                  <a:pt x="8213646" y="152311"/>
                  <a:pt x="8221163" y="140468"/>
                </a:cubicBezTo>
                <a:lnTo>
                  <a:pt x="8218202" y="137962"/>
                </a:lnTo>
                <a:cubicBezTo>
                  <a:pt x="8213421" y="143655"/>
                  <a:pt x="8209549" y="145934"/>
                  <a:pt x="8204538" y="145934"/>
                </a:cubicBezTo>
                <a:cubicBezTo>
                  <a:pt x="8196111" y="145934"/>
                  <a:pt x="8192695" y="139783"/>
                  <a:pt x="8192695" y="125438"/>
                </a:cubicBezTo>
                <a:lnTo>
                  <a:pt x="8192695" y="60311"/>
                </a:lnTo>
                <a:lnTo>
                  <a:pt x="8215697" y="60311"/>
                </a:lnTo>
                <a:lnTo>
                  <a:pt x="8215697" y="53020"/>
                </a:lnTo>
                <a:close/>
                <a:moveTo>
                  <a:pt x="8277874" y="50796"/>
                </a:moveTo>
                <a:cubicBezTo>
                  <a:pt x="8248266" y="50796"/>
                  <a:pt x="8227540" y="72651"/>
                  <a:pt x="8227540" y="104059"/>
                </a:cubicBezTo>
                <a:cubicBezTo>
                  <a:pt x="8227540" y="134783"/>
                  <a:pt x="8248721" y="157774"/>
                  <a:pt x="8277415" y="157774"/>
                </a:cubicBezTo>
                <a:cubicBezTo>
                  <a:pt x="8306113" y="157774"/>
                  <a:pt x="8327975" y="133646"/>
                  <a:pt x="8327975" y="102238"/>
                </a:cubicBezTo>
                <a:cubicBezTo>
                  <a:pt x="8327975" y="72422"/>
                  <a:pt x="8307023" y="50796"/>
                  <a:pt x="8277874" y="50796"/>
                </a:cubicBezTo>
                <a:moveTo>
                  <a:pt x="8274913" y="57176"/>
                </a:moveTo>
                <a:cubicBezTo>
                  <a:pt x="8294044" y="57176"/>
                  <a:pt x="8307479" y="79024"/>
                  <a:pt x="8307479" y="110203"/>
                </a:cubicBezTo>
                <a:cubicBezTo>
                  <a:pt x="8307479" y="135922"/>
                  <a:pt x="8297230" y="151397"/>
                  <a:pt x="8280150" y="151397"/>
                </a:cubicBezTo>
                <a:cubicBezTo>
                  <a:pt x="8271268" y="151397"/>
                  <a:pt x="8262841" y="145938"/>
                  <a:pt x="8258059" y="136833"/>
                </a:cubicBezTo>
                <a:cubicBezTo>
                  <a:pt x="8251682" y="124997"/>
                  <a:pt x="8248037" y="109067"/>
                  <a:pt x="8248037" y="92907"/>
                </a:cubicBezTo>
                <a:cubicBezTo>
                  <a:pt x="8248037" y="71285"/>
                  <a:pt x="8258740" y="57176"/>
                  <a:pt x="8274913" y="57176"/>
                </a:cubicBezTo>
                <a:close/>
                <a:moveTo>
                  <a:pt x="8484891" y="53020"/>
                </a:moveTo>
                <a:lnTo>
                  <a:pt x="8456878" y="53020"/>
                </a:lnTo>
                <a:lnTo>
                  <a:pt x="8456878" y="26679"/>
                </a:lnTo>
                <a:cubicBezTo>
                  <a:pt x="8456878" y="13504"/>
                  <a:pt x="8461205" y="6467"/>
                  <a:pt x="8469861" y="6467"/>
                </a:cubicBezTo>
                <a:cubicBezTo>
                  <a:pt x="8474643" y="6467"/>
                  <a:pt x="8477833" y="8736"/>
                  <a:pt x="8481931" y="15322"/>
                </a:cubicBezTo>
                <a:cubicBezTo>
                  <a:pt x="8485576" y="21226"/>
                  <a:pt x="8488307" y="23499"/>
                  <a:pt x="8492179" y="23499"/>
                </a:cubicBezTo>
                <a:cubicBezTo>
                  <a:pt x="8497419" y="23499"/>
                  <a:pt x="8501746" y="19409"/>
                  <a:pt x="8501746" y="14185"/>
                </a:cubicBezTo>
                <a:cubicBezTo>
                  <a:pt x="8501746" y="6008"/>
                  <a:pt x="8491723" y="87"/>
                  <a:pt x="8478059" y="87"/>
                </a:cubicBezTo>
                <a:cubicBezTo>
                  <a:pt x="8463940" y="87"/>
                  <a:pt x="8451867" y="6238"/>
                  <a:pt x="8445946" y="16684"/>
                </a:cubicBezTo>
                <a:cubicBezTo>
                  <a:pt x="8440028" y="26679"/>
                  <a:pt x="8438203" y="34852"/>
                  <a:pt x="8437977" y="53020"/>
                </a:cubicBezTo>
                <a:lnTo>
                  <a:pt x="8419302" y="53020"/>
                </a:lnTo>
                <a:lnTo>
                  <a:pt x="8419302" y="60311"/>
                </a:lnTo>
                <a:lnTo>
                  <a:pt x="8437977" y="60311"/>
                </a:lnTo>
                <a:lnTo>
                  <a:pt x="8437977" y="131857"/>
                </a:lnTo>
                <a:cubicBezTo>
                  <a:pt x="8437977" y="148489"/>
                  <a:pt x="8435472" y="151223"/>
                  <a:pt x="8419073" y="152134"/>
                </a:cubicBezTo>
                <a:lnTo>
                  <a:pt x="8419073" y="155550"/>
                </a:lnTo>
                <a:lnTo>
                  <a:pt x="8478289" y="155550"/>
                </a:lnTo>
                <a:lnTo>
                  <a:pt x="8478289" y="152134"/>
                </a:lnTo>
                <a:cubicBezTo>
                  <a:pt x="8459613" y="151453"/>
                  <a:pt x="8457108" y="148947"/>
                  <a:pt x="8457108" y="131857"/>
                </a:cubicBezTo>
                <a:lnTo>
                  <a:pt x="8457108" y="60311"/>
                </a:lnTo>
                <a:lnTo>
                  <a:pt x="8484891" y="60311"/>
                </a:lnTo>
                <a:lnTo>
                  <a:pt x="8484891" y="53020"/>
                </a:lnTo>
                <a:close/>
                <a:moveTo>
                  <a:pt x="8547297" y="50796"/>
                </a:moveTo>
                <a:cubicBezTo>
                  <a:pt x="8517689" y="50796"/>
                  <a:pt x="8496963" y="72651"/>
                  <a:pt x="8496963" y="104059"/>
                </a:cubicBezTo>
                <a:cubicBezTo>
                  <a:pt x="8496963" y="134783"/>
                  <a:pt x="8518144" y="157774"/>
                  <a:pt x="8546838" y="157774"/>
                </a:cubicBezTo>
                <a:cubicBezTo>
                  <a:pt x="8575536" y="157774"/>
                  <a:pt x="8597398" y="133646"/>
                  <a:pt x="8597398" y="102238"/>
                </a:cubicBezTo>
                <a:cubicBezTo>
                  <a:pt x="8597398" y="72422"/>
                  <a:pt x="8576446" y="50796"/>
                  <a:pt x="8547297" y="50796"/>
                </a:cubicBezTo>
                <a:moveTo>
                  <a:pt x="8544336" y="57176"/>
                </a:moveTo>
                <a:cubicBezTo>
                  <a:pt x="8563467" y="57176"/>
                  <a:pt x="8576901" y="79024"/>
                  <a:pt x="8576901" y="110203"/>
                </a:cubicBezTo>
                <a:cubicBezTo>
                  <a:pt x="8576901" y="135922"/>
                  <a:pt x="8566653" y="151397"/>
                  <a:pt x="8549573" y="151397"/>
                </a:cubicBezTo>
                <a:cubicBezTo>
                  <a:pt x="8540691" y="151397"/>
                  <a:pt x="8532263" y="145938"/>
                  <a:pt x="8527482" y="136833"/>
                </a:cubicBezTo>
                <a:cubicBezTo>
                  <a:pt x="8521105" y="124997"/>
                  <a:pt x="8517459" y="109067"/>
                  <a:pt x="8517459" y="92907"/>
                </a:cubicBezTo>
                <a:cubicBezTo>
                  <a:pt x="8517459" y="71285"/>
                  <a:pt x="8528163" y="57176"/>
                  <a:pt x="8544336" y="57176"/>
                </a:cubicBezTo>
                <a:close/>
                <a:moveTo>
                  <a:pt x="8605824" y="66740"/>
                </a:moveTo>
                <a:cubicBezTo>
                  <a:pt x="8609014" y="66055"/>
                  <a:pt x="8611064" y="65826"/>
                  <a:pt x="8613796" y="65826"/>
                </a:cubicBezTo>
                <a:cubicBezTo>
                  <a:pt x="8619488" y="65826"/>
                  <a:pt x="8621539" y="69471"/>
                  <a:pt x="8621539" y="79490"/>
                </a:cubicBezTo>
                <a:lnTo>
                  <a:pt x="8621539" y="136423"/>
                </a:lnTo>
                <a:cubicBezTo>
                  <a:pt x="8621539" y="147807"/>
                  <a:pt x="8619943" y="149402"/>
                  <a:pt x="8605369" y="152134"/>
                </a:cubicBezTo>
                <a:lnTo>
                  <a:pt x="8605369" y="155550"/>
                </a:lnTo>
                <a:lnTo>
                  <a:pt x="8660029" y="155550"/>
                </a:lnTo>
                <a:lnTo>
                  <a:pt x="8660029" y="152134"/>
                </a:lnTo>
                <a:cubicBezTo>
                  <a:pt x="8644540" y="151453"/>
                  <a:pt x="8640669" y="148037"/>
                  <a:pt x="8640669" y="135057"/>
                </a:cubicBezTo>
                <a:lnTo>
                  <a:pt x="8640669" y="83816"/>
                </a:lnTo>
                <a:cubicBezTo>
                  <a:pt x="8640669" y="76529"/>
                  <a:pt x="8650462" y="65145"/>
                  <a:pt x="8656613" y="65145"/>
                </a:cubicBezTo>
                <a:cubicBezTo>
                  <a:pt x="8657979" y="65145"/>
                  <a:pt x="8660029" y="66284"/>
                  <a:pt x="8662535" y="68561"/>
                </a:cubicBezTo>
                <a:cubicBezTo>
                  <a:pt x="8666176" y="71747"/>
                  <a:pt x="8668682" y="73113"/>
                  <a:pt x="8671643" y="73113"/>
                </a:cubicBezTo>
                <a:cubicBezTo>
                  <a:pt x="8677109" y="73113"/>
                  <a:pt x="8680525" y="69242"/>
                  <a:pt x="8680525" y="62868"/>
                </a:cubicBezTo>
                <a:cubicBezTo>
                  <a:pt x="8680525" y="55352"/>
                  <a:pt x="8675743" y="50796"/>
                  <a:pt x="8668001" y="50796"/>
                </a:cubicBezTo>
                <a:cubicBezTo>
                  <a:pt x="8658434" y="50796"/>
                  <a:pt x="8651831" y="56036"/>
                  <a:pt x="8640669" y="72203"/>
                </a:cubicBezTo>
                <a:lnTo>
                  <a:pt x="8640669" y="51255"/>
                </a:lnTo>
                <a:lnTo>
                  <a:pt x="8639533" y="50796"/>
                </a:lnTo>
                <a:cubicBezTo>
                  <a:pt x="8627460" y="55807"/>
                  <a:pt x="8619262" y="58768"/>
                  <a:pt x="8605824" y="63094"/>
                </a:cubicBezTo>
                <a:lnTo>
                  <a:pt x="8605824" y="66740"/>
                </a:lnTo>
                <a:close/>
                <a:moveTo>
                  <a:pt x="8684399" y="64919"/>
                </a:moveTo>
                <a:cubicBezTo>
                  <a:pt x="8687360" y="64234"/>
                  <a:pt x="8689181" y="64008"/>
                  <a:pt x="8691687" y="64008"/>
                </a:cubicBezTo>
                <a:cubicBezTo>
                  <a:pt x="8697608" y="64008"/>
                  <a:pt x="8699659" y="67650"/>
                  <a:pt x="8699659" y="78579"/>
                </a:cubicBezTo>
                <a:lnTo>
                  <a:pt x="8699659" y="136194"/>
                </a:lnTo>
                <a:cubicBezTo>
                  <a:pt x="8699659" y="148492"/>
                  <a:pt x="8696468" y="151908"/>
                  <a:pt x="8683715" y="152134"/>
                </a:cubicBezTo>
                <a:lnTo>
                  <a:pt x="8683715" y="155550"/>
                </a:lnTo>
                <a:lnTo>
                  <a:pt x="8734274" y="155550"/>
                </a:lnTo>
                <a:lnTo>
                  <a:pt x="8734274" y="152134"/>
                </a:lnTo>
                <a:cubicBezTo>
                  <a:pt x="8722205" y="151679"/>
                  <a:pt x="8718789" y="149177"/>
                  <a:pt x="8718789" y="140294"/>
                </a:cubicBezTo>
                <a:lnTo>
                  <a:pt x="8718789" y="76077"/>
                </a:lnTo>
                <a:cubicBezTo>
                  <a:pt x="8718789" y="75622"/>
                  <a:pt x="8720610" y="73342"/>
                  <a:pt x="8722205" y="71751"/>
                </a:cubicBezTo>
                <a:cubicBezTo>
                  <a:pt x="8727897" y="66510"/>
                  <a:pt x="8737690" y="62639"/>
                  <a:pt x="8745662" y="62639"/>
                </a:cubicBezTo>
                <a:cubicBezTo>
                  <a:pt x="8755681" y="62639"/>
                  <a:pt x="8760692" y="70611"/>
                  <a:pt x="8760692" y="86551"/>
                </a:cubicBezTo>
                <a:lnTo>
                  <a:pt x="8760692" y="135968"/>
                </a:lnTo>
                <a:cubicBezTo>
                  <a:pt x="8760692" y="148721"/>
                  <a:pt x="8758187" y="151223"/>
                  <a:pt x="8745207" y="152134"/>
                </a:cubicBezTo>
                <a:lnTo>
                  <a:pt x="8745207" y="155550"/>
                </a:lnTo>
                <a:lnTo>
                  <a:pt x="8796222" y="155550"/>
                </a:lnTo>
                <a:lnTo>
                  <a:pt x="8796222" y="152134"/>
                </a:lnTo>
                <a:cubicBezTo>
                  <a:pt x="8783239" y="151908"/>
                  <a:pt x="8779823" y="148037"/>
                  <a:pt x="8779823" y="133917"/>
                </a:cubicBezTo>
                <a:lnTo>
                  <a:pt x="8779823" y="76533"/>
                </a:lnTo>
                <a:cubicBezTo>
                  <a:pt x="8786655" y="66740"/>
                  <a:pt x="8794171" y="62639"/>
                  <a:pt x="8804649" y="62639"/>
                </a:cubicBezTo>
                <a:cubicBezTo>
                  <a:pt x="8817629" y="62639"/>
                  <a:pt x="8821729" y="68790"/>
                  <a:pt x="8821729" y="87691"/>
                </a:cubicBezTo>
                <a:lnTo>
                  <a:pt x="8821729" y="135738"/>
                </a:lnTo>
                <a:cubicBezTo>
                  <a:pt x="8821729" y="148721"/>
                  <a:pt x="8819908" y="150542"/>
                  <a:pt x="8806699" y="152134"/>
                </a:cubicBezTo>
                <a:lnTo>
                  <a:pt x="8806699" y="155550"/>
                </a:lnTo>
                <a:lnTo>
                  <a:pt x="8856574" y="155550"/>
                </a:lnTo>
                <a:lnTo>
                  <a:pt x="8856574" y="152134"/>
                </a:lnTo>
                <a:lnTo>
                  <a:pt x="8850653" y="151679"/>
                </a:lnTo>
                <a:cubicBezTo>
                  <a:pt x="8843821" y="151223"/>
                  <a:pt x="8840860" y="147126"/>
                  <a:pt x="8840860" y="138244"/>
                </a:cubicBezTo>
                <a:lnTo>
                  <a:pt x="8840860" y="91333"/>
                </a:lnTo>
                <a:cubicBezTo>
                  <a:pt x="8840860" y="64464"/>
                  <a:pt x="8831977" y="50796"/>
                  <a:pt x="8814442" y="50796"/>
                </a:cubicBezTo>
                <a:cubicBezTo>
                  <a:pt x="8801233" y="50796"/>
                  <a:pt x="8789616" y="56717"/>
                  <a:pt x="8777317" y="69926"/>
                </a:cubicBezTo>
                <a:cubicBezTo>
                  <a:pt x="8773220" y="56947"/>
                  <a:pt x="8765477" y="50796"/>
                  <a:pt x="8753179" y="50796"/>
                </a:cubicBezTo>
                <a:cubicBezTo>
                  <a:pt x="8743157" y="50796"/>
                  <a:pt x="8736780" y="53986"/>
                  <a:pt x="8717875" y="68335"/>
                </a:cubicBezTo>
                <a:lnTo>
                  <a:pt x="8717875" y="51255"/>
                </a:lnTo>
                <a:lnTo>
                  <a:pt x="8716284" y="50796"/>
                </a:lnTo>
                <a:cubicBezTo>
                  <a:pt x="8704666" y="55126"/>
                  <a:pt x="8696924" y="57631"/>
                  <a:pt x="8684399" y="61047"/>
                </a:cubicBezTo>
                <a:lnTo>
                  <a:pt x="8684399" y="64919"/>
                </a:lnTo>
                <a:close/>
                <a:moveTo>
                  <a:pt x="8957919" y="140471"/>
                </a:moveTo>
                <a:cubicBezTo>
                  <a:pt x="8954047" y="143655"/>
                  <a:pt x="8951316" y="144794"/>
                  <a:pt x="8947900" y="144794"/>
                </a:cubicBezTo>
                <a:cubicBezTo>
                  <a:pt x="8942663" y="144794"/>
                  <a:pt x="8941068" y="141608"/>
                  <a:pt x="8941068" y="131596"/>
                </a:cubicBezTo>
                <a:lnTo>
                  <a:pt x="8941068" y="87215"/>
                </a:lnTo>
                <a:cubicBezTo>
                  <a:pt x="8941068" y="75379"/>
                  <a:pt x="8939928" y="68780"/>
                  <a:pt x="8936512" y="63317"/>
                </a:cubicBezTo>
                <a:cubicBezTo>
                  <a:pt x="8931501" y="55126"/>
                  <a:pt x="8921708" y="50796"/>
                  <a:pt x="8908273" y="50796"/>
                </a:cubicBezTo>
                <a:cubicBezTo>
                  <a:pt x="8886863" y="50796"/>
                  <a:pt x="8870012" y="61951"/>
                  <a:pt x="8870012" y="76289"/>
                </a:cubicBezTo>
                <a:cubicBezTo>
                  <a:pt x="8870012" y="81526"/>
                  <a:pt x="8874564" y="86075"/>
                  <a:pt x="8879805" y="86075"/>
                </a:cubicBezTo>
                <a:cubicBezTo>
                  <a:pt x="8885268" y="86075"/>
                  <a:pt x="8890053" y="81526"/>
                  <a:pt x="8890053" y="76519"/>
                </a:cubicBezTo>
                <a:cubicBezTo>
                  <a:pt x="8890053" y="75608"/>
                  <a:pt x="8889824" y="74468"/>
                  <a:pt x="8889598" y="72877"/>
                </a:cubicBezTo>
                <a:cubicBezTo>
                  <a:pt x="8889143" y="70830"/>
                  <a:pt x="8888913" y="69009"/>
                  <a:pt x="8888913" y="67414"/>
                </a:cubicBezTo>
                <a:cubicBezTo>
                  <a:pt x="8888913" y="61270"/>
                  <a:pt x="8896201" y="56262"/>
                  <a:pt x="8905312" y="56262"/>
                </a:cubicBezTo>
                <a:cubicBezTo>
                  <a:pt x="8916471" y="56262"/>
                  <a:pt x="8922618" y="62861"/>
                  <a:pt x="8922618" y="75153"/>
                </a:cubicBezTo>
                <a:lnTo>
                  <a:pt x="8922618" y="89036"/>
                </a:lnTo>
                <a:cubicBezTo>
                  <a:pt x="8887547" y="103145"/>
                  <a:pt x="8883676" y="104966"/>
                  <a:pt x="8873883" y="113616"/>
                </a:cubicBezTo>
                <a:cubicBezTo>
                  <a:pt x="8868872" y="118168"/>
                  <a:pt x="8865682" y="125904"/>
                  <a:pt x="8865682" y="133413"/>
                </a:cubicBezTo>
                <a:cubicBezTo>
                  <a:pt x="8865682" y="147755"/>
                  <a:pt x="8875704" y="157774"/>
                  <a:pt x="8889598" y="157774"/>
                </a:cubicBezTo>
                <a:cubicBezTo>
                  <a:pt x="8899617" y="157774"/>
                  <a:pt x="8908954" y="152992"/>
                  <a:pt x="8922848" y="141149"/>
                </a:cubicBezTo>
                <a:cubicBezTo>
                  <a:pt x="8923988" y="152992"/>
                  <a:pt x="8928085" y="157774"/>
                  <a:pt x="8937422" y="157774"/>
                </a:cubicBezTo>
                <a:cubicBezTo>
                  <a:pt x="8945165" y="157774"/>
                  <a:pt x="8949950" y="155043"/>
                  <a:pt x="8957919" y="146390"/>
                </a:cubicBezTo>
                <a:lnTo>
                  <a:pt x="8957919" y="140471"/>
                </a:lnTo>
                <a:moveTo>
                  <a:pt x="8922618" y="127485"/>
                </a:moveTo>
                <a:cubicBezTo>
                  <a:pt x="8922618" y="134546"/>
                  <a:pt x="8921482" y="136597"/>
                  <a:pt x="8916697" y="139328"/>
                </a:cubicBezTo>
                <a:cubicBezTo>
                  <a:pt x="8911234" y="142518"/>
                  <a:pt x="8904857" y="144565"/>
                  <a:pt x="8900072" y="144565"/>
                </a:cubicBezTo>
                <a:cubicBezTo>
                  <a:pt x="8892103" y="144565"/>
                  <a:pt x="8885727" y="136823"/>
                  <a:pt x="8885727" y="127030"/>
                </a:cubicBezTo>
                <a:lnTo>
                  <a:pt x="8885727" y="126119"/>
                </a:lnTo>
                <a:cubicBezTo>
                  <a:pt x="8885727" y="112681"/>
                  <a:pt x="8895061" y="104483"/>
                  <a:pt x="8922618" y="94461"/>
                </a:cubicBezTo>
                <a:lnTo>
                  <a:pt x="8922618" y="127485"/>
                </a:lnTo>
                <a:close/>
                <a:moveTo>
                  <a:pt x="8962705" y="13664"/>
                </a:moveTo>
                <a:lnTo>
                  <a:pt x="8964070" y="13664"/>
                </a:lnTo>
                <a:cubicBezTo>
                  <a:pt x="8966576" y="13438"/>
                  <a:pt x="8969307" y="13209"/>
                  <a:pt x="8971132" y="13209"/>
                </a:cubicBezTo>
                <a:cubicBezTo>
                  <a:pt x="8978419" y="13209"/>
                  <a:pt x="8980695" y="16399"/>
                  <a:pt x="8980695" y="27102"/>
                </a:cubicBezTo>
                <a:lnTo>
                  <a:pt x="8980695" y="135738"/>
                </a:lnTo>
                <a:cubicBezTo>
                  <a:pt x="8980695" y="148037"/>
                  <a:pt x="8977509" y="150998"/>
                  <a:pt x="8963160" y="152134"/>
                </a:cubicBezTo>
                <a:lnTo>
                  <a:pt x="8963160" y="155550"/>
                </a:lnTo>
                <a:lnTo>
                  <a:pt x="9016906" y="155550"/>
                </a:lnTo>
                <a:lnTo>
                  <a:pt x="9016906" y="152134"/>
                </a:lnTo>
                <a:cubicBezTo>
                  <a:pt x="9002561" y="151223"/>
                  <a:pt x="8999826" y="148947"/>
                  <a:pt x="8999826" y="136419"/>
                </a:cubicBezTo>
                <a:lnTo>
                  <a:pt x="8999826" y="455"/>
                </a:lnTo>
                <a:lnTo>
                  <a:pt x="8998915" y="0"/>
                </a:lnTo>
                <a:cubicBezTo>
                  <a:pt x="8987072" y="3871"/>
                  <a:pt x="8978419" y="6151"/>
                  <a:pt x="8962705" y="10022"/>
                </a:cubicBezTo>
                <a:lnTo>
                  <a:pt x="8962705" y="13664"/>
                </a:lnTo>
                <a:close/>
                <a:moveTo>
                  <a:pt x="9231900" y="115920"/>
                </a:moveTo>
                <a:cubicBezTo>
                  <a:pt x="9228029" y="124573"/>
                  <a:pt x="9224839" y="129813"/>
                  <a:pt x="9221423" y="133684"/>
                </a:cubicBezTo>
                <a:cubicBezTo>
                  <a:pt x="9213451" y="142570"/>
                  <a:pt x="9200926" y="146671"/>
                  <a:pt x="9182022" y="146671"/>
                </a:cubicBezTo>
                <a:lnTo>
                  <a:pt x="9166762" y="146671"/>
                </a:lnTo>
                <a:cubicBezTo>
                  <a:pt x="9150137" y="146671"/>
                  <a:pt x="9147177" y="145302"/>
                  <a:pt x="9147177" y="137330"/>
                </a:cubicBezTo>
                <a:lnTo>
                  <a:pt x="9147177" y="29587"/>
                </a:lnTo>
                <a:cubicBezTo>
                  <a:pt x="9147177" y="13414"/>
                  <a:pt x="9150367" y="10224"/>
                  <a:pt x="9168357" y="9087"/>
                </a:cubicBezTo>
                <a:lnTo>
                  <a:pt x="9168357" y="4757"/>
                </a:lnTo>
                <a:lnTo>
                  <a:pt x="9104134" y="4757"/>
                </a:lnTo>
                <a:lnTo>
                  <a:pt x="9104134" y="9087"/>
                </a:lnTo>
                <a:cubicBezTo>
                  <a:pt x="9120988" y="10453"/>
                  <a:pt x="9123949" y="13643"/>
                  <a:pt x="9123949" y="29587"/>
                </a:cubicBezTo>
                <a:lnTo>
                  <a:pt x="9123949" y="130724"/>
                </a:lnTo>
                <a:cubicBezTo>
                  <a:pt x="9123949" y="146671"/>
                  <a:pt x="9120759" y="150087"/>
                  <a:pt x="9104134" y="151223"/>
                </a:cubicBezTo>
                <a:lnTo>
                  <a:pt x="9104134" y="155550"/>
                </a:lnTo>
                <a:lnTo>
                  <a:pt x="9226660" y="155550"/>
                </a:lnTo>
                <a:lnTo>
                  <a:pt x="9237592" y="115923"/>
                </a:lnTo>
                <a:lnTo>
                  <a:pt x="9231900" y="1159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TL.">
            <a:extLst xmlns:a="http://schemas.openxmlformats.org/drawingml/2006/main">
              <a:ext uri="{FF2B5EF4-FFF2-40B4-BE49-F238E27FC236}">
                <a16:creationId xmlns:a16="http://schemas.microsoft.com/office/drawing/2014/main" id="{30AB719C-A0D5-464F-A8B1-F016C900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712" y="3968151"/>
            <a:ext cx="315655" cy="153239"/>
          </a:xfrm>
          <a:custGeom xmlns:a="http://schemas.openxmlformats.org/drawingml/2006/main">
            <a:pathLst>
              <a:path w="315655" h="153239">
                <a:moveTo>
                  <a:pt x="53976" y="9567"/>
                </a:moveTo>
                <a:lnTo>
                  <a:pt x="53976" y="123461"/>
                </a:lnTo>
                <a:cubicBezTo>
                  <a:pt x="53976" y="142824"/>
                  <a:pt x="51470" y="145330"/>
                  <a:pt x="32565" y="146466"/>
                </a:cubicBezTo>
                <a:lnTo>
                  <a:pt x="32565" y="150793"/>
                </a:lnTo>
                <a:lnTo>
                  <a:pt x="99069" y="150793"/>
                </a:lnTo>
                <a:lnTo>
                  <a:pt x="99069" y="146466"/>
                </a:lnTo>
                <a:cubicBezTo>
                  <a:pt x="80393" y="145555"/>
                  <a:pt x="77203" y="142595"/>
                  <a:pt x="77203" y="125966"/>
                </a:cubicBezTo>
                <a:lnTo>
                  <a:pt x="77203" y="9567"/>
                </a:lnTo>
                <a:lnTo>
                  <a:pt x="89502" y="9567"/>
                </a:lnTo>
                <a:cubicBezTo>
                  <a:pt x="115464" y="9567"/>
                  <a:pt x="120476" y="13668"/>
                  <a:pt x="125716" y="38723"/>
                </a:cubicBezTo>
                <a:lnTo>
                  <a:pt x="131179" y="38723"/>
                </a:lnTo>
                <a:lnTo>
                  <a:pt x="129813" y="0"/>
                </a:lnTo>
                <a:lnTo>
                  <a:pt x="1366" y="0"/>
                </a:lnTo>
                <a:lnTo>
                  <a:pt x="0" y="38723"/>
                </a:lnTo>
                <a:lnTo>
                  <a:pt x="5463" y="38723"/>
                </a:lnTo>
                <a:cubicBezTo>
                  <a:pt x="10929" y="13894"/>
                  <a:pt x="16170" y="9567"/>
                  <a:pt x="41677" y="9567"/>
                </a:cubicBezTo>
                <a:lnTo>
                  <a:pt x="53976" y="9567"/>
                </a:lnTo>
                <a:close/>
                <a:moveTo>
                  <a:pt x="265779" y="111162"/>
                </a:moveTo>
                <a:cubicBezTo>
                  <a:pt x="261907" y="119815"/>
                  <a:pt x="258717" y="125056"/>
                  <a:pt x="255301" y="128927"/>
                </a:cubicBezTo>
                <a:cubicBezTo>
                  <a:pt x="247329" y="137813"/>
                  <a:pt x="234805" y="141914"/>
                  <a:pt x="215900" y="141914"/>
                </a:cubicBezTo>
                <a:lnTo>
                  <a:pt x="200641" y="141914"/>
                </a:lnTo>
                <a:cubicBezTo>
                  <a:pt x="184016" y="141914"/>
                  <a:pt x="181055" y="140544"/>
                  <a:pt x="181055" y="132572"/>
                </a:cubicBezTo>
                <a:lnTo>
                  <a:pt x="181055" y="24830"/>
                </a:lnTo>
                <a:cubicBezTo>
                  <a:pt x="181055" y="8657"/>
                  <a:pt x="184245" y="5466"/>
                  <a:pt x="202236" y="4330"/>
                </a:cubicBezTo>
                <a:lnTo>
                  <a:pt x="202236" y="0"/>
                </a:lnTo>
                <a:lnTo>
                  <a:pt x="138012" y="0"/>
                </a:lnTo>
                <a:lnTo>
                  <a:pt x="138012" y="4330"/>
                </a:lnTo>
                <a:cubicBezTo>
                  <a:pt x="154867" y="5696"/>
                  <a:pt x="157828" y="8886"/>
                  <a:pt x="157828" y="24830"/>
                </a:cubicBezTo>
                <a:lnTo>
                  <a:pt x="157828" y="125966"/>
                </a:lnTo>
                <a:cubicBezTo>
                  <a:pt x="157828" y="141914"/>
                  <a:pt x="154637" y="145330"/>
                  <a:pt x="138012" y="146466"/>
                </a:cubicBezTo>
                <a:lnTo>
                  <a:pt x="138012" y="150793"/>
                </a:lnTo>
                <a:lnTo>
                  <a:pt x="260538" y="150793"/>
                </a:lnTo>
                <a:lnTo>
                  <a:pt x="271471" y="111166"/>
                </a:lnTo>
                <a:lnTo>
                  <a:pt x="265779" y="111162"/>
                </a:lnTo>
                <a:close/>
                <a:moveTo>
                  <a:pt x="302901" y="127961"/>
                </a:moveTo>
                <a:cubicBezTo>
                  <a:pt x="296066" y="127961"/>
                  <a:pt x="290374" y="133883"/>
                  <a:pt x="290374" y="140944"/>
                </a:cubicBezTo>
                <a:cubicBezTo>
                  <a:pt x="290374" y="147547"/>
                  <a:pt x="296066" y="153239"/>
                  <a:pt x="302672" y="153239"/>
                </a:cubicBezTo>
                <a:cubicBezTo>
                  <a:pt x="309734" y="153239"/>
                  <a:pt x="315655" y="147547"/>
                  <a:pt x="315655" y="140944"/>
                </a:cubicBezTo>
                <a:cubicBezTo>
                  <a:pt x="315655" y="133883"/>
                  <a:pt x="309734" y="127961"/>
                  <a:pt x="302901" y="1279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38144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2026-09-05T17:00:00.3600000Z</dcterms:created>
  <dcterms:modified xsi:type="dcterms:W3CDTF">2026-09-05T17:00:00.3600000Z</dcterms:modified>
</coreProperties>
</file>