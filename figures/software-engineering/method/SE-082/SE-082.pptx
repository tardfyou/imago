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7d7cd68f76423d" /><Relationship Type="http://schemas.openxmlformats.org/officeDocument/2006/relationships/extended-properties" Target="/docProps/app.xml" Id="R88fbff723e7d4f49" /><Relationship Type="http://schemas.openxmlformats.org/officeDocument/2006/relationships/officeDocument" Target="/ppt/presentation.xml" Id="R5eb62825f4104f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7e7bb8ec54141"/>
  </p:sldMasterIdLst>
  <p:notesMasterIdLst>
    <p:notesMasterId xmlns:r="http://schemas.openxmlformats.org/officeDocument/2006/relationships" r:id="R5086777f37214e3b"/>
  </p:notesMasterIdLst>
  <p:sldIdLst>
    <p:sldId xmlns:r="http://schemas.openxmlformats.org/officeDocument/2006/relationships" id="256" r:id="R925d7886957a4127"/>
  </p:sldIdLst>
  <p:sldSz cx="6915150" cy="4857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1fa7c1f361406f" /><Relationship Type="http://schemas.openxmlformats.org/officeDocument/2006/relationships/slideMaster" Target="/ppt/slideMasters/slideMaster1.xml" Id="Ra327e7bb8ec54141" /><Relationship Type="http://schemas.openxmlformats.org/officeDocument/2006/relationships/notesMaster" Target="/ppt/notesMasters/notesMaster1.xml" Id="R5086777f37214e3b" /><Relationship Type="http://schemas.openxmlformats.org/officeDocument/2006/relationships/presProps" Target="/ppt/presProps.xml" Id="R4f20d7f025894569" /><Relationship Type="http://schemas.openxmlformats.org/officeDocument/2006/relationships/tableStyles" Target="/ppt/tableStyles.xml" Id="R5d7bbe56c8f3455e" /><Relationship Type="http://schemas.openxmlformats.org/officeDocument/2006/relationships/slide" Target="/ppt/slides/slide1.xml" Id="R925d7886957a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b4d2bda734f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98827ce7d4e9b" /><Relationship Type="http://schemas.openxmlformats.org/officeDocument/2006/relationships/notesMaster" Target="/ppt/notesMasters/notesMaster1.xml" Id="Recde535e090f468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素材ID：SE-082</ns1:t>
            </ns1:r>
          </ns1:p>
          <ns1:p>
            <ns1:r>
              <ns1:t>论文：Identifying Smart Contract Security Issues in Code Snippets from Stack Overflow</ns1:t>
            </ns1:r>
          </ns1:p>
          <ns1:p>
            <ns1:r>
              <ns1:t>会议：ISSTA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6，PDF第7页</ns1:t>
            </ns1:r>
          </ns1:p>
          <ns1:p>
            <ns1:r>
              <ns1:t>类型：方法细节</ns1:t>
            </ns1:r>
          </ns1:p>
          <ns1:p>
            <ns1:r>
              <ns1:t>借鉴点：上层把代码片段补全、语法树、字节码和匹配信息交叉组织，突出对补全控制流的裁剪；下层连接执行逻辑、状态、路径条件和求解器。</ns1:t>
            </ns1:r>
          </ns1:p>
          <ns1:p>
            <ns1:r>
              <ns1:t>论文URL：https://nzjohng.github.io/publications/papers/issta2024_2.pdf</ns1:t>
            </ns1:r>
          </ns1:p>
          <ns1:p>
            <ns1:r>
              <ns1:t>官方获奖URL：https://www2.sigsoft.org/awards/distinguishedpaper/#the-33rd-acm-sigsoft-international-symposium-on-software-testing-and-analysis-issta-2024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编辑与保真说明：["Main dashed frames use native segment paths; source dash-dot spacing approximated."]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e3216dde0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5b40935b44309" /><Relationship Type="http://schemas.openxmlformats.org/officeDocument/2006/relationships/slideLayout" Target="/ppt/slideLayouts/slideLayout1.xml" Id="R98856c7e30cb40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56c7e30cb40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119253d824bb0" /><Relationship Type="http://schemas.openxmlformats.org/officeDocument/2006/relationships/image" Target="/ppt/media/image.png" Id="Rcee9dea66db54193" /><Relationship Type="http://schemas.openxmlformats.org/officeDocument/2006/relationships/image" Target="/ppt/media/image2.png" Id="R6fe772c6bd6d4be2" /><Relationship Type="http://schemas.openxmlformats.org/officeDocument/2006/relationships/image" Target="/ppt/media/image3.png" Id="Rc8e32df653eb4df7" /><Relationship Type="http://schemas.openxmlformats.org/officeDocument/2006/relationships/image" Target="/ppt/media/image4.png" Id="Re6aad5db9d2648ff" /><Relationship Type="http://schemas.openxmlformats.org/officeDocument/2006/relationships/image" Target="/ppt/media/image5.png" Id="R674d56d3582848e7" /><Relationship Type="http://schemas.openxmlformats.org/officeDocument/2006/relationships/image" Target="/ppt/media/image6.png" Id="Rc7eec78924fa4d42" /><Relationship Type="http://schemas.openxmlformats.org/officeDocument/2006/relationships/image" Target="/ppt/media/image7.png" Id="R818119c3cb344d25" /><Relationship Type="http://schemas.openxmlformats.org/officeDocument/2006/relationships/image" Target="/ppt/media/image8.png" Id="R955654fb5c634a54" /><Relationship Type="http://schemas.openxmlformats.org/officeDocument/2006/relationships/image" Target="/ppt/media/image9.png" Id="R3f895e14048a466a" /><Relationship Type="http://schemas.openxmlformats.org/officeDocument/2006/relationships/image" Target="/ppt/media/image10.png" Id="Reb6827708ac24ab7" /><Relationship Type="http://schemas.openxmlformats.org/officeDocument/2006/relationships/image" Target="/ppt/media/image11.png" Id="R14a56aa7d9c34a67" /><Relationship Type="http://schemas.openxmlformats.org/officeDocument/2006/relationships/image" Target="/ppt/media/image12.png" Id="R44abc59e43d640d5" /><Relationship Type="http://schemas.openxmlformats.org/officeDocument/2006/relationships/image" Target="/ppt/media/image13.png" Id="R96ab2f81b3944c0e" /><Relationship Type="http://schemas.openxmlformats.org/officeDocument/2006/relationships/image" Target="/ppt/media/image14.png" Id="R64278dbc9e3d43f1" /><Relationship Type="http://schemas.openxmlformats.org/officeDocument/2006/relationships/image" Target="/ppt/media/image15.png" Id="R3c21b9344a584638" /><Relationship Type="http://schemas.openxmlformats.org/officeDocument/2006/relationships/notesSlide" Target="/ppt/notesSlides/notesSlide1.xml" Id="R2ebf9d2720d84c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1" name="SE-082-1">
            <a:extLst xmlns:a="http://schemas.openxmlformats.org/drawingml/2006/main">
              <a:ext uri="{FF2B5EF4-FFF2-40B4-BE49-F238E27FC236}">
                <a16:creationId xmlns:a16="http://schemas.microsoft.com/office/drawing/2014/main" id="{7A0487E7-3A51-454D-8D23-1B807525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57150"/>
            <a:ext cx="67532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3A60"/>
            </a:solidFill>
          </a:ln>
        </p:spPr>
      </p:sp>
      <p:sp>
        <p:nvSpPr>
          <p:cNvPr id="2" name="SE-082-2">
            <a:extLst xmlns:a="http://schemas.openxmlformats.org/drawingml/2006/main">
              <a:ext uri="{FF2B5EF4-FFF2-40B4-BE49-F238E27FC236}">
                <a16:creationId xmlns:a16="http://schemas.microsoft.com/office/drawing/2014/main" id="{C5B5A10A-1A68-4740-AF33-C57289B5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 Preprocessing</a:t>
            </a:r>
          </a:p>
        </p:txBody>
      </p:sp>
      <p:sp>
        <p:nvSpPr>
          <p:cNvPr id="3" name="SE-082-path-3">
            <a:extLst xmlns:a="http://schemas.openxmlformats.org/drawingml/2006/main">
              <a:ext uri="{FF2B5EF4-FFF2-40B4-BE49-F238E27FC236}">
                <a16:creationId xmlns:a16="http://schemas.microsoft.com/office/drawing/2014/main" id="{1DE55A89-21C5-451F-B0F9-A8A2C4EF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" name="SE-082-path-4">
            <a:extLst xmlns:a="http://schemas.openxmlformats.org/drawingml/2006/main">
              <a:ext uri="{FF2B5EF4-FFF2-40B4-BE49-F238E27FC236}">
                <a16:creationId xmlns:a16="http://schemas.microsoft.com/office/drawing/2014/main" id="{5476D6DB-A6AC-4B32-A41B-F6A26049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" name="SE-082-path-5">
            <a:extLst xmlns:a="http://schemas.openxmlformats.org/drawingml/2006/main">
              <a:ext uri="{FF2B5EF4-FFF2-40B4-BE49-F238E27FC236}">
                <a16:creationId xmlns:a16="http://schemas.microsoft.com/office/drawing/2014/main" id="{D4647B44-E454-420C-930E-9A78E06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" name="SE-082-path-6">
            <a:extLst xmlns:a="http://schemas.openxmlformats.org/drawingml/2006/main">
              <a:ext uri="{FF2B5EF4-FFF2-40B4-BE49-F238E27FC236}">
                <a16:creationId xmlns:a16="http://schemas.microsoft.com/office/drawing/2014/main" id="{65798B29-3FAC-4507-A07E-7EAA8895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" name="SE-082-path-7">
            <a:extLst xmlns:a="http://schemas.openxmlformats.org/drawingml/2006/main">
              <a:ext uri="{FF2B5EF4-FFF2-40B4-BE49-F238E27FC236}">
                <a16:creationId xmlns:a16="http://schemas.microsoft.com/office/drawing/2014/main" id="{639A9DFD-6D85-430F-92C7-200648D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" name="SE-082-path-8">
            <a:extLst xmlns:a="http://schemas.openxmlformats.org/drawingml/2006/main">
              <a:ext uri="{FF2B5EF4-FFF2-40B4-BE49-F238E27FC236}">
                <a16:creationId xmlns:a16="http://schemas.microsoft.com/office/drawing/2014/main" id="{97422EC1-CD86-49F2-8A12-DBCE9F1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" name="SE-082-path-9">
            <a:extLst xmlns:a="http://schemas.openxmlformats.org/drawingml/2006/main">
              <a:ext uri="{FF2B5EF4-FFF2-40B4-BE49-F238E27FC236}">
                <a16:creationId xmlns:a16="http://schemas.microsoft.com/office/drawing/2014/main" id="{8FAE47CB-3CA1-476A-A648-1DBDAF6A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" name="SE-082-path-10">
            <a:extLst xmlns:a="http://schemas.openxmlformats.org/drawingml/2006/main">
              <a:ext uri="{FF2B5EF4-FFF2-40B4-BE49-F238E27FC236}">
                <a16:creationId xmlns:a16="http://schemas.microsoft.com/office/drawing/2014/main" id="{A279DCFF-0149-4F02-AA54-C3B26C26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" name="SE-082-path-11">
            <a:extLst xmlns:a="http://schemas.openxmlformats.org/drawingml/2006/main">
              <a:ext uri="{FF2B5EF4-FFF2-40B4-BE49-F238E27FC236}">
                <a16:creationId xmlns:a16="http://schemas.microsoft.com/office/drawing/2014/main" id="{9D39D1EF-D4A6-40AA-BDB3-1ADCEE8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" name="SE-082-path-12">
            <a:extLst xmlns:a="http://schemas.openxmlformats.org/drawingml/2006/main">
              <a:ext uri="{FF2B5EF4-FFF2-40B4-BE49-F238E27FC236}">
                <a16:creationId xmlns:a16="http://schemas.microsoft.com/office/drawing/2014/main" id="{02444A3E-C5BA-4E84-9548-4637B45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" name="SE-082-path-13">
            <a:extLst xmlns:a="http://schemas.openxmlformats.org/drawingml/2006/main">
              <a:ext uri="{FF2B5EF4-FFF2-40B4-BE49-F238E27FC236}">
                <a16:creationId xmlns:a16="http://schemas.microsoft.com/office/drawing/2014/main" id="{8B6F95D4-BB8D-4FE8-90A6-491453D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" name="SE-082-path-14">
            <a:extLst xmlns:a="http://schemas.openxmlformats.org/drawingml/2006/main">
              <a:ext uri="{FF2B5EF4-FFF2-40B4-BE49-F238E27FC236}">
                <a16:creationId xmlns:a16="http://schemas.microsoft.com/office/drawing/2014/main" id="{CC21990D-6DCC-455C-A527-B4B489D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" name="SE-082-path-15">
            <a:extLst xmlns:a="http://schemas.openxmlformats.org/drawingml/2006/main">
              <a:ext uri="{FF2B5EF4-FFF2-40B4-BE49-F238E27FC236}">
                <a16:creationId xmlns:a16="http://schemas.microsoft.com/office/drawing/2014/main" id="{A7897F2F-EF91-4BA8-81C8-A4333D7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" name="SE-082-path-16">
            <a:extLst xmlns:a="http://schemas.openxmlformats.org/drawingml/2006/main">
              <a:ext uri="{FF2B5EF4-FFF2-40B4-BE49-F238E27FC236}">
                <a16:creationId xmlns:a16="http://schemas.microsoft.com/office/drawing/2014/main" id="{A3C3ACA4-B095-4E2C-8939-BD8868D9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" name="SE-082-path-17">
            <a:extLst xmlns:a="http://schemas.openxmlformats.org/drawingml/2006/main">
              <a:ext uri="{FF2B5EF4-FFF2-40B4-BE49-F238E27FC236}">
                <a16:creationId xmlns:a16="http://schemas.microsoft.com/office/drawing/2014/main" id="{BC035D12-FC47-4A80-BDF3-9862EEF7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" name="SE-082-path-18">
            <a:extLst xmlns:a="http://schemas.openxmlformats.org/drawingml/2006/main">
              <a:ext uri="{FF2B5EF4-FFF2-40B4-BE49-F238E27FC236}">
                <a16:creationId xmlns:a16="http://schemas.microsoft.com/office/drawing/2014/main" id="{553E48B2-9157-4215-AD62-A78ADC0B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" name="SE-082-path-19">
            <a:extLst xmlns:a="http://schemas.openxmlformats.org/drawingml/2006/main">
              <a:ext uri="{FF2B5EF4-FFF2-40B4-BE49-F238E27FC236}">
                <a16:creationId xmlns:a16="http://schemas.microsoft.com/office/drawing/2014/main" id="{723F519E-7B19-4917-97C9-D28D81B4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" name="SE-082-path-20">
            <a:extLst xmlns:a="http://schemas.openxmlformats.org/drawingml/2006/main">
              <a:ext uri="{FF2B5EF4-FFF2-40B4-BE49-F238E27FC236}">
                <a16:creationId xmlns:a16="http://schemas.microsoft.com/office/drawing/2014/main" id="{5667F652-7A3B-479A-8E8D-B005014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" name="SE-082-path-21">
            <a:extLst xmlns:a="http://schemas.openxmlformats.org/drawingml/2006/main">
              <a:ext uri="{FF2B5EF4-FFF2-40B4-BE49-F238E27FC236}">
                <a16:creationId xmlns:a16="http://schemas.microsoft.com/office/drawing/2014/main" id="{9E47D612-AAC4-462F-BE25-4DBD782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" name="SE-082-path-22">
            <a:extLst xmlns:a="http://schemas.openxmlformats.org/drawingml/2006/main">
              <a:ext uri="{FF2B5EF4-FFF2-40B4-BE49-F238E27FC236}">
                <a16:creationId xmlns:a16="http://schemas.microsoft.com/office/drawing/2014/main" id="{904E8D76-CD8F-40CD-A1DA-EC76550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" name="SE-082-path-23">
            <a:extLst xmlns:a="http://schemas.openxmlformats.org/drawingml/2006/main">
              <a:ext uri="{FF2B5EF4-FFF2-40B4-BE49-F238E27FC236}">
                <a16:creationId xmlns:a16="http://schemas.microsoft.com/office/drawing/2014/main" id="{26D81FCA-3234-46D6-94AF-7629F5DA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" name="SE-082-path-24">
            <a:extLst xmlns:a="http://schemas.openxmlformats.org/drawingml/2006/main">
              <a:ext uri="{FF2B5EF4-FFF2-40B4-BE49-F238E27FC236}">
                <a16:creationId xmlns:a16="http://schemas.microsoft.com/office/drawing/2014/main" id="{AEE8DEDD-DAB2-4032-A926-0D0193AE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" name="SE-082-path-25">
            <a:extLst xmlns:a="http://schemas.openxmlformats.org/drawingml/2006/main">
              <a:ext uri="{FF2B5EF4-FFF2-40B4-BE49-F238E27FC236}">
                <a16:creationId xmlns:a16="http://schemas.microsoft.com/office/drawing/2014/main" id="{EE2E162C-3684-4790-9E30-D32F13DA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" name="SE-082-path-26">
            <a:extLst xmlns:a="http://schemas.openxmlformats.org/drawingml/2006/main">
              <a:ext uri="{FF2B5EF4-FFF2-40B4-BE49-F238E27FC236}">
                <a16:creationId xmlns:a16="http://schemas.microsoft.com/office/drawing/2014/main" id="{ADA8A881-7C2D-454C-81C9-A8B08D02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" name="SE-082-path-27">
            <a:extLst xmlns:a="http://schemas.openxmlformats.org/drawingml/2006/main">
              <a:ext uri="{FF2B5EF4-FFF2-40B4-BE49-F238E27FC236}">
                <a16:creationId xmlns:a16="http://schemas.microsoft.com/office/drawing/2014/main" id="{A0110785-3BC9-43A1-AEE5-586CB9B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" name="SE-082-path-28">
            <a:extLst xmlns:a="http://schemas.openxmlformats.org/drawingml/2006/main">
              <a:ext uri="{FF2B5EF4-FFF2-40B4-BE49-F238E27FC236}">
                <a16:creationId xmlns:a16="http://schemas.microsoft.com/office/drawing/2014/main" id="{4BA44E04-C5C5-4B1C-9C73-ECA23E84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" name="SE-082-path-29">
            <a:extLst xmlns:a="http://schemas.openxmlformats.org/drawingml/2006/main">
              <a:ext uri="{FF2B5EF4-FFF2-40B4-BE49-F238E27FC236}">
                <a16:creationId xmlns:a16="http://schemas.microsoft.com/office/drawing/2014/main" id="{3D395B3F-4A8B-461F-BF97-6B6A76E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" name="SE-082-path-30">
            <a:extLst xmlns:a="http://schemas.openxmlformats.org/drawingml/2006/main">
              <a:ext uri="{FF2B5EF4-FFF2-40B4-BE49-F238E27FC236}">
                <a16:creationId xmlns:a16="http://schemas.microsoft.com/office/drawing/2014/main" id="{79A1714E-15EE-49B3-A5B1-E2337BB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" name="SE-082-path-31">
            <a:extLst xmlns:a="http://schemas.openxmlformats.org/drawingml/2006/main">
              <a:ext uri="{FF2B5EF4-FFF2-40B4-BE49-F238E27FC236}">
                <a16:creationId xmlns:a16="http://schemas.microsoft.com/office/drawing/2014/main" id="{C8207C98-CFE8-401E-A15C-2E8BF19A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2" name="SE-082-path-32">
            <a:extLst xmlns:a="http://schemas.openxmlformats.org/drawingml/2006/main">
              <a:ext uri="{FF2B5EF4-FFF2-40B4-BE49-F238E27FC236}">
                <a16:creationId xmlns:a16="http://schemas.microsoft.com/office/drawing/2014/main" id="{89C83D48-E2C8-4C61-B5DF-A24E992A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3" name="SE-082-path-33">
            <a:extLst xmlns:a="http://schemas.openxmlformats.org/drawingml/2006/main">
              <a:ext uri="{FF2B5EF4-FFF2-40B4-BE49-F238E27FC236}">
                <a16:creationId xmlns:a16="http://schemas.microsoft.com/office/drawing/2014/main" id="{41A0BFA9-B67B-4985-963E-C49EF368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4" name="SE-082-path-34">
            <a:extLst xmlns:a="http://schemas.openxmlformats.org/drawingml/2006/main">
              <a:ext uri="{FF2B5EF4-FFF2-40B4-BE49-F238E27FC236}">
                <a16:creationId xmlns:a16="http://schemas.microsoft.com/office/drawing/2014/main" id="{6F7E8BD4-2FDE-4F47-A6A0-D8294FE0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5" name="SE-082-path-35">
            <a:extLst xmlns:a="http://schemas.openxmlformats.org/drawingml/2006/main">
              <a:ext uri="{FF2B5EF4-FFF2-40B4-BE49-F238E27FC236}">
                <a16:creationId xmlns:a16="http://schemas.microsoft.com/office/drawing/2014/main" id="{77CCF3ED-0469-4C02-BE01-008AA48A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6" name="SE-082-path-36">
            <a:extLst xmlns:a="http://schemas.openxmlformats.org/drawingml/2006/main">
              <a:ext uri="{FF2B5EF4-FFF2-40B4-BE49-F238E27FC236}">
                <a16:creationId xmlns:a16="http://schemas.microsoft.com/office/drawing/2014/main" id="{B8766A00-7095-489D-A846-844A05EE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7" name="SE-082-path-37">
            <a:extLst xmlns:a="http://schemas.openxmlformats.org/drawingml/2006/main">
              <a:ext uri="{FF2B5EF4-FFF2-40B4-BE49-F238E27FC236}">
                <a16:creationId xmlns:a16="http://schemas.microsoft.com/office/drawing/2014/main" id="{13940CFF-BA03-491E-A410-CC58E7B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8" name="SE-082-path-38">
            <a:extLst xmlns:a="http://schemas.openxmlformats.org/drawingml/2006/main">
              <a:ext uri="{FF2B5EF4-FFF2-40B4-BE49-F238E27FC236}">
                <a16:creationId xmlns:a16="http://schemas.microsoft.com/office/drawing/2014/main" id="{41E0FBC2-E8C0-4E42-B499-5F1A1293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9" name="SE-082-path-39">
            <a:extLst xmlns:a="http://schemas.openxmlformats.org/drawingml/2006/main">
              <a:ext uri="{FF2B5EF4-FFF2-40B4-BE49-F238E27FC236}">
                <a16:creationId xmlns:a16="http://schemas.microsoft.com/office/drawing/2014/main" id="{D8E04428-F52E-441D-B7EE-125F7D3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0" name="SE-082-path-40">
            <a:extLst xmlns:a="http://schemas.openxmlformats.org/drawingml/2006/main">
              <a:ext uri="{FF2B5EF4-FFF2-40B4-BE49-F238E27FC236}">
                <a16:creationId xmlns:a16="http://schemas.microsoft.com/office/drawing/2014/main" id="{5A54B1D7-3B72-432A-9148-11A4E97C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1" name="SE-082-path-41">
            <a:extLst xmlns:a="http://schemas.openxmlformats.org/drawingml/2006/main">
              <a:ext uri="{FF2B5EF4-FFF2-40B4-BE49-F238E27FC236}">
                <a16:creationId xmlns:a16="http://schemas.microsoft.com/office/drawing/2014/main" id="{F1332B71-FB91-48B8-8E1C-8955485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2" name="SE-082-path-42">
            <a:extLst xmlns:a="http://schemas.openxmlformats.org/drawingml/2006/main">
              <a:ext uri="{FF2B5EF4-FFF2-40B4-BE49-F238E27FC236}">
                <a16:creationId xmlns:a16="http://schemas.microsoft.com/office/drawing/2014/main" id="{8DEBF9A2-13CE-4C43-B7EA-4206CC8B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3" name="SE-082-path-43">
            <a:extLst xmlns:a="http://schemas.openxmlformats.org/drawingml/2006/main">
              <a:ext uri="{FF2B5EF4-FFF2-40B4-BE49-F238E27FC236}">
                <a16:creationId xmlns:a16="http://schemas.microsoft.com/office/drawing/2014/main" id="{0DBC24F0-5CF2-4E42-8CD7-BB2C7F6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4" name="SE-082-path-44">
            <a:extLst xmlns:a="http://schemas.openxmlformats.org/drawingml/2006/main">
              <a:ext uri="{FF2B5EF4-FFF2-40B4-BE49-F238E27FC236}">
                <a16:creationId xmlns:a16="http://schemas.microsoft.com/office/drawing/2014/main" id="{A8196298-F050-4800-832B-8744528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5" name="SE-082-path-45">
            <a:extLst xmlns:a="http://schemas.openxmlformats.org/drawingml/2006/main">
              <a:ext uri="{FF2B5EF4-FFF2-40B4-BE49-F238E27FC236}">
                <a16:creationId xmlns:a16="http://schemas.microsoft.com/office/drawing/2014/main" id="{1DAC028C-D2A1-47D4-B3FA-699A43CD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6" name="SE-082-path-46">
            <a:extLst xmlns:a="http://schemas.openxmlformats.org/drawingml/2006/main">
              <a:ext uri="{FF2B5EF4-FFF2-40B4-BE49-F238E27FC236}">
                <a16:creationId xmlns:a16="http://schemas.microsoft.com/office/drawing/2014/main" id="{61E64F9D-FDA6-4779-808E-07DF3FAD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7" name="SE-082-path-47">
            <a:extLst xmlns:a="http://schemas.openxmlformats.org/drawingml/2006/main">
              <a:ext uri="{FF2B5EF4-FFF2-40B4-BE49-F238E27FC236}">
                <a16:creationId xmlns:a16="http://schemas.microsoft.com/office/drawing/2014/main" id="{3D7A0F2C-6C14-4A25-9EE4-2D4B2545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8" name="SE-082-path-48">
            <a:extLst xmlns:a="http://schemas.openxmlformats.org/drawingml/2006/main">
              <a:ext uri="{FF2B5EF4-FFF2-40B4-BE49-F238E27FC236}">
                <a16:creationId xmlns:a16="http://schemas.microsoft.com/office/drawing/2014/main" id="{29971A2F-C037-49B9-B025-7BB2081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9" name="SE-082-path-49">
            <a:extLst xmlns:a="http://schemas.openxmlformats.org/drawingml/2006/main">
              <a:ext uri="{FF2B5EF4-FFF2-40B4-BE49-F238E27FC236}">
                <a16:creationId xmlns:a16="http://schemas.microsoft.com/office/drawing/2014/main" id="{640F977E-F95A-4D08-A70E-83A7077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" name="SE-082-path-50">
            <a:extLst xmlns:a="http://schemas.openxmlformats.org/drawingml/2006/main">
              <a:ext uri="{FF2B5EF4-FFF2-40B4-BE49-F238E27FC236}">
                <a16:creationId xmlns:a16="http://schemas.microsoft.com/office/drawing/2014/main" id="{583BC17E-4296-4457-95C2-37FA2EDD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1" name="SE-082-path-51">
            <a:extLst xmlns:a="http://schemas.openxmlformats.org/drawingml/2006/main">
              <a:ext uri="{FF2B5EF4-FFF2-40B4-BE49-F238E27FC236}">
                <a16:creationId xmlns:a16="http://schemas.microsoft.com/office/drawing/2014/main" id="{086AE52A-57A9-4612-B37A-62E93CAD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2" name="SE-082-path-52">
            <a:extLst xmlns:a="http://schemas.openxmlformats.org/drawingml/2006/main">
              <a:ext uri="{FF2B5EF4-FFF2-40B4-BE49-F238E27FC236}">
                <a16:creationId xmlns:a16="http://schemas.microsoft.com/office/drawing/2014/main" id="{661DA8FF-7529-4A34-8BA0-16937F0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3" name="SE-082-path-53">
            <a:extLst xmlns:a="http://schemas.openxmlformats.org/drawingml/2006/main">
              <a:ext uri="{FF2B5EF4-FFF2-40B4-BE49-F238E27FC236}">
                <a16:creationId xmlns:a16="http://schemas.microsoft.com/office/drawing/2014/main" id="{FEA02832-AC15-4A86-8A56-53C22348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4" name="SE-082-path-54">
            <a:extLst xmlns:a="http://schemas.openxmlformats.org/drawingml/2006/main">
              <a:ext uri="{FF2B5EF4-FFF2-40B4-BE49-F238E27FC236}">
                <a16:creationId xmlns:a16="http://schemas.microsoft.com/office/drawing/2014/main" id="{F2BC1E3F-DF06-41E9-BD4B-076D953A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5" name="SE-082-path-55">
            <a:extLst xmlns:a="http://schemas.openxmlformats.org/drawingml/2006/main">
              <a:ext uri="{FF2B5EF4-FFF2-40B4-BE49-F238E27FC236}">
                <a16:creationId xmlns:a16="http://schemas.microsoft.com/office/drawing/2014/main" id="{DCC60CA3-73DC-4CA1-8755-E8506E93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6" name="SE-082-path-56">
            <a:extLst xmlns:a="http://schemas.openxmlformats.org/drawingml/2006/main">
              <a:ext uri="{FF2B5EF4-FFF2-40B4-BE49-F238E27FC236}">
                <a16:creationId xmlns:a16="http://schemas.microsoft.com/office/drawing/2014/main" id="{00A1E56B-9114-4238-9A70-F1C6F44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7" name="SE-082-path-57">
            <a:extLst xmlns:a="http://schemas.openxmlformats.org/drawingml/2006/main">
              <a:ext uri="{FF2B5EF4-FFF2-40B4-BE49-F238E27FC236}">
                <a16:creationId xmlns:a16="http://schemas.microsoft.com/office/drawing/2014/main" id="{AD395762-F379-436C-821C-7C711266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8" name="SE-082-path-58">
            <a:extLst xmlns:a="http://schemas.openxmlformats.org/drawingml/2006/main">
              <a:ext uri="{FF2B5EF4-FFF2-40B4-BE49-F238E27FC236}">
                <a16:creationId xmlns:a16="http://schemas.microsoft.com/office/drawing/2014/main" id="{FB5148CF-851F-4434-81C7-FAE7904D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9" name="SE-082-path-59">
            <a:extLst xmlns:a="http://schemas.openxmlformats.org/drawingml/2006/main">
              <a:ext uri="{FF2B5EF4-FFF2-40B4-BE49-F238E27FC236}">
                <a16:creationId xmlns:a16="http://schemas.microsoft.com/office/drawing/2014/main" id="{DF2B0817-222E-427E-B67C-0457E0D3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0" name="SE-082-path-60">
            <a:extLst xmlns:a="http://schemas.openxmlformats.org/drawingml/2006/main">
              <a:ext uri="{FF2B5EF4-FFF2-40B4-BE49-F238E27FC236}">
                <a16:creationId xmlns:a16="http://schemas.microsoft.com/office/drawing/2014/main" id="{578AE02E-1503-4B82-99FF-CECF6A32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1" name="SE-082-path-61">
            <a:extLst xmlns:a="http://schemas.openxmlformats.org/drawingml/2006/main">
              <a:ext uri="{FF2B5EF4-FFF2-40B4-BE49-F238E27FC236}">
                <a16:creationId xmlns:a16="http://schemas.microsoft.com/office/drawing/2014/main" id="{6D89BB4B-C3DE-4A16-8928-4465C584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2" name="SE-082-path-62">
            <a:extLst xmlns:a="http://schemas.openxmlformats.org/drawingml/2006/main">
              <a:ext uri="{FF2B5EF4-FFF2-40B4-BE49-F238E27FC236}">
                <a16:creationId xmlns:a16="http://schemas.microsoft.com/office/drawing/2014/main" id="{FFE6FC36-3B06-4435-9D31-7DBD5EF2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3" name="SE-082-path-63">
            <a:extLst xmlns:a="http://schemas.openxmlformats.org/drawingml/2006/main">
              <a:ext uri="{FF2B5EF4-FFF2-40B4-BE49-F238E27FC236}">
                <a16:creationId xmlns:a16="http://schemas.microsoft.com/office/drawing/2014/main" id="{5D26B94A-35A9-4562-BBED-D81FD7D0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4" name="SE-082-path-64">
            <a:extLst xmlns:a="http://schemas.openxmlformats.org/drawingml/2006/main">
              <a:ext uri="{FF2B5EF4-FFF2-40B4-BE49-F238E27FC236}">
                <a16:creationId xmlns:a16="http://schemas.microsoft.com/office/drawing/2014/main" id="{4D897DE8-38C7-4AF1-99ED-3F0A17E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5" name="SE-082-path-65">
            <a:extLst xmlns:a="http://schemas.openxmlformats.org/drawingml/2006/main">
              <a:ext uri="{FF2B5EF4-FFF2-40B4-BE49-F238E27FC236}">
                <a16:creationId xmlns:a16="http://schemas.microsoft.com/office/drawing/2014/main" id="{1D76BBDC-4AFC-4D59-9917-1C440903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096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6" name="SE-082-path-66">
            <a:extLst xmlns:a="http://schemas.openxmlformats.org/drawingml/2006/main">
              <a:ext uri="{FF2B5EF4-FFF2-40B4-BE49-F238E27FC236}">
                <a16:creationId xmlns:a16="http://schemas.microsoft.com/office/drawing/2014/main" id="{C5D77513-CEF9-4F31-BA7C-DF22A5B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239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7" name="SE-082-path-67">
            <a:extLst xmlns:a="http://schemas.openxmlformats.org/drawingml/2006/main">
              <a:ext uri="{FF2B5EF4-FFF2-40B4-BE49-F238E27FC236}">
                <a16:creationId xmlns:a16="http://schemas.microsoft.com/office/drawing/2014/main" id="{881F0649-708B-47BB-8355-989E8C2B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382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8" name="SE-082-path-68">
            <a:extLst xmlns:a="http://schemas.openxmlformats.org/drawingml/2006/main">
              <a:ext uri="{FF2B5EF4-FFF2-40B4-BE49-F238E27FC236}">
                <a16:creationId xmlns:a16="http://schemas.microsoft.com/office/drawing/2014/main" id="{10E95565-1415-4D09-989F-5DC2AD6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525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69" name="SE-082-path-69">
            <a:extLst xmlns:a="http://schemas.openxmlformats.org/drawingml/2006/main">
              <a:ext uri="{FF2B5EF4-FFF2-40B4-BE49-F238E27FC236}">
                <a16:creationId xmlns:a16="http://schemas.microsoft.com/office/drawing/2014/main" id="{E0B096D4-E152-4E9C-8064-8DAF6C27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668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0" name="SE-082-path-70">
            <a:extLst xmlns:a="http://schemas.openxmlformats.org/drawingml/2006/main">
              <a:ext uri="{FF2B5EF4-FFF2-40B4-BE49-F238E27FC236}">
                <a16:creationId xmlns:a16="http://schemas.microsoft.com/office/drawing/2014/main" id="{FD6AEF85-87A9-4382-A7B4-61555E4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811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1" name="SE-082-path-71">
            <a:extLst xmlns:a="http://schemas.openxmlformats.org/drawingml/2006/main">
              <a:ext uri="{FF2B5EF4-FFF2-40B4-BE49-F238E27FC236}">
                <a16:creationId xmlns:a16="http://schemas.microsoft.com/office/drawing/2014/main" id="{33EDED66-EAE3-4450-B673-696C591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2954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2" name="SE-082-path-72">
            <a:extLst xmlns:a="http://schemas.openxmlformats.org/drawingml/2006/main">
              <a:ext uri="{FF2B5EF4-FFF2-40B4-BE49-F238E27FC236}">
                <a16:creationId xmlns:a16="http://schemas.microsoft.com/office/drawing/2014/main" id="{2529B5F8-D03D-4BF5-BD7C-935D734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097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3" name="SE-082-path-73">
            <a:extLst xmlns:a="http://schemas.openxmlformats.org/drawingml/2006/main">
              <a:ext uri="{FF2B5EF4-FFF2-40B4-BE49-F238E27FC236}">
                <a16:creationId xmlns:a16="http://schemas.microsoft.com/office/drawing/2014/main" id="{A9C5644A-567D-47E1-8DC2-5664BFD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240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4" name="SE-082-path-74">
            <a:extLst xmlns:a="http://schemas.openxmlformats.org/drawingml/2006/main">
              <a:ext uri="{FF2B5EF4-FFF2-40B4-BE49-F238E27FC236}">
                <a16:creationId xmlns:a16="http://schemas.microsoft.com/office/drawing/2014/main" id="{2CE1AE0E-6E9C-4894-8FB4-E1CFE7D7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383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5" name="SE-082-path-75">
            <a:extLst xmlns:a="http://schemas.openxmlformats.org/drawingml/2006/main">
              <a:ext uri="{FF2B5EF4-FFF2-40B4-BE49-F238E27FC236}">
                <a16:creationId xmlns:a16="http://schemas.microsoft.com/office/drawing/2014/main" id="{00F4A39B-ADCF-4FE0-BA52-F8EDFFF5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6" name="SE-082-path-76">
            <a:extLst xmlns:a="http://schemas.openxmlformats.org/drawingml/2006/main">
              <a:ext uri="{FF2B5EF4-FFF2-40B4-BE49-F238E27FC236}">
                <a16:creationId xmlns:a16="http://schemas.microsoft.com/office/drawing/2014/main" id="{647BA443-C0A0-4EBB-A64F-A53FE6B0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7" name="SE-082-path-77">
            <a:extLst xmlns:a="http://schemas.openxmlformats.org/drawingml/2006/main">
              <a:ext uri="{FF2B5EF4-FFF2-40B4-BE49-F238E27FC236}">
                <a16:creationId xmlns:a16="http://schemas.microsoft.com/office/drawing/2014/main" id="{E426535A-D6DE-42BB-B014-A899DD0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812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8" name="SE-082-path-78">
            <a:extLst xmlns:a="http://schemas.openxmlformats.org/drawingml/2006/main">
              <a:ext uri="{FF2B5EF4-FFF2-40B4-BE49-F238E27FC236}">
                <a16:creationId xmlns:a16="http://schemas.microsoft.com/office/drawing/2014/main" id="{55C93761-4736-4ABF-B74B-C2CFD7BA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79" name="SE-082-path-79">
            <a:extLst xmlns:a="http://schemas.openxmlformats.org/drawingml/2006/main">
              <a:ext uri="{FF2B5EF4-FFF2-40B4-BE49-F238E27FC236}">
                <a16:creationId xmlns:a16="http://schemas.microsoft.com/office/drawing/2014/main" id="{3E1E126E-B406-42A3-AC77-8D3CC28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0" name="SE-082-path-80">
            <a:extLst xmlns:a="http://schemas.openxmlformats.org/drawingml/2006/main">
              <a:ext uri="{FF2B5EF4-FFF2-40B4-BE49-F238E27FC236}">
                <a16:creationId xmlns:a16="http://schemas.microsoft.com/office/drawing/2014/main" id="{0F07CBDE-55AD-46EF-A68D-1552A576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1" name="SE-082-path-81">
            <a:extLst xmlns:a="http://schemas.openxmlformats.org/drawingml/2006/main">
              <a:ext uri="{FF2B5EF4-FFF2-40B4-BE49-F238E27FC236}">
                <a16:creationId xmlns:a16="http://schemas.microsoft.com/office/drawing/2014/main" id="{E8C174FF-FC5F-46F6-8098-DBB56157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2" name="SE-082-path-82">
            <a:extLst xmlns:a="http://schemas.openxmlformats.org/drawingml/2006/main">
              <a:ext uri="{FF2B5EF4-FFF2-40B4-BE49-F238E27FC236}">
                <a16:creationId xmlns:a16="http://schemas.microsoft.com/office/drawing/2014/main" id="{ADDB0023-9F11-4C43-9511-7E47CBF0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3" name="SE-082-path-83">
            <a:extLst xmlns:a="http://schemas.openxmlformats.org/drawingml/2006/main">
              <a:ext uri="{FF2B5EF4-FFF2-40B4-BE49-F238E27FC236}">
                <a16:creationId xmlns:a16="http://schemas.microsoft.com/office/drawing/2014/main" id="{84CD659E-9EBF-482B-B97C-D81CA50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4" name="SE-082-path-84">
            <a:extLst xmlns:a="http://schemas.openxmlformats.org/drawingml/2006/main">
              <a:ext uri="{FF2B5EF4-FFF2-40B4-BE49-F238E27FC236}">
                <a16:creationId xmlns:a16="http://schemas.microsoft.com/office/drawing/2014/main" id="{736FB26D-4456-4A3A-93CC-87E8F59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5" name="SE-082-path-85">
            <a:extLst xmlns:a="http://schemas.openxmlformats.org/drawingml/2006/main">
              <a:ext uri="{FF2B5EF4-FFF2-40B4-BE49-F238E27FC236}">
                <a16:creationId xmlns:a16="http://schemas.microsoft.com/office/drawing/2014/main" id="{1AB87967-D086-41D2-8FAA-7F12EFA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6" name="SE-082-path-86">
            <a:extLst xmlns:a="http://schemas.openxmlformats.org/drawingml/2006/main">
              <a:ext uri="{FF2B5EF4-FFF2-40B4-BE49-F238E27FC236}">
                <a16:creationId xmlns:a16="http://schemas.microsoft.com/office/drawing/2014/main" id="{E707FB1C-8879-4531-A703-2AC5B0AA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7" name="SE-082-path-87">
            <a:extLst xmlns:a="http://schemas.openxmlformats.org/drawingml/2006/main">
              <a:ext uri="{FF2B5EF4-FFF2-40B4-BE49-F238E27FC236}">
                <a16:creationId xmlns:a16="http://schemas.microsoft.com/office/drawing/2014/main" id="{9EA93BC7-9B24-4D15-8768-329F8547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8" name="SE-082-path-88">
            <a:extLst xmlns:a="http://schemas.openxmlformats.org/drawingml/2006/main">
              <a:ext uri="{FF2B5EF4-FFF2-40B4-BE49-F238E27FC236}">
                <a16:creationId xmlns:a16="http://schemas.microsoft.com/office/drawing/2014/main" id="{BAA3C5CD-57C8-48AF-BE9F-B0A14A77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89" name="SE-082-path-89">
            <a:extLst xmlns:a="http://schemas.openxmlformats.org/drawingml/2006/main">
              <a:ext uri="{FF2B5EF4-FFF2-40B4-BE49-F238E27FC236}">
                <a16:creationId xmlns:a16="http://schemas.microsoft.com/office/drawing/2014/main" id="{A4EFDE5F-0E1C-41F3-B0CA-BC658A9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0" name="SE-082-path-90">
            <a:extLst xmlns:a="http://schemas.openxmlformats.org/drawingml/2006/main">
              <a:ext uri="{FF2B5EF4-FFF2-40B4-BE49-F238E27FC236}">
                <a16:creationId xmlns:a16="http://schemas.microsoft.com/office/drawing/2014/main" id="{7ACCB3BE-F4C7-45BF-8BFD-E46A229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1" name="SE-082-path-91">
            <a:extLst xmlns:a="http://schemas.openxmlformats.org/drawingml/2006/main">
              <a:ext uri="{FF2B5EF4-FFF2-40B4-BE49-F238E27FC236}">
                <a16:creationId xmlns:a16="http://schemas.microsoft.com/office/drawing/2014/main" id="{B8E1E83C-53B2-40C7-A37E-C2855953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2" name="SE-082-path-92">
            <a:extLst xmlns:a="http://schemas.openxmlformats.org/drawingml/2006/main">
              <a:ext uri="{FF2B5EF4-FFF2-40B4-BE49-F238E27FC236}">
                <a16:creationId xmlns:a16="http://schemas.microsoft.com/office/drawing/2014/main" id="{15D4B274-C163-4F86-BBD3-55797E5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3" name="SE-082-path-93">
            <a:extLst xmlns:a="http://schemas.openxmlformats.org/drawingml/2006/main">
              <a:ext uri="{FF2B5EF4-FFF2-40B4-BE49-F238E27FC236}">
                <a16:creationId xmlns:a16="http://schemas.microsoft.com/office/drawing/2014/main" id="{0D0A5DA1-BAEA-44BC-A28F-38C292A8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4" name="SE-082-path-94">
            <a:extLst xmlns:a="http://schemas.openxmlformats.org/drawingml/2006/main">
              <a:ext uri="{FF2B5EF4-FFF2-40B4-BE49-F238E27FC236}">
                <a16:creationId xmlns:a16="http://schemas.microsoft.com/office/drawing/2014/main" id="{AF8D1A33-25A4-4B1D-8F2E-E61596F9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5" name="SE-082-path-95">
            <a:extLst xmlns:a="http://schemas.openxmlformats.org/drawingml/2006/main">
              <a:ext uri="{FF2B5EF4-FFF2-40B4-BE49-F238E27FC236}">
                <a16:creationId xmlns:a16="http://schemas.microsoft.com/office/drawing/2014/main" id="{D7B1CAFC-A5E7-4A19-B149-BBA8B9C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6" name="SE-082-path-96">
            <a:extLst xmlns:a="http://schemas.openxmlformats.org/drawingml/2006/main">
              <a:ext uri="{FF2B5EF4-FFF2-40B4-BE49-F238E27FC236}">
                <a16:creationId xmlns:a16="http://schemas.microsoft.com/office/drawing/2014/main" id="{F19B8388-232E-4AD8-BB71-E26BDD0B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7" name="SE-082-path-97">
            <a:extLst xmlns:a="http://schemas.openxmlformats.org/drawingml/2006/main">
              <a:ext uri="{FF2B5EF4-FFF2-40B4-BE49-F238E27FC236}">
                <a16:creationId xmlns:a16="http://schemas.microsoft.com/office/drawing/2014/main" id="{23C61394-D3A3-438B-877A-7549D6C6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8" name="SE-082-path-98">
            <a:extLst xmlns:a="http://schemas.openxmlformats.org/drawingml/2006/main">
              <a:ext uri="{FF2B5EF4-FFF2-40B4-BE49-F238E27FC236}">
                <a16:creationId xmlns:a16="http://schemas.microsoft.com/office/drawing/2014/main" id="{A871B19B-109D-4945-99E2-BE70A7CD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99" name="SE-082-path-99">
            <a:extLst xmlns:a="http://schemas.openxmlformats.org/drawingml/2006/main">
              <a:ext uri="{FF2B5EF4-FFF2-40B4-BE49-F238E27FC236}">
                <a16:creationId xmlns:a16="http://schemas.microsoft.com/office/drawing/2014/main" id="{DF970C67-E883-463F-BE47-5B83751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0" name="SE-082-path-100">
            <a:extLst xmlns:a="http://schemas.openxmlformats.org/drawingml/2006/main">
              <a:ext uri="{FF2B5EF4-FFF2-40B4-BE49-F238E27FC236}">
                <a16:creationId xmlns:a16="http://schemas.microsoft.com/office/drawing/2014/main" id="{C91C50F0-2080-4B7D-875C-05B7952F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1" name="SE-082-path-101">
            <a:extLst xmlns:a="http://schemas.openxmlformats.org/drawingml/2006/main">
              <a:ext uri="{FF2B5EF4-FFF2-40B4-BE49-F238E27FC236}">
                <a16:creationId xmlns:a16="http://schemas.microsoft.com/office/drawing/2014/main" id="{CFE1F1D2-6E45-4EEC-B69A-23CD422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2" name="SE-082-path-102">
            <a:extLst xmlns:a="http://schemas.openxmlformats.org/drawingml/2006/main">
              <a:ext uri="{FF2B5EF4-FFF2-40B4-BE49-F238E27FC236}">
                <a16:creationId xmlns:a16="http://schemas.microsoft.com/office/drawing/2014/main" id="{3BEDF083-1A64-4B3A-9FAA-6BEC0538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3" name="SE-082-path-103">
            <a:extLst xmlns:a="http://schemas.openxmlformats.org/drawingml/2006/main">
              <a:ext uri="{FF2B5EF4-FFF2-40B4-BE49-F238E27FC236}">
                <a16:creationId xmlns:a16="http://schemas.microsoft.com/office/drawing/2014/main" id="{F6551F30-FA82-4234-A6D5-ECF55FD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4" name="SE-082-path-104">
            <a:extLst xmlns:a="http://schemas.openxmlformats.org/drawingml/2006/main">
              <a:ext uri="{FF2B5EF4-FFF2-40B4-BE49-F238E27FC236}">
                <a16:creationId xmlns:a16="http://schemas.microsoft.com/office/drawing/2014/main" id="{A7AEB5D5-88A7-49C8-901B-8B8BA3BB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5" name="SE-082-path-105">
            <a:extLst xmlns:a="http://schemas.openxmlformats.org/drawingml/2006/main">
              <a:ext uri="{FF2B5EF4-FFF2-40B4-BE49-F238E27FC236}">
                <a16:creationId xmlns:a16="http://schemas.microsoft.com/office/drawing/2014/main" id="{511A589B-8408-42A2-9324-A06C384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6" name="SE-082-path-106">
            <a:extLst xmlns:a="http://schemas.openxmlformats.org/drawingml/2006/main">
              <a:ext uri="{FF2B5EF4-FFF2-40B4-BE49-F238E27FC236}">
                <a16:creationId xmlns:a16="http://schemas.microsoft.com/office/drawing/2014/main" id="{E9F95CD0-C46A-4719-929D-04340B6D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7" name="SE-082-path-107">
            <a:extLst xmlns:a="http://schemas.openxmlformats.org/drawingml/2006/main">
              <a:ext uri="{FF2B5EF4-FFF2-40B4-BE49-F238E27FC236}">
                <a16:creationId xmlns:a16="http://schemas.microsoft.com/office/drawing/2014/main" id="{E4A8E8CB-960F-4F02-8ADC-9E09FF85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8" name="SE-082-path-108">
            <a:extLst xmlns:a="http://schemas.openxmlformats.org/drawingml/2006/main">
              <a:ext uri="{FF2B5EF4-FFF2-40B4-BE49-F238E27FC236}">
                <a16:creationId xmlns:a16="http://schemas.microsoft.com/office/drawing/2014/main" id="{535A5DE0-5B81-4D43-9B1C-838CC8A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09" name="SE-082-path-109">
            <a:extLst xmlns:a="http://schemas.openxmlformats.org/drawingml/2006/main">
              <a:ext uri="{FF2B5EF4-FFF2-40B4-BE49-F238E27FC236}">
                <a16:creationId xmlns:a16="http://schemas.microsoft.com/office/drawing/2014/main" id="{0094B350-A15D-43B1-9705-AD2F0DC6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0" name="SE-082-path-110">
            <a:extLst xmlns:a="http://schemas.openxmlformats.org/drawingml/2006/main">
              <a:ext uri="{FF2B5EF4-FFF2-40B4-BE49-F238E27FC236}">
                <a16:creationId xmlns:a16="http://schemas.microsoft.com/office/drawing/2014/main" id="{15E96DDD-A47C-44E4-A8DA-2812243F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1" name="SE-082-path-111">
            <a:extLst xmlns:a="http://schemas.openxmlformats.org/drawingml/2006/main">
              <a:ext uri="{FF2B5EF4-FFF2-40B4-BE49-F238E27FC236}">
                <a16:creationId xmlns:a16="http://schemas.microsoft.com/office/drawing/2014/main" id="{FCF2A0F7-62BB-441D-A94C-3D834E7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2" name="SE-082-path-112">
            <a:extLst xmlns:a="http://schemas.openxmlformats.org/drawingml/2006/main">
              <a:ext uri="{FF2B5EF4-FFF2-40B4-BE49-F238E27FC236}">
                <a16:creationId xmlns:a16="http://schemas.microsoft.com/office/drawing/2014/main" id="{D8A08397-361F-4BE8-822F-03ACE1E7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3" name="SE-082-path-113">
            <a:extLst xmlns:a="http://schemas.openxmlformats.org/drawingml/2006/main">
              <a:ext uri="{FF2B5EF4-FFF2-40B4-BE49-F238E27FC236}">
                <a16:creationId xmlns:a16="http://schemas.microsoft.com/office/drawing/2014/main" id="{5A7EF50F-12CD-42E0-963D-3637A8C5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4" name="SE-082-path-114">
            <a:extLst xmlns:a="http://schemas.openxmlformats.org/drawingml/2006/main">
              <a:ext uri="{FF2B5EF4-FFF2-40B4-BE49-F238E27FC236}">
                <a16:creationId xmlns:a16="http://schemas.microsoft.com/office/drawing/2014/main" id="{59E9F40B-A6FB-4A92-992E-097C0B2A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5" name="SE-082-path-115">
            <a:extLst xmlns:a="http://schemas.openxmlformats.org/drawingml/2006/main">
              <a:ext uri="{FF2B5EF4-FFF2-40B4-BE49-F238E27FC236}">
                <a16:creationId xmlns:a16="http://schemas.microsoft.com/office/drawing/2014/main" id="{D20768EC-B0D0-4C95-88B7-078843B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6" name="SE-082-path-116">
            <a:extLst xmlns:a="http://schemas.openxmlformats.org/drawingml/2006/main">
              <a:ext uri="{FF2B5EF4-FFF2-40B4-BE49-F238E27FC236}">
                <a16:creationId xmlns:a16="http://schemas.microsoft.com/office/drawing/2014/main" id="{302825D0-8DEE-45FC-819A-1DA16712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7" name="SE-082-path-117">
            <a:extLst xmlns:a="http://schemas.openxmlformats.org/drawingml/2006/main">
              <a:ext uri="{FF2B5EF4-FFF2-40B4-BE49-F238E27FC236}">
                <a16:creationId xmlns:a16="http://schemas.microsoft.com/office/drawing/2014/main" id="{61226615-875C-4208-9A2C-1B75E4DA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8" name="SE-082-path-118">
            <a:extLst xmlns:a="http://schemas.openxmlformats.org/drawingml/2006/main">
              <a:ext uri="{FF2B5EF4-FFF2-40B4-BE49-F238E27FC236}">
                <a16:creationId xmlns:a16="http://schemas.microsoft.com/office/drawing/2014/main" id="{83A6546E-AB23-4DDB-A890-F627767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19" name="SE-082-path-119">
            <a:extLst xmlns:a="http://schemas.openxmlformats.org/drawingml/2006/main">
              <a:ext uri="{FF2B5EF4-FFF2-40B4-BE49-F238E27FC236}">
                <a16:creationId xmlns:a16="http://schemas.microsoft.com/office/drawing/2014/main" id="{62C1C42F-9FB0-470E-9BBD-E95F8E07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0" name="SE-082-path-120">
            <a:extLst xmlns:a="http://schemas.openxmlformats.org/drawingml/2006/main">
              <a:ext uri="{FF2B5EF4-FFF2-40B4-BE49-F238E27FC236}">
                <a16:creationId xmlns:a16="http://schemas.microsoft.com/office/drawing/2014/main" id="{0D0FD9F8-0041-4279-AFE0-73E3B900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1" name="SE-082-path-121">
            <a:extLst xmlns:a="http://schemas.openxmlformats.org/drawingml/2006/main">
              <a:ext uri="{FF2B5EF4-FFF2-40B4-BE49-F238E27FC236}">
                <a16:creationId xmlns:a16="http://schemas.microsoft.com/office/drawing/2014/main" id="{34EFE937-9909-481C-832F-09A79E3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2" name="SE-082-path-122">
            <a:extLst xmlns:a="http://schemas.openxmlformats.org/drawingml/2006/main">
              <a:ext uri="{FF2B5EF4-FFF2-40B4-BE49-F238E27FC236}">
                <a16:creationId xmlns:a16="http://schemas.microsoft.com/office/drawing/2014/main" id="{555F70DA-5D8F-4C0A-B079-3F81BE9D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3" name="SE-082-path-123">
            <a:extLst xmlns:a="http://schemas.openxmlformats.org/drawingml/2006/main">
              <a:ext uri="{FF2B5EF4-FFF2-40B4-BE49-F238E27FC236}">
                <a16:creationId xmlns:a16="http://schemas.microsoft.com/office/drawing/2014/main" id="{E549417D-0E19-4E29-903B-582BD176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4" name="SE-082-path-124">
            <a:extLst xmlns:a="http://schemas.openxmlformats.org/drawingml/2006/main">
              <a:ext uri="{FF2B5EF4-FFF2-40B4-BE49-F238E27FC236}">
                <a16:creationId xmlns:a16="http://schemas.microsoft.com/office/drawing/2014/main" id="{49C708F0-3568-4652-8E75-E03E300C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5" name="SE-082-path-125">
            <a:extLst xmlns:a="http://schemas.openxmlformats.org/drawingml/2006/main">
              <a:ext uri="{FF2B5EF4-FFF2-40B4-BE49-F238E27FC236}">
                <a16:creationId xmlns:a16="http://schemas.microsoft.com/office/drawing/2014/main" id="{1B84C4A0-4B87-42A2-A5AE-449E460A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6" name="SE-082-path-126">
            <a:extLst xmlns:a="http://schemas.openxmlformats.org/drawingml/2006/main">
              <a:ext uri="{FF2B5EF4-FFF2-40B4-BE49-F238E27FC236}">
                <a16:creationId xmlns:a16="http://schemas.microsoft.com/office/drawing/2014/main" id="{B4F57211-3AB1-4CB2-ABA2-B63B9FA3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7" name="SE-082-path-127">
            <a:extLst xmlns:a="http://schemas.openxmlformats.org/drawingml/2006/main">
              <a:ext uri="{FF2B5EF4-FFF2-40B4-BE49-F238E27FC236}">
                <a16:creationId xmlns:a16="http://schemas.microsoft.com/office/drawing/2014/main" id="{9BE08288-6C46-42D3-9119-4B5BB20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8" name="SE-082-path-128">
            <a:extLst xmlns:a="http://schemas.openxmlformats.org/drawingml/2006/main">
              <a:ext uri="{FF2B5EF4-FFF2-40B4-BE49-F238E27FC236}">
                <a16:creationId xmlns:a16="http://schemas.microsoft.com/office/drawing/2014/main" id="{C0D18AC5-E103-4717-A86F-1C170D78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29" name="SE-082-path-129">
            <a:extLst xmlns:a="http://schemas.openxmlformats.org/drawingml/2006/main">
              <a:ext uri="{FF2B5EF4-FFF2-40B4-BE49-F238E27FC236}">
                <a16:creationId xmlns:a16="http://schemas.microsoft.com/office/drawing/2014/main" id="{9D9B0764-7503-4D78-8486-3126288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0" name="SE-082-path-130">
            <a:extLst xmlns:a="http://schemas.openxmlformats.org/drawingml/2006/main">
              <a:ext uri="{FF2B5EF4-FFF2-40B4-BE49-F238E27FC236}">
                <a16:creationId xmlns:a16="http://schemas.microsoft.com/office/drawing/2014/main" id="{82312160-2FC1-4AD1-AA99-B40F3C95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1" name="SE-082-path-131">
            <a:extLst xmlns:a="http://schemas.openxmlformats.org/drawingml/2006/main">
              <a:ext uri="{FF2B5EF4-FFF2-40B4-BE49-F238E27FC236}">
                <a16:creationId xmlns:a16="http://schemas.microsoft.com/office/drawing/2014/main" id="{417EE4E2-3567-46DF-8999-79935AB6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2" name="SE-082-path-132">
            <a:extLst xmlns:a="http://schemas.openxmlformats.org/drawingml/2006/main">
              <a:ext uri="{FF2B5EF4-FFF2-40B4-BE49-F238E27FC236}">
                <a16:creationId xmlns:a16="http://schemas.microsoft.com/office/drawing/2014/main" id="{6F601F70-B604-4B79-A6FA-547ED09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3" name="SE-082-path-133">
            <a:extLst xmlns:a="http://schemas.openxmlformats.org/drawingml/2006/main">
              <a:ext uri="{FF2B5EF4-FFF2-40B4-BE49-F238E27FC236}">
                <a16:creationId xmlns:a16="http://schemas.microsoft.com/office/drawing/2014/main" id="{1C0C030C-4BED-4FFD-83B4-BC636EE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4" name="SE-082-path-134">
            <a:extLst xmlns:a="http://schemas.openxmlformats.org/drawingml/2006/main">
              <a:ext uri="{FF2B5EF4-FFF2-40B4-BE49-F238E27FC236}">
                <a16:creationId xmlns:a16="http://schemas.microsoft.com/office/drawing/2014/main" id="{E2EB3A1B-EE6B-4C31-A1A3-B103A71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5" name="SE-082-path-135">
            <a:extLst xmlns:a="http://schemas.openxmlformats.org/drawingml/2006/main">
              <a:ext uri="{FF2B5EF4-FFF2-40B4-BE49-F238E27FC236}">
                <a16:creationId xmlns:a16="http://schemas.microsoft.com/office/drawing/2014/main" id="{DE0C1198-B8AC-4C9B-ACCA-61566FE5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6" name="SE-082-path-136">
            <a:extLst xmlns:a="http://schemas.openxmlformats.org/drawingml/2006/main">
              <a:ext uri="{FF2B5EF4-FFF2-40B4-BE49-F238E27FC236}">
                <a16:creationId xmlns:a16="http://schemas.microsoft.com/office/drawing/2014/main" id="{07A2506B-5529-46E2-83E1-FB0F5A0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7" name="SE-082-path-137">
            <a:extLst xmlns:a="http://schemas.openxmlformats.org/drawingml/2006/main">
              <a:ext uri="{FF2B5EF4-FFF2-40B4-BE49-F238E27FC236}">
                <a16:creationId xmlns:a16="http://schemas.microsoft.com/office/drawing/2014/main" id="{40D35AD3-86C6-43B8-B5DF-8FC8F15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8" name="SE-082-path-138">
            <a:extLst xmlns:a="http://schemas.openxmlformats.org/drawingml/2006/main">
              <a:ext uri="{FF2B5EF4-FFF2-40B4-BE49-F238E27FC236}">
                <a16:creationId xmlns:a16="http://schemas.microsoft.com/office/drawing/2014/main" id="{C56D7954-2BA2-4601-A4D2-B068CF0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39" name="SE-082-path-139">
            <a:extLst xmlns:a="http://schemas.openxmlformats.org/drawingml/2006/main">
              <a:ext uri="{FF2B5EF4-FFF2-40B4-BE49-F238E27FC236}">
                <a16:creationId xmlns:a16="http://schemas.microsoft.com/office/drawing/2014/main" id="{1ADEBAD9-EDA8-4FEA-B650-0FEE869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0" name="SE-082-path-140">
            <a:extLst xmlns:a="http://schemas.openxmlformats.org/drawingml/2006/main">
              <a:ext uri="{FF2B5EF4-FFF2-40B4-BE49-F238E27FC236}">
                <a16:creationId xmlns:a16="http://schemas.microsoft.com/office/drawing/2014/main" id="{C57C1677-B59B-454D-8D02-796837A8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48602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1" name="SE-082-path-141">
            <a:extLst xmlns:a="http://schemas.openxmlformats.org/drawingml/2006/main">
              <a:ext uri="{FF2B5EF4-FFF2-40B4-BE49-F238E27FC236}">
                <a16:creationId xmlns:a16="http://schemas.microsoft.com/office/drawing/2014/main" id="{CFA383E9-637A-4A7A-93CC-35FCDDF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486025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2" name="SE-082-path-142">
            <a:extLst xmlns:a="http://schemas.openxmlformats.org/drawingml/2006/main">
              <a:ext uri="{FF2B5EF4-FFF2-40B4-BE49-F238E27FC236}">
                <a16:creationId xmlns:a16="http://schemas.microsoft.com/office/drawing/2014/main" id="{124AF19A-3CE9-4EB5-8012-48CA217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4098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3" name="SE-082-path-143">
            <a:extLst xmlns:a="http://schemas.openxmlformats.org/drawingml/2006/main">
              <a:ext uri="{FF2B5EF4-FFF2-40B4-BE49-F238E27FC236}">
                <a16:creationId xmlns:a16="http://schemas.microsoft.com/office/drawing/2014/main" id="{EAA1AA33-034E-473B-905D-BC9141F7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2955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4" name="SE-082-path-144">
            <a:extLst xmlns:a="http://schemas.openxmlformats.org/drawingml/2006/main">
              <a:ext uri="{FF2B5EF4-FFF2-40B4-BE49-F238E27FC236}">
                <a16:creationId xmlns:a16="http://schemas.microsoft.com/office/drawing/2014/main" id="{0FC098C5-3E7E-4533-9D7B-E95CD45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1812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5" name="SE-082-path-145">
            <a:extLst xmlns:a="http://schemas.openxmlformats.org/drawingml/2006/main">
              <a:ext uri="{FF2B5EF4-FFF2-40B4-BE49-F238E27FC236}">
                <a16:creationId xmlns:a16="http://schemas.microsoft.com/office/drawing/2014/main" id="{8CE5C73B-BBF2-4ACB-B215-E158E61B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0669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6" name="SE-082-path-146">
            <a:extLst xmlns:a="http://schemas.openxmlformats.org/drawingml/2006/main">
              <a:ext uri="{FF2B5EF4-FFF2-40B4-BE49-F238E27FC236}">
                <a16:creationId xmlns:a16="http://schemas.microsoft.com/office/drawing/2014/main" id="{09F8749A-CE8D-4FB9-BE88-8D3CC6E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526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7" name="SE-082-path-147">
            <a:extLst xmlns:a="http://schemas.openxmlformats.org/drawingml/2006/main">
              <a:ext uri="{FF2B5EF4-FFF2-40B4-BE49-F238E27FC236}">
                <a16:creationId xmlns:a16="http://schemas.microsoft.com/office/drawing/2014/main" id="{9C8A6D00-2727-4B58-B5E7-526F905A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8383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8" name="SE-082-path-148">
            <a:extLst xmlns:a="http://schemas.openxmlformats.org/drawingml/2006/main">
              <a:ext uri="{FF2B5EF4-FFF2-40B4-BE49-F238E27FC236}">
                <a16:creationId xmlns:a16="http://schemas.microsoft.com/office/drawing/2014/main" id="{5D1E2DA6-55F8-4B34-9671-7C3E6DF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7240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9" name="SE-082-path-149">
            <a:extLst xmlns:a="http://schemas.openxmlformats.org/drawingml/2006/main">
              <a:ext uri="{FF2B5EF4-FFF2-40B4-BE49-F238E27FC236}">
                <a16:creationId xmlns:a16="http://schemas.microsoft.com/office/drawing/2014/main" id="{9EA793C6-2400-47C9-9686-E2AF4AD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6097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0" name="SE-082-path-150">
            <a:extLst xmlns:a="http://schemas.openxmlformats.org/drawingml/2006/main">
              <a:ext uri="{FF2B5EF4-FFF2-40B4-BE49-F238E27FC236}">
                <a16:creationId xmlns:a16="http://schemas.microsoft.com/office/drawing/2014/main" id="{B8DC7168-CB5E-4E87-833D-F86BFA70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4954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1" name="SE-082-path-151">
            <a:extLst xmlns:a="http://schemas.openxmlformats.org/drawingml/2006/main">
              <a:ext uri="{FF2B5EF4-FFF2-40B4-BE49-F238E27FC236}">
                <a16:creationId xmlns:a16="http://schemas.microsoft.com/office/drawing/2014/main" id="{CF8A0835-6853-4D8E-A2A0-DD2DAFA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3811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2" name="SE-082-path-152">
            <a:extLst xmlns:a="http://schemas.openxmlformats.org/drawingml/2006/main">
              <a:ext uri="{FF2B5EF4-FFF2-40B4-BE49-F238E27FC236}">
                <a16:creationId xmlns:a16="http://schemas.microsoft.com/office/drawing/2014/main" id="{81CBA1C7-8906-4F45-8FD5-0CFAA6C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2668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3" name="SE-082-path-153">
            <a:extLst xmlns:a="http://schemas.openxmlformats.org/drawingml/2006/main">
              <a:ext uri="{FF2B5EF4-FFF2-40B4-BE49-F238E27FC236}">
                <a16:creationId xmlns:a16="http://schemas.microsoft.com/office/drawing/2014/main" id="{00746695-23F1-4218-A6DD-B0B33859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1525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4" name="SE-082-path-154">
            <a:extLst xmlns:a="http://schemas.openxmlformats.org/drawingml/2006/main">
              <a:ext uri="{FF2B5EF4-FFF2-40B4-BE49-F238E27FC236}">
                <a16:creationId xmlns:a16="http://schemas.microsoft.com/office/drawing/2014/main" id="{482A4FE4-3CAA-460C-A6AF-6AB97706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0382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5" name="SE-082-path-155">
            <a:extLst xmlns:a="http://schemas.openxmlformats.org/drawingml/2006/main">
              <a:ext uri="{FF2B5EF4-FFF2-40B4-BE49-F238E27FC236}">
                <a16:creationId xmlns:a16="http://schemas.microsoft.com/office/drawing/2014/main" id="{A091CA88-E96F-4AF0-9279-E1137E0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9239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6" name="SE-082-path-156">
            <a:extLst xmlns:a="http://schemas.openxmlformats.org/drawingml/2006/main">
              <a:ext uri="{FF2B5EF4-FFF2-40B4-BE49-F238E27FC236}">
                <a16:creationId xmlns:a16="http://schemas.microsoft.com/office/drawing/2014/main" id="{79F42C74-D84F-4570-AA16-EA73F4CE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096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7" name="SE-082-path-157">
            <a:extLst xmlns:a="http://schemas.openxmlformats.org/drawingml/2006/main">
              <a:ext uri="{FF2B5EF4-FFF2-40B4-BE49-F238E27FC236}">
                <a16:creationId xmlns:a16="http://schemas.microsoft.com/office/drawing/2014/main" id="{A1346159-12F7-4120-907E-5FC4337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953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8" name="SE-082-path-158">
            <a:extLst xmlns:a="http://schemas.openxmlformats.org/drawingml/2006/main">
              <a:ext uri="{FF2B5EF4-FFF2-40B4-BE49-F238E27FC236}">
                <a16:creationId xmlns:a16="http://schemas.microsoft.com/office/drawing/2014/main" id="{E36848F1-83BE-442E-B4F7-B4BF6CFB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5810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9" name="SE-082-path-159">
            <a:extLst xmlns:a="http://schemas.openxmlformats.org/drawingml/2006/main">
              <a:ext uri="{FF2B5EF4-FFF2-40B4-BE49-F238E27FC236}">
                <a16:creationId xmlns:a16="http://schemas.microsoft.com/office/drawing/2014/main" id="{B2D9519F-1F7F-4111-A72B-36C9B56B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6672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0" name="SE-082-path-160">
            <a:extLst xmlns:a="http://schemas.openxmlformats.org/drawingml/2006/main">
              <a:ext uri="{FF2B5EF4-FFF2-40B4-BE49-F238E27FC236}">
                <a16:creationId xmlns:a16="http://schemas.microsoft.com/office/drawing/2014/main" id="{C8ED4BC7-C3E8-4808-8804-691B2DC6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81000"/>
            <a:ext cx="95" cy="47625"/>
          </a:xfrm>
          <a:custGeom xmlns:a="http://schemas.openxmlformats.org/drawingml/2006/main">
            <a:pathLst>
              <a:path w="95" h="47625">
                <a:moveTo>
                  <a:pt x="0" y="47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1" name="SE-082-161">
            <a:extLst xmlns:a="http://schemas.openxmlformats.org/drawingml/2006/main">
              <a:ext uri="{FF2B5EF4-FFF2-40B4-BE49-F238E27FC236}">
                <a16:creationId xmlns:a16="http://schemas.microsoft.com/office/drawing/2014/main" id="{D8396FCB-43E8-4B5B-A610-1C4EFA14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581275"/>
            <a:ext cx="67532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3A60"/>
            </a:solidFill>
          </a:ln>
        </p:spPr>
      </p:sp>
      <p:sp>
        <p:nvSpPr>
          <p:cNvPr id="162" name="SE-082-162">
            <a:extLst xmlns:a="http://schemas.openxmlformats.org/drawingml/2006/main">
              <a:ext uri="{FF2B5EF4-FFF2-40B4-BE49-F238E27FC236}">
                <a16:creationId xmlns:a16="http://schemas.microsoft.com/office/drawing/2014/main" id="{91D8C926-18D0-4B90-AB57-908B6CF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59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Vulnerability Detection</a:t>
            </a:r>
          </a:p>
        </p:txBody>
      </p:sp>
      <p:sp>
        <p:nvSpPr>
          <p:cNvPr id="163" name="SE-082-path-163">
            <a:extLst xmlns:a="http://schemas.openxmlformats.org/drawingml/2006/main">
              <a:ext uri="{FF2B5EF4-FFF2-40B4-BE49-F238E27FC236}">
                <a16:creationId xmlns:a16="http://schemas.microsoft.com/office/drawing/2014/main" id="{117D196C-EEC1-4582-BABC-5519AEB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4" name="SE-082-path-164">
            <a:extLst xmlns:a="http://schemas.openxmlformats.org/drawingml/2006/main">
              <a:ext uri="{FF2B5EF4-FFF2-40B4-BE49-F238E27FC236}">
                <a16:creationId xmlns:a16="http://schemas.microsoft.com/office/drawing/2014/main" id="{F644160C-DDD6-4CA1-9113-2AC1512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5" name="SE-082-path-165">
            <a:extLst xmlns:a="http://schemas.openxmlformats.org/drawingml/2006/main">
              <a:ext uri="{FF2B5EF4-FFF2-40B4-BE49-F238E27FC236}">
                <a16:creationId xmlns:a16="http://schemas.microsoft.com/office/drawing/2014/main" id="{1F25AB78-47F1-41E5-95DA-360A4D6D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6" name="SE-082-path-166">
            <a:extLst xmlns:a="http://schemas.openxmlformats.org/drawingml/2006/main">
              <a:ext uri="{FF2B5EF4-FFF2-40B4-BE49-F238E27FC236}">
                <a16:creationId xmlns:a16="http://schemas.microsoft.com/office/drawing/2014/main" id="{E097FF08-09C0-4A48-9AF9-1F1A5291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7" name="SE-082-path-167">
            <a:extLst xmlns:a="http://schemas.openxmlformats.org/drawingml/2006/main">
              <a:ext uri="{FF2B5EF4-FFF2-40B4-BE49-F238E27FC236}">
                <a16:creationId xmlns:a16="http://schemas.microsoft.com/office/drawing/2014/main" id="{72501928-0B28-46F6-8442-9095706D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8" name="SE-082-path-168">
            <a:extLst xmlns:a="http://schemas.openxmlformats.org/drawingml/2006/main">
              <a:ext uri="{FF2B5EF4-FFF2-40B4-BE49-F238E27FC236}">
                <a16:creationId xmlns:a16="http://schemas.microsoft.com/office/drawing/2014/main" id="{7CE8E147-61DD-4E65-8915-1C92526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69" name="SE-082-path-169">
            <a:extLst xmlns:a="http://schemas.openxmlformats.org/drawingml/2006/main">
              <a:ext uri="{FF2B5EF4-FFF2-40B4-BE49-F238E27FC236}">
                <a16:creationId xmlns:a16="http://schemas.microsoft.com/office/drawing/2014/main" id="{3486FAF8-5F1C-47CF-8CD1-4D30EAAE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0" name="SE-082-path-170">
            <a:extLst xmlns:a="http://schemas.openxmlformats.org/drawingml/2006/main">
              <a:ext uri="{FF2B5EF4-FFF2-40B4-BE49-F238E27FC236}">
                <a16:creationId xmlns:a16="http://schemas.microsoft.com/office/drawing/2014/main" id="{E208B60A-74F8-4FDE-92CD-BBFDD83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1" name="SE-082-path-171">
            <a:extLst xmlns:a="http://schemas.openxmlformats.org/drawingml/2006/main">
              <a:ext uri="{FF2B5EF4-FFF2-40B4-BE49-F238E27FC236}">
                <a16:creationId xmlns:a16="http://schemas.microsoft.com/office/drawing/2014/main" id="{B76E809B-24CB-4DFB-AD40-C0344845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2" name="SE-082-path-172">
            <a:extLst xmlns:a="http://schemas.openxmlformats.org/drawingml/2006/main">
              <a:ext uri="{FF2B5EF4-FFF2-40B4-BE49-F238E27FC236}">
                <a16:creationId xmlns:a16="http://schemas.microsoft.com/office/drawing/2014/main" id="{BACC4B35-AAC1-4323-BE71-1C4C5DC9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3" name="SE-082-path-173">
            <a:extLst xmlns:a="http://schemas.openxmlformats.org/drawingml/2006/main">
              <a:ext uri="{FF2B5EF4-FFF2-40B4-BE49-F238E27FC236}">
                <a16:creationId xmlns:a16="http://schemas.microsoft.com/office/drawing/2014/main" id="{1886BA8A-097A-4C57-A0B8-B17B6432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4" name="SE-082-path-174">
            <a:extLst xmlns:a="http://schemas.openxmlformats.org/drawingml/2006/main">
              <a:ext uri="{FF2B5EF4-FFF2-40B4-BE49-F238E27FC236}">
                <a16:creationId xmlns:a16="http://schemas.microsoft.com/office/drawing/2014/main" id="{FCB971B0-6FB2-464C-9D01-D86EC7A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5" name="SE-082-path-175">
            <a:extLst xmlns:a="http://schemas.openxmlformats.org/drawingml/2006/main">
              <a:ext uri="{FF2B5EF4-FFF2-40B4-BE49-F238E27FC236}">
                <a16:creationId xmlns:a16="http://schemas.microsoft.com/office/drawing/2014/main" id="{274AA607-16E5-4449-B172-FA8D5D77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6" name="SE-082-path-176">
            <a:extLst xmlns:a="http://schemas.openxmlformats.org/drawingml/2006/main">
              <a:ext uri="{FF2B5EF4-FFF2-40B4-BE49-F238E27FC236}">
                <a16:creationId xmlns:a16="http://schemas.microsoft.com/office/drawing/2014/main" id="{F058DD85-B60F-49D4-B769-1E26A5C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7" name="SE-082-path-177">
            <a:extLst xmlns:a="http://schemas.openxmlformats.org/drawingml/2006/main">
              <a:ext uri="{FF2B5EF4-FFF2-40B4-BE49-F238E27FC236}">
                <a16:creationId xmlns:a16="http://schemas.microsoft.com/office/drawing/2014/main" id="{E3B1EF8C-971B-4013-BD9B-24475D0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8" name="SE-082-path-178">
            <a:extLst xmlns:a="http://schemas.openxmlformats.org/drawingml/2006/main">
              <a:ext uri="{FF2B5EF4-FFF2-40B4-BE49-F238E27FC236}">
                <a16:creationId xmlns:a16="http://schemas.microsoft.com/office/drawing/2014/main" id="{B0DD0B9B-6682-4107-8A21-C617760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79" name="SE-082-path-179">
            <a:extLst xmlns:a="http://schemas.openxmlformats.org/drawingml/2006/main">
              <a:ext uri="{FF2B5EF4-FFF2-40B4-BE49-F238E27FC236}">
                <a16:creationId xmlns:a16="http://schemas.microsoft.com/office/drawing/2014/main" id="{BCF9210A-9CA2-48C5-B153-8326D06C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0" name="SE-082-path-180">
            <a:extLst xmlns:a="http://schemas.openxmlformats.org/drawingml/2006/main">
              <a:ext uri="{FF2B5EF4-FFF2-40B4-BE49-F238E27FC236}">
                <a16:creationId xmlns:a16="http://schemas.microsoft.com/office/drawing/2014/main" id="{605EC8D9-E370-41CD-9B1D-ECFBB77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1" name="SE-082-path-181">
            <a:extLst xmlns:a="http://schemas.openxmlformats.org/drawingml/2006/main">
              <a:ext uri="{FF2B5EF4-FFF2-40B4-BE49-F238E27FC236}">
                <a16:creationId xmlns:a16="http://schemas.microsoft.com/office/drawing/2014/main" id="{CC3907F0-1B70-4F27-BEEE-1D9F0DC9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2" name="SE-082-path-182">
            <a:extLst xmlns:a="http://schemas.openxmlformats.org/drawingml/2006/main">
              <a:ext uri="{FF2B5EF4-FFF2-40B4-BE49-F238E27FC236}">
                <a16:creationId xmlns:a16="http://schemas.microsoft.com/office/drawing/2014/main" id="{2DEB3AE8-C442-4772-86C3-E367B12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3" name="SE-082-path-183">
            <a:extLst xmlns:a="http://schemas.openxmlformats.org/drawingml/2006/main">
              <a:ext uri="{FF2B5EF4-FFF2-40B4-BE49-F238E27FC236}">
                <a16:creationId xmlns:a16="http://schemas.microsoft.com/office/drawing/2014/main" id="{B1CFE196-55A1-44DF-B808-472820D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4" name="SE-082-path-184">
            <a:extLst xmlns:a="http://schemas.openxmlformats.org/drawingml/2006/main">
              <a:ext uri="{FF2B5EF4-FFF2-40B4-BE49-F238E27FC236}">
                <a16:creationId xmlns:a16="http://schemas.microsoft.com/office/drawing/2014/main" id="{85C11083-8485-465C-9CBE-881C66C8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5" name="SE-082-path-185">
            <a:extLst xmlns:a="http://schemas.openxmlformats.org/drawingml/2006/main">
              <a:ext uri="{FF2B5EF4-FFF2-40B4-BE49-F238E27FC236}">
                <a16:creationId xmlns:a16="http://schemas.microsoft.com/office/drawing/2014/main" id="{D6F56AA0-E947-40AA-A698-CC919AD7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6" name="SE-082-path-186">
            <a:extLst xmlns:a="http://schemas.openxmlformats.org/drawingml/2006/main">
              <a:ext uri="{FF2B5EF4-FFF2-40B4-BE49-F238E27FC236}">
                <a16:creationId xmlns:a16="http://schemas.microsoft.com/office/drawing/2014/main" id="{15A76D81-764D-481D-8A79-D51EB27D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7" name="SE-082-path-187">
            <a:extLst xmlns:a="http://schemas.openxmlformats.org/drawingml/2006/main">
              <a:ext uri="{FF2B5EF4-FFF2-40B4-BE49-F238E27FC236}">
                <a16:creationId xmlns:a16="http://schemas.microsoft.com/office/drawing/2014/main" id="{499449D7-16B9-4603-8B54-A1A73330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8" name="SE-082-path-188">
            <a:extLst xmlns:a="http://schemas.openxmlformats.org/drawingml/2006/main">
              <a:ext uri="{FF2B5EF4-FFF2-40B4-BE49-F238E27FC236}">
                <a16:creationId xmlns:a16="http://schemas.microsoft.com/office/drawing/2014/main" id="{75D4DB7F-E4C2-4E34-9C92-6E11ADD2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89" name="SE-082-path-189">
            <a:extLst xmlns:a="http://schemas.openxmlformats.org/drawingml/2006/main">
              <a:ext uri="{FF2B5EF4-FFF2-40B4-BE49-F238E27FC236}">
                <a16:creationId xmlns:a16="http://schemas.microsoft.com/office/drawing/2014/main" id="{BCA7B86D-8C8D-48A5-A9FD-3F935FE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0" name="SE-082-path-190">
            <a:extLst xmlns:a="http://schemas.openxmlformats.org/drawingml/2006/main">
              <a:ext uri="{FF2B5EF4-FFF2-40B4-BE49-F238E27FC236}">
                <a16:creationId xmlns:a16="http://schemas.microsoft.com/office/drawing/2014/main" id="{80679AFC-C45D-4B6A-86DC-F67767D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1" name="SE-082-path-191">
            <a:extLst xmlns:a="http://schemas.openxmlformats.org/drawingml/2006/main">
              <a:ext uri="{FF2B5EF4-FFF2-40B4-BE49-F238E27FC236}">
                <a16:creationId xmlns:a16="http://schemas.microsoft.com/office/drawing/2014/main" id="{EFFA6AC0-DB04-42AB-8570-53A8282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2" name="SE-082-path-192">
            <a:extLst xmlns:a="http://schemas.openxmlformats.org/drawingml/2006/main">
              <a:ext uri="{FF2B5EF4-FFF2-40B4-BE49-F238E27FC236}">
                <a16:creationId xmlns:a16="http://schemas.microsoft.com/office/drawing/2014/main" id="{EB625CED-D086-42D1-89B1-D8D972C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3" name="SE-082-path-193">
            <a:extLst xmlns:a="http://schemas.openxmlformats.org/drawingml/2006/main">
              <a:ext uri="{FF2B5EF4-FFF2-40B4-BE49-F238E27FC236}">
                <a16:creationId xmlns:a16="http://schemas.microsoft.com/office/drawing/2014/main" id="{520C4706-8CD3-409C-90F2-C00DC379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4" name="SE-082-path-194">
            <a:extLst xmlns:a="http://schemas.openxmlformats.org/drawingml/2006/main">
              <a:ext uri="{FF2B5EF4-FFF2-40B4-BE49-F238E27FC236}">
                <a16:creationId xmlns:a16="http://schemas.microsoft.com/office/drawing/2014/main" id="{EB46C71A-8FA8-4188-BD56-52E73DAF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5" name="SE-082-path-195">
            <a:extLst xmlns:a="http://schemas.openxmlformats.org/drawingml/2006/main">
              <a:ext uri="{FF2B5EF4-FFF2-40B4-BE49-F238E27FC236}">
                <a16:creationId xmlns:a16="http://schemas.microsoft.com/office/drawing/2014/main" id="{1499B6D3-D22A-491F-BF5C-8943EE32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6" name="SE-082-path-196">
            <a:extLst xmlns:a="http://schemas.openxmlformats.org/drawingml/2006/main">
              <a:ext uri="{FF2B5EF4-FFF2-40B4-BE49-F238E27FC236}">
                <a16:creationId xmlns:a16="http://schemas.microsoft.com/office/drawing/2014/main" id="{59AB3F8F-462C-4C0E-B84A-EBF61D5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7" name="SE-082-path-197">
            <a:extLst xmlns:a="http://schemas.openxmlformats.org/drawingml/2006/main">
              <a:ext uri="{FF2B5EF4-FFF2-40B4-BE49-F238E27FC236}">
                <a16:creationId xmlns:a16="http://schemas.microsoft.com/office/drawing/2014/main" id="{CAB40CE1-2CD3-4345-B090-BFBFC65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8" name="SE-082-path-198">
            <a:extLst xmlns:a="http://schemas.openxmlformats.org/drawingml/2006/main">
              <a:ext uri="{FF2B5EF4-FFF2-40B4-BE49-F238E27FC236}">
                <a16:creationId xmlns:a16="http://schemas.microsoft.com/office/drawing/2014/main" id="{9BDDADCF-6595-406D-9666-DC493F4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99" name="SE-082-path-199">
            <a:extLst xmlns:a="http://schemas.openxmlformats.org/drawingml/2006/main">
              <a:ext uri="{FF2B5EF4-FFF2-40B4-BE49-F238E27FC236}">
                <a16:creationId xmlns:a16="http://schemas.microsoft.com/office/drawing/2014/main" id="{D0556FAA-9A6B-488F-936A-F1BC123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0" name="SE-082-path-200">
            <a:extLst xmlns:a="http://schemas.openxmlformats.org/drawingml/2006/main">
              <a:ext uri="{FF2B5EF4-FFF2-40B4-BE49-F238E27FC236}">
                <a16:creationId xmlns:a16="http://schemas.microsoft.com/office/drawing/2014/main" id="{8C4748F6-118D-48CA-B938-105C8D2A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1" name="SE-082-path-201">
            <a:extLst xmlns:a="http://schemas.openxmlformats.org/drawingml/2006/main">
              <a:ext uri="{FF2B5EF4-FFF2-40B4-BE49-F238E27FC236}">
                <a16:creationId xmlns:a16="http://schemas.microsoft.com/office/drawing/2014/main" id="{657B7F22-20F9-4F36-AF54-9662CE8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2" name="SE-082-path-202">
            <a:extLst xmlns:a="http://schemas.openxmlformats.org/drawingml/2006/main">
              <a:ext uri="{FF2B5EF4-FFF2-40B4-BE49-F238E27FC236}">
                <a16:creationId xmlns:a16="http://schemas.microsoft.com/office/drawing/2014/main" id="{A7C12C4B-00F2-46B4-A815-3E6D5577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3" name="SE-082-path-203">
            <a:extLst xmlns:a="http://schemas.openxmlformats.org/drawingml/2006/main">
              <a:ext uri="{FF2B5EF4-FFF2-40B4-BE49-F238E27FC236}">
                <a16:creationId xmlns:a16="http://schemas.microsoft.com/office/drawing/2014/main" id="{89506B17-0F1A-429D-822D-BDE5707B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4" name="SE-082-path-204">
            <a:extLst xmlns:a="http://schemas.openxmlformats.org/drawingml/2006/main">
              <a:ext uri="{FF2B5EF4-FFF2-40B4-BE49-F238E27FC236}">
                <a16:creationId xmlns:a16="http://schemas.microsoft.com/office/drawing/2014/main" id="{CF8B5466-2AAB-4862-993D-3C8FFC8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5" name="SE-082-path-205">
            <a:extLst xmlns:a="http://schemas.openxmlformats.org/drawingml/2006/main">
              <a:ext uri="{FF2B5EF4-FFF2-40B4-BE49-F238E27FC236}">
                <a16:creationId xmlns:a16="http://schemas.microsoft.com/office/drawing/2014/main" id="{5E1B4248-DFD0-4A09-A161-BBCED9C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6" name="SE-082-path-206">
            <a:extLst xmlns:a="http://schemas.openxmlformats.org/drawingml/2006/main">
              <a:ext uri="{FF2B5EF4-FFF2-40B4-BE49-F238E27FC236}">
                <a16:creationId xmlns:a16="http://schemas.microsoft.com/office/drawing/2014/main" id="{3A8F8082-82DD-4177-B7B8-B0FA97F9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7" name="SE-082-path-207">
            <a:extLst xmlns:a="http://schemas.openxmlformats.org/drawingml/2006/main">
              <a:ext uri="{FF2B5EF4-FFF2-40B4-BE49-F238E27FC236}">
                <a16:creationId xmlns:a16="http://schemas.microsoft.com/office/drawing/2014/main" id="{2C0FF240-014F-4452-B791-CCCEFED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8" name="SE-082-path-208">
            <a:extLst xmlns:a="http://schemas.openxmlformats.org/drawingml/2006/main">
              <a:ext uri="{FF2B5EF4-FFF2-40B4-BE49-F238E27FC236}">
                <a16:creationId xmlns:a16="http://schemas.microsoft.com/office/drawing/2014/main" id="{C4D9B711-254C-4143-90A9-F7D3CEC4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09" name="SE-082-path-209">
            <a:extLst xmlns:a="http://schemas.openxmlformats.org/drawingml/2006/main">
              <a:ext uri="{FF2B5EF4-FFF2-40B4-BE49-F238E27FC236}">
                <a16:creationId xmlns:a16="http://schemas.microsoft.com/office/drawing/2014/main" id="{AC9804C5-2985-4F5B-B1D5-2A20E8E9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0" name="SE-082-path-210">
            <a:extLst xmlns:a="http://schemas.openxmlformats.org/drawingml/2006/main">
              <a:ext uri="{FF2B5EF4-FFF2-40B4-BE49-F238E27FC236}">
                <a16:creationId xmlns:a16="http://schemas.microsoft.com/office/drawing/2014/main" id="{C5F83D86-1FF4-4CB2-895C-EE7F1263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1" name="SE-082-path-211">
            <a:extLst xmlns:a="http://schemas.openxmlformats.org/drawingml/2006/main">
              <a:ext uri="{FF2B5EF4-FFF2-40B4-BE49-F238E27FC236}">
                <a16:creationId xmlns:a16="http://schemas.microsoft.com/office/drawing/2014/main" id="{7C89F535-2989-4D04-A0F1-1A5F0533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2" name="SE-082-path-212">
            <a:extLst xmlns:a="http://schemas.openxmlformats.org/drawingml/2006/main">
              <a:ext uri="{FF2B5EF4-FFF2-40B4-BE49-F238E27FC236}">
                <a16:creationId xmlns:a16="http://schemas.microsoft.com/office/drawing/2014/main" id="{EA40F9E6-1437-4DAF-BB8D-380339B6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3" name="SE-082-path-213">
            <a:extLst xmlns:a="http://schemas.openxmlformats.org/drawingml/2006/main">
              <a:ext uri="{FF2B5EF4-FFF2-40B4-BE49-F238E27FC236}">
                <a16:creationId xmlns:a16="http://schemas.microsoft.com/office/drawing/2014/main" id="{F404EF05-DD76-4013-8F3A-488AA975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4" name="SE-082-path-214">
            <a:extLst xmlns:a="http://schemas.openxmlformats.org/drawingml/2006/main">
              <a:ext uri="{FF2B5EF4-FFF2-40B4-BE49-F238E27FC236}">
                <a16:creationId xmlns:a16="http://schemas.microsoft.com/office/drawing/2014/main" id="{02CBC58B-6622-46A0-A5B7-3B4E66DB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5" name="SE-082-path-215">
            <a:extLst xmlns:a="http://schemas.openxmlformats.org/drawingml/2006/main">
              <a:ext uri="{FF2B5EF4-FFF2-40B4-BE49-F238E27FC236}">
                <a16:creationId xmlns:a16="http://schemas.microsoft.com/office/drawing/2014/main" id="{084D4D9A-80B2-42E4-8844-1126886B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6" name="SE-082-path-216">
            <a:extLst xmlns:a="http://schemas.openxmlformats.org/drawingml/2006/main">
              <a:ext uri="{FF2B5EF4-FFF2-40B4-BE49-F238E27FC236}">
                <a16:creationId xmlns:a16="http://schemas.microsoft.com/office/drawing/2014/main" id="{5ABEA633-E1A8-437F-8E75-DE46D06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7" name="SE-082-path-217">
            <a:extLst xmlns:a="http://schemas.openxmlformats.org/drawingml/2006/main">
              <a:ext uri="{FF2B5EF4-FFF2-40B4-BE49-F238E27FC236}">
                <a16:creationId xmlns:a16="http://schemas.microsoft.com/office/drawing/2014/main" id="{7ECC02D2-8BFE-4AE1-B9CD-37196E3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8" name="SE-082-path-218">
            <a:extLst xmlns:a="http://schemas.openxmlformats.org/drawingml/2006/main">
              <a:ext uri="{FF2B5EF4-FFF2-40B4-BE49-F238E27FC236}">
                <a16:creationId xmlns:a16="http://schemas.microsoft.com/office/drawing/2014/main" id="{10A8381C-8665-443E-B09E-68ED3077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19" name="SE-082-path-219">
            <a:extLst xmlns:a="http://schemas.openxmlformats.org/drawingml/2006/main">
              <a:ext uri="{FF2B5EF4-FFF2-40B4-BE49-F238E27FC236}">
                <a16:creationId xmlns:a16="http://schemas.microsoft.com/office/drawing/2014/main" id="{4DF9EA09-143D-4BCD-AFC7-A250EA3A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0" name="SE-082-path-220">
            <a:extLst xmlns:a="http://schemas.openxmlformats.org/drawingml/2006/main">
              <a:ext uri="{FF2B5EF4-FFF2-40B4-BE49-F238E27FC236}">
                <a16:creationId xmlns:a16="http://schemas.microsoft.com/office/drawing/2014/main" id="{73D4F575-F963-4377-A47E-083AE285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1" name="SE-082-path-221">
            <a:extLst xmlns:a="http://schemas.openxmlformats.org/drawingml/2006/main">
              <a:ext uri="{FF2B5EF4-FFF2-40B4-BE49-F238E27FC236}">
                <a16:creationId xmlns:a16="http://schemas.microsoft.com/office/drawing/2014/main" id="{7327AC24-F67A-4DAE-A83C-2DBF1362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95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2" name="SE-082-path-222">
            <a:extLst xmlns:a="http://schemas.openxmlformats.org/drawingml/2006/main">
              <a:ext uri="{FF2B5EF4-FFF2-40B4-BE49-F238E27FC236}">
                <a16:creationId xmlns:a16="http://schemas.microsoft.com/office/drawing/2014/main" id="{6B3F4F8A-7BB1-41BE-A126-196BC86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95600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3" name="SE-082-path-223">
            <a:extLst xmlns:a="http://schemas.openxmlformats.org/drawingml/2006/main">
              <a:ext uri="{FF2B5EF4-FFF2-40B4-BE49-F238E27FC236}">
                <a16:creationId xmlns:a16="http://schemas.microsoft.com/office/drawing/2014/main" id="{54CBA0C0-BCB2-4A00-ADAD-F074403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4" name="SE-082-path-224">
            <a:extLst xmlns:a="http://schemas.openxmlformats.org/drawingml/2006/main">
              <a:ext uri="{FF2B5EF4-FFF2-40B4-BE49-F238E27FC236}">
                <a16:creationId xmlns:a16="http://schemas.microsoft.com/office/drawing/2014/main" id="{91D28B77-D4FF-431A-8B8F-3DA2247D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5" name="SE-082-path-225">
            <a:extLst xmlns:a="http://schemas.openxmlformats.org/drawingml/2006/main">
              <a:ext uri="{FF2B5EF4-FFF2-40B4-BE49-F238E27FC236}">
                <a16:creationId xmlns:a16="http://schemas.microsoft.com/office/drawing/2014/main" id="{F742D06F-9E41-4BED-BD7C-F7B0BDB5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6" name="SE-082-path-226">
            <a:extLst xmlns:a="http://schemas.openxmlformats.org/drawingml/2006/main">
              <a:ext uri="{FF2B5EF4-FFF2-40B4-BE49-F238E27FC236}">
                <a16:creationId xmlns:a16="http://schemas.microsoft.com/office/drawing/2014/main" id="{B199A269-F802-42F5-8A76-CCAAD900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7" name="SE-082-path-227">
            <a:extLst xmlns:a="http://schemas.openxmlformats.org/drawingml/2006/main">
              <a:ext uri="{FF2B5EF4-FFF2-40B4-BE49-F238E27FC236}">
                <a16:creationId xmlns:a16="http://schemas.microsoft.com/office/drawing/2014/main" id="{584BCDA6-E07F-4DD2-B8D0-DA11721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8" name="SE-082-path-228">
            <a:extLst xmlns:a="http://schemas.openxmlformats.org/drawingml/2006/main">
              <a:ext uri="{FF2B5EF4-FFF2-40B4-BE49-F238E27FC236}">
                <a16:creationId xmlns:a16="http://schemas.microsoft.com/office/drawing/2014/main" id="{D17B18AD-D1B0-4D8D-97D3-8F7E2BBB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29" name="SE-082-path-229">
            <a:extLst xmlns:a="http://schemas.openxmlformats.org/drawingml/2006/main">
              <a:ext uri="{FF2B5EF4-FFF2-40B4-BE49-F238E27FC236}">
                <a16:creationId xmlns:a16="http://schemas.microsoft.com/office/drawing/2014/main" id="{BB5056BC-DD3D-44A5-A128-23098573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0" name="SE-082-path-230">
            <a:extLst xmlns:a="http://schemas.openxmlformats.org/drawingml/2006/main">
              <a:ext uri="{FF2B5EF4-FFF2-40B4-BE49-F238E27FC236}">
                <a16:creationId xmlns:a16="http://schemas.microsoft.com/office/drawing/2014/main" id="{2B48153B-DC7C-47DF-BE9C-0D7C6B7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1" name="SE-082-path-231">
            <a:extLst xmlns:a="http://schemas.openxmlformats.org/drawingml/2006/main">
              <a:ext uri="{FF2B5EF4-FFF2-40B4-BE49-F238E27FC236}">
                <a16:creationId xmlns:a16="http://schemas.microsoft.com/office/drawing/2014/main" id="{767D31CE-3842-46E5-9AE6-8EF7B56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2" name="SE-082-path-232">
            <a:extLst xmlns:a="http://schemas.openxmlformats.org/drawingml/2006/main">
              <a:ext uri="{FF2B5EF4-FFF2-40B4-BE49-F238E27FC236}">
                <a16:creationId xmlns:a16="http://schemas.microsoft.com/office/drawing/2014/main" id="{F869162A-B11F-4C2B-9673-DAA95D7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3" name="SE-082-path-233">
            <a:extLst xmlns:a="http://schemas.openxmlformats.org/drawingml/2006/main">
              <a:ext uri="{FF2B5EF4-FFF2-40B4-BE49-F238E27FC236}">
                <a16:creationId xmlns:a16="http://schemas.microsoft.com/office/drawing/2014/main" id="{66652448-98E6-45E9-9BDE-24E92B2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386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4" name="SE-082-path-234">
            <a:extLst xmlns:a="http://schemas.openxmlformats.org/drawingml/2006/main">
              <a:ext uri="{FF2B5EF4-FFF2-40B4-BE49-F238E27FC236}">
                <a16:creationId xmlns:a16="http://schemas.microsoft.com/office/drawing/2014/main" id="{63CD5AF5-D7F1-4681-8837-B51D1BDC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5" name="SE-082-path-235">
            <a:extLst xmlns:a="http://schemas.openxmlformats.org/drawingml/2006/main">
              <a:ext uri="{FF2B5EF4-FFF2-40B4-BE49-F238E27FC236}">
                <a16:creationId xmlns:a16="http://schemas.microsoft.com/office/drawing/2014/main" id="{FA8C1B25-0C35-4F9B-AA51-540C270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6" name="SE-082-path-236">
            <a:extLst xmlns:a="http://schemas.openxmlformats.org/drawingml/2006/main">
              <a:ext uri="{FF2B5EF4-FFF2-40B4-BE49-F238E27FC236}">
                <a16:creationId xmlns:a16="http://schemas.microsoft.com/office/drawing/2014/main" id="{3AE133F7-627E-4107-805B-9646D13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7" name="SE-082-path-237">
            <a:extLst xmlns:a="http://schemas.openxmlformats.org/drawingml/2006/main">
              <a:ext uri="{FF2B5EF4-FFF2-40B4-BE49-F238E27FC236}">
                <a16:creationId xmlns:a16="http://schemas.microsoft.com/office/drawing/2014/main" id="{8FF76A21-3BA7-45A8-90EC-1705935A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8" name="SE-082-path-238">
            <a:extLst xmlns:a="http://schemas.openxmlformats.org/drawingml/2006/main">
              <a:ext uri="{FF2B5EF4-FFF2-40B4-BE49-F238E27FC236}">
                <a16:creationId xmlns:a16="http://schemas.microsoft.com/office/drawing/2014/main" id="{511AC492-D1B6-45E9-B17C-C65F570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39" name="SE-082-path-239">
            <a:extLst xmlns:a="http://schemas.openxmlformats.org/drawingml/2006/main">
              <a:ext uri="{FF2B5EF4-FFF2-40B4-BE49-F238E27FC236}">
                <a16:creationId xmlns:a16="http://schemas.microsoft.com/office/drawing/2014/main" id="{BBF45599-0CBE-4FD3-9385-BF54177E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24400"/>
            <a:ext cx="95" cy="66675"/>
          </a:xfrm>
          <a:custGeom xmlns:a="http://schemas.openxmlformats.org/drawingml/2006/main"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0" name="SE-082-path-240">
            <a:extLst xmlns:a="http://schemas.openxmlformats.org/drawingml/2006/main">
              <a:ext uri="{FF2B5EF4-FFF2-40B4-BE49-F238E27FC236}">
                <a16:creationId xmlns:a16="http://schemas.microsoft.com/office/drawing/2014/main" id="{4F6E6A46-CE37-496D-9D91-889DEFBC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1" name="SE-082-path-241">
            <a:extLst xmlns:a="http://schemas.openxmlformats.org/drawingml/2006/main">
              <a:ext uri="{FF2B5EF4-FFF2-40B4-BE49-F238E27FC236}">
                <a16:creationId xmlns:a16="http://schemas.microsoft.com/office/drawing/2014/main" id="{39846815-04E6-4F20-B658-7D1C133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2" name="SE-082-path-242">
            <a:extLst xmlns:a="http://schemas.openxmlformats.org/drawingml/2006/main">
              <a:ext uri="{FF2B5EF4-FFF2-40B4-BE49-F238E27FC236}">
                <a16:creationId xmlns:a16="http://schemas.microsoft.com/office/drawing/2014/main" id="{537A0743-AC87-4E99-8BB8-D997FC5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3" name="SE-082-path-243">
            <a:extLst xmlns:a="http://schemas.openxmlformats.org/drawingml/2006/main">
              <a:ext uri="{FF2B5EF4-FFF2-40B4-BE49-F238E27FC236}">
                <a16:creationId xmlns:a16="http://schemas.microsoft.com/office/drawing/2014/main" id="{0A7DFD45-5CC7-49B0-8B11-1CCFBAB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4" name="SE-082-path-244">
            <a:extLst xmlns:a="http://schemas.openxmlformats.org/drawingml/2006/main">
              <a:ext uri="{FF2B5EF4-FFF2-40B4-BE49-F238E27FC236}">
                <a16:creationId xmlns:a16="http://schemas.microsoft.com/office/drawing/2014/main" id="{75146598-F3BE-42D2-AD05-924842ED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5" name="SE-082-path-245">
            <a:extLst xmlns:a="http://schemas.openxmlformats.org/drawingml/2006/main">
              <a:ext uri="{FF2B5EF4-FFF2-40B4-BE49-F238E27FC236}">
                <a16:creationId xmlns:a16="http://schemas.microsoft.com/office/drawing/2014/main" id="{193E19BE-B797-43A4-B90A-709795E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6" name="SE-082-path-246">
            <a:extLst xmlns:a="http://schemas.openxmlformats.org/drawingml/2006/main">
              <a:ext uri="{FF2B5EF4-FFF2-40B4-BE49-F238E27FC236}">
                <a16:creationId xmlns:a16="http://schemas.microsoft.com/office/drawing/2014/main" id="{C0CDDD04-175B-47CE-B9CD-098B6CD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7" name="SE-082-path-247">
            <a:extLst xmlns:a="http://schemas.openxmlformats.org/drawingml/2006/main">
              <a:ext uri="{FF2B5EF4-FFF2-40B4-BE49-F238E27FC236}">
                <a16:creationId xmlns:a16="http://schemas.microsoft.com/office/drawing/2014/main" id="{056FA04E-37B4-46BA-A94A-C168E6CE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8" name="SE-082-path-248">
            <a:extLst xmlns:a="http://schemas.openxmlformats.org/drawingml/2006/main">
              <a:ext uri="{FF2B5EF4-FFF2-40B4-BE49-F238E27FC236}">
                <a16:creationId xmlns:a16="http://schemas.microsoft.com/office/drawing/2014/main" id="{AB23F2DB-3E0D-432A-B921-E4F35657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49" name="SE-082-path-249">
            <a:extLst xmlns:a="http://schemas.openxmlformats.org/drawingml/2006/main">
              <a:ext uri="{FF2B5EF4-FFF2-40B4-BE49-F238E27FC236}">
                <a16:creationId xmlns:a16="http://schemas.microsoft.com/office/drawing/2014/main" id="{1519EC86-7BEA-46F0-85DA-B67D81C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0" name="SE-082-path-250">
            <a:extLst xmlns:a="http://schemas.openxmlformats.org/drawingml/2006/main">
              <a:ext uri="{FF2B5EF4-FFF2-40B4-BE49-F238E27FC236}">
                <a16:creationId xmlns:a16="http://schemas.microsoft.com/office/drawing/2014/main" id="{1A7D32D1-D40E-4C86-AB1E-D6AF1C9A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1" name="SE-082-path-251">
            <a:extLst xmlns:a="http://schemas.openxmlformats.org/drawingml/2006/main">
              <a:ext uri="{FF2B5EF4-FFF2-40B4-BE49-F238E27FC236}">
                <a16:creationId xmlns:a16="http://schemas.microsoft.com/office/drawing/2014/main" id="{E472EF75-73BE-47E3-8F0B-0ABFF552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2" name="SE-082-path-252">
            <a:extLst xmlns:a="http://schemas.openxmlformats.org/drawingml/2006/main">
              <a:ext uri="{FF2B5EF4-FFF2-40B4-BE49-F238E27FC236}">
                <a16:creationId xmlns:a16="http://schemas.microsoft.com/office/drawing/2014/main" id="{4C2266B0-A5BB-4023-ABC5-9DA286E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3" name="SE-082-path-253">
            <a:extLst xmlns:a="http://schemas.openxmlformats.org/drawingml/2006/main">
              <a:ext uri="{FF2B5EF4-FFF2-40B4-BE49-F238E27FC236}">
                <a16:creationId xmlns:a16="http://schemas.microsoft.com/office/drawing/2014/main" id="{5C447E99-D425-4C37-849C-4C0F584F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4" name="SE-082-path-254">
            <a:extLst xmlns:a="http://schemas.openxmlformats.org/drawingml/2006/main">
              <a:ext uri="{FF2B5EF4-FFF2-40B4-BE49-F238E27FC236}">
                <a16:creationId xmlns:a16="http://schemas.microsoft.com/office/drawing/2014/main" id="{830583F5-F389-4990-81CD-7E8C523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5" name="SE-082-path-255">
            <a:extLst xmlns:a="http://schemas.openxmlformats.org/drawingml/2006/main">
              <a:ext uri="{FF2B5EF4-FFF2-40B4-BE49-F238E27FC236}">
                <a16:creationId xmlns:a16="http://schemas.microsoft.com/office/drawing/2014/main" id="{4CE5EAE3-1E24-43DC-8EEB-B7B0CBE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6" name="SE-082-path-256">
            <a:extLst xmlns:a="http://schemas.openxmlformats.org/drawingml/2006/main">
              <a:ext uri="{FF2B5EF4-FFF2-40B4-BE49-F238E27FC236}">
                <a16:creationId xmlns:a16="http://schemas.microsoft.com/office/drawing/2014/main" id="{0AF13373-8002-468B-AA88-AAE8451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7" name="SE-082-path-257">
            <a:extLst xmlns:a="http://schemas.openxmlformats.org/drawingml/2006/main">
              <a:ext uri="{FF2B5EF4-FFF2-40B4-BE49-F238E27FC236}">
                <a16:creationId xmlns:a16="http://schemas.microsoft.com/office/drawing/2014/main" id="{A4C2EB55-C2B6-4CDE-A3DB-199742F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8" name="SE-082-path-258">
            <a:extLst xmlns:a="http://schemas.openxmlformats.org/drawingml/2006/main">
              <a:ext uri="{FF2B5EF4-FFF2-40B4-BE49-F238E27FC236}">
                <a16:creationId xmlns:a16="http://schemas.microsoft.com/office/drawing/2014/main" id="{186498F5-798C-42F0-8B97-38EA69F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59" name="SE-082-path-259">
            <a:extLst xmlns:a="http://schemas.openxmlformats.org/drawingml/2006/main">
              <a:ext uri="{FF2B5EF4-FFF2-40B4-BE49-F238E27FC236}">
                <a16:creationId xmlns:a16="http://schemas.microsoft.com/office/drawing/2014/main" id="{6A1FCCA0-2AE0-4410-A31F-93CE26C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0" name="SE-082-path-260">
            <a:extLst xmlns:a="http://schemas.openxmlformats.org/drawingml/2006/main">
              <a:ext uri="{FF2B5EF4-FFF2-40B4-BE49-F238E27FC236}">
                <a16:creationId xmlns:a16="http://schemas.microsoft.com/office/drawing/2014/main" id="{407C8B89-AF50-4786-8479-BD47063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1" name="SE-082-path-261">
            <a:extLst xmlns:a="http://schemas.openxmlformats.org/drawingml/2006/main">
              <a:ext uri="{FF2B5EF4-FFF2-40B4-BE49-F238E27FC236}">
                <a16:creationId xmlns:a16="http://schemas.microsoft.com/office/drawing/2014/main" id="{3BED8CC7-F602-40AA-9737-555116FF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2" name="SE-082-path-262">
            <a:extLst xmlns:a="http://schemas.openxmlformats.org/drawingml/2006/main">
              <a:ext uri="{FF2B5EF4-FFF2-40B4-BE49-F238E27FC236}">
                <a16:creationId xmlns:a16="http://schemas.microsoft.com/office/drawing/2014/main" id="{F291EE53-6B50-4DE3-845D-344BC98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3" name="SE-082-path-263">
            <a:extLst xmlns:a="http://schemas.openxmlformats.org/drawingml/2006/main">
              <a:ext uri="{FF2B5EF4-FFF2-40B4-BE49-F238E27FC236}">
                <a16:creationId xmlns:a16="http://schemas.microsoft.com/office/drawing/2014/main" id="{001250B9-12AF-41C5-84BD-446002D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4" name="SE-082-path-264">
            <a:extLst xmlns:a="http://schemas.openxmlformats.org/drawingml/2006/main">
              <a:ext uri="{FF2B5EF4-FFF2-40B4-BE49-F238E27FC236}">
                <a16:creationId xmlns:a16="http://schemas.microsoft.com/office/drawing/2014/main" id="{0F9A4904-8F35-47FD-9F7B-AB071C6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5" name="SE-082-path-265">
            <a:extLst xmlns:a="http://schemas.openxmlformats.org/drawingml/2006/main">
              <a:ext uri="{FF2B5EF4-FFF2-40B4-BE49-F238E27FC236}">
                <a16:creationId xmlns:a16="http://schemas.microsoft.com/office/drawing/2014/main" id="{C10FB13B-9191-40E5-84BC-7F2CCD0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6" name="SE-082-path-266">
            <a:extLst xmlns:a="http://schemas.openxmlformats.org/drawingml/2006/main">
              <a:ext uri="{FF2B5EF4-FFF2-40B4-BE49-F238E27FC236}">
                <a16:creationId xmlns:a16="http://schemas.microsoft.com/office/drawing/2014/main" id="{6E81B35C-4701-4EF9-A691-5D18D418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7" name="SE-082-path-267">
            <a:extLst xmlns:a="http://schemas.openxmlformats.org/drawingml/2006/main">
              <a:ext uri="{FF2B5EF4-FFF2-40B4-BE49-F238E27FC236}">
                <a16:creationId xmlns:a16="http://schemas.microsoft.com/office/drawing/2014/main" id="{B55674EE-2408-4619-8A00-1AD3A31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8" name="SE-082-path-268">
            <a:extLst xmlns:a="http://schemas.openxmlformats.org/drawingml/2006/main">
              <a:ext uri="{FF2B5EF4-FFF2-40B4-BE49-F238E27FC236}">
                <a16:creationId xmlns:a16="http://schemas.microsoft.com/office/drawing/2014/main" id="{7F3E0498-D0FE-413D-B6A8-979025C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69" name="SE-082-path-269">
            <a:extLst xmlns:a="http://schemas.openxmlformats.org/drawingml/2006/main">
              <a:ext uri="{FF2B5EF4-FFF2-40B4-BE49-F238E27FC236}">
                <a16:creationId xmlns:a16="http://schemas.microsoft.com/office/drawing/2014/main" id="{711232EA-D41A-485F-A8D1-13C38CEA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0" name="SE-082-path-270">
            <a:extLst xmlns:a="http://schemas.openxmlformats.org/drawingml/2006/main">
              <a:ext uri="{FF2B5EF4-FFF2-40B4-BE49-F238E27FC236}">
                <a16:creationId xmlns:a16="http://schemas.microsoft.com/office/drawing/2014/main" id="{F82E2116-DF06-4894-A0B1-519017AE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1" name="SE-082-path-271">
            <a:extLst xmlns:a="http://schemas.openxmlformats.org/drawingml/2006/main">
              <a:ext uri="{FF2B5EF4-FFF2-40B4-BE49-F238E27FC236}">
                <a16:creationId xmlns:a16="http://schemas.microsoft.com/office/drawing/2014/main" id="{02D1F299-1C35-4AE2-8ED4-2C3919C6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2" name="SE-082-path-272">
            <a:extLst xmlns:a="http://schemas.openxmlformats.org/drawingml/2006/main">
              <a:ext uri="{FF2B5EF4-FFF2-40B4-BE49-F238E27FC236}">
                <a16:creationId xmlns:a16="http://schemas.microsoft.com/office/drawing/2014/main" id="{EAF00F52-75A3-49E4-BA6B-EDECECE2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3" name="SE-082-path-273">
            <a:extLst xmlns:a="http://schemas.openxmlformats.org/drawingml/2006/main">
              <a:ext uri="{FF2B5EF4-FFF2-40B4-BE49-F238E27FC236}">
                <a16:creationId xmlns:a16="http://schemas.microsoft.com/office/drawing/2014/main" id="{2C068866-759B-4A02-892B-A0710E8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4" name="SE-082-path-274">
            <a:extLst xmlns:a="http://schemas.openxmlformats.org/drawingml/2006/main">
              <a:ext uri="{FF2B5EF4-FFF2-40B4-BE49-F238E27FC236}">
                <a16:creationId xmlns:a16="http://schemas.microsoft.com/office/drawing/2014/main" id="{89FF725D-FBF3-4039-ACFB-16E52A4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5" name="SE-082-path-275">
            <a:extLst xmlns:a="http://schemas.openxmlformats.org/drawingml/2006/main">
              <a:ext uri="{FF2B5EF4-FFF2-40B4-BE49-F238E27FC236}">
                <a16:creationId xmlns:a16="http://schemas.microsoft.com/office/drawing/2014/main" id="{D76D9615-AA5D-4626-BB28-D6D5ADD0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6" name="SE-082-path-276">
            <a:extLst xmlns:a="http://schemas.openxmlformats.org/drawingml/2006/main">
              <a:ext uri="{FF2B5EF4-FFF2-40B4-BE49-F238E27FC236}">
                <a16:creationId xmlns:a16="http://schemas.microsoft.com/office/drawing/2014/main" id="{0055CCF2-20C3-4EB2-9405-F327003F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7" name="SE-082-path-277">
            <a:extLst xmlns:a="http://schemas.openxmlformats.org/drawingml/2006/main">
              <a:ext uri="{FF2B5EF4-FFF2-40B4-BE49-F238E27FC236}">
                <a16:creationId xmlns:a16="http://schemas.microsoft.com/office/drawing/2014/main" id="{E3D88D94-BF8C-4F2C-8EA9-26C542B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8" name="SE-082-path-278">
            <a:extLst xmlns:a="http://schemas.openxmlformats.org/drawingml/2006/main">
              <a:ext uri="{FF2B5EF4-FFF2-40B4-BE49-F238E27FC236}">
                <a16:creationId xmlns:a16="http://schemas.microsoft.com/office/drawing/2014/main" id="{B102E11B-6DFE-413C-973A-EC81D700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79" name="SE-082-path-279">
            <a:extLst xmlns:a="http://schemas.openxmlformats.org/drawingml/2006/main">
              <a:ext uri="{FF2B5EF4-FFF2-40B4-BE49-F238E27FC236}">
                <a16:creationId xmlns:a16="http://schemas.microsoft.com/office/drawing/2014/main" id="{687949BF-9A4B-4356-A2AA-CB21C18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0" name="SE-082-path-280">
            <a:extLst xmlns:a="http://schemas.openxmlformats.org/drawingml/2006/main">
              <a:ext uri="{FF2B5EF4-FFF2-40B4-BE49-F238E27FC236}">
                <a16:creationId xmlns:a16="http://schemas.microsoft.com/office/drawing/2014/main" id="{BB87ABE7-24C0-4551-998C-8ED7F140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1" name="SE-082-path-281">
            <a:extLst xmlns:a="http://schemas.openxmlformats.org/drawingml/2006/main">
              <a:ext uri="{FF2B5EF4-FFF2-40B4-BE49-F238E27FC236}">
                <a16:creationId xmlns:a16="http://schemas.microsoft.com/office/drawing/2014/main" id="{9CD6E755-DEA7-4963-A9FF-3E8ADF7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2" name="SE-082-path-282">
            <a:extLst xmlns:a="http://schemas.openxmlformats.org/drawingml/2006/main">
              <a:ext uri="{FF2B5EF4-FFF2-40B4-BE49-F238E27FC236}">
                <a16:creationId xmlns:a16="http://schemas.microsoft.com/office/drawing/2014/main" id="{91B37BE2-2E75-4E22-B55D-57F22E52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3" name="SE-082-path-283">
            <a:extLst xmlns:a="http://schemas.openxmlformats.org/drawingml/2006/main">
              <a:ext uri="{FF2B5EF4-FFF2-40B4-BE49-F238E27FC236}">
                <a16:creationId xmlns:a16="http://schemas.microsoft.com/office/drawing/2014/main" id="{5C42520B-F79D-4598-AAFE-8FDCC02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4" name="SE-082-path-284">
            <a:extLst xmlns:a="http://schemas.openxmlformats.org/drawingml/2006/main">
              <a:ext uri="{FF2B5EF4-FFF2-40B4-BE49-F238E27FC236}">
                <a16:creationId xmlns:a16="http://schemas.microsoft.com/office/drawing/2014/main" id="{560FFD66-2CF9-45DE-8CEA-9405A1E3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5" name="SE-082-path-285">
            <a:extLst xmlns:a="http://schemas.openxmlformats.org/drawingml/2006/main">
              <a:ext uri="{FF2B5EF4-FFF2-40B4-BE49-F238E27FC236}">
                <a16:creationId xmlns:a16="http://schemas.microsoft.com/office/drawing/2014/main" id="{9CC09E37-D993-4F56-9612-304D937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6" name="SE-082-path-286">
            <a:extLst xmlns:a="http://schemas.openxmlformats.org/drawingml/2006/main">
              <a:ext uri="{FF2B5EF4-FFF2-40B4-BE49-F238E27FC236}">
                <a16:creationId xmlns:a16="http://schemas.microsoft.com/office/drawing/2014/main" id="{4DB482D4-AFAE-499F-807E-0AEED722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7" name="SE-082-path-287">
            <a:extLst xmlns:a="http://schemas.openxmlformats.org/drawingml/2006/main">
              <a:ext uri="{FF2B5EF4-FFF2-40B4-BE49-F238E27FC236}">
                <a16:creationId xmlns:a16="http://schemas.microsoft.com/office/drawing/2014/main" id="{2B7278F2-164B-45B4-B525-5570B6C7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8" name="SE-082-path-288">
            <a:extLst xmlns:a="http://schemas.openxmlformats.org/drawingml/2006/main">
              <a:ext uri="{FF2B5EF4-FFF2-40B4-BE49-F238E27FC236}">
                <a16:creationId xmlns:a16="http://schemas.microsoft.com/office/drawing/2014/main" id="{9B3C7FE2-1308-4368-8400-6EB3B570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89" name="SE-082-path-289">
            <a:extLst xmlns:a="http://schemas.openxmlformats.org/drawingml/2006/main">
              <a:ext uri="{FF2B5EF4-FFF2-40B4-BE49-F238E27FC236}">
                <a16:creationId xmlns:a16="http://schemas.microsoft.com/office/drawing/2014/main" id="{2DB38CCF-74DD-4A00-AAF5-EC7CA86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0" name="SE-082-path-290">
            <a:extLst xmlns:a="http://schemas.openxmlformats.org/drawingml/2006/main">
              <a:ext uri="{FF2B5EF4-FFF2-40B4-BE49-F238E27FC236}">
                <a16:creationId xmlns:a16="http://schemas.microsoft.com/office/drawing/2014/main" id="{6453E4A3-1603-4FEB-B93B-0FDC103A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1" name="SE-082-path-291">
            <a:extLst xmlns:a="http://schemas.openxmlformats.org/drawingml/2006/main">
              <a:ext uri="{FF2B5EF4-FFF2-40B4-BE49-F238E27FC236}">
                <a16:creationId xmlns:a16="http://schemas.microsoft.com/office/drawing/2014/main" id="{70FF4FEA-1A1B-43C8-89BA-08A241E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2" name="SE-082-path-292">
            <a:extLst xmlns:a="http://schemas.openxmlformats.org/drawingml/2006/main">
              <a:ext uri="{FF2B5EF4-FFF2-40B4-BE49-F238E27FC236}">
                <a16:creationId xmlns:a16="http://schemas.microsoft.com/office/drawing/2014/main" id="{0034FFAF-989D-4FD9-BBEA-CB9650C5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3" name="SE-082-path-293">
            <a:extLst xmlns:a="http://schemas.openxmlformats.org/drawingml/2006/main">
              <a:ext uri="{FF2B5EF4-FFF2-40B4-BE49-F238E27FC236}">
                <a16:creationId xmlns:a16="http://schemas.microsoft.com/office/drawing/2014/main" id="{EC8246EB-615C-488D-A0FC-D78BD70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4" name="SE-082-path-294">
            <a:extLst xmlns:a="http://schemas.openxmlformats.org/drawingml/2006/main">
              <a:ext uri="{FF2B5EF4-FFF2-40B4-BE49-F238E27FC236}">
                <a16:creationId xmlns:a16="http://schemas.microsoft.com/office/drawing/2014/main" id="{FC536FDE-1878-4798-BA43-271F347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5" name="SE-082-path-295">
            <a:extLst xmlns:a="http://schemas.openxmlformats.org/drawingml/2006/main">
              <a:ext uri="{FF2B5EF4-FFF2-40B4-BE49-F238E27FC236}">
                <a16:creationId xmlns:a16="http://schemas.microsoft.com/office/drawing/2014/main" id="{E05D17E1-4228-42FA-88B4-B2EF0B2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6" name="SE-082-path-296">
            <a:extLst xmlns:a="http://schemas.openxmlformats.org/drawingml/2006/main">
              <a:ext uri="{FF2B5EF4-FFF2-40B4-BE49-F238E27FC236}">
                <a16:creationId xmlns:a16="http://schemas.microsoft.com/office/drawing/2014/main" id="{B8E4EAD2-BD96-4A33-AAE8-F635656F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7" name="SE-082-path-297">
            <a:extLst xmlns:a="http://schemas.openxmlformats.org/drawingml/2006/main">
              <a:ext uri="{FF2B5EF4-FFF2-40B4-BE49-F238E27FC236}">
                <a16:creationId xmlns:a16="http://schemas.microsoft.com/office/drawing/2014/main" id="{2D1383D3-E164-440D-8DF9-C76BF2D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8" name="SE-082-path-298">
            <a:extLst xmlns:a="http://schemas.openxmlformats.org/drawingml/2006/main">
              <a:ext uri="{FF2B5EF4-FFF2-40B4-BE49-F238E27FC236}">
                <a16:creationId xmlns:a16="http://schemas.microsoft.com/office/drawing/2014/main" id="{638EEBBD-28BD-4683-8D7D-EE60AED5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791075"/>
            <a:ext cx="76200" cy="95"/>
          </a:xfrm>
          <a:custGeom xmlns:a="http://schemas.openxmlformats.org/drawingml/2006/main">
            <a:pathLst>
              <a:path w="76200" h="9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299" name="SE-082-path-299">
            <a:extLst xmlns:a="http://schemas.openxmlformats.org/drawingml/2006/main">
              <a:ext uri="{FF2B5EF4-FFF2-40B4-BE49-F238E27FC236}">
                <a16:creationId xmlns:a16="http://schemas.microsoft.com/office/drawing/2014/main" id="{26257A2C-9BFC-42B1-9B3A-80FE1BC7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791075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0" name="SE-082-path-300">
            <a:extLst xmlns:a="http://schemas.openxmlformats.org/drawingml/2006/main">
              <a:ext uri="{FF2B5EF4-FFF2-40B4-BE49-F238E27FC236}">
                <a16:creationId xmlns:a16="http://schemas.microsoft.com/office/drawing/2014/main" id="{B39608B0-551E-4AA7-A92C-D268DEA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7148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1" name="SE-082-path-301">
            <a:extLst xmlns:a="http://schemas.openxmlformats.org/drawingml/2006/main">
              <a:ext uri="{FF2B5EF4-FFF2-40B4-BE49-F238E27FC236}">
                <a16:creationId xmlns:a16="http://schemas.microsoft.com/office/drawing/2014/main" id="{5049D72D-E782-4009-BCAC-87A9D9D1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6005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2" name="SE-082-path-302">
            <a:extLst xmlns:a="http://schemas.openxmlformats.org/drawingml/2006/main">
              <a:ext uri="{FF2B5EF4-FFF2-40B4-BE49-F238E27FC236}">
                <a16:creationId xmlns:a16="http://schemas.microsoft.com/office/drawing/2014/main" id="{B4AC6911-26D2-4539-A458-18510824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862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3" name="SE-082-path-303">
            <a:extLst xmlns:a="http://schemas.openxmlformats.org/drawingml/2006/main">
              <a:ext uri="{FF2B5EF4-FFF2-40B4-BE49-F238E27FC236}">
                <a16:creationId xmlns:a16="http://schemas.microsoft.com/office/drawing/2014/main" id="{6E766E03-A0E1-4177-A3DB-EE5D86A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3719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4" name="SE-082-path-304">
            <a:extLst xmlns:a="http://schemas.openxmlformats.org/drawingml/2006/main">
              <a:ext uri="{FF2B5EF4-FFF2-40B4-BE49-F238E27FC236}">
                <a16:creationId xmlns:a16="http://schemas.microsoft.com/office/drawing/2014/main" id="{F5821269-C963-4C83-A488-6A8A2451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2576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5" name="SE-082-path-305">
            <a:extLst xmlns:a="http://schemas.openxmlformats.org/drawingml/2006/main">
              <a:ext uri="{FF2B5EF4-FFF2-40B4-BE49-F238E27FC236}">
                <a16:creationId xmlns:a16="http://schemas.microsoft.com/office/drawing/2014/main" id="{FD44F598-6791-4F2F-9A8F-85E2F41F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1433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6" name="SE-082-path-306">
            <a:extLst xmlns:a="http://schemas.openxmlformats.org/drawingml/2006/main">
              <a:ext uri="{FF2B5EF4-FFF2-40B4-BE49-F238E27FC236}">
                <a16:creationId xmlns:a16="http://schemas.microsoft.com/office/drawing/2014/main" id="{FFB8E5F1-919B-4588-A76B-A20134F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0290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7" name="SE-082-path-307">
            <a:extLst xmlns:a="http://schemas.openxmlformats.org/drawingml/2006/main">
              <a:ext uri="{FF2B5EF4-FFF2-40B4-BE49-F238E27FC236}">
                <a16:creationId xmlns:a16="http://schemas.microsoft.com/office/drawing/2014/main" id="{2FA56D26-2FAD-423E-AC22-2FD85391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9147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8" name="SE-082-path-308">
            <a:extLst xmlns:a="http://schemas.openxmlformats.org/drawingml/2006/main">
              <a:ext uri="{FF2B5EF4-FFF2-40B4-BE49-F238E27FC236}">
                <a16:creationId xmlns:a16="http://schemas.microsoft.com/office/drawing/2014/main" id="{F235541B-07D9-4E3D-A076-EA1C8BF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8004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09" name="SE-082-path-309">
            <a:extLst xmlns:a="http://schemas.openxmlformats.org/drawingml/2006/main">
              <a:ext uri="{FF2B5EF4-FFF2-40B4-BE49-F238E27FC236}">
                <a16:creationId xmlns:a16="http://schemas.microsoft.com/office/drawing/2014/main" id="{189D8326-1C15-44C8-9E0C-04F86303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6861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0" name="SE-082-path-310">
            <a:extLst xmlns:a="http://schemas.openxmlformats.org/drawingml/2006/main">
              <a:ext uri="{FF2B5EF4-FFF2-40B4-BE49-F238E27FC236}">
                <a16:creationId xmlns:a16="http://schemas.microsoft.com/office/drawing/2014/main" id="{1BFD4C4F-44F9-46A3-AE70-3A28E42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5718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1" name="SE-082-path-311">
            <a:extLst xmlns:a="http://schemas.openxmlformats.org/drawingml/2006/main">
              <a:ext uri="{FF2B5EF4-FFF2-40B4-BE49-F238E27FC236}">
                <a16:creationId xmlns:a16="http://schemas.microsoft.com/office/drawing/2014/main" id="{97DA3D3E-AFA6-4609-8791-9014B3D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4575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2" name="SE-082-path-312">
            <a:extLst xmlns:a="http://schemas.openxmlformats.org/drawingml/2006/main">
              <a:ext uri="{FF2B5EF4-FFF2-40B4-BE49-F238E27FC236}">
                <a16:creationId xmlns:a16="http://schemas.microsoft.com/office/drawing/2014/main" id="{8AE5FCB0-A5E3-4B01-8514-4D557373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3432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3" name="SE-082-path-313">
            <a:extLst xmlns:a="http://schemas.openxmlformats.org/drawingml/2006/main">
              <a:ext uri="{FF2B5EF4-FFF2-40B4-BE49-F238E27FC236}">
                <a16:creationId xmlns:a16="http://schemas.microsoft.com/office/drawing/2014/main" id="{D62CA268-DA4C-4ECC-9FF3-A285EFB3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2289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4" name="SE-082-path-314">
            <a:extLst xmlns:a="http://schemas.openxmlformats.org/drawingml/2006/main">
              <a:ext uri="{FF2B5EF4-FFF2-40B4-BE49-F238E27FC236}">
                <a16:creationId xmlns:a16="http://schemas.microsoft.com/office/drawing/2014/main" id="{B5E76895-A791-433B-95C5-6F694E9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1146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5" name="SE-082-path-315">
            <a:extLst xmlns:a="http://schemas.openxmlformats.org/drawingml/2006/main">
              <a:ext uri="{FF2B5EF4-FFF2-40B4-BE49-F238E27FC236}">
                <a16:creationId xmlns:a16="http://schemas.microsoft.com/office/drawing/2014/main" id="{9AF50CFE-AD06-4C53-A40D-0D2167B0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000375"/>
            <a:ext cx="95" cy="76200"/>
          </a:xfrm>
          <a:custGeom xmlns:a="http://schemas.openxmlformats.org/drawingml/2006/main">
            <a:pathLst>
              <a:path w="95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316" name="SE-082-path-316">
            <a:extLst xmlns:a="http://schemas.openxmlformats.org/drawingml/2006/main">
              <a:ext uri="{FF2B5EF4-FFF2-40B4-BE49-F238E27FC236}">
                <a16:creationId xmlns:a16="http://schemas.microsoft.com/office/drawing/2014/main" id="{51BE79F8-8A8F-4BA0-8B08-3AC3FBF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895600"/>
            <a:ext cx="95" cy="66675"/>
          </a:xfrm>
          <a:custGeom xmlns:a="http://schemas.openxmlformats.org/drawingml/2006/main">
            <a:pathLst>
              <a:path w="95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pic>
        <p:nvPicPr>
          <p:cNvPr id="1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9dea66db54193"/>
          <a:stretch xmlns:a="http://schemas.openxmlformats.org/drawingml/2006/main"/>
        </p:blipFill>
        <p:spPr>
          <a:xfrm xmlns:a="http://schemas.openxmlformats.org/drawingml/2006/main">
            <a:off x="400050" y="542925"/>
            <a:ext cx="323850" cy="381000"/>
          </a:xfrm>
          <a:prstGeom xmlns:a="http://schemas.openxmlformats.org/drawingml/2006/main" prst="rect">
            <a:avLst/>
          </a:prstGeom>
        </p:spPr>
      </p:pic>
      <p:sp>
        <p:nvSpPr>
          <p:cNvPr id="318" name="SE-082-317">
            <a:extLst xmlns:a="http://schemas.openxmlformats.org/drawingml/2006/main">
              <a:ext uri="{FF2B5EF4-FFF2-40B4-BE49-F238E27FC236}">
                <a16:creationId xmlns:a16="http://schemas.microsoft.com/office/drawing/2014/main" id="{3EA4F55A-EFA0-471E-8551-7BC6575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 Snippets</a:t>
            </a:r>
          </a:p>
        </p:txBody>
      </p:sp>
      <p:pic>
        <p:nvPicPr>
          <p:cNvPr id="1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772c6bd6d4be2"/>
          <a:stretch xmlns:a="http://schemas.openxmlformats.org/drawingml/2006/main"/>
        </p:blipFill>
        <p:spPr>
          <a:xfrm xmlns:a="http://schemas.openxmlformats.org/drawingml/2006/main">
            <a:off x="285750" y="1171575"/>
            <a:ext cx="504825" cy="485775"/>
          </a:xfrm>
          <a:prstGeom xmlns:a="http://schemas.openxmlformats.org/drawingml/2006/main" prst="rect">
            <a:avLst/>
          </a:prstGeom>
        </p:spPr>
      </p:pic>
      <p:sp>
        <p:nvSpPr>
          <p:cNvPr id="320" name="SE-082-318">
            <a:extLst xmlns:a="http://schemas.openxmlformats.org/drawingml/2006/main">
              <a:ext uri="{FF2B5EF4-FFF2-40B4-BE49-F238E27FC236}">
                <a16:creationId xmlns:a16="http://schemas.microsoft.com/office/drawing/2014/main" id="{61FBAE48-AFF9-4528-9932-5450AA6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 Completer</a:t>
            </a:r>
          </a:p>
        </p:txBody>
      </p:sp>
      <p:pic>
        <p:nvPicPr>
          <p:cNvPr id="1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32df653eb4df7"/>
          <a:stretch xmlns:a="http://schemas.openxmlformats.org/drawingml/2006/main"/>
        </p:blipFill>
        <p:spPr>
          <a:xfrm xmlns:a="http://schemas.openxmlformats.org/drawingml/2006/main">
            <a:off x="381000" y="1981200"/>
            <a:ext cx="381000" cy="361950"/>
          </a:xfrm>
          <a:prstGeom xmlns:a="http://schemas.openxmlformats.org/drawingml/2006/main" prst="rect">
            <a:avLst/>
          </a:prstGeom>
        </p:spPr>
      </p:pic>
      <p:sp>
        <p:nvSpPr>
          <p:cNvPr id="322" name="SE-082-319">
            <a:extLst xmlns:a="http://schemas.openxmlformats.org/drawingml/2006/main">
              <a:ext uri="{FF2B5EF4-FFF2-40B4-BE49-F238E27FC236}">
                <a16:creationId xmlns:a16="http://schemas.microsoft.com/office/drawing/2014/main" id="{74A43388-6E84-4E8D-BB8B-2DBCF457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19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Complete Code</a:t>
            </a:r>
          </a:p>
        </p:txBody>
      </p:sp>
      <p:sp>
        <p:nvSpPr>
          <p:cNvPr id="323" name="SE-082-path-320">
            <a:extLst xmlns:a="http://schemas.openxmlformats.org/drawingml/2006/main">
              <a:ext uri="{FF2B5EF4-FFF2-40B4-BE49-F238E27FC236}">
                <a16:creationId xmlns:a16="http://schemas.microsoft.com/office/drawing/2014/main" id="{DE2ECA28-A11A-4518-B497-FD603C0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95350"/>
            <a:ext cx="257175" cy="323850"/>
          </a:xfrm>
          <a:custGeom xmlns:a="http://schemas.openxmlformats.org/drawingml/2006/main">
            <a:pathLst>
              <a:path w="257175" h="323850">
                <a:moveTo>
                  <a:pt x="66675" y="0"/>
                </a:moveTo>
                <a:lnTo>
                  <a:pt x="190500" y="0"/>
                </a:lnTo>
                <a:lnTo>
                  <a:pt x="190500" y="228600"/>
                </a:lnTo>
                <a:lnTo>
                  <a:pt x="257175" y="228600"/>
                </a:lnTo>
                <a:lnTo>
                  <a:pt x="123825" y="323850"/>
                </a:lnTo>
                <a:lnTo>
                  <a:pt x="0" y="228600"/>
                </a:lnTo>
                <a:lnTo>
                  <a:pt x="66675" y="228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33333"/>
            </a:solidFill>
          </a:ln>
        </p:spPr>
      </p:sp>
      <p:sp>
        <p:nvSpPr>
          <p:cNvPr id="324" name="SE-082-path-321">
            <a:extLst xmlns:a="http://schemas.openxmlformats.org/drawingml/2006/main">
              <a:ext uri="{FF2B5EF4-FFF2-40B4-BE49-F238E27FC236}">
                <a16:creationId xmlns:a16="http://schemas.microsoft.com/office/drawing/2014/main" id="{C84001E3-A436-4290-9575-91040F8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257175" cy="304800"/>
          </a:xfrm>
          <a:custGeom xmlns:a="http://schemas.openxmlformats.org/drawingml/2006/main">
            <a:pathLst>
              <a:path w="257175" h="304800">
                <a:moveTo>
                  <a:pt x="66675" y="0"/>
                </a:moveTo>
                <a:lnTo>
                  <a:pt x="190500" y="0"/>
                </a:lnTo>
                <a:lnTo>
                  <a:pt x="190500" y="209550"/>
                </a:lnTo>
                <a:lnTo>
                  <a:pt x="257175" y="209550"/>
                </a:lnTo>
                <a:lnTo>
                  <a:pt x="123825" y="304800"/>
                </a:lnTo>
                <a:lnTo>
                  <a:pt x="0" y="209550"/>
                </a:lnTo>
                <a:lnTo>
                  <a:pt x="66675" y="209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33333"/>
            </a:solidFill>
          </a:ln>
        </p:spPr>
      </p:sp>
      <p:sp>
        <p:nvSpPr>
          <p:cNvPr id="325" name="SE-082-path-322">
            <a:extLst xmlns:a="http://schemas.openxmlformats.org/drawingml/2006/main">
              <a:ext uri="{FF2B5EF4-FFF2-40B4-BE49-F238E27FC236}">
                <a16:creationId xmlns:a16="http://schemas.microsoft.com/office/drawing/2014/main" id="{8AB527A9-0F5F-4065-B97C-660A5FFA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33425"/>
            <a:ext cx="561975" cy="95"/>
          </a:xfrm>
          <a:custGeom xmlns:a="http://schemas.openxmlformats.org/drawingml/2006/main">
            <a:pathLst>
              <a:path w="561975" h="9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326" name="SE-082-path-323">
            <a:extLst xmlns:a="http://schemas.openxmlformats.org/drawingml/2006/main">
              <a:ext uri="{FF2B5EF4-FFF2-40B4-BE49-F238E27FC236}">
                <a16:creationId xmlns:a16="http://schemas.microsoft.com/office/drawing/2014/main" id="{3CA59647-8510-4C07-A8F1-80F3179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260" y="702636"/>
            <a:ext cx="59140" cy="61578"/>
          </a:xfrm>
          <a:custGeom xmlns:a="http://schemas.openxmlformats.org/drawingml/2006/main">
            <a:pathLst>
              <a:path w="59140" h="61578">
                <a:moveTo>
                  <a:pt x="0" y="61578"/>
                </a:moveTo>
                <a:lnTo>
                  <a:pt x="59140" y="307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327" name="SE-082-324">
            <a:extLst xmlns:a="http://schemas.openxmlformats.org/drawingml/2006/main">
              <a:ext uri="{FF2B5EF4-FFF2-40B4-BE49-F238E27FC236}">
                <a16:creationId xmlns:a16="http://schemas.microsoft.com/office/drawing/2014/main" id="{B3B1AC1D-C255-4075-A8A8-E0D75C9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6725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Analyze</a:t>
            </a:r>
          </a:p>
        </p:txBody>
      </p:sp>
      <p:sp>
        <p:nvSpPr>
          <p:cNvPr id="328" name="SE-082-path-325">
            <a:extLst xmlns:a="http://schemas.openxmlformats.org/drawingml/2006/main">
              <a:ext uri="{FF2B5EF4-FFF2-40B4-BE49-F238E27FC236}">
                <a16:creationId xmlns:a16="http://schemas.microsoft.com/office/drawing/2014/main" id="{6A06180B-6A0B-4C2E-937D-18479778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104775" cy="542925"/>
          </a:xfrm>
          <a:custGeom xmlns:a="http://schemas.openxmlformats.org/drawingml/2006/main">
            <a:pathLst>
              <a:path w="104775" h="542925">
                <a:moveTo>
                  <a:pt x="104775" y="0"/>
                </a:moveTo>
                <a:lnTo>
                  <a:pt x="0" y="0"/>
                </a:lnTo>
                <a:lnTo>
                  <a:pt x="0" y="542925"/>
                </a:lnTo>
                <a:lnTo>
                  <a:pt x="104775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329" name="SE-082-path-326">
            <a:extLst xmlns:a="http://schemas.openxmlformats.org/drawingml/2006/main">
              <a:ext uri="{FF2B5EF4-FFF2-40B4-BE49-F238E27FC236}">
                <a16:creationId xmlns:a16="http://schemas.microsoft.com/office/drawing/2014/main" id="{2C5022E2-2352-45F9-8663-8697A66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0" name="SE-082-path-327">
            <a:extLst xmlns:a="http://schemas.openxmlformats.org/drawingml/2006/main">
              <a:ext uri="{FF2B5EF4-FFF2-40B4-BE49-F238E27FC236}">
                <a16:creationId xmlns:a16="http://schemas.microsoft.com/office/drawing/2014/main" id="{5B3E6F2B-2FCF-483E-98D8-48A033A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1" name="SE-082-path-328">
            <a:extLst xmlns:a="http://schemas.openxmlformats.org/drawingml/2006/main">
              <a:ext uri="{FF2B5EF4-FFF2-40B4-BE49-F238E27FC236}">
                <a16:creationId xmlns:a16="http://schemas.microsoft.com/office/drawing/2014/main" id="{478EF2B6-A3AE-4FB1-B9D1-76D7EF2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2" name="SE-082-path-329">
            <a:extLst xmlns:a="http://schemas.openxmlformats.org/drawingml/2006/main">
              <a:ext uri="{FF2B5EF4-FFF2-40B4-BE49-F238E27FC236}">
                <a16:creationId xmlns:a16="http://schemas.microsoft.com/office/drawing/2014/main" id="{82D0DCD2-AE42-4A1C-BFF1-A57D05A2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3" name="SE-082-path-330">
            <a:extLst xmlns:a="http://schemas.openxmlformats.org/drawingml/2006/main">
              <a:ext uri="{FF2B5EF4-FFF2-40B4-BE49-F238E27FC236}">
                <a16:creationId xmlns:a16="http://schemas.microsoft.com/office/drawing/2014/main" id="{B54E96B1-660C-47EC-BF8D-4A48417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4" name="SE-082-path-331">
            <a:extLst xmlns:a="http://schemas.openxmlformats.org/drawingml/2006/main">
              <a:ext uri="{FF2B5EF4-FFF2-40B4-BE49-F238E27FC236}">
                <a16:creationId xmlns:a16="http://schemas.microsoft.com/office/drawing/2014/main" id="{4A85FABE-80AA-4FD8-AD53-25E7D47D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5" name="SE-082-path-332">
            <a:extLst xmlns:a="http://schemas.openxmlformats.org/drawingml/2006/main">
              <a:ext uri="{FF2B5EF4-FFF2-40B4-BE49-F238E27FC236}">
                <a16:creationId xmlns:a16="http://schemas.microsoft.com/office/drawing/2014/main" id="{F48B1397-B5D8-4F9A-80EF-072CB38A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6" name="SE-082-path-333">
            <a:extLst xmlns:a="http://schemas.openxmlformats.org/drawingml/2006/main">
              <a:ext uri="{FF2B5EF4-FFF2-40B4-BE49-F238E27FC236}">
                <a16:creationId xmlns:a16="http://schemas.microsoft.com/office/drawing/2014/main" id="{8160A1BE-CBC5-4F06-AC71-04C40475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7" name="SE-082-path-334">
            <a:extLst xmlns:a="http://schemas.openxmlformats.org/drawingml/2006/main">
              <a:ext uri="{FF2B5EF4-FFF2-40B4-BE49-F238E27FC236}">
                <a16:creationId xmlns:a16="http://schemas.microsoft.com/office/drawing/2014/main" id="{3596B167-FCEF-4B9D-86C7-9A8FBEEB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8" name="SE-082-path-335">
            <a:extLst xmlns:a="http://schemas.openxmlformats.org/drawingml/2006/main">
              <a:ext uri="{FF2B5EF4-FFF2-40B4-BE49-F238E27FC236}">
                <a16:creationId xmlns:a16="http://schemas.microsoft.com/office/drawing/2014/main" id="{92EE783A-CE63-43E2-982D-C25B8C91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39" name="SE-082-path-336">
            <a:extLst xmlns:a="http://schemas.openxmlformats.org/drawingml/2006/main">
              <a:ext uri="{FF2B5EF4-FFF2-40B4-BE49-F238E27FC236}">
                <a16:creationId xmlns:a16="http://schemas.microsoft.com/office/drawing/2014/main" id="{19D204CF-80CE-4583-A6C9-E0A8164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0" name="SE-082-path-337">
            <a:extLst xmlns:a="http://schemas.openxmlformats.org/drawingml/2006/main">
              <a:ext uri="{FF2B5EF4-FFF2-40B4-BE49-F238E27FC236}">
                <a16:creationId xmlns:a16="http://schemas.microsoft.com/office/drawing/2014/main" id="{B0FCF141-F450-44C9-9D2A-5DC1BE8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1" name="SE-082-path-338">
            <a:extLst xmlns:a="http://schemas.openxmlformats.org/drawingml/2006/main">
              <a:ext uri="{FF2B5EF4-FFF2-40B4-BE49-F238E27FC236}">
                <a16:creationId xmlns:a16="http://schemas.microsoft.com/office/drawing/2014/main" id="{FA593A92-59FE-476D-8902-FBB84F7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2" name="SE-082-path-339">
            <a:extLst xmlns:a="http://schemas.openxmlformats.org/drawingml/2006/main">
              <a:ext uri="{FF2B5EF4-FFF2-40B4-BE49-F238E27FC236}">
                <a16:creationId xmlns:a16="http://schemas.microsoft.com/office/drawing/2014/main" id="{B010743E-769C-49EC-96E2-4BAECBE2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3" name="SE-082-path-340">
            <a:extLst xmlns:a="http://schemas.openxmlformats.org/drawingml/2006/main">
              <a:ext uri="{FF2B5EF4-FFF2-40B4-BE49-F238E27FC236}">
                <a16:creationId xmlns:a16="http://schemas.microsoft.com/office/drawing/2014/main" id="{4D17CFF1-86D3-443F-95BD-8661E22C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4" name="SE-082-path-341">
            <a:extLst xmlns:a="http://schemas.openxmlformats.org/drawingml/2006/main">
              <a:ext uri="{FF2B5EF4-FFF2-40B4-BE49-F238E27FC236}">
                <a16:creationId xmlns:a16="http://schemas.microsoft.com/office/drawing/2014/main" id="{1F6FC6B4-E703-4BDF-8C26-8EA0100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5" name="SE-082-path-342">
            <a:extLst xmlns:a="http://schemas.openxmlformats.org/drawingml/2006/main">
              <a:ext uri="{FF2B5EF4-FFF2-40B4-BE49-F238E27FC236}">
                <a16:creationId xmlns:a16="http://schemas.microsoft.com/office/drawing/2014/main" id="{7DAAB1CA-1388-4289-993E-D40E4399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6" name="SE-082-path-343">
            <a:extLst xmlns:a="http://schemas.openxmlformats.org/drawingml/2006/main">
              <a:ext uri="{FF2B5EF4-FFF2-40B4-BE49-F238E27FC236}">
                <a16:creationId xmlns:a16="http://schemas.microsoft.com/office/drawing/2014/main" id="{3E9CFF33-3C8C-476E-A6CC-5E8BCB5C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7" name="SE-082-path-344">
            <a:extLst xmlns:a="http://schemas.openxmlformats.org/drawingml/2006/main">
              <a:ext uri="{FF2B5EF4-FFF2-40B4-BE49-F238E27FC236}">
                <a16:creationId xmlns:a16="http://schemas.microsoft.com/office/drawing/2014/main" id="{FB9232D8-8F10-4FB6-A254-D023EA7C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8" name="SE-082-path-345">
            <a:extLst xmlns:a="http://schemas.openxmlformats.org/drawingml/2006/main">
              <a:ext uri="{FF2B5EF4-FFF2-40B4-BE49-F238E27FC236}">
                <a16:creationId xmlns:a16="http://schemas.microsoft.com/office/drawing/2014/main" id="{553FFA6E-93B7-45FF-99C6-C23F960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95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49" name="SE-082-path-346">
            <a:extLst xmlns:a="http://schemas.openxmlformats.org/drawingml/2006/main">
              <a:ext uri="{FF2B5EF4-FFF2-40B4-BE49-F238E27FC236}">
                <a16:creationId xmlns:a16="http://schemas.microsoft.com/office/drawing/2014/main" id="{611D95CA-980A-493D-985C-0E6888B6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0" name="SE-082-path-347">
            <a:extLst xmlns:a="http://schemas.openxmlformats.org/drawingml/2006/main">
              <a:ext uri="{FF2B5EF4-FFF2-40B4-BE49-F238E27FC236}">
                <a16:creationId xmlns:a16="http://schemas.microsoft.com/office/drawing/2014/main" id="{3E88D7AB-DCAD-4E35-B64F-E0F53CA2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1" name="SE-082-path-348">
            <a:extLst xmlns:a="http://schemas.openxmlformats.org/drawingml/2006/main">
              <a:ext uri="{FF2B5EF4-FFF2-40B4-BE49-F238E27FC236}">
                <a16:creationId xmlns:a16="http://schemas.microsoft.com/office/drawing/2014/main" id="{69F042AB-D157-494C-B045-FEEB8FCE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2" name="SE-082-path-349">
            <a:extLst xmlns:a="http://schemas.openxmlformats.org/drawingml/2006/main">
              <a:ext uri="{FF2B5EF4-FFF2-40B4-BE49-F238E27FC236}">
                <a16:creationId xmlns:a16="http://schemas.microsoft.com/office/drawing/2014/main" id="{3A608A3B-520D-4405-8717-E5D01FFE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24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3" name="SE-082-path-350">
            <a:extLst xmlns:a="http://schemas.openxmlformats.org/drawingml/2006/main">
              <a:ext uri="{FF2B5EF4-FFF2-40B4-BE49-F238E27FC236}">
                <a16:creationId xmlns:a16="http://schemas.microsoft.com/office/drawing/2014/main" id="{96ABD1D8-0D85-4E63-B1FB-552489BB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00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4" name="SE-082-path-351">
            <a:extLst xmlns:a="http://schemas.openxmlformats.org/drawingml/2006/main">
              <a:ext uri="{FF2B5EF4-FFF2-40B4-BE49-F238E27FC236}">
                <a16:creationId xmlns:a16="http://schemas.microsoft.com/office/drawing/2014/main" id="{7EEC43A2-58C8-4EAD-8187-F227521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77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5" name="SE-082-path-352">
            <a:extLst xmlns:a="http://schemas.openxmlformats.org/drawingml/2006/main">
              <a:ext uri="{FF2B5EF4-FFF2-40B4-BE49-F238E27FC236}">
                <a16:creationId xmlns:a16="http://schemas.microsoft.com/office/drawing/2014/main" id="{64F27644-147F-48E5-96D3-D73D5B85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95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6" name="SE-082-path-353">
            <a:extLst xmlns:a="http://schemas.openxmlformats.org/drawingml/2006/main">
              <a:ext uri="{FF2B5EF4-FFF2-40B4-BE49-F238E27FC236}">
                <a16:creationId xmlns:a16="http://schemas.microsoft.com/office/drawing/2014/main" id="{4E70E7E6-C068-4F25-BC14-B91FF811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429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7" name="SE-082-path-354">
            <a:extLst xmlns:a="http://schemas.openxmlformats.org/drawingml/2006/main">
              <a:ext uri="{FF2B5EF4-FFF2-40B4-BE49-F238E27FC236}">
                <a16:creationId xmlns:a16="http://schemas.microsoft.com/office/drawing/2014/main" id="{693B4184-4666-4E0B-9285-D2D48F49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8" name="SE-082-path-355">
            <a:extLst xmlns:a="http://schemas.openxmlformats.org/drawingml/2006/main">
              <a:ext uri="{FF2B5EF4-FFF2-40B4-BE49-F238E27FC236}">
                <a16:creationId xmlns:a16="http://schemas.microsoft.com/office/drawing/2014/main" id="{40E5E9FB-C0DD-4F96-8DD2-5260D132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382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59" name="SE-082-path-356">
            <a:extLst xmlns:a="http://schemas.openxmlformats.org/drawingml/2006/main">
              <a:ext uri="{FF2B5EF4-FFF2-40B4-BE49-F238E27FC236}">
                <a16:creationId xmlns:a16="http://schemas.microsoft.com/office/drawing/2014/main" id="{288B26CE-3DC0-4F16-A5A3-EA593124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85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0" name="SE-082-path-357">
            <a:extLst xmlns:a="http://schemas.openxmlformats.org/drawingml/2006/main">
              <a:ext uri="{FF2B5EF4-FFF2-40B4-BE49-F238E27FC236}">
                <a16:creationId xmlns:a16="http://schemas.microsoft.com/office/drawing/2014/main" id="{ED4FAD7D-4FA0-459C-A0A2-D9FA04DF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334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1" name="SE-082-path-358">
            <a:extLst xmlns:a="http://schemas.openxmlformats.org/drawingml/2006/main">
              <a:ext uri="{FF2B5EF4-FFF2-40B4-BE49-F238E27FC236}">
                <a16:creationId xmlns:a16="http://schemas.microsoft.com/office/drawing/2014/main" id="{F5AC2F61-C11D-423D-9DBB-3F7E7665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810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2" name="SE-082-path-359">
            <a:extLst xmlns:a="http://schemas.openxmlformats.org/drawingml/2006/main">
              <a:ext uri="{FF2B5EF4-FFF2-40B4-BE49-F238E27FC236}">
                <a16:creationId xmlns:a16="http://schemas.microsoft.com/office/drawing/2014/main" id="{8E5F84E5-0051-4A40-8C5C-11B147C2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287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3" name="SE-082-path-360">
            <a:extLst xmlns:a="http://schemas.openxmlformats.org/drawingml/2006/main">
              <a:ext uri="{FF2B5EF4-FFF2-40B4-BE49-F238E27FC236}">
                <a16:creationId xmlns:a16="http://schemas.microsoft.com/office/drawing/2014/main" id="{60E83C21-39CA-4123-95CE-EE466CC4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76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4" name="SE-082-path-361">
            <a:extLst xmlns:a="http://schemas.openxmlformats.org/drawingml/2006/main">
              <a:ext uri="{FF2B5EF4-FFF2-40B4-BE49-F238E27FC236}">
                <a16:creationId xmlns:a16="http://schemas.microsoft.com/office/drawing/2014/main" id="{0CED7B5B-A28C-4148-82F4-7412474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23950"/>
            <a:ext cx="95" cy="9525"/>
          </a:xfrm>
          <a:custGeom xmlns:a="http://schemas.openxmlformats.org/drawingml/2006/main">
            <a:pathLst>
              <a:path w="95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5" name="SE-082-path-362">
            <a:extLst xmlns:a="http://schemas.openxmlformats.org/drawingml/2006/main">
              <a:ext uri="{FF2B5EF4-FFF2-40B4-BE49-F238E27FC236}">
                <a16:creationId xmlns:a16="http://schemas.microsoft.com/office/drawing/2014/main" id="{CD897307-4B64-42D5-8201-C6655BA5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6" name="SE-082-path-363">
            <a:extLst xmlns:a="http://schemas.openxmlformats.org/drawingml/2006/main">
              <a:ext uri="{FF2B5EF4-FFF2-40B4-BE49-F238E27FC236}">
                <a16:creationId xmlns:a16="http://schemas.microsoft.com/office/drawing/2014/main" id="{6DC20F58-65BA-4D6A-8B60-D5B020A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7" name="SE-082-path-364">
            <a:extLst xmlns:a="http://schemas.openxmlformats.org/drawingml/2006/main">
              <a:ext uri="{FF2B5EF4-FFF2-40B4-BE49-F238E27FC236}">
                <a16:creationId xmlns:a16="http://schemas.microsoft.com/office/drawing/2014/main" id="{39C705E7-F5A0-41B9-BC99-0A9EB7B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8" name="SE-082-path-365">
            <a:extLst xmlns:a="http://schemas.openxmlformats.org/drawingml/2006/main">
              <a:ext uri="{FF2B5EF4-FFF2-40B4-BE49-F238E27FC236}">
                <a16:creationId xmlns:a16="http://schemas.microsoft.com/office/drawing/2014/main" id="{8EA3D365-7095-4971-B4FE-C52E96E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69" name="SE-082-path-366">
            <a:extLst xmlns:a="http://schemas.openxmlformats.org/drawingml/2006/main">
              <a:ext uri="{FF2B5EF4-FFF2-40B4-BE49-F238E27FC236}">
                <a16:creationId xmlns:a16="http://schemas.microsoft.com/office/drawing/2014/main" id="{0730FB20-9568-470B-B4D9-F322E519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0" name="SE-082-path-367">
            <a:extLst xmlns:a="http://schemas.openxmlformats.org/drawingml/2006/main">
              <a:ext uri="{FF2B5EF4-FFF2-40B4-BE49-F238E27FC236}">
                <a16:creationId xmlns:a16="http://schemas.microsoft.com/office/drawing/2014/main" id="{570A9527-EEEE-4C38-B95E-7BB841C7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1" name="SE-082-path-368">
            <a:extLst xmlns:a="http://schemas.openxmlformats.org/drawingml/2006/main">
              <a:ext uri="{FF2B5EF4-FFF2-40B4-BE49-F238E27FC236}">
                <a16:creationId xmlns:a16="http://schemas.microsoft.com/office/drawing/2014/main" id="{9A6B6A43-B5EC-4339-9F3A-575B3F9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2" name="SE-082-path-369">
            <a:extLst xmlns:a="http://schemas.openxmlformats.org/drawingml/2006/main">
              <a:ext uri="{FF2B5EF4-FFF2-40B4-BE49-F238E27FC236}">
                <a16:creationId xmlns:a16="http://schemas.microsoft.com/office/drawing/2014/main" id="{DE7B85FE-889B-4819-8A01-CDEC483D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3" name="SE-082-path-370">
            <a:extLst xmlns:a="http://schemas.openxmlformats.org/drawingml/2006/main">
              <a:ext uri="{FF2B5EF4-FFF2-40B4-BE49-F238E27FC236}">
                <a16:creationId xmlns:a16="http://schemas.microsoft.com/office/drawing/2014/main" id="{612715EE-14BE-4FEA-BD6C-9178448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4" name="SE-082-path-371">
            <a:extLst xmlns:a="http://schemas.openxmlformats.org/drawingml/2006/main">
              <a:ext uri="{FF2B5EF4-FFF2-40B4-BE49-F238E27FC236}">
                <a16:creationId xmlns:a16="http://schemas.microsoft.com/office/drawing/2014/main" id="{D272FFEA-D82D-4297-A2B6-3F0C702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5" name="SE-082-path-372">
            <a:extLst xmlns:a="http://schemas.openxmlformats.org/drawingml/2006/main">
              <a:ext uri="{FF2B5EF4-FFF2-40B4-BE49-F238E27FC236}">
                <a16:creationId xmlns:a16="http://schemas.microsoft.com/office/drawing/2014/main" id="{3578C451-AAA7-49E7-BC31-9766040F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6" name="SE-082-path-373">
            <a:extLst xmlns:a="http://schemas.openxmlformats.org/drawingml/2006/main">
              <a:ext uri="{FF2B5EF4-FFF2-40B4-BE49-F238E27FC236}">
                <a16:creationId xmlns:a16="http://schemas.microsoft.com/office/drawing/2014/main" id="{EFC8E98A-6BF8-4BC5-8500-B93F2DC9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7" name="SE-082-path-374">
            <a:extLst xmlns:a="http://schemas.openxmlformats.org/drawingml/2006/main">
              <a:ext uri="{FF2B5EF4-FFF2-40B4-BE49-F238E27FC236}">
                <a16:creationId xmlns:a16="http://schemas.microsoft.com/office/drawing/2014/main" id="{361AC161-D0E9-4AC1-8180-D2E1F0FA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8" name="SE-082-path-375">
            <a:extLst xmlns:a="http://schemas.openxmlformats.org/drawingml/2006/main">
              <a:ext uri="{FF2B5EF4-FFF2-40B4-BE49-F238E27FC236}">
                <a16:creationId xmlns:a16="http://schemas.microsoft.com/office/drawing/2014/main" id="{5290F36C-6FC2-451A-84AE-F2DF5A98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79" name="SE-082-path-376">
            <a:extLst xmlns:a="http://schemas.openxmlformats.org/drawingml/2006/main">
              <a:ext uri="{FF2B5EF4-FFF2-40B4-BE49-F238E27FC236}">
                <a16:creationId xmlns:a16="http://schemas.microsoft.com/office/drawing/2014/main" id="{44D498BB-C542-4243-A91E-9C44937A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0" name="SE-082-path-377">
            <a:extLst xmlns:a="http://schemas.openxmlformats.org/drawingml/2006/main">
              <a:ext uri="{FF2B5EF4-FFF2-40B4-BE49-F238E27FC236}">
                <a16:creationId xmlns:a16="http://schemas.microsoft.com/office/drawing/2014/main" id="{6CC7DA5A-2E95-49F7-B18E-A0A8F246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1" name="SE-082-path-378">
            <a:extLst xmlns:a="http://schemas.openxmlformats.org/drawingml/2006/main">
              <a:ext uri="{FF2B5EF4-FFF2-40B4-BE49-F238E27FC236}">
                <a16:creationId xmlns:a16="http://schemas.microsoft.com/office/drawing/2014/main" id="{872E3D78-73C1-4BA7-944D-ABC62D45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2" name="SE-082-path-379">
            <a:extLst xmlns:a="http://schemas.openxmlformats.org/drawingml/2006/main">
              <a:ext uri="{FF2B5EF4-FFF2-40B4-BE49-F238E27FC236}">
                <a16:creationId xmlns:a16="http://schemas.microsoft.com/office/drawing/2014/main" id="{8F1D87A5-2A3C-49D7-9C0E-E98BEC3E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3" name="SE-082-path-380">
            <a:extLst xmlns:a="http://schemas.openxmlformats.org/drawingml/2006/main">
              <a:ext uri="{FF2B5EF4-FFF2-40B4-BE49-F238E27FC236}">
                <a16:creationId xmlns:a16="http://schemas.microsoft.com/office/drawing/2014/main" id="{FB962E28-CD99-4EE6-9884-07DAEEB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4" name="SE-082-path-381">
            <a:extLst xmlns:a="http://schemas.openxmlformats.org/drawingml/2006/main">
              <a:ext uri="{FF2B5EF4-FFF2-40B4-BE49-F238E27FC236}">
                <a16:creationId xmlns:a16="http://schemas.microsoft.com/office/drawing/2014/main" id="{8DE6D04C-EFE6-4A2B-850B-E1A707E5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334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5" name="SE-082-path-382">
            <a:extLst xmlns:a="http://schemas.openxmlformats.org/drawingml/2006/main">
              <a:ext uri="{FF2B5EF4-FFF2-40B4-BE49-F238E27FC236}">
                <a16:creationId xmlns:a16="http://schemas.microsoft.com/office/drawing/2014/main" id="{89C48A0D-F3F0-466E-A2CD-9BC74E9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049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6" name="SE-082-path-383">
            <a:extLst xmlns:a="http://schemas.openxmlformats.org/drawingml/2006/main">
              <a:ext uri="{FF2B5EF4-FFF2-40B4-BE49-F238E27FC236}">
                <a16:creationId xmlns:a16="http://schemas.microsoft.com/office/drawing/2014/main" id="{3D67DC44-11EC-49D2-81D2-1779C33D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57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7" name="SE-082-path-384">
            <a:extLst xmlns:a="http://schemas.openxmlformats.org/drawingml/2006/main">
              <a:ext uri="{FF2B5EF4-FFF2-40B4-BE49-F238E27FC236}">
                <a16:creationId xmlns:a16="http://schemas.microsoft.com/office/drawing/2014/main" id="{935D3AC5-6BD6-4A97-A8A3-B2FA3A17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096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8" name="SE-082-path-385">
            <a:extLst xmlns:a="http://schemas.openxmlformats.org/drawingml/2006/main">
              <a:ext uri="{FF2B5EF4-FFF2-40B4-BE49-F238E27FC236}">
                <a16:creationId xmlns:a16="http://schemas.microsoft.com/office/drawing/2014/main" id="{2AB52DC5-CAB2-406D-8A97-014E17D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620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89" name="SE-082-path-386">
            <a:extLst xmlns:a="http://schemas.openxmlformats.org/drawingml/2006/main">
              <a:ext uri="{FF2B5EF4-FFF2-40B4-BE49-F238E27FC236}">
                <a16:creationId xmlns:a16="http://schemas.microsoft.com/office/drawing/2014/main" id="{AE32523C-F067-41D8-B456-7F68310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44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0" name="SE-082-path-387">
            <a:extLst xmlns:a="http://schemas.openxmlformats.org/drawingml/2006/main">
              <a:ext uri="{FF2B5EF4-FFF2-40B4-BE49-F238E27FC236}">
                <a16:creationId xmlns:a16="http://schemas.microsoft.com/office/drawing/2014/main" id="{02E1AEE8-2DAA-47B8-87A0-8FBE6DAA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66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1" name="SE-082-path-388">
            <a:extLst xmlns:a="http://schemas.openxmlformats.org/drawingml/2006/main">
              <a:ext uri="{FF2B5EF4-FFF2-40B4-BE49-F238E27FC236}">
                <a16:creationId xmlns:a16="http://schemas.microsoft.com/office/drawing/2014/main" id="{7D644F5C-8856-4B48-A421-65742F9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191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2" name="SE-082-path-389">
            <a:extLst xmlns:a="http://schemas.openxmlformats.org/drawingml/2006/main">
              <a:ext uri="{FF2B5EF4-FFF2-40B4-BE49-F238E27FC236}">
                <a16:creationId xmlns:a16="http://schemas.microsoft.com/office/drawing/2014/main" id="{B04C90C9-9E07-417B-8B87-EB010475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71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3" name="SE-082-path-390">
            <a:extLst xmlns:a="http://schemas.openxmlformats.org/drawingml/2006/main">
              <a:ext uri="{FF2B5EF4-FFF2-40B4-BE49-F238E27FC236}">
                <a16:creationId xmlns:a16="http://schemas.microsoft.com/office/drawing/2014/main" id="{C4C0A7FB-BE67-4731-8B64-2A7A6A08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239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4" name="SE-082-path-391">
            <a:extLst xmlns:a="http://schemas.openxmlformats.org/drawingml/2006/main">
              <a:ext uri="{FF2B5EF4-FFF2-40B4-BE49-F238E27FC236}">
                <a16:creationId xmlns:a16="http://schemas.microsoft.com/office/drawing/2014/main" id="{81DCDA47-8296-4741-9700-90CF8A3C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76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5" name="SE-082-path-392">
            <a:extLst xmlns:a="http://schemas.openxmlformats.org/drawingml/2006/main">
              <a:ext uri="{FF2B5EF4-FFF2-40B4-BE49-F238E27FC236}">
                <a16:creationId xmlns:a16="http://schemas.microsoft.com/office/drawing/2014/main" id="{BEAF28B4-15E1-48E2-9AA3-74F63F4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86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6" name="SE-082-path-393">
            <a:extLst xmlns:a="http://schemas.openxmlformats.org/drawingml/2006/main">
              <a:ext uri="{FF2B5EF4-FFF2-40B4-BE49-F238E27FC236}">
                <a16:creationId xmlns:a16="http://schemas.microsoft.com/office/drawing/2014/main" id="{86498800-1546-40FE-A310-67BD7EE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10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7" name="SE-082-path-394">
            <a:extLst xmlns:a="http://schemas.openxmlformats.org/drawingml/2006/main">
              <a:ext uri="{FF2B5EF4-FFF2-40B4-BE49-F238E27FC236}">
                <a16:creationId xmlns:a16="http://schemas.microsoft.com/office/drawing/2014/main" id="{777295BE-01D6-483F-8117-57513522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34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8" name="SE-082-path-395">
            <a:extLst xmlns:a="http://schemas.openxmlformats.org/drawingml/2006/main">
              <a:ext uri="{FF2B5EF4-FFF2-40B4-BE49-F238E27FC236}">
                <a16:creationId xmlns:a16="http://schemas.microsoft.com/office/drawing/2014/main" id="{1E57039B-152E-44D5-990D-F706ECD1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399" name="SE-082-path-396">
            <a:extLst xmlns:a="http://schemas.openxmlformats.org/drawingml/2006/main">
              <a:ext uri="{FF2B5EF4-FFF2-40B4-BE49-F238E27FC236}">
                <a16:creationId xmlns:a16="http://schemas.microsoft.com/office/drawing/2014/main" id="{2308AA88-8006-420A-BEEE-1B7AD476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00" name="SE-082-path-397">
            <a:extLst xmlns:a="http://schemas.openxmlformats.org/drawingml/2006/main">
              <a:ext uri="{FF2B5EF4-FFF2-40B4-BE49-F238E27FC236}">
                <a16:creationId xmlns:a16="http://schemas.microsoft.com/office/drawing/2014/main" id="{BB85FA8C-4AD6-4C85-B3AA-3577170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01" name="SE-082-398">
            <a:extLst xmlns:a="http://schemas.openxmlformats.org/drawingml/2006/main">
              <a:ext uri="{FF2B5EF4-FFF2-40B4-BE49-F238E27FC236}">
                <a16:creationId xmlns:a16="http://schemas.microsoft.com/office/drawing/2014/main" id="{A579FCF2-1705-48F4-A5CF-6F988BD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86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Function hash</a:t>
            </a:r>
          </a:p>
        </p:txBody>
      </p:sp>
      <p:sp>
        <p:nvSpPr>
          <p:cNvPr id="402" name="SE-082-399">
            <a:extLst xmlns:a="http://schemas.openxmlformats.org/drawingml/2006/main">
              <a:ext uri="{FF2B5EF4-FFF2-40B4-BE49-F238E27FC236}">
                <a16:creationId xmlns:a16="http://schemas.microsoft.com/office/drawing/2014/main" id="{E7208F62-39A1-4FA2-811B-3EAFE309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667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Contract name</a:t>
            </a:r>
          </a:p>
        </p:txBody>
      </p:sp>
      <p:sp>
        <p:nvSpPr>
          <p:cNvPr id="403" name="SE-082-400">
            <a:extLst xmlns:a="http://schemas.openxmlformats.org/drawingml/2006/main">
              <a:ext uri="{FF2B5EF4-FFF2-40B4-BE49-F238E27FC236}">
                <a16:creationId xmlns:a16="http://schemas.microsoft.com/office/drawing/2014/main" id="{C36904DB-F1B5-4049-80A1-974E51F8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14400"/>
            <a:ext cx="89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Statement</a:t>
            </a:r>
          </a:p>
        </p:txBody>
      </p:sp>
      <p:sp>
        <p:nvSpPr>
          <p:cNvPr id="404" name="SE-082-path-401">
            <a:extLst xmlns:a="http://schemas.openxmlformats.org/drawingml/2006/main">
              <a:ext uri="{FF2B5EF4-FFF2-40B4-BE49-F238E27FC236}">
                <a16:creationId xmlns:a16="http://schemas.microsoft.com/office/drawing/2014/main" id="{CC3E9F2B-A4A4-455C-A6C3-BD4E64A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52475"/>
            <a:ext cx="514350" cy="762000"/>
          </a:xfrm>
          <a:custGeom xmlns:a="http://schemas.openxmlformats.org/drawingml/2006/main">
            <a:pathLst>
              <a:path w="514350" h="762000">
                <a:moveTo>
                  <a:pt x="0" y="0"/>
                </a:moveTo>
                <a:lnTo>
                  <a:pt x="514350" y="0"/>
                </a:lnTo>
                <a:lnTo>
                  <a:pt x="514350" y="762000"/>
                </a:ln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pic>
        <p:nvPicPr>
          <p:cNvPr id="13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ad5db9d2648ff"/>
          <a:stretch xmlns:a="http://schemas.openxmlformats.org/drawingml/2006/main"/>
        </p:blipFill>
        <p:spPr>
          <a:xfrm xmlns:a="http://schemas.openxmlformats.org/drawingml/2006/main">
            <a:off x="3990975" y="981075"/>
            <a:ext cx="314325" cy="285750"/>
          </a:xfrm>
          <a:prstGeom xmlns:a="http://schemas.openxmlformats.org/drawingml/2006/main" prst="rect">
            <a:avLst/>
          </a:prstGeom>
        </p:spPr>
      </p:pic>
      <p:sp>
        <p:nvSpPr>
          <p:cNvPr id="406" name="SE-082-path-402">
            <a:extLst xmlns:a="http://schemas.openxmlformats.org/drawingml/2006/main">
              <a:ext uri="{FF2B5EF4-FFF2-40B4-BE49-F238E27FC236}">
                <a16:creationId xmlns:a16="http://schemas.microsoft.com/office/drawing/2014/main" id="{CA6EDB58-9CDE-45B7-9B87-D5AE4BFB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07" name="SE-082-path-403">
            <a:extLst xmlns:a="http://schemas.openxmlformats.org/drawingml/2006/main">
              <a:ext uri="{FF2B5EF4-FFF2-40B4-BE49-F238E27FC236}">
                <a16:creationId xmlns:a16="http://schemas.microsoft.com/office/drawing/2014/main" id="{66F43180-6A23-4CBA-B88F-52E1B337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08" name="SE-082-path-404">
            <a:extLst xmlns:a="http://schemas.openxmlformats.org/drawingml/2006/main">
              <a:ext uri="{FF2B5EF4-FFF2-40B4-BE49-F238E27FC236}">
                <a16:creationId xmlns:a16="http://schemas.microsoft.com/office/drawing/2014/main" id="{FCA28B4F-0970-4DF6-A8EF-D10AB610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09" name="SE-082-path-405">
            <a:extLst xmlns:a="http://schemas.openxmlformats.org/drawingml/2006/main">
              <a:ext uri="{FF2B5EF4-FFF2-40B4-BE49-F238E27FC236}">
                <a16:creationId xmlns:a16="http://schemas.microsoft.com/office/drawing/2014/main" id="{387E56D0-4B13-4D80-A612-088D118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0" name="SE-082-path-406">
            <a:extLst xmlns:a="http://schemas.openxmlformats.org/drawingml/2006/main">
              <a:ext uri="{FF2B5EF4-FFF2-40B4-BE49-F238E27FC236}">
                <a16:creationId xmlns:a16="http://schemas.microsoft.com/office/drawing/2014/main" id="{FBA527A6-8C7A-4991-A426-2BE5DB6E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1" name="SE-082-path-407">
            <a:extLst xmlns:a="http://schemas.openxmlformats.org/drawingml/2006/main">
              <a:ext uri="{FF2B5EF4-FFF2-40B4-BE49-F238E27FC236}">
                <a16:creationId xmlns:a16="http://schemas.microsoft.com/office/drawing/2014/main" id="{7B710F9D-7B09-4232-B697-15CA76F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2" name="SE-082-path-408">
            <a:extLst xmlns:a="http://schemas.openxmlformats.org/drawingml/2006/main">
              <a:ext uri="{FF2B5EF4-FFF2-40B4-BE49-F238E27FC236}">
                <a16:creationId xmlns:a16="http://schemas.microsoft.com/office/drawing/2014/main" id="{FE69EDEB-3DDA-4145-A3C8-4F5441F8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3" name="SE-082-path-409">
            <a:extLst xmlns:a="http://schemas.openxmlformats.org/drawingml/2006/main">
              <a:ext uri="{FF2B5EF4-FFF2-40B4-BE49-F238E27FC236}">
                <a16:creationId xmlns:a16="http://schemas.microsoft.com/office/drawing/2014/main" id="{C3305889-4077-4DC6-B5BB-4558A793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4" name="SE-082-path-410">
            <a:extLst xmlns:a="http://schemas.openxmlformats.org/drawingml/2006/main">
              <a:ext uri="{FF2B5EF4-FFF2-40B4-BE49-F238E27FC236}">
                <a16:creationId xmlns:a16="http://schemas.microsoft.com/office/drawing/2014/main" id="{8769BB62-5905-42AA-8694-3AC57F7E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5" name="SE-082-path-411">
            <a:extLst xmlns:a="http://schemas.openxmlformats.org/drawingml/2006/main">
              <a:ext uri="{FF2B5EF4-FFF2-40B4-BE49-F238E27FC236}">
                <a16:creationId xmlns:a16="http://schemas.microsoft.com/office/drawing/2014/main" id="{75A9BC3B-7B52-45A4-B527-4455A959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6" name="SE-082-path-412">
            <a:extLst xmlns:a="http://schemas.openxmlformats.org/drawingml/2006/main">
              <a:ext uri="{FF2B5EF4-FFF2-40B4-BE49-F238E27FC236}">
                <a16:creationId xmlns:a16="http://schemas.microsoft.com/office/drawing/2014/main" id="{46F2B9D0-3448-408D-AE27-47629CD9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7" name="SE-082-path-413">
            <a:extLst xmlns:a="http://schemas.openxmlformats.org/drawingml/2006/main">
              <a:ext uri="{FF2B5EF4-FFF2-40B4-BE49-F238E27FC236}">
                <a16:creationId xmlns:a16="http://schemas.microsoft.com/office/drawing/2014/main" id="{F82E87C6-BFCE-4DD9-B694-1FCACDFD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8" name="SE-082-path-414">
            <a:extLst xmlns:a="http://schemas.openxmlformats.org/drawingml/2006/main">
              <a:ext uri="{FF2B5EF4-FFF2-40B4-BE49-F238E27FC236}">
                <a16:creationId xmlns:a16="http://schemas.microsoft.com/office/drawing/2014/main" id="{27618541-9750-4269-8DA6-3CFFA71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19" name="SE-082-path-415">
            <a:extLst xmlns:a="http://schemas.openxmlformats.org/drawingml/2006/main">
              <a:ext uri="{FF2B5EF4-FFF2-40B4-BE49-F238E27FC236}">
                <a16:creationId xmlns:a16="http://schemas.microsoft.com/office/drawing/2014/main" id="{679F4AC8-B40F-4226-99D4-0D576DB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0" name="SE-082-path-416">
            <a:extLst xmlns:a="http://schemas.openxmlformats.org/drawingml/2006/main">
              <a:ext uri="{FF2B5EF4-FFF2-40B4-BE49-F238E27FC236}">
                <a16:creationId xmlns:a16="http://schemas.microsoft.com/office/drawing/2014/main" id="{BBD1421B-CC60-4B04-BC4C-1ED1428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1" name="SE-082-path-417">
            <a:extLst xmlns:a="http://schemas.openxmlformats.org/drawingml/2006/main">
              <a:ext uri="{FF2B5EF4-FFF2-40B4-BE49-F238E27FC236}">
                <a16:creationId xmlns:a16="http://schemas.microsoft.com/office/drawing/2014/main" id="{BA1F5FA0-0230-4DF7-A3FC-EAE9CDF7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2" name="SE-082-path-418">
            <a:extLst xmlns:a="http://schemas.openxmlformats.org/drawingml/2006/main">
              <a:ext uri="{FF2B5EF4-FFF2-40B4-BE49-F238E27FC236}">
                <a16:creationId xmlns:a16="http://schemas.microsoft.com/office/drawing/2014/main" id="{080C6AAE-7619-4750-AD2D-A2600A8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3" name="SE-082-path-419">
            <a:extLst xmlns:a="http://schemas.openxmlformats.org/drawingml/2006/main">
              <a:ext uri="{FF2B5EF4-FFF2-40B4-BE49-F238E27FC236}">
                <a16:creationId xmlns:a16="http://schemas.microsoft.com/office/drawing/2014/main" id="{A173AEFE-FF52-46F8-AA01-58C3530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4" name="SE-082-path-420">
            <a:extLst xmlns:a="http://schemas.openxmlformats.org/drawingml/2006/main">
              <a:ext uri="{FF2B5EF4-FFF2-40B4-BE49-F238E27FC236}">
                <a16:creationId xmlns:a16="http://schemas.microsoft.com/office/drawing/2014/main" id="{BB6A5004-01D0-49FB-ADCA-FC004C1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5" name="SE-082-path-421">
            <a:extLst xmlns:a="http://schemas.openxmlformats.org/drawingml/2006/main">
              <a:ext uri="{FF2B5EF4-FFF2-40B4-BE49-F238E27FC236}">
                <a16:creationId xmlns:a16="http://schemas.microsoft.com/office/drawing/2014/main" id="{C4EAE47F-ADAE-49BD-979F-6448DDE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6" name="SE-082-path-422">
            <a:extLst xmlns:a="http://schemas.openxmlformats.org/drawingml/2006/main">
              <a:ext uri="{FF2B5EF4-FFF2-40B4-BE49-F238E27FC236}">
                <a16:creationId xmlns:a16="http://schemas.microsoft.com/office/drawing/2014/main" id="{4041042D-DE89-4A28-BB57-6039B4B1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7" name="SE-082-path-423">
            <a:extLst xmlns:a="http://schemas.openxmlformats.org/drawingml/2006/main">
              <a:ext uri="{FF2B5EF4-FFF2-40B4-BE49-F238E27FC236}">
                <a16:creationId xmlns:a16="http://schemas.microsoft.com/office/drawing/2014/main" id="{9D561F9F-EA8C-4C83-92E0-2EDDE0A7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8" name="SE-082-path-424">
            <a:extLst xmlns:a="http://schemas.openxmlformats.org/drawingml/2006/main">
              <a:ext uri="{FF2B5EF4-FFF2-40B4-BE49-F238E27FC236}">
                <a16:creationId xmlns:a16="http://schemas.microsoft.com/office/drawing/2014/main" id="{72689CA1-D15D-4FB0-B0D6-573AF70F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29" name="SE-082-path-425">
            <a:extLst xmlns:a="http://schemas.openxmlformats.org/drawingml/2006/main">
              <a:ext uri="{FF2B5EF4-FFF2-40B4-BE49-F238E27FC236}">
                <a16:creationId xmlns:a16="http://schemas.microsoft.com/office/drawing/2014/main" id="{106C2573-E9A2-45B1-B17F-FBA7004C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0" name="SE-082-path-426">
            <a:extLst xmlns:a="http://schemas.openxmlformats.org/drawingml/2006/main">
              <a:ext uri="{FF2B5EF4-FFF2-40B4-BE49-F238E27FC236}">
                <a16:creationId xmlns:a16="http://schemas.microsoft.com/office/drawing/2014/main" id="{C8A49E2B-202D-4ECE-9CA4-0663D075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1" name="SE-082-path-427">
            <a:extLst xmlns:a="http://schemas.openxmlformats.org/drawingml/2006/main">
              <a:ext uri="{FF2B5EF4-FFF2-40B4-BE49-F238E27FC236}">
                <a16:creationId xmlns:a16="http://schemas.microsoft.com/office/drawing/2014/main" id="{7E38177E-9F83-4BB9-A28C-F6B63344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2" name="SE-082-path-428">
            <a:extLst xmlns:a="http://schemas.openxmlformats.org/drawingml/2006/main">
              <a:ext uri="{FF2B5EF4-FFF2-40B4-BE49-F238E27FC236}">
                <a16:creationId xmlns:a16="http://schemas.microsoft.com/office/drawing/2014/main" id="{06FA9154-A02D-431F-91D0-E95AFB29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3" name="SE-082-path-429">
            <a:extLst xmlns:a="http://schemas.openxmlformats.org/drawingml/2006/main">
              <a:ext uri="{FF2B5EF4-FFF2-40B4-BE49-F238E27FC236}">
                <a16:creationId xmlns:a16="http://schemas.microsoft.com/office/drawing/2014/main" id="{E1ECDEE6-E477-4BB3-8028-EAEF3386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4" name="SE-082-path-430">
            <a:extLst xmlns:a="http://schemas.openxmlformats.org/drawingml/2006/main">
              <a:ext uri="{FF2B5EF4-FFF2-40B4-BE49-F238E27FC236}">
                <a16:creationId xmlns:a16="http://schemas.microsoft.com/office/drawing/2014/main" id="{4A8BBAF3-9D8B-414A-822C-594F4A7C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09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5" name="SE-082-path-431">
            <a:extLst xmlns:a="http://schemas.openxmlformats.org/drawingml/2006/main">
              <a:ext uri="{FF2B5EF4-FFF2-40B4-BE49-F238E27FC236}">
                <a16:creationId xmlns:a16="http://schemas.microsoft.com/office/drawing/2014/main" id="{868C3E09-0882-444F-9D71-12B54F06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20967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6" name="SE-082-path-432">
            <a:extLst xmlns:a="http://schemas.openxmlformats.org/drawingml/2006/main">
              <a:ext uri="{FF2B5EF4-FFF2-40B4-BE49-F238E27FC236}">
                <a16:creationId xmlns:a16="http://schemas.microsoft.com/office/drawing/2014/main" id="{71FAC17D-DD79-4D9A-9714-FFA5AF2A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209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7" name="SE-082-path-433">
            <a:extLst xmlns:a="http://schemas.openxmlformats.org/drawingml/2006/main">
              <a:ext uri="{FF2B5EF4-FFF2-40B4-BE49-F238E27FC236}">
                <a16:creationId xmlns:a16="http://schemas.microsoft.com/office/drawing/2014/main" id="{16E9BBB8-9B2C-4BB6-9F20-572F57F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2573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8" name="SE-082-path-434">
            <a:extLst xmlns:a="http://schemas.openxmlformats.org/drawingml/2006/main">
              <a:ext uri="{FF2B5EF4-FFF2-40B4-BE49-F238E27FC236}">
                <a16:creationId xmlns:a16="http://schemas.microsoft.com/office/drawing/2014/main" id="{1D9606AD-8A5C-4B8C-9521-ACA9B4AA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304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39" name="SE-082-path-435">
            <a:extLst xmlns:a="http://schemas.openxmlformats.org/drawingml/2006/main">
              <a:ext uri="{FF2B5EF4-FFF2-40B4-BE49-F238E27FC236}">
                <a16:creationId xmlns:a16="http://schemas.microsoft.com/office/drawing/2014/main" id="{1A8CD8A8-A414-4399-AC02-02B9E93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352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0" name="SE-082-path-436">
            <a:extLst xmlns:a="http://schemas.openxmlformats.org/drawingml/2006/main">
              <a:ext uri="{FF2B5EF4-FFF2-40B4-BE49-F238E27FC236}">
                <a16:creationId xmlns:a16="http://schemas.microsoft.com/office/drawing/2014/main" id="{1F55240A-35E7-4B08-AEAB-114CD316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400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1" name="SE-082-path-437">
            <a:extLst xmlns:a="http://schemas.openxmlformats.org/drawingml/2006/main">
              <a:ext uri="{FF2B5EF4-FFF2-40B4-BE49-F238E27FC236}">
                <a16:creationId xmlns:a16="http://schemas.microsoft.com/office/drawing/2014/main" id="{9A8F63CD-7F2A-4AE4-8DBB-2EBD514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447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2" name="SE-082-path-438">
            <a:extLst xmlns:a="http://schemas.openxmlformats.org/drawingml/2006/main">
              <a:ext uri="{FF2B5EF4-FFF2-40B4-BE49-F238E27FC236}">
                <a16:creationId xmlns:a16="http://schemas.microsoft.com/office/drawing/2014/main" id="{F093980C-BF7C-4E00-93E0-EA497A61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495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3" name="SE-082-path-439">
            <a:extLst xmlns:a="http://schemas.openxmlformats.org/drawingml/2006/main">
              <a:ext uri="{FF2B5EF4-FFF2-40B4-BE49-F238E27FC236}">
                <a16:creationId xmlns:a16="http://schemas.microsoft.com/office/drawing/2014/main" id="{69CCCF25-501A-4C7C-A0F5-5F7420D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543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4" name="SE-082-path-440">
            <a:extLst xmlns:a="http://schemas.openxmlformats.org/drawingml/2006/main">
              <a:ext uri="{FF2B5EF4-FFF2-40B4-BE49-F238E27FC236}">
                <a16:creationId xmlns:a16="http://schemas.microsoft.com/office/drawing/2014/main" id="{C4C3B568-445A-41F4-B99E-D0A1162E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590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5" name="SE-082-path-441">
            <a:extLst xmlns:a="http://schemas.openxmlformats.org/drawingml/2006/main">
              <a:ext uri="{FF2B5EF4-FFF2-40B4-BE49-F238E27FC236}">
                <a16:creationId xmlns:a16="http://schemas.microsoft.com/office/drawing/2014/main" id="{9EEA6D51-A3E6-490A-AB46-55687FFA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383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6" name="SE-082-path-442">
            <a:extLst xmlns:a="http://schemas.openxmlformats.org/drawingml/2006/main">
              <a:ext uri="{FF2B5EF4-FFF2-40B4-BE49-F238E27FC236}">
                <a16:creationId xmlns:a16="http://schemas.microsoft.com/office/drawing/2014/main" id="{70D0F350-8196-4011-A0E6-1D6CC683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85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7" name="SE-082-path-443">
            <a:extLst xmlns:a="http://schemas.openxmlformats.org/drawingml/2006/main">
              <a:ext uri="{FF2B5EF4-FFF2-40B4-BE49-F238E27FC236}">
                <a16:creationId xmlns:a16="http://schemas.microsoft.com/office/drawing/2014/main" id="{761974AC-7677-44F9-A81F-4C06145A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33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8" name="SE-082-path-444">
            <a:extLst xmlns:a="http://schemas.openxmlformats.org/drawingml/2006/main">
              <a:ext uri="{FF2B5EF4-FFF2-40B4-BE49-F238E27FC236}">
                <a16:creationId xmlns:a16="http://schemas.microsoft.com/office/drawing/2014/main" id="{AE1FE7DF-6A72-43DD-AD57-15EB7E6B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81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49" name="SE-082-path-445">
            <a:extLst xmlns:a="http://schemas.openxmlformats.org/drawingml/2006/main">
              <a:ext uri="{FF2B5EF4-FFF2-40B4-BE49-F238E27FC236}">
                <a16:creationId xmlns:a16="http://schemas.microsoft.com/office/drawing/2014/main" id="{41497D4C-5C32-4F7A-BA9C-A5517BD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28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0" name="SE-082-path-446">
            <a:extLst xmlns:a="http://schemas.openxmlformats.org/drawingml/2006/main">
              <a:ext uri="{FF2B5EF4-FFF2-40B4-BE49-F238E27FC236}">
                <a16:creationId xmlns:a16="http://schemas.microsoft.com/office/drawing/2014/main" id="{CCCE1B7F-66CA-40DC-8224-901A48AE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76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1" name="SE-082-path-447">
            <a:extLst xmlns:a="http://schemas.openxmlformats.org/drawingml/2006/main">
              <a:ext uri="{FF2B5EF4-FFF2-40B4-BE49-F238E27FC236}">
                <a16:creationId xmlns:a16="http://schemas.microsoft.com/office/drawing/2014/main" id="{439DA166-0C77-435D-97D1-B5664D29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924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2" name="SE-082-path-448">
            <a:extLst xmlns:a="http://schemas.openxmlformats.org/drawingml/2006/main">
              <a:ext uri="{FF2B5EF4-FFF2-40B4-BE49-F238E27FC236}">
                <a16:creationId xmlns:a16="http://schemas.microsoft.com/office/drawing/2014/main" id="{D5638647-43B8-4A80-AEDC-4223B95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971675"/>
            <a:ext cx="95" cy="9525"/>
          </a:xfrm>
          <a:custGeom xmlns:a="http://schemas.openxmlformats.org/drawingml/2006/main">
            <a:pathLst>
              <a:path w="95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3" name="SE-082-path-449">
            <a:extLst xmlns:a="http://schemas.openxmlformats.org/drawingml/2006/main">
              <a:ext uri="{FF2B5EF4-FFF2-40B4-BE49-F238E27FC236}">
                <a16:creationId xmlns:a16="http://schemas.microsoft.com/office/drawing/2014/main" id="{2852473F-A336-4816-BFF2-8ABBFE2C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4" name="SE-082-path-450">
            <a:extLst xmlns:a="http://schemas.openxmlformats.org/drawingml/2006/main">
              <a:ext uri="{FF2B5EF4-FFF2-40B4-BE49-F238E27FC236}">
                <a16:creationId xmlns:a16="http://schemas.microsoft.com/office/drawing/2014/main" id="{D256318C-68DE-4915-9FCB-F12D5CAB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5" name="SE-082-path-451">
            <a:extLst xmlns:a="http://schemas.openxmlformats.org/drawingml/2006/main">
              <a:ext uri="{FF2B5EF4-FFF2-40B4-BE49-F238E27FC236}">
                <a16:creationId xmlns:a16="http://schemas.microsoft.com/office/drawing/2014/main" id="{4D2BC6BE-86DA-4A1E-89BB-AFBC725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6" name="SE-082-path-452">
            <a:extLst xmlns:a="http://schemas.openxmlformats.org/drawingml/2006/main">
              <a:ext uri="{FF2B5EF4-FFF2-40B4-BE49-F238E27FC236}">
                <a16:creationId xmlns:a16="http://schemas.microsoft.com/office/drawing/2014/main" id="{D380622A-404C-42D0-9C7B-03923B3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7" name="SE-082-path-453">
            <a:extLst xmlns:a="http://schemas.openxmlformats.org/drawingml/2006/main">
              <a:ext uri="{FF2B5EF4-FFF2-40B4-BE49-F238E27FC236}">
                <a16:creationId xmlns:a16="http://schemas.microsoft.com/office/drawing/2014/main" id="{3F0F974E-1230-45E5-8284-1EC9E2D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8" name="SE-082-path-454">
            <a:extLst xmlns:a="http://schemas.openxmlformats.org/drawingml/2006/main">
              <a:ext uri="{FF2B5EF4-FFF2-40B4-BE49-F238E27FC236}">
                <a16:creationId xmlns:a16="http://schemas.microsoft.com/office/drawing/2014/main" id="{192BCFBF-16A2-4A4F-B876-7C9834F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59" name="SE-082-path-455">
            <a:extLst xmlns:a="http://schemas.openxmlformats.org/drawingml/2006/main">
              <a:ext uri="{FF2B5EF4-FFF2-40B4-BE49-F238E27FC236}">
                <a16:creationId xmlns:a16="http://schemas.microsoft.com/office/drawing/2014/main" id="{DB44E800-32C5-4F5A-B597-26B26BD5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0" name="SE-082-path-456">
            <a:extLst xmlns:a="http://schemas.openxmlformats.org/drawingml/2006/main">
              <a:ext uri="{FF2B5EF4-FFF2-40B4-BE49-F238E27FC236}">
                <a16:creationId xmlns:a16="http://schemas.microsoft.com/office/drawing/2014/main" id="{97E97AAD-4E67-443C-B04F-2CAE8A9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1" name="SE-082-path-457">
            <a:extLst xmlns:a="http://schemas.openxmlformats.org/drawingml/2006/main">
              <a:ext uri="{FF2B5EF4-FFF2-40B4-BE49-F238E27FC236}">
                <a16:creationId xmlns:a16="http://schemas.microsoft.com/office/drawing/2014/main" id="{2339D78E-B117-4C5C-A60A-FEF5A648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2" name="SE-082-path-458">
            <a:extLst xmlns:a="http://schemas.openxmlformats.org/drawingml/2006/main">
              <a:ext uri="{FF2B5EF4-FFF2-40B4-BE49-F238E27FC236}">
                <a16:creationId xmlns:a16="http://schemas.microsoft.com/office/drawing/2014/main" id="{AF2FBB2E-5488-4743-A56E-A51D6B15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3" name="SE-082-path-459">
            <a:extLst xmlns:a="http://schemas.openxmlformats.org/drawingml/2006/main">
              <a:ext uri="{FF2B5EF4-FFF2-40B4-BE49-F238E27FC236}">
                <a16:creationId xmlns:a16="http://schemas.microsoft.com/office/drawing/2014/main" id="{43116E2F-5011-479D-A31B-799D22D7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4" name="SE-082-path-460">
            <a:extLst xmlns:a="http://schemas.openxmlformats.org/drawingml/2006/main">
              <a:ext uri="{FF2B5EF4-FFF2-40B4-BE49-F238E27FC236}">
                <a16:creationId xmlns:a16="http://schemas.microsoft.com/office/drawing/2014/main" id="{A137FE20-15FE-4427-8C1B-140F7FDD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5" name="SE-082-path-461">
            <a:extLst xmlns:a="http://schemas.openxmlformats.org/drawingml/2006/main">
              <a:ext uri="{FF2B5EF4-FFF2-40B4-BE49-F238E27FC236}">
                <a16:creationId xmlns:a16="http://schemas.microsoft.com/office/drawing/2014/main" id="{43A9E409-6A21-4390-9F1C-280FCB29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6" name="SE-082-path-462">
            <a:extLst xmlns:a="http://schemas.openxmlformats.org/drawingml/2006/main">
              <a:ext uri="{FF2B5EF4-FFF2-40B4-BE49-F238E27FC236}">
                <a16:creationId xmlns:a16="http://schemas.microsoft.com/office/drawing/2014/main" id="{2BADD008-24B2-40EF-8860-7D9E476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7" name="SE-082-path-463">
            <a:extLst xmlns:a="http://schemas.openxmlformats.org/drawingml/2006/main">
              <a:ext uri="{FF2B5EF4-FFF2-40B4-BE49-F238E27FC236}">
                <a16:creationId xmlns:a16="http://schemas.microsoft.com/office/drawing/2014/main" id="{95CC7DA9-1007-4272-92E7-3B3491F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8" name="SE-082-path-464">
            <a:extLst xmlns:a="http://schemas.openxmlformats.org/drawingml/2006/main">
              <a:ext uri="{FF2B5EF4-FFF2-40B4-BE49-F238E27FC236}">
                <a16:creationId xmlns:a16="http://schemas.microsoft.com/office/drawing/2014/main" id="{8155818D-4E99-47FF-9C03-CD88219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69" name="SE-082-path-465">
            <a:extLst xmlns:a="http://schemas.openxmlformats.org/drawingml/2006/main">
              <a:ext uri="{FF2B5EF4-FFF2-40B4-BE49-F238E27FC236}">
                <a16:creationId xmlns:a16="http://schemas.microsoft.com/office/drawing/2014/main" id="{E6BF4A93-56FA-48FC-B5F4-475E69F4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0" name="SE-082-path-466">
            <a:extLst xmlns:a="http://schemas.openxmlformats.org/drawingml/2006/main">
              <a:ext uri="{FF2B5EF4-FFF2-40B4-BE49-F238E27FC236}">
                <a16:creationId xmlns:a16="http://schemas.microsoft.com/office/drawing/2014/main" id="{A2F73C4E-F009-4865-BC8B-7B7EC8E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1" name="SE-082-path-467">
            <a:extLst xmlns:a="http://schemas.openxmlformats.org/drawingml/2006/main">
              <a:ext uri="{FF2B5EF4-FFF2-40B4-BE49-F238E27FC236}">
                <a16:creationId xmlns:a16="http://schemas.microsoft.com/office/drawing/2014/main" id="{C52F8230-00D0-4CC2-B6A0-BE6D9B4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2" name="SE-082-path-468">
            <a:extLst xmlns:a="http://schemas.openxmlformats.org/drawingml/2006/main">
              <a:ext uri="{FF2B5EF4-FFF2-40B4-BE49-F238E27FC236}">
                <a16:creationId xmlns:a16="http://schemas.microsoft.com/office/drawing/2014/main" id="{511B88A7-4C00-4555-B2CD-5102E27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3" name="SE-082-path-469">
            <a:extLst xmlns:a="http://schemas.openxmlformats.org/drawingml/2006/main">
              <a:ext uri="{FF2B5EF4-FFF2-40B4-BE49-F238E27FC236}">
                <a16:creationId xmlns:a16="http://schemas.microsoft.com/office/drawing/2014/main" id="{F097568B-DE6C-4B40-B061-4AB8AD53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4" name="SE-082-path-470">
            <a:extLst xmlns:a="http://schemas.openxmlformats.org/drawingml/2006/main">
              <a:ext uri="{FF2B5EF4-FFF2-40B4-BE49-F238E27FC236}">
                <a16:creationId xmlns:a16="http://schemas.microsoft.com/office/drawing/2014/main" id="{DD89A5C1-58E7-423E-82CB-CD6BA2A9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5" name="SE-082-path-471">
            <a:extLst xmlns:a="http://schemas.openxmlformats.org/drawingml/2006/main">
              <a:ext uri="{FF2B5EF4-FFF2-40B4-BE49-F238E27FC236}">
                <a16:creationId xmlns:a16="http://schemas.microsoft.com/office/drawing/2014/main" id="{EAE4148E-31E4-4A84-A541-CAAC7026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6" name="SE-082-path-472">
            <a:extLst xmlns:a="http://schemas.openxmlformats.org/drawingml/2006/main">
              <a:ext uri="{FF2B5EF4-FFF2-40B4-BE49-F238E27FC236}">
                <a16:creationId xmlns:a16="http://schemas.microsoft.com/office/drawing/2014/main" id="{AF97F3F7-8F5E-4A3B-A8CB-7A50C75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7" name="SE-082-path-473">
            <a:extLst xmlns:a="http://schemas.openxmlformats.org/drawingml/2006/main">
              <a:ext uri="{FF2B5EF4-FFF2-40B4-BE49-F238E27FC236}">
                <a16:creationId xmlns:a16="http://schemas.microsoft.com/office/drawing/2014/main" id="{D4C305AA-2B3A-48B9-8ED9-77007405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8" name="SE-082-path-474">
            <a:extLst xmlns:a="http://schemas.openxmlformats.org/drawingml/2006/main">
              <a:ext uri="{FF2B5EF4-FFF2-40B4-BE49-F238E27FC236}">
                <a16:creationId xmlns:a16="http://schemas.microsoft.com/office/drawing/2014/main" id="{31915B37-7183-465C-BC8E-89C93C2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79" name="SE-082-path-475">
            <a:extLst xmlns:a="http://schemas.openxmlformats.org/drawingml/2006/main">
              <a:ext uri="{FF2B5EF4-FFF2-40B4-BE49-F238E27FC236}">
                <a16:creationId xmlns:a16="http://schemas.microsoft.com/office/drawing/2014/main" id="{0E6A5584-717C-4B02-9A8A-403EB349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0" name="SE-082-path-476">
            <a:extLst xmlns:a="http://schemas.openxmlformats.org/drawingml/2006/main">
              <a:ext uri="{FF2B5EF4-FFF2-40B4-BE49-F238E27FC236}">
                <a16:creationId xmlns:a16="http://schemas.microsoft.com/office/drawing/2014/main" id="{A15CDCEF-E748-425C-B2BF-D91248E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1" name="SE-082-path-477">
            <a:extLst xmlns:a="http://schemas.openxmlformats.org/drawingml/2006/main">
              <a:ext uri="{FF2B5EF4-FFF2-40B4-BE49-F238E27FC236}">
                <a16:creationId xmlns:a16="http://schemas.microsoft.com/office/drawing/2014/main" id="{A430724B-0083-4948-AA41-286C26BD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2" name="SE-082-path-478">
            <a:extLst xmlns:a="http://schemas.openxmlformats.org/drawingml/2006/main">
              <a:ext uri="{FF2B5EF4-FFF2-40B4-BE49-F238E27FC236}">
                <a16:creationId xmlns:a16="http://schemas.microsoft.com/office/drawing/2014/main" id="{F56EF4F5-9D95-470D-BA78-5B6E9B4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3" name="SE-082-path-479">
            <a:extLst xmlns:a="http://schemas.openxmlformats.org/drawingml/2006/main">
              <a:ext uri="{FF2B5EF4-FFF2-40B4-BE49-F238E27FC236}">
                <a16:creationId xmlns:a16="http://schemas.microsoft.com/office/drawing/2014/main" id="{F1D43D6C-A6B4-4AA5-854B-A5F54961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52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4" name="SE-082-path-480">
            <a:extLst xmlns:a="http://schemas.openxmlformats.org/drawingml/2006/main">
              <a:ext uri="{FF2B5EF4-FFF2-40B4-BE49-F238E27FC236}">
                <a16:creationId xmlns:a16="http://schemas.microsoft.com/office/drawing/2014/main" id="{9AD2C969-E23B-4E8F-AC65-FE6BE8BC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5" name="SE-082-path-481">
            <a:extLst xmlns:a="http://schemas.openxmlformats.org/drawingml/2006/main">
              <a:ext uri="{FF2B5EF4-FFF2-40B4-BE49-F238E27FC236}">
                <a16:creationId xmlns:a16="http://schemas.microsoft.com/office/drawing/2014/main" id="{A01BFA34-F8A5-48F5-A3D9-D1814261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57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6" name="SE-082-path-482">
            <a:extLst xmlns:a="http://schemas.openxmlformats.org/drawingml/2006/main">
              <a:ext uri="{FF2B5EF4-FFF2-40B4-BE49-F238E27FC236}">
                <a16:creationId xmlns:a16="http://schemas.microsoft.com/office/drawing/2014/main" id="{07A7516E-BB49-4C03-90BB-B26AF8C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7" name="SE-082-path-483">
            <a:extLst xmlns:a="http://schemas.openxmlformats.org/drawingml/2006/main">
              <a:ext uri="{FF2B5EF4-FFF2-40B4-BE49-F238E27FC236}">
                <a16:creationId xmlns:a16="http://schemas.microsoft.com/office/drawing/2014/main" id="{E61002E6-A237-4838-9890-1FBFD8E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62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8" name="SE-082-path-484">
            <a:extLst xmlns:a="http://schemas.openxmlformats.org/drawingml/2006/main">
              <a:ext uri="{FF2B5EF4-FFF2-40B4-BE49-F238E27FC236}">
                <a16:creationId xmlns:a16="http://schemas.microsoft.com/office/drawing/2014/main" id="{2EDF2370-D7C7-4EEA-A2C7-334C74DA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145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89" name="SE-082-path-485">
            <a:extLst xmlns:a="http://schemas.openxmlformats.org/drawingml/2006/main">
              <a:ext uri="{FF2B5EF4-FFF2-40B4-BE49-F238E27FC236}">
                <a16:creationId xmlns:a16="http://schemas.microsoft.com/office/drawing/2014/main" id="{1591B31E-F979-49DA-8AEE-D776806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0" name="SE-082-path-486">
            <a:extLst xmlns:a="http://schemas.openxmlformats.org/drawingml/2006/main">
              <a:ext uri="{FF2B5EF4-FFF2-40B4-BE49-F238E27FC236}">
                <a16:creationId xmlns:a16="http://schemas.microsoft.com/office/drawing/2014/main" id="{16383AD7-90F0-44B4-B848-7FE8FF06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192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1" name="SE-082-path-487">
            <a:extLst xmlns:a="http://schemas.openxmlformats.org/drawingml/2006/main">
              <a:ext uri="{FF2B5EF4-FFF2-40B4-BE49-F238E27FC236}">
                <a16:creationId xmlns:a16="http://schemas.microsoft.com/office/drawing/2014/main" id="{E9AEBB66-99CA-47C0-8A81-5B96E1B1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71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2" name="SE-082-path-488">
            <a:extLst xmlns:a="http://schemas.openxmlformats.org/drawingml/2006/main">
              <a:ext uri="{FF2B5EF4-FFF2-40B4-BE49-F238E27FC236}">
                <a16:creationId xmlns:a16="http://schemas.microsoft.com/office/drawing/2014/main" id="{3BC7A536-71D9-4832-8F7B-5AF1EED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240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3" name="SE-082-path-489">
            <a:extLst xmlns:a="http://schemas.openxmlformats.org/drawingml/2006/main">
              <a:ext uri="{FF2B5EF4-FFF2-40B4-BE49-F238E27FC236}">
                <a16:creationId xmlns:a16="http://schemas.microsoft.com/office/drawing/2014/main" id="{10EF8F90-9827-4465-8A3C-177FE56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76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4" name="SE-082-path-490">
            <a:extLst xmlns:a="http://schemas.openxmlformats.org/drawingml/2006/main">
              <a:ext uri="{FF2B5EF4-FFF2-40B4-BE49-F238E27FC236}">
                <a16:creationId xmlns:a16="http://schemas.microsoft.com/office/drawing/2014/main" id="{6AB4DD06-388D-4408-B1BC-7C0A5D0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5" name="SE-082-path-491">
            <a:extLst xmlns:a="http://schemas.openxmlformats.org/drawingml/2006/main">
              <a:ext uri="{FF2B5EF4-FFF2-40B4-BE49-F238E27FC236}">
                <a16:creationId xmlns:a16="http://schemas.microsoft.com/office/drawing/2014/main" id="{B0059B58-450B-42BE-B5B9-3BE461BA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81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6" name="SE-082-path-492">
            <a:extLst xmlns:a="http://schemas.openxmlformats.org/drawingml/2006/main">
              <a:ext uri="{FF2B5EF4-FFF2-40B4-BE49-F238E27FC236}">
                <a16:creationId xmlns:a16="http://schemas.microsoft.com/office/drawing/2014/main" id="{CC6FA3C9-4DB1-4F2F-8262-208ED5AB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335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7" name="SE-082-path-493">
            <a:extLst xmlns:a="http://schemas.openxmlformats.org/drawingml/2006/main">
              <a:ext uri="{FF2B5EF4-FFF2-40B4-BE49-F238E27FC236}">
                <a16:creationId xmlns:a16="http://schemas.microsoft.com/office/drawing/2014/main" id="{897DC20F-DE25-4450-B493-3ACC2481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285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8" name="SE-082-path-494">
            <a:extLst xmlns:a="http://schemas.openxmlformats.org/drawingml/2006/main">
              <a:ext uri="{FF2B5EF4-FFF2-40B4-BE49-F238E27FC236}">
                <a16:creationId xmlns:a16="http://schemas.microsoft.com/office/drawing/2014/main" id="{8E55E7E5-164D-42C2-9FB9-6D3C20ED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2382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499" name="SE-082-path-495">
            <a:extLst xmlns:a="http://schemas.openxmlformats.org/drawingml/2006/main">
              <a:ext uri="{FF2B5EF4-FFF2-40B4-BE49-F238E27FC236}">
                <a16:creationId xmlns:a16="http://schemas.microsoft.com/office/drawing/2014/main" id="{B639D77E-A0DF-49B7-8487-AA8FCD4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209675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500" name="SE-082-496">
            <a:extLst xmlns:a="http://schemas.openxmlformats.org/drawingml/2006/main">
              <a:ext uri="{FF2B5EF4-FFF2-40B4-BE49-F238E27FC236}">
                <a16:creationId xmlns:a16="http://schemas.microsoft.com/office/drawing/2014/main" id="{BC350D96-EED7-43D4-999F-56970659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85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1" name="SE-082-497">
            <a:extLst xmlns:a="http://schemas.openxmlformats.org/drawingml/2006/main">
              <a:ext uri="{FF2B5EF4-FFF2-40B4-BE49-F238E27FC236}">
                <a16:creationId xmlns:a16="http://schemas.microsoft.com/office/drawing/2014/main" id="{2C04BD39-EC87-4D01-9B94-F2D308B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45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2" name="SE-082-498">
            <a:extLst xmlns:a="http://schemas.openxmlformats.org/drawingml/2006/main">
              <a:ext uri="{FF2B5EF4-FFF2-40B4-BE49-F238E27FC236}">
                <a16:creationId xmlns:a16="http://schemas.microsoft.com/office/drawing/2014/main" id="{E9CBB782-3F47-4E91-9051-14B9D203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45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3" name="SE-082-499">
            <a:extLst xmlns:a="http://schemas.openxmlformats.org/drawingml/2006/main">
              <a:ext uri="{FF2B5EF4-FFF2-40B4-BE49-F238E27FC236}">
                <a16:creationId xmlns:a16="http://schemas.microsoft.com/office/drawing/2014/main" id="{B8B5BFC4-7441-4F73-8C9E-ABADC0AF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66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4" name="SE-082-500">
            <a:extLst xmlns:a="http://schemas.openxmlformats.org/drawingml/2006/main">
              <a:ext uri="{FF2B5EF4-FFF2-40B4-BE49-F238E27FC236}">
                <a16:creationId xmlns:a16="http://schemas.microsoft.com/office/drawing/2014/main" id="{59188BEA-CEEB-40C4-ADD1-7933140C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666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5" name="SE-082-501">
            <a:extLst xmlns:a="http://schemas.openxmlformats.org/drawingml/2006/main">
              <a:ext uri="{FF2B5EF4-FFF2-40B4-BE49-F238E27FC236}">
                <a16:creationId xmlns:a16="http://schemas.microsoft.com/office/drawing/2014/main" id="{06F06468-C91B-493F-B082-ED09CAD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66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6" name="SE-082-502">
            <a:extLst xmlns:a="http://schemas.openxmlformats.org/drawingml/2006/main">
              <a:ext uri="{FF2B5EF4-FFF2-40B4-BE49-F238E27FC236}">
                <a16:creationId xmlns:a16="http://schemas.microsoft.com/office/drawing/2014/main" id="{F083C00D-30AB-46E2-B431-2DC8A6AB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66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7" name="SE-082-path-503">
            <a:extLst xmlns:a="http://schemas.openxmlformats.org/drawingml/2006/main">
              <a:ext uri="{FF2B5EF4-FFF2-40B4-BE49-F238E27FC236}">
                <a16:creationId xmlns:a16="http://schemas.microsoft.com/office/drawing/2014/main" id="{2BE52736-38B2-4043-BA6D-98DF341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00175"/>
            <a:ext cx="123825" cy="57150"/>
          </a:xfrm>
          <a:custGeom xmlns:a="http://schemas.openxmlformats.org/drawingml/2006/main">
            <a:pathLst>
              <a:path w="123825" h="57150">
                <a:moveTo>
                  <a:pt x="123825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8" name="SE-082-path-504">
            <a:extLst xmlns:a="http://schemas.openxmlformats.org/drawingml/2006/main">
              <a:ext uri="{FF2B5EF4-FFF2-40B4-BE49-F238E27FC236}">
                <a16:creationId xmlns:a16="http://schemas.microsoft.com/office/drawing/2014/main" id="{86B08967-1A3B-48B7-A0F1-E86EAF4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00175"/>
            <a:ext cx="123825" cy="57150"/>
          </a:xfrm>
          <a:custGeom xmlns:a="http://schemas.openxmlformats.org/drawingml/2006/main">
            <a:pathLst>
              <a:path w="123825" h="57150">
                <a:moveTo>
                  <a:pt x="0" y="0"/>
                </a:moveTo>
                <a:lnTo>
                  <a:pt x="12382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09" name="SE-082-path-505">
            <a:extLst xmlns:a="http://schemas.openxmlformats.org/drawingml/2006/main">
              <a:ext uri="{FF2B5EF4-FFF2-40B4-BE49-F238E27FC236}">
                <a16:creationId xmlns:a16="http://schemas.microsoft.com/office/drawing/2014/main" id="{CBB26760-0D66-4EAA-8A79-84B94208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71625"/>
            <a:ext cx="76200" cy="95250"/>
          </a:xfrm>
          <a:custGeom xmlns:a="http://schemas.openxmlformats.org/drawingml/2006/main">
            <a:pathLst>
              <a:path w="76200" h="95250">
                <a:moveTo>
                  <a:pt x="7620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10" name="SE-082-path-506">
            <a:extLst xmlns:a="http://schemas.openxmlformats.org/drawingml/2006/main">
              <a:ext uri="{FF2B5EF4-FFF2-40B4-BE49-F238E27FC236}">
                <a16:creationId xmlns:a16="http://schemas.microsoft.com/office/drawing/2014/main" id="{ADD43582-DDF0-42E2-A61F-57882D23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571625"/>
            <a:ext cx="38100" cy="95250"/>
          </a:xfrm>
          <a:custGeom xmlns:a="http://schemas.openxmlformats.org/drawingml/2006/main">
            <a:pathLst>
              <a:path w="38100" h="95250">
                <a:moveTo>
                  <a:pt x="0" y="0"/>
                </a:moveTo>
                <a:lnTo>
                  <a:pt x="381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11" name="SE-082-path-507">
            <a:extLst xmlns:a="http://schemas.openxmlformats.org/drawingml/2006/main">
              <a:ext uri="{FF2B5EF4-FFF2-40B4-BE49-F238E27FC236}">
                <a16:creationId xmlns:a16="http://schemas.microsoft.com/office/drawing/2014/main" id="{C3B0C6FF-66ED-42C5-9AD9-C78FF34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71625"/>
            <a:ext cx="28575" cy="95250"/>
          </a:xfrm>
          <a:custGeom xmlns:a="http://schemas.openxmlformats.org/drawingml/2006/main">
            <a:pathLst>
              <a:path w="28575" h="95250">
                <a:moveTo>
                  <a:pt x="28575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12" name="SE-082-path-508">
            <a:extLst xmlns:a="http://schemas.openxmlformats.org/drawingml/2006/main">
              <a:ext uri="{FF2B5EF4-FFF2-40B4-BE49-F238E27FC236}">
                <a16:creationId xmlns:a16="http://schemas.microsoft.com/office/drawing/2014/main" id="{7885C62B-E256-440C-8BEA-4A84DAE1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71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513" name="SE-082-509">
            <a:extLst xmlns:a="http://schemas.openxmlformats.org/drawingml/2006/main">
              <a:ext uri="{FF2B5EF4-FFF2-40B4-BE49-F238E27FC236}">
                <a16:creationId xmlns:a16="http://schemas.microsoft.com/office/drawing/2014/main" id="{58CCA87B-5B25-4ED7-9DA9-430E3925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762125"/>
            <a:ext cx="1343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Abstract Syntax Tree</a:t>
            </a:r>
          </a:p>
        </p:txBody>
      </p:sp>
      <p:sp>
        <p:nvSpPr>
          <p:cNvPr id="514" name="SE-082-path-510">
            <a:extLst xmlns:a="http://schemas.openxmlformats.org/drawingml/2006/main">
              <a:ext uri="{FF2B5EF4-FFF2-40B4-BE49-F238E27FC236}">
                <a16:creationId xmlns:a16="http://schemas.microsoft.com/office/drawing/2014/main" id="{7FE7D2FD-337C-4B2E-BEB8-42AFE4A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143125"/>
            <a:ext cx="2667000" cy="95"/>
          </a:xfrm>
          <a:custGeom xmlns:a="http://schemas.openxmlformats.org/drawingml/2006/main">
            <a:pathLst>
              <a:path w="2667000" h="9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515" name="SE-082-path-511">
            <a:extLst xmlns:a="http://schemas.openxmlformats.org/drawingml/2006/main">
              <a:ext uri="{FF2B5EF4-FFF2-40B4-BE49-F238E27FC236}">
                <a16:creationId xmlns:a16="http://schemas.microsoft.com/office/drawing/2014/main" id="{09E0B4B0-6152-4EFE-AA91-431FC22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981200"/>
            <a:ext cx="95" cy="161925"/>
          </a:xfrm>
          <a:custGeom xmlns:a="http://schemas.openxmlformats.org/drawingml/2006/main">
            <a:pathLst>
              <a:path w="9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16" name="SE-082-path-512">
            <a:extLst xmlns:a="http://schemas.openxmlformats.org/drawingml/2006/main">
              <a:ext uri="{FF2B5EF4-FFF2-40B4-BE49-F238E27FC236}">
                <a16:creationId xmlns:a16="http://schemas.microsoft.com/office/drawing/2014/main" id="{439604CC-9CE5-4A11-A525-52425F6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084" y="1981200"/>
            <a:ext cx="52781" cy="50692"/>
          </a:xfrm>
          <a:custGeom xmlns:a="http://schemas.openxmlformats.org/drawingml/2006/main">
            <a:pathLst>
              <a:path w="52781" h="50692">
                <a:moveTo>
                  <a:pt x="52781" y="50692"/>
                </a:moveTo>
                <a:lnTo>
                  <a:pt x="26391" y="0"/>
                </a:lnTo>
                <a:lnTo>
                  <a:pt x="0" y="5069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17" name="SE-082-path-513">
            <a:extLst xmlns:a="http://schemas.openxmlformats.org/drawingml/2006/main">
              <a:ext uri="{FF2B5EF4-FFF2-40B4-BE49-F238E27FC236}">
                <a16:creationId xmlns:a16="http://schemas.microsoft.com/office/drawing/2014/main" id="{93D5499E-0D3B-4B7C-A9DE-E7C569A4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90725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518" name="SE-082-path-514">
            <a:extLst xmlns:a="http://schemas.openxmlformats.org/drawingml/2006/main">
              <a:ext uri="{FF2B5EF4-FFF2-40B4-BE49-F238E27FC236}">
                <a16:creationId xmlns:a16="http://schemas.microsoft.com/office/drawing/2014/main" id="{8819780A-C062-494C-A4A9-A182F69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284" y="1990725"/>
            <a:ext cx="52781" cy="50692"/>
          </a:xfrm>
          <a:custGeom xmlns:a="http://schemas.openxmlformats.org/drawingml/2006/main">
            <a:pathLst>
              <a:path w="52781" h="50692">
                <a:moveTo>
                  <a:pt x="52781" y="50692"/>
                </a:moveTo>
                <a:lnTo>
                  <a:pt x="26391" y="0"/>
                </a:lnTo>
                <a:lnTo>
                  <a:pt x="0" y="5069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2383">
            <a:solidFill>
              <a:srgbClr val="111111"/>
            </a:solidFill>
          </a:ln>
        </p:spPr>
      </p:sp>
      <p:pic>
        <p:nvPicPr>
          <p:cNvPr id="15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d56d3582848e7"/>
          <a:stretch xmlns:a="http://schemas.openxmlformats.org/drawingml/2006/main"/>
        </p:blipFill>
        <p:spPr>
          <a:xfrm xmlns:a="http://schemas.openxmlformats.org/drawingml/2006/main">
            <a:off x="2114550" y="2171700"/>
            <a:ext cx="295275" cy="285750"/>
          </a:xfrm>
          <a:prstGeom xmlns:a="http://schemas.openxmlformats.org/drawingml/2006/main" prst="rect">
            <a:avLst/>
          </a:prstGeom>
        </p:spPr>
      </p:pic>
      <p:sp>
        <p:nvSpPr>
          <p:cNvPr id="520" name="SE-082-515">
            <a:extLst xmlns:a="http://schemas.openxmlformats.org/drawingml/2006/main">
              <a:ext uri="{FF2B5EF4-FFF2-40B4-BE49-F238E27FC236}">
                <a16:creationId xmlns:a16="http://schemas.microsoft.com/office/drawing/2014/main" id="{E5F1B50E-8883-4BA3-9E1A-594E5F0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002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Analyze</a:t>
            </a:r>
          </a:p>
        </p:txBody>
      </p:sp>
      <p:pic>
        <p:nvPicPr>
          <p:cNvPr id="15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ec78924fa4d42"/>
          <a:stretch xmlns:a="http://schemas.openxmlformats.org/drawingml/2006/main"/>
        </p:blipFill>
        <p:spPr>
          <a:xfrm xmlns:a="http://schemas.openxmlformats.org/drawingml/2006/main">
            <a:off x="3476625" y="2181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22" name="SE-082-516">
            <a:extLst xmlns:a="http://schemas.openxmlformats.org/drawingml/2006/main">
              <a:ext uri="{FF2B5EF4-FFF2-40B4-BE49-F238E27FC236}">
                <a16:creationId xmlns:a16="http://schemas.microsoft.com/office/drawing/2014/main" id="{3609ACA9-3AB1-4544-B62E-C1CBCA9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0027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Compile</a:t>
            </a:r>
          </a:p>
        </p:txBody>
      </p:sp>
      <p:pic>
        <p:nvPicPr>
          <p:cNvPr id="15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119c3cb344d25"/>
          <a:stretch xmlns:a="http://schemas.openxmlformats.org/drawingml/2006/main"/>
        </p:blipFill>
        <p:spPr>
          <a:xfrm xmlns:a="http://schemas.openxmlformats.org/drawingml/2006/main">
            <a:off x="4467225" y="1419225"/>
            <a:ext cx="381000" cy="400050"/>
          </a:xfrm>
          <a:prstGeom xmlns:a="http://schemas.openxmlformats.org/drawingml/2006/main" prst="rect">
            <a:avLst/>
          </a:prstGeom>
        </p:spPr>
      </p:pic>
      <p:sp>
        <p:nvSpPr>
          <p:cNvPr id="524" name="SE-082-517">
            <a:extLst xmlns:a="http://schemas.openxmlformats.org/drawingml/2006/main">
              <a:ext uri="{FF2B5EF4-FFF2-40B4-BE49-F238E27FC236}">
                <a16:creationId xmlns:a16="http://schemas.microsoft.com/office/drawing/2014/main" id="{209BE379-3B6E-4F02-93F5-68B7B7F3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811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Bytecode</a:t>
            </a:r>
          </a:p>
        </p:txBody>
      </p:sp>
      <p:sp>
        <p:nvSpPr>
          <p:cNvPr id="525" name="SE-082-path-518">
            <a:extLst xmlns:a="http://schemas.openxmlformats.org/drawingml/2006/main">
              <a:ext uri="{FF2B5EF4-FFF2-40B4-BE49-F238E27FC236}">
                <a16:creationId xmlns:a16="http://schemas.microsoft.com/office/drawing/2014/main" id="{A1A2DCCC-0180-4DCE-9BE0-59BA8C96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076325"/>
            <a:ext cx="1181100" cy="95"/>
          </a:xfrm>
          <a:custGeom xmlns:a="http://schemas.openxmlformats.org/drawingml/2006/main">
            <a:pathLst>
              <a:path w="1181100" h="9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526" name="SE-082-path-519">
            <a:extLst xmlns:a="http://schemas.openxmlformats.org/drawingml/2006/main">
              <a:ext uri="{FF2B5EF4-FFF2-40B4-BE49-F238E27FC236}">
                <a16:creationId xmlns:a16="http://schemas.microsoft.com/office/drawing/2014/main" id="{CC74BF55-BC1E-4187-AEFC-51224CDD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10" y="1045536"/>
            <a:ext cx="59140" cy="61578"/>
          </a:xfrm>
          <a:custGeom xmlns:a="http://schemas.openxmlformats.org/drawingml/2006/main">
            <a:pathLst>
              <a:path w="59140" h="61578">
                <a:moveTo>
                  <a:pt x="0" y="61578"/>
                </a:moveTo>
                <a:lnTo>
                  <a:pt x="59140" y="307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527" name="SE-082-520">
            <a:extLst xmlns:a="http://schemas.openxmlformats.org/drawingml/2006/main">
              <a:ext uri="{FF2B5EF4-FFF2-40B4-BE49-F238E27FC236}">
                <a16:creationId xmlns:a16="http://schemas.microsoft.com/office/drawing/2014/main" id="{BFB15ABF-F8D6-4F4F-B23F-03D0103B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819150"/>
            <a:ext cx="65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Match</a:t>
            </a:r>
          </a:p>
        </p:txBody>
      </p:sp>
      <p:sp>
        <p:nvSpPr>
          <p:cNvPr id="528" name="SE-082-path-521">
            <a:extLst xmlns:a="http://schemas.openxmlformats.org/drawingml/2006/main">
              <a:ext uri="{FF2B5EF4-FFF2-40B4-BE49-F238E27FC236}">
                <a16:creationId xmlns:a16="http://schemas.microsoft.com/office/drawing/2014/main" id="{D45861C5-9A49-4791-B608-B3BB72D8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00200"/>
            <a:ext cx="733425" cy="95"/>
          </a:xfrm>
          <a:custGeom xmlns:a="http://schemas.openxmlformats.org/drawingml/2006/main">
            <a:pathLst>
              <a:path w="733425" h="95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529" name="SE-082-path-522">
            <a:extLst xmlns:a="http://schemas.openxmlformats.org/drawingml/2006/main">
              <a:ext uri="{FF2B5EF4-FFF2-40B4-BE49-F238E27FC236}">
                <a16:creationId xmlns:a16="http://schemas.microsoft.com/office/drawing/2014/main" id="{27C23891-F229-4BB1-A37F-7398D9E1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10" y="1569411"/>
            <a:ext cx="59140" cy="61578"/>
          </a:xfrm>
          <a:custGeom xmlns:a="http://schemas.openxmlformats.org/drawingml/2006/main">
            <a:pathLst>
              <a:path w="59140" h="61578">
                <a:moveTo>
                  <a:pt x="0" y="61578"/>
                </a:moveTo>
                <a:lnTo>
                  <a:pt x="59140" y="307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530" name="SE-082-523">
            <a:extLst xmlns:a="http://schemas.openxmlformats.org/drawingml/2006/main">
              <a:ext uri="{FF2B5EF4-FFF2-40B4-BE49-F238E27FC236}">
                <a16:creationId xmlns:a16="http://schemas.microsoft.com/office/drawing/2014/main" id="{B8E819BA-3D8D-4A31-B928-5D7BE02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3239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Construct</a:t>
            </a:r>
          </a:p>
        </p:txBody>
      </p:sp>
      <p:sp>
        <p:nvSpPr>
          <p:cNvPr id="531" name="SE-082-path-524">
            <a:extLst xmlns:a="http://schemas.openxmlformats.org/drawingml/2006/main">
              <a:ext uri="{FF2B5EF4-FFF2-40B4-BE49-F238E27FC236}">
                <a16:creationId xmlns:a16="http://schemas.microsoft.com/office/drawing/2014/main" id="{F128722C-A02E-4F55-89F3-167AB0D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2" name="SE-082-path-525">
            <a:extLst xmlns:a="http://schemas.openxmlformats.org/drawingml/2006/main">
              <a:ext uri="{FF2B5EF4-FFF2-40B4-BE49-F238E27FC236}">
                <a16:creationId xmlns:a16="http://schemas.microsoft.com/office/drawing/2014/main" id="{71BE3F1D-7BF4-4D9E-B1E9-76D74A33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3" name="SE-082-path-526">
            <a:extLst xmlns:a="http://schemas.openxmlformats.org/drawingml/2006/main">
              <a:ext uri="{FF2B5EF4-FFF2-40B4-BE49-F238E27FC236}">
                <a16:creationId xmlns:a16="http://schemas.microsoft.com/office/drawing/2014/main" id="{12452AE4-36FD-469B-B360-F09D67B5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4" name="SE-082-path-527">
            <a:extLst xmlns:a="http://schemas.openxmlformats.org/drawingml/2006/main">
              <a:ext uri="{FF2B5EF4-FFF2-40B4-BE49-F238E27FC236}">
                <a16:creationId xmlns:a16="http://schemas.microsoft.com/office/drawing/2014/main" id="{33393354-D7A8-4C7A-B731-E6000BF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5" name="SE-082-path-528">
            <a:extLst xmlns:a="http://schemas.openxmlformats.org/drawingml/2006/main">
              <a:ext uri="{FF2B5EF4-FFF2-40B4-BE49-F238E27FC236}">
                <a16:creationId xmlns:a16="http://schemas.microsoft.com/office/drawing/2014/main" id="{FB72658A-A31B-4812-8FA1-6A3919BB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6" name="SE-082-path-529">
            <a:extLst xmlns:a="http://schemas.openxmlformats.org/drawingml/2006/main">
              <a:ext uri="{FF2B5EF4-FFF2-40B4-BE49-F238E27FC236}">
                <a16:creationId xmlns:a16="http://schemas.microsoft.com/office/drawing/2014/main" id="{2D57DD36-C6A0-4091-AC19-04F9EB5E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7" name="SE-082-path-530">
            <a:extLst xmlns:a="http://schemas.openxmlformats.org/drawingml/2006/main">
              <a:ext uri="{FF2B5EF4-FFF2-40B4-BE49-F238E27FC236}">
                <a16:creationId xmlns:a16="http://schemas.microsoft.com/office/drawing/2014/main" id="{D6BDAC8C-9E90-424E-8F60-A68F50F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8" name="SE-082-path-531">
            <a:extLst xmlns:a="http://schemas.openxmlformats.org/drawingml/2006/main">
              <a:ext uri="{FF2B5EF4-FFF2-40B4-BE49-F238E27FC236}">
                <a16:creationId xmlns:a16="http://schemas.microsoft.com/office/drawing/2014/main" id="{2D017702-96BF-470F-9DC5-4692DFA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39" name="SE-082-path-532">
            <a:extLst xmlns:a="http://schemas.openxmlformats.org/drawingml/2006/main">
              <a:ext uri="{FF2B5EF4-FFF2-40B4-BE49-F238E27FC236}">
                <a16:creationId xmlns:a16="http://schemas.microsoft.com/office/drawing/2014/main" id="{15C3E5B3-8000-4F2C-8CEF-34A41A89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0" name="SE-082-path-533">
            <a:extLst xmlns:a="http://schemas.openxmlformats.org/drawingml/2006/main">
              <a:ext uri="{FF2B5EF4-FFF2-40B4-BE49-F238E27FC236}">
                <a16:creationId xmlns:a16="http://schemas.microsoft.com/office/drawing/2014/main" id="{A3FD5276-90C1-4805-A11E-9B41629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1" name="SE-082-path-534">
            <a:extLst xmlns:a="http://schemas.openxmlformats.org/drawingml/2006/main">
              <a:ext uri="{FF2B5EF4-FFF2-40B4-BE49-F238E27FC236}">
                <a16:creationId xmlns:a16="http://schemas.microsoft.com/office/drawing/2014/main" id="{566CCC9B-79F7-4023-940F-AF90069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2" name="SE-082-path-535">
            <a:extLst xmlns:a="http://schemas.openxmlformats.org/drawingml/2006/main">
              <a:ext uri="{FF2B5EF4-FFF2-40B4-BE49-F238E27FC236}">
                <a16:creationId xmlns:a16="http://schemas.microsoft.com/office/drawing/2014/main" id="{4E3F7F5F-DBB8-4DE2-AE61-EE777E0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3" name="SE-082-path-536">
            <a:extLst xmlns:a="http://schemas.openxmlformats.org/drawingml/2006/main">
              <a:ext uri="{FF2B5EF4-FFF2-40B4-BE49-F238E27FC236}">
                <a16:creationId xmlns:a16="http://schemas.microsoft.com/office/drawing/2014/main" id="{48EF58ED-4F52-445E-B589-01A98DE9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4" name="SE-082-path-537">
            <a:extLst xmlns:a="http://schemas.openxmlformats.org/drawingml/2006/main">
              <a:ext uri="{FF2B5EF4-FFF2-40B4-BE49-F238E27FC236}">
                <a16:creationId xmlns:a16="http://schemas.microsoft.com/office/drawing/2014/main" id="{9B633C25-2578-4587-9EC1-354D0AA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5" name="SE-082-path-538">
            <a:extLst xmlns:a="http://schemas.openxmlformats.org/drawingml/2006/main">
              <a:ext uri="{FF2B5EF4-FFF2-40B4-BE49-F238E27FC236}">
                <a16:creationId xmlns:a16="http://schemas.microsoft.com/office/drawing/2014/main" id="{5E8394D7-572D-4307-A3C2-F2C84953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6" name="SE-082-path-539">
            <a:extLst xmlns:a="http://schemas.openxmlformats.org/drawingml/2006/main">
              <a:ext uri="{FF2B5EF4-FFF2-40B4-BE49-F238E27FC236}">
                <a16:creationId xmlns:a16="http://schemas.microsoft.com/office/drawing/2014/main" id="{BEC847A8-E0FC-4B5D-A0F5-1BBA588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7" name="SE-082-path-540">
            <a:extLst xmlns:a="http://schemas.openxmlformats.org/drawingml/2006/main">
              <a:ext uri="{FF2B5EF4-FFF2-40B4-BE49-F238E27FC236}">
                <a16:creationId xmlns:a16="http://schemas.microsoft.com/office/drawing/2014/main" id="{435C713B-012C-4BF4-8304-0F67FA42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8" name="SE-082-path-541">
            <a:extLst xmlns:a="http://schemas.openxmlformats.org/drawingml/2006/main">
              <a:ext uri="{FF2B5EF4-FFF2-40B4-BE49-F238E27FC236}">
                <a16:creationId xmlns:a16="http://schemas.microsoft.com/office/drawing/2014/main" id="{64185D76-5C13-4404-B4D8-63BC6F6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49" name="SE-082-path-542">
            <a:extLst xmlns:a="http://schemas.openxmlformats.org/drawingml/2006/main">
              <a:ext uri="{FF2B5EF4-FFF2-40B4-BE49-F238E27FC236}">
                <a16:creationId xmlns:a16="http://schemas.microsoft.com/office/drawing/2014/main" id="{E7C5FBCB-8E66-4A3C-A7A6-42DE0322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0" name="SE-082-path-543">
            <a:extLst xmlns:a="http://schemas.openxmlformats.org/drawingml/2006/main">
              <a:ext uri="{FF2B5EF4-FFF2-40B4-BE49-F238E27FC236}">
                <a16:creationId xmlns:a16="http://schemas.microsoft.com/office/drawing/2014/main" id="{6753AAB7-9BC8-4927-B956-4DADBBE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1" name="SE-082-path-544">
            <a:extLst xmlns:a="http://schemas.openxmlformats.org/drawingml/2006/main">
              <a:ext uri="{FF2B5EF4-FFF2-40B4-BE49-F238E27FC236}">
                <a16:creationId xmlns:a16="http://schemas.microsoft.com/office/drawing/2014/main" id="{D36A5C90-9EBD-44D0-8E48-9BE280BF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2" name="SE-082-path-545">
            <a:extLst xmlns:a="http://schemas.openxmlformats.org/drawingml/2006/main">
              <a:ext uri="{FF2B5EF4-FFF2-40B4-BE49-F238E27FC236}">
                <a16:creationId xmlns:a16="http://schemas.microsoft.com/office/drawing/2014/main" id="{AED6F93A-6869-4CAD-8EEB-CC4B5491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3" name="SE-082-path-546">
            <a:extLst xmlns:a="http://schemas.openxmlformats.org/drawingml/2006/main">
              <a:ext uri="{FF2B5EF4-FFF2-40B4-BE49-F238E27FC236}">
                <a16:creationId xmlns:a16="http://schemas.microsoft.com/office/drawing/2014/main" id="{A267BDC0-3E55-4807-96B0-2F581711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4" name="SE-082-path-547">
            <a:extLst xmlns:a="http://schemas.openxmlformats.org/drawingml/2006/main">
              <a:ext uri="{FF2B5EF4-FFF2-40B4-BE49-F238E27FC236}">
                <a16:creationId xmlns:a16="http://schemas.microsoft.com/office/drawing/2014/main" id="{49917F3F-8AC3-40A4-A9B1-287248C9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5" name="SE-082-path-548">
            <a:extLst xmlns:a="http://schemas.openxmlformats.org/drawingml/2006/main">
              <a:ext uri="{FF2B5EF4-FFF2-40B4-BE49-F238E27FC236}">
                <a16:creationId xmlns:a16="http://schemas.microsoft.com/office/drawing/2014/main" id="{F9BF1F3C-3CFA-4369-A08E-DC032C1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6" name="SE-082-path-549">
            <a:extLst xmlns:a="http://schemas.openxmlformats.org/drawingml/2006/main">
              <a:ext uri="{FF2B5EF4-FFF2-40B4-BE49-F238E27FC236}">
                <a16:creationId xmlns:a16="http://schemas.microsoft.com/office/drawing/2014/main" id="{EA7E3A8D-67A6-4ACC-AA67-3E4597FB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7" name="SE-082-path-550">
            <a:extLst xmlns:a="http://schemas.openxmlformats.org/drawingml/2006/main">
              <a:ext uri="{FF2B5EF4-FFF2-40B4-BE49-F238E27FC236}">
                <a16:creationId xmlns:a16="http://schemas.microsoft.com/office/drawing/2014/main" id="{5E2863FD-27D0-4A6D-8C33-2255B6DD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8" name="SE-082-path-551">
            <a:extLst xmlns:a="http://schemas.openxmlformats.org/drawingml/2006/main">
              <a:ext uri="{FF2B5EF4-FFF2-40B4-BE49-F238E27FC236}">
                <a16:creationId xmlns:a16="http://schemas.microsoft.com/office/drawing/2014/main" id="{38D16800-9A67-43EA-81A2-0039DD69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59" name="SE-082-path-552">
            <a:extLst xmlns:a="http://schemas.openxmlformats.org/drawingml/2006/main">
              <a:ext uri="{FF2B5EF4-FFF2-40B4-BE49-F238E27FC236}">
                <a16:creationId xmlns:a16="http://schemas.microsoft.com/office/drawing/2014/main" id="{06854AA2-422A-4DE1-85E8-CEF2C6C5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0" name="SE-082-path-553">
            <a:extLst xmlns:a="http://schemas.openxmlformats.org/drawingml/2006/main">
              <a:ext uri="{FF2B5EF4-FFF2-40B4-BE49-F238E27FC236}">
                <a16:creationId xmlns:a16="http://schemas.microsoft.com/office/drawing/2014/main" id="{EC4CED16-C59C-43BD-8B68-8FC09F8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1" name="SE-082-path-554">
            <a:extLst xmlns:a="http://schemas.openxmlformats.org/drawingml/2006/main">
              <a:ext uri="{FF2B5EF4-FFF2-40B4-BE49-F238E27FC236}">
                <a16:creationId xmlns:a16="http://schemas.microsoft.com/office/drawing/2014/main" id="{D501FDA4-E320-44AA-8A11-A5D76B38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2" name="SE-082-path-555">
            <a:extLst xmlns:a="http://schemas.openxmlformats.org/drawingml/2006/main">
              <a:ext uri="{FF2B5EF4-FFF2-40B4-BE49-F238E27FC236}">
                <a16:creationId xmlns:a16="http://schemas.microsoft.com/office/drawing/2014/main" id="{A3FFAE95-B9E6-462A-A8BA-AA5F756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3" name="SE-082-path-556">
            <a:extLst xmlns:a="http://schemas.openxmlformats.org/drawingml/2006/main">
              <a:ext uri="{FF2B5EF4-FFF2-40B4-BE49-F238E27FC236}">
                <a16:creationId xmlns:a16="http://schemas.microsoft.com/office/drawing/2014/main" id="{3BCC11F6-D123-4138-A6D0-20101058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4" name="SE-082-path-557">
            <a:extLst xmlns:a="http://schemas.openxmlformats.org/drawingml/2006/main">
              <a:ext uri="{FF2B5EF4-FFF2-40B4-BE49-F238E27FC236}">
                <a16:creationId xmlns:a16="http://schemas.microsoft.com/office/drawing/2014/main" id="{E569D383-71DC-4211-B42F-746A8480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5" name="SE-082-path-558">
            <a:extLst xmlns:a="http://schemas.openxmlformats.org/drawingml/2006/main">
              <a:ext uri="{FF2B5EF4-FFF2-40B4-BE49-F238E27FC236}">
                <a16:creationId xmlns:a16="http://schemas.microsoft.com/office/drawing/2014/main" id="{E1B6D584-AAFC-4C4B-A4D5-B878C1C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6" name="SE-082-path-559">
            <a:extLst xmlns:a="http://schemas.openxmlformats.org/drawingml/2006/main">
              <a:ext uri="{FF2B5EF4-FFF2-40B4-BE49-F238E27FC236}">
                <a16:creationId xmlns:a16="http://schemas.microsoft.com/office/drawing/2014/main" id="{E7D7CEEF-CE78-4F1C-B389-B629E9E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7" name="SE-082-path-560">
            <a:extLst xmlns:a="http://schemas.openxmlformats.org/drawingml/2006/main">
              <a:ext uri="{FF2B5EF4-FFF2-40B4-BE49-F238E27FC236}">
                <a16:creationId xmlns:a16="http://schemas.microsoft.com/office/drawing/2014/main" id="{461DCB84-C007-43D4-A97A-F8C3733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8" name="SE-082-path-561">
            <a:extLst xmlns:a="http://schemas.openxmlformats.org/drawingml/2006/main">
              <a:ext uri="{FF2B5EF4-FFF2-40B4-BE49-F238E27FC236}">
                <a16:creationId xmlns:a16="http://schemas.microsoft.com/office/drawing/2014/main" id="{90711B94-E179-4867-AD07-6E0EDFF6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429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69" name="SE-082-path-562">
            <a:extLst xmlns:a="http://schemas.openxmlformats.org/drawingml/2006/main">
              <a:ext uri="{FF2B5EF4-FFF2-40B4-BE49-F238E27FC236}">
                <a16:creationId xmlns:a16="http://schemas.microsoft.com/office/drawing/2014/main" id="{6E509CDF-9163-408B-8D86-6B5AB1C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7429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0" name="SE-082-path-563">
            <a:extLst xmlns:a="http://schemas.openxmlformats.org/drawingml/2006/main">
              <a:ext uri="{FF2B5EF4-FFF2-40B4-BE49-F238E27FC236}">
                <a16:creationId xmlns:a16="http://schemas.microsoft.com/office/drawing/2014/main" id="{195723CB-17F6-4981-83ED-14130AAC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7810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1" name="SE-082-path-564">
            <a:extLst xmlns:a="http://schemas.openxmlformats.org/drawingml/2006/main">
              <a:ext uri="{FF2B5EF4-FFF2-40B4-BE49-F238E27FC236}">
                <a16:creationId xmlns:a16="http://schemas.microsoft.com/office/drawing/2014/main" id="{FCA54100-D9CD-45AB-8133-4E481F5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191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2" name="SE-082-path-565">
            <a:extLst xmlns:a="http://schemas.openxmlformats.org/drawingml/2006/main">
              <a:ext uri="{FF2B5EF4-FFF2-40B4-BE49-F238E27FC236}">
                <a16:creationId xmlns:a16="http://schemas.microsoft.com/office/drawing/2014/main" id="{08060E7F-0844-481F-91E7-89FC7010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572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3" name="SE-082-path-566">
            <a:extLst xmlns:a="http://schemas.openxmlformats.org/drawingml/2006/main">
              <a:ext uri="{FF2B5EF4-FFF2-40B4-BE49-F238E27FC236}">
                <a16:creationId xmlns:a16="http://schemas.microsoft.com/office/drawing/2014/main" id="{25610818-CA0C-4E75-A87A-668181D2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953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4" name="SE-082-path-567">
            <a:extLst xmlns:a="http://schemas.openxmlformats.org/drawingml/2006/main">
              <a:ext uri="{FF2B5EF4-FFF2-40B4-BE49-F238E27FC236}">
                <a16:creationId xmlns:a16="http://schemas.microsoft.com/office/drawing/2014/main" id="{54DECC5C-5105-4EF9-8042-78D74C4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334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5" name="SE-082-path-568">
            <a:extLst xmlns:a="http://schemas.openxmlformats.org/drawingml/2006/main">
              <a:ext uri="{FF2B5EF4-FFF2-40B4-BE49-F238E27FC236}">
                <a16:creationId xmlns:a16="http://schemas.microsoft.com/office/drawing/2014/main" id="{19232BDC-87A9-4C8A-944C-A95A9C4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6" name="SE-082-path-569">
            <a:extLst xmlns:a="http://schemas.openxmlformats.org/drawingml/2006/main">
              <a:ext uri="{FF2B5EF4-FFF2-40B4-BE49-F238E27FC236}">
                <a16:creationId xmlns:a16="http://schemas.microsoft.com/office/drawing/2014/main" id="{D4566C23-82E2-45E4-A407-49788056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0096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7" name="SE-082-path-570">
            <a:extLst xmlns:a="http://schemas.openxmlformats.org/drawingml/2006/main">
              <a:ext uri="{FF2B5EF4-FFF2-40B4-BE49-F238E27FC236}">
                <a16:creationId xmlns:a16="http://schemas.microsoft.com/office/drawing/2014/main" id="{A62C423E-D13C-42CE-8F29-3AF36C6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0477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8" name="SE-082-path-571">
            <a:extLst xmlns:a="http://schemas.openxmlformats.org/drawingml/2006/main">
              <a:ext uri="{FF2B5EF4-FFF2-40B4-BE49-F238E27FC236}">
                <a16:creationId xmlns:a16="http://schemas.microsoft.com/office/drawing/2014/main" id="{17B0025A-BD1E-4F9F-9395-6C154F00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0858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79" name="SE-082-path-572">
            <a:extLst xmlns:a="http://schemas.openxmlformats.org/drawingml/2006/main">
              <a:ext uri="{FF2B5EF4-FFF2-40B4-BE49-F238E27FC236}">
                <a16:creationId xmlns:a16="http://schemas.microsoft.com/office/drawing/2014/main" id="{486E1DAD-F47A-428D-A579-208BB684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1239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0" name="SE-082-path-573">
            <a:extLst xmlns:a="http://schemas.openxmlformats.org/drawingml/2006/main">
              <a:ext uri="{FF2B5EF4-FFF2-40B4-BE49-F238E27FC236}">
                <a16:creationId xmlns:a16="http://schemas.microsoft.com/office/drawing/2014/main" id="{E390EEF0-3526-4937-A252-1131E6E8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1620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1" name="SE-082-path-574">
            <a:extLst xmlns:a="http://schemas.openxmlformats.org/drawingml/2006/main">
              <a:ext uri="{FF2B5EF4-FFF2-40B4-BE49-F238E27FC236}">
                <a16:creationId xmlns:a16="http://schemas.microsoft.com/office/drawing/2014/main" id="{409A9567-CE61-4C37-AF7A-D957A0D9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2001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2" name="SE-082-path-575">
            <a:extLst xmlns:a="http://schemas.openxmlformats.org/drawingml/2006/main">
              <a:ext uri="{FF2B5EF4-FFF2-40B4-BE49-F238E27FC236}">
                <a16:creationId xmlns:a16="http://schemas.microsoft.com/office/drawing/2014/main" id="{1EC71A00-48E0-4B14-B21A-C2ABEC6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2382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3" name="SE-082-path-576">
            <a:extLst xmlns:a="http://schemas.openxmlformats.org/drawingml/2006/main">
              <a:ext uri="{FF2B5EF4-FFF2-40B4-BE49-F238E27FC236}">
                <a16:creationId xmlns:a16="http://schemas.microsoft.com/office/drawing/2014/main" id="{8A927753-3B89-49CD-A942-79BF3B9F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2763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4" name="SE-082-path-577">
            <a:extLst xmlns:a="http://schemas.openxmlformats.org/drawingml/2006/main">
              <a:ext uri="{FF2B5EF4-FFF2-40B4-BE49-F238E27FC236}">
                <a16:creationId xmlns:a16="http://schemas.microsoft.com/office/drawing/2014/main" id="{107910F7-36AA-4F63-AAE6-167E580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144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5" name="SE-082-path-578">
            <a:extLst xmlns:a="http://schemas.openxmlformats.org/drawingml/2006/main">
              <a:ext uri="{FF2B5EF4-FFF2-40B4-BE49-F238E27FC236}">
                <a16:creationId xmlns:a16="http://schemas.microsoft.com/office/drawing/2014/main" id="{6C6A4F2C-469D-4727-AC25-FD29FB7E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525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6" name="SE-082-path-579">
            <a:extLst xmlns:a="http://schemas.openxmlformats.org/drawingml/2006/main">
              <a:ext uri="{FF2B5EF4-FFF2-40B4-BE49-F238E27FC236}">
                <a16:creationId xmlns:a16="http://schemas.microsoft.com/office/drawing/2014/main" id="{0E9713E0-0745-44BE-93FB-BCB0224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906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7" name="SE-082-path-580">
            <a:extLst xmlns:a="http://schemas.openxmlformats.org/drawingml/2006/main">
              <a:ext uri="{FF2B5EF4-FFF2-40B4-BE49-F238E27FC236}">
                <a16:creationId xmlns:a16="http://schemas.microsoft.com/office/drawing/2014/main" id="{EF553E62-090A-4226-9B69-F33B104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4287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8" name="SE-082-path-581">
            <a:extLst xmlns:a="http://schemas.openxmlformats.org/drawingml/2006/main">
              <a:ext uri="{FF2B5EF4-FFF2-40B4-BE49-F238E27FC236}">
                <a16:creationId xmlns:a16="http://schemas.microsoft.com/office/drawing/2014/main" id="{4DCA2CF6-1D4C-41DD-88F5-F3365792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4668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89" name="SE-082-path-582">
            <a:extLst xmlns:a="http://schemas.openxmlformats.org/drawingml/2006/main">
              <a:ext uri="{FF2B5EF4-FFF2-40B4-BE49-F238E27FC236}">
                <a16:creationId xmlns:a16="http://schemas.microsoft.com/office/drawing/2014/main" id="{8949BCD8-5970-433F-8DF3-F07F915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5049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0" name="SE-082-path-583">
            <a:extLst xmlns:a="http://schemas.openxmlformats.org/drawingml/2006/main">
              <a:ext uri="{FF2B5EF4-FFF2-40B4-BE49-F238E27FC236}">
                <a16:creationId xmlns:a16="http://schemas.microsoft.com/office/drawing/2014/main" id="{89E9D336-148F-4951-A401-6281EC65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5430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1" name="SE-082-path-584">
            <a:extLst xmlns:a="http://schemas.openxmlformats.org/drawingml/2006/main">
              <a:ext uri="{FF2B5EF4-FFF2-40B4-BE49-F238E27FC236}">
                <a16:creationId xmlns:a16="http://schemas.microsoft.com/office/drawing/2014/main" id="{18511F46-5BA6-491A-A34C-AC093496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5811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2" name="SE-082-path-585">
            <a:extLst xmlns:a="http://schemas.openxmlformats.org/drawingml/2006/main">
              <a:ext uri="{FF2B5EF4-FFF2-40B4-BE49-F238E27FC236}">
                <a16:creationId xmlns:a16="http://schemas.microsoft.com/office/drawing/2014/main" id="{7C6A1F06-D4C9-4FBA-A5D2-08375AC0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192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3" name="SE-082-path-586">
            <a:extLst xmlns:a="http://schemas.openxmlformats.org/drawingml/2006/main">
              <a:ext uri="{FF2B5EF4-FFF2-40B4-BE49-F238E27FC236}">
                <a16:creationId xmlns:a16="http://schemas.microsoft.com/office/drawing/2014/main" id="{621BE906-984D-4598-AF99-9B9E4B6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573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4" name="SE-082-path-587">
            <a:extLst xmlns:a="http://schemas.openxmlformats.org/drawingml/2006/main">
              <a:ext uri="{FF2B5EF4-FFF2-40B4-BE49-F238E27FC236}">
                <a16:creationId xmlns:a16="http://schemas.microsoft.com/office/drawing/2014/main" id="{3A583E65-D6D8-4842-B86C-8B3339CC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954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5" name="SE-082-path-588">
            <a:extLst xmlns:a="http://schemas.openxmlformats.org/drawingml/2006/main">
              <a:ext uri="{FF2B5EF4-FFF2-40B4-BE49-F238E27FC236}">
                <a16:creationId xmlns:a16="http://schemas.microsoft.com/office/drawing/2014/main" id="{F805122D-47B1-4C1D-9340-832FD0A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335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6" name="SE-082-path-589">
            <a:extLst xmlns:a="http://schemas.openxmlformats.org/drawingml/2006/main">
              <a:ext uri="{FF2B5EF4-FFF2-40B4-BE49-F238E27FC236}">
                <a16:creationId xmlns:a16="http://schemas.microsoft.com/office/drawing/2014/main" id="{2A4C3567-D427-4462-B94A-A809D94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716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7" name="SE-082-path-590">
            <a:extLst xmlns:a="http://schemas.openxmlformats.org/drawingml/2006/main">
              <a:ext uri="{FF2B5EF4-FFF2-40B4-BE49-F238E27FC236}">
                <a16:creationId xmlns:a16="http://schemas.microsoft.com/office/drawing/2014/main" id="{ABAE0016-EF86-441C-AD0F-3669C20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097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8" name="SE-082-path-591">
            <a:extLst xmlns:a="http://schemas.openxmlformats.org/drawingml/2006/main">
              <a:ext uri="{FF2B5EF4-FFF2-40B4-BE49-F238E27FC236}">
                <a16:creationId xmlns:a16="http://schemas.microsoft.com/office/drawing/2014/main" id="{E2D613DA-26DD-4904-9578-7866B5AB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478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599" name="SE-082-path-592">
            <a:extLst xmlns:a="http://schemas.openxmlformats.org/drawingml/2006/main">
              <a:ext uri="{FF2B5EF4-FFF2-40B4-BE49-F238E27FC236}">
                <a16:creationId xmlns:a16="http://schemas.microsoft.com/office/drawing/2014/main" id="{5C3A6060-2D14-4198-B023-D341B01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859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0" name="SE-082-path-593">
            <a:extLst xmlns:a="http://schemas.openxmlformats.org/drawingml/2006/main">
              <a:ext uri="{FF2B5EF4-FFF2-40B4-BE49-F238E27FC236}">
                <a16:creationId xmlns:a16="http://schemas.microsoft.com/office/drawing/2014/main" id="{BF6B6021-14A2-47AD-991E-DBC340A8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9240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1" name="SE-082-path-594">
            <a:extLst xmlns:a="http://schemas.openxmlformats.org/drawingml/2006/main">
              <a:ext uri="{FF2B5EF4-FFF2-40B4-BE49-F238E27FC236}">
                <a16:creationId xmlns:a16="http://schemas.microsoft.com/office/drawing/2014/main" id="{12D15104-F348-495A-873A-9F687026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9621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2" name="SE-082-path-595">
            <a:extLst xmlns:a="http://schemas.openxmlformats.org/drawingml/2006/main">
              <a:ext uri="{FF2B5EF4-FFF2-40B4-BE49-F238E27FC236}">
                <a16:creationId xmlns:a16="http://schemas.microsoft.com/office/drawing/2014/main" id="{D43C004E-E035-406C-AB86-B4C4EB05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002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3" name="SE-082-path-596">
            <a:extLst xmlns:a="http://schemas.openxmlformats.org/drawingml/2006/main">
              <a:ext uri="{FF2B5EF4-FFF2-40B4-BE49-F238E27FC236}">
                <a16:creationId xmlns:a16="http://schemas.microsoft.com/office/drawing/2014/main" id="{306E638B-44C8-48F1-B62F-2B985FE1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383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4" name="SE-082-path-597">
            <a:extLst xmlns:a="http://schemas.openxmlformats.org/drawingml/2006/main">
              <a:ext uri="{FF2B5EF4-FFF2-40B4-BE49-F238E27FC236}">
                <a16:creationId xmlns:a16="http://schemas.microsoft.com/office/drawing/2014/main" id="{E7A612F5-E2E7-4D34-AB4B-200BB10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5" name="SE-082-path-598">
            <a:extLst xmlns:a="http://schemas.openxmlformats.org/drawingml/2006/main">
              <a:ext uri="{FF2B5EF4-FFF2-40B4-BE49-F238E27FC236}">
                <a16:creationId xmlns:a16="http://schemas.microsoft.com/office/drawing/2014/main" id="{42C85F7E-8F90-4FB4-AC8B-EF15C8AB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6" name="SE-082-path-599">
            <a:extLst xmlns:a="http://schemas.openxmlformats.org/drawingml/2006/main">
              <a:ext uri="{FF2B5EF4-FFF2-40B4-BE49-F238E27FC236}">
                <a16:creationId xmlns:a16="http://schemas.microsoft.com/office/drawing/2014/main" id="{9686C4B2-641C-4C69-84F6-81A31579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7" name="SE-082-path-600">
            <a:extLst xmlns:a="http://schemas.openxmlformats.org/drawingml/2006/main">
              <a:ext uri="{FF2B5EF4-FFF2-40B4-BE49-F238E27FC236}">
                <a16:creationId xmlns:a16="http://schemas.microsoft.com/office/drawing/2014/main" id="{8B444B57-39B8-4DA1-A9B5-5FF6F196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8" name="SE-082-path-601">
            <a:extLst xmlns:a="http://schemas.openxmlformats.org/drawingml/2006/main">
              <a:ext uri="{FF2B5EF4-FFF2-40B4-BE49-F238E27FC236}">
                <a16:creationId xmlns:a16="http://schemas.microsoft.com/office/drawing/2014/main" id="{EB79A6A9-493E-46D4-811E-0268D48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09" name="SE-082-path-602">
            <a:extLst xmlns:a="http://schemas.openxmlformats.org/drawingml/2006/main">
              <a:ext uri="{FF2B5EF4-FFF2-40B4-BE49-F238E27FC236}">
                <a16:creationId xmlns:a16="http://schemas.microsoft.com/office/drawing/2014/main" id="{8F179CC4-A752-479C-9946-DEBA599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0" name="SE-082-path-603">
            <a:extLst xmlns:a="http://schemas.openxmlformats.org/drawingml/2006/main">
              <a:ext uri="{FF2B5EF4-FFF2-40B4-BE49-F238E27FC236}">
                <a16:creationId xmlns:a16="http://schemas.microsoft.com/office/drawing/2014/main" id="{9B32ACEA-ED67-4967-856F-51D0298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1" name="SE-082-path-604">
            <a:extLst xmlns:a="http://schemas.openxmlformats.org/drawingml/2006/main">
              <a:ext uri="{FF2B5EF4-FFF2-40B4-BE49-F238E27FC236}">
                <a16:creationId xmlns:a16="http://schemas.microsoft.com/office/drawing/2014/main" id="{63D8ED06-AA19-41BC-AD34-70F97BB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2" name="SE-082-path-605">
            <a:extLst xmlns:a="http://schemas.openxmlformats.org/drawingml/2006/main">
              <a:ext uri="{FF2B5EF4-FFF2-40B4-BE49-F238E27FC236}">
                <a16:creationId xmlns:a16="http://schemas.microsoft.com/office/drawing/2014/main" id="{2B11502B-F26D-4FE4-A0D6-3002C32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3" name="SE-082-path-606">
            <a:extLst xmlns:a="http://schemas.openxmlformats.org/drawingml/2006/main">
              <a:ext uri="{FF2B5EF4-FFF2-40B4-BE49-F238E27FC236}">
                <a16:creationId xmlns:a16="http://schemas.microsoft.com/office/drawing/2014/main" id="{7D100C2B-5773-41B2-9D75-3DDAAF4F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4" name="SE-082-path-607">
            <a:extLst xmlns:a="http://schemas.openxmlformats.org/drawingml/2006/main">
              <a:ext uri="{FF2B5EF4-FFF2-40B4-BE49-F238E27FC236}">
                <a16:creationId xmlns:a16="http://schemas.microsoft.com/office/drawing/2014/main" id="{516E0BBE-B020-48B2-9838-082A624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5" name="SE-082-path-608">
            <a:extLst xmlns:a="http://schemas.openxmlformats.org/drawingml/2006/main">
              <a:ext uri="{FF2B5EF4-FFF2-40B4-BE49-F238E27FC236}">
                <a16:creationId xmlns:a16="http://schemas.microsoft.com/office/drawing/2014/main" id="{51E9654A-181C-4FEF-A8FD-EBA9FBDC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6" name="SE-082-path-609">
            <a:extLst xmlns:a="http://schemas.openxmlformats.org/drawingml/2006/main">
              <a:ext uri="{FF2B5EF4-FFF2-40B4-BE49-F238E27FC236}">
                <a16:creationId xmlns:a16="http://schemas.microsoft.com/office/drawing/2014/main" id="{D89C822F-248E-41CC-93BA-AE81762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7" name="SE-082-path-610">
            <a:extLst xmlns:a="http://schemas.openxmlformats.org/drawingml/2006/main">
              <a:ext uri="{FF2B5EF4-FFF2-40B4-BE49-F238E27FC236}">
                <a16:creationId xmlns:a16="http://schemas.microsoft.com/office/drawing/2014/main" id="{5B84E3CB-1698-4763-B9EE-74AA3C8A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8" name="SE-082-path-611">
            <a:extLst xmlns:a="http://schemas.openxmlformats.org/drawingml/2006/main">
              <a:ext uri="{FF2B5EF4-FFF2-40B4-BE49-F238E27FC236}">
                <a16:creationId xmlns:a16="http://schemas.microsoft.com/office/drawing/2014/main" id="{537AB6D5-7307-4839-B027-F027876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19" name="SE-082-path-612">
            <a:extLst xmlns:a="http://schemas.openxmlformats.org/drawingml/2006/main">
              <a:ext uri="{FF2B5EF4-FFF2-40B4-BE49-F238E27FC236}">
                <a16:creationId xmlns:a16="http://schemas.microsoft.com/office/drawing/2014/main" id="{47CAAF84-9836-4502-AEC2-C6B302F4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0" name="SE-082-path-613">
            <a:extLst xmlns:a="http://schemas.openxmlformats.org/drawingml/2006/main">
              <a:ext uri="{FF2B5EF4-FFF2-40B4-BE49-F238E27FC236}">
                <a16:creationId xmlns:a16="http://schemas.microsoft.com/office/drawing/2014/main" id="{26D84D85-8B48-4CAF-A03B-5E0A3E6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1" name="SE-082-path-614">
            <a:extLst xmlns:a="http://schemas.openxmlformats.org/drawingml/2006/main">
              <a:ext uri="{FF2B5EF4-FFF2-40B4-BE49-F238E27FC236}">
                <a16:creationId xmlns:a16="http://schemas.microsoft.com/office/drawing/2014/main" id="{3905506F-778B-4DF4-B392-8D4D687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2" name="SE-082-path-615">
            <a:extLst xmlns:a="http://schemas.openxmlformats.org/drawingml/2006/main">
              <a:ext uri="{FF2B5EF4-FFF2-40B4-BE49-F238E27FC236}">
                <a16:creationId xmlns:a16="http://schemas.microsoft.com/office/drawing/2014/main" id="{58AD72FA-FE90-4A00-89AA-E7A9E50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3" name="SE-082-path-616">
            <a:extLst xmlns:a="http://schemas.openxmlformats.org/drawingml/2006/main">
              <a:ext uri="{FF2B5EF4-FFF2-40B4-BE49-F238E27FC236}">
                <a16:creationId xmlns:a16="http://schemas.microsoft.com/office/drawing/2014/main" id="{87A743CD-8CC5-4393-A2E7-0076B03A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4" name="SE-082-path-617">
            <a:extLst xmlns:a="http://schemas.openxmlformats.org/drawingml/2006/main">
              <a:ext uri="{FF2B5EF4-FFF2-40B4-BE49-F238E27FC236}">
                <a16:creationId xmlns:a16="http://schemas.microsoft.com/office/drawing/2014/main" id="{D511EE51-74FC-4683-9886-484A6E0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5" name="SE-082-path-618">
            <a:extLst xmlns:a="http://schemas.openxmlformats.org/drawingml/2006/main">
              <a:ext uri="{FF2B5EF4-FFF2-40B4-BE49-F238E27FC236}">
                <a16:creationId xmlns:a16="http://schemas.microsoft.com/office/drawing/2014/main" id="{7459D835-FF77-4E63-9071-4B3F4C3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6" name="SE-082-path-619">
            <a:extLst xmlns:a="http://schemas.openxmlformats.org/drawingml/2006/main">
              <a:ext uri="{FF2B5EF4-FFF2-40B4-BE49-F238E27FC236}">
                <a16:creationId xmlns:a16="http://schemas.microsoft.com/office/drawing/2014/main" id="{B96A5863-5C15-43B4-B4F1-B61B3C3A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7" name="SE-082-path-620">
            <a:extLst xmlns:a="http://schemas.openxmlformats.org/drawingml/2006/main">
              <a:ext uri="{FF2B5EF4-FFF2-40B4-BE49-F238E27FC236}">
                <a16:creationId xmlns:a16="http://schemas.microsoft.com/office/drawing/2014/main" id="{B217DEF1-9941-4991-8EF1-0452F44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8" name="SE-082-path-621">
            <a:extLst xmlns:a="http://schemas.openxmlformats.org/drawingml/2006/main">
              <a:ext uri="{FF2B5EF4-FFF2-40B4-BE49-F238E27FC236}">
                <a16:creationId xmlns:a16="http://schemas.microsoft.com/office/drawing/2014/main" id="{0BBF2CDD-54E6-4D31-8363-8D58DD7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29" name="SE-082-path-622">
            <a:extLst xmlns:a="http://schemas.openxmlformats.org/drawingml/2006/main">
              <a:ext uri="{FF2B5EF4-FFF2-40B4-BE49-F238E27FC236}">
                <a16:creationId xmlns:a16="http://schemas.microsoft.com/office/drawing/2014/main" id="{A35CFCE3-F28A-417F-A7F0-AB00DAD5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0" name="SE-082-path-623">
            <a:extLst xmlns:a="http://schemas.openxmlformats.org/drawingml/2006/main">
              <a:ext uri="{FF2B5EF4-FFF2-40B4-BE49-F238E27FC236}">
                <a16:creationId xmlns:a16="http://schemas.microsoft.com/office/drawing/2014/main" id="{5BFD4F03-78BE-4D46-BD06-FB63E15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1" name="SE-082-path-624">
            <a:extLst xmlns:a="http://schemas.openxmlformats.org/drawingml/2006/main">
              <a:ext uri="{FF2B5EF4-FFF2-40B4-BE49-F238E27FC236}">
                <a16:creationId xmlns:a16="http://schemas.microsoft.com/office/drawing/2014/main" id="{9FCC0FC9-C6AC-47F2-97CE-C14E8813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2" name="SE-082-path-625">
            <a:extLst xmlns:a="http://schemas.openxmlformats.org/drawingml/2006/main">
              <a:ext uri="{FF2B5EF4-FFF2-40B4-BE49-F238E27FC236}">
                <a16:creationId xmlns:a16="http://schemas.microsoft.com/office/drawing/2014/main" id="{C09A5EEF-0363-4FF5-8DA7-C5B827F4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3" name="SE-082-path-626">
            <a:extLst xmlns:a="http://schemas.openxmlformats.org/drawingml/2006/main">
              <a:ext uri="{FF2B5EF4-FFF2-40B4-BE49-F238E27FC236}">
                <a16:creationId xmlns:a16="http://schemas.microsoft.com/office/drawing/2014/main" id="{D72BD337-0CF6-43F7-A26D-E15A5307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4" name="SE-082-path-627">
            <a:extLst xmlns:a="http://schemas.openxmlformats.org/drawingml/2006/main">
              <a:ext uri="{FF2B5EF4-FFF2-40B4-BE49-F238E27FC236}">
                <a16:creationId xmlns:a16="http://schemas.microsoft.com/office/drawing/2014/main" id="{292BB917-F67C-445B-880C-B4BE9348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5" name="SE-082-path-628">
            <a:extLst xmlns:a="http://schemas.openxmlformats.org/drawingml/2006/main">
              <a:ext uri="{FF2B5EF4-FFF2-40B4-BE49-F238E27FC236}">
                <a16:creationId xmlns:a16="http://schemas.microsoft.com/office/drawing/2014/main" id="{1323A6B8-8D51-48CB-B519-4F40DEB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6" name="SE-082-path-629">
            <a:extLst xmlns:a="http://schemas.openxmlformats.org/drawingml/2006/main">
              <a:ext uri="{FF2B5EF4-FFF2-40B4-BE49-F238E27FC236}">
                <a16:creationId xmlns:a16="http://schemas.microsoft.com/office/drawing/2014/main" id="{3ADDC8C8-3E31-4825-ADDA-54E27FA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7" name="SE-082-path-630">
            <a:extLst xmlns:a="http://schemas.openxmlformats.org/drawingml/2006/main">
              <a:ext uri="{FF2B5EF4-FFF2-40B4-BE49-F238E27FC236}">
                <a16:creationId xmlns:a16="http://schemas.microsoft.com/office/drawing/2014/main" id="{72C7D2A5-DA24-4277-BED4-F737FBED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8" name="SE-082-path-631">
            <a:extLst xmlns:a="http://schemas.openxmlformats.org/drawingml/2006/main">
              <a:ext uri="{FF2B5EF4-FFF2-40B4-BE49-F238E27FC236}">
                <a16:creationId xmlns:a16="http://schemas.microsoft.com/office/drawing/2014/main" id="{C6C3EB47-4E29-4611-BA20-11CB0A12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39" name="SE-082-path-632">
            <a:extLst xmlns:a="http://schemas.openxmlformats.org/drawingml/2006/main">
              <a:ext uri="{FF2B5EF4-FFF2-40B4-BE49-F238E27FC236}">
                <a16:creationId xmlns:a16="http://schemas.microsoft.com/office/drawing/2014/main" id="{9FED4B22-C90A-440D-8200-B4D9907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0" name="SE-082-path-633">
            <a:extLst xmlns:a="http://schemas.openxmlformats.org/drawingml/2006/main">
              <a:ext uri="{FF2B5EF4-FFF2-40B4-BE49-F238E27FC236}">
                <a16:creationId xmlns:a16="http://schemas.microsoft.com/office/drawing/2014/main" id="{EEEBACFB-A2DA-45D4-9F39-074074BF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1" name="SE-082-path-634">
            <a:extLst xmlns:a="http://schemas.openxmlformats.org/drawingml/2006/main">
              <a:ext uri="{FF2B5EF4-FFF2-40B4-BE49-F238E27FC236}">
                <a16:creationId xmlns:a16="http://schemas.microsoft.com/office/drawing/2014/main" id="{B429B897-DFDF-4174-A8CD-12D5183E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574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2" name="SE-082-path-635">
            <a:extLst xmlns:a="http://schemas.openxmlformats.org/drawingml/2006/main">
              <a:ext uri="{FF2B5EF4-FFF2-40B4-BE49-F238E27FC236}">
                <a16:creationId xmlns:a16="http://schemas.microsoft.com/office/drawing/2014/main" id="{230BCFF0-8907-4542-A8CB-64DB3A7F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3" name="SE-082-path-636">
            <a:extLst xmlns:a="http://schemas.openxmlformats.org/drawingml/2006/main">
              <a:ext uri="{FF2B5EF4-FFF2-40B4-BE49-F238E27FC236}">
                <a16:creationId xmlns:a16="http://schemas.microsoft.com/office/drawing/2014/main" id="{AFB0B797-FBA3-4EC6-A798-E1941396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002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4" name="SE-082-path-637">
            <a:extLst xmlns:a="http://schemas.openxmlformats.org/drawingml/2006/main">
              <a:ext uri="{FF2B5EF4-FFF2-40B4-BE49-F238E27FC236}">
                <a16:creationId xmlns:a16="http://schemas.microsoft.com/office/drawing/2014/main" id="{73573561-2C26-4227-AE8F-6DE93E7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5" name="SE-082-path-638">
            <a:extLst xmlns:a="http://schemas.openxmlformats.org/drawingml/2006/main">
              <a:ext uri="{FF2B5EF4-FFF2-40B4-BE49-F238E27FC236}">
                <a16:creationId xmlns:a16="http://schemas.microsoft.com/office/drawing/2014/main" id="{4B499602-D2AA-4A79-8BFB-DADB7E6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6" name="SE-082-path-639">
            <a:extLst xmlns:a="http://schemas.openxmlformats.org/drawingml/2006/main">
              <a:ext uri="{FF2B5EF4-FFF2-40B4-BE49-F238E27FC236}">
                <a16:creationId xmlns:a16="http://schemas.microsoft.com/office/drawing/2014/main" id="{65D48471-9ABF-4B77-8CDC-16D30D9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7" name="SE-082-path-640">
            <a:extLst xmlns:a="http://schemas.openxmlformats.org/drawingml/2006/main">
              <a:ext uri="{FF2B5EF4-FFF2-40B4-BE49-F238E27FC236}">
                <a16:creationId xmlns:a16="http://schemas.microsoft.com/office/drawing/2014/main" id="{A9D339FA-FCC0-4729-A873-7DDD6B7C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478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8" name="SE-082-path-641">
            <a:extLst xmlns:a="http://schemas.openxmlformats.org/drawingml/2006/main">
              <a:ext uri="{FF2B5EF4-FFF2-40B4-BE49-F238E27FC236}">
                <a16:creationId xmlns:a16="http://schemas.microsoft.com/office/drawing/2014/main" id="{784BE0F8-63F7-4B4C-8491-3E057796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49" name="SE-082-path-642">
            <a:extLst xmlns:a="http://schemas.openxmlformats.org/drawingml/2006/main">
              <a:ext uri="{FF2B5EF4-FFF2-40B4-BE49-F238E27FC236}">
                <a16:creationId xmlns:a16="http://schemas.microsoft.com/office/drawing/2014/main" id="{2A6DD255-F04A-4A7D-B349-E51CAB3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716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0" name="SE-082-path-643">
            <a:extLst xmlns:a="http://schemas.openxmlformats.org/drawingml/2006/main">
              <a:ext uri="{FF2B5EF4-FFF2-40B4-BE49-F238E27FC236}">
                <a16:creationId xmlns:a16="http://schemas.microsoft.com/office/drawing/2014/main" id="{1F1EC702-E375-469C-942F-FDD49CB2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1" name="SE-082-path-644">
            <a:extLst xmlns:a="http://schemas.openxmlformats.org/drawingml/2006/main">
              <a:ext uri="{FF2B5EF4-FFF2-40B4-BE49-F238E27FC236}">
                <a16:creationId xmlns:a16="http://schemas.microsoft.com/office/drawing/2014/main" id="{40D9B543-4BE2-4F37-BC6F-61708EBC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954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2" name="SE-082-path-645">
            <a:extLst xmlns:a="http://schemas.openxmlformats.org/drawingml/2006/main">
              <a:ext uri="{FF2B5EF4-FFF2-40B4-BE49-F238E27FC236}">
                <a16:creationId xmlns:a16="http://schemas.microsoft.com/office/drawing/2014/main" id="{6F002D38-C305-439A-B878-6B7FE494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3" name="SE-082-path-646">
            <a:extLst xmlns:a="http://schemas.openxmlformats.org/drawingml/2006/main">
              <a:ext uri="{FF2B5EF4-FFF2-40B4-BE49-F238E27FC236}">
                <a16:creationId xmlns:a16="http://schemas.microsoft.com/office/drawing/2014/main" id="{87F66DC8-0803-40D8-8D3D-4DACB018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4" name="SE-082-path-647">
            <a:extLst xmlns:a="http://schemas.openxmlformats.org/drawingml/2006/main">
              <a:ext uri="{FF2B5EF4-FFF2-40B4-BE49-F238E27FC236}">
                <a16:creationId xmlns:a16="http://schemas.microsoft.com/office/drawing/2014/main" id="{638D462D-EEC5-416D-9874-B49451F7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811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5" name="SE-082-path-648">
            <a:extLst xmlns:a="http://schemas.openxmlformats.org/drawingml/2006/main">
              <a:ext uri="{FF2B5EF4-FFF2-40B4-BE49-F238E27FC236}">
                <a16:creationId xmlns:a16="http://schemas.microsoft.com/office/drawing/2014/main" id="{4B60C37E-94DE-461C-8664-E418A53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430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6" name="SE-082-path-649">
            <a:extLst xmlns:a="http://schemas.openxmlformats.org/drawingml/2006/main">
              <a:ext uri="{FF2B5EF4-FFF2-40B4-BE49-F238E27FC236}">
                <a16:creationId xmlns:a16="http://schemas.microsoft.com/office/drawing/2014/main" id="{242C00E7-3EC0-4305-91F6-0CFB7B0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04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7" name="SE-082-path-650">
            <a:extLst xmlns:a="http://schemas.openxmlformats.org/drawingml/2006/main">
              <a:ext uri="{FF2B5EF4-FFF2-40B4-BE49-F238E27FC236}">
                <a16:creationId xmlns:a16="http://schemas.microsoft.com/office/drawing/2014/main" id="{02D92D7B-0208-4124-AF39-6077A41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668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8" name="SE-082-path-651">
            <a:extLst xmlns:a="http://schemas.openxmlformats.org/drawingml/2006/main">
              <a:ext uri="{FF2B5EF4-FFF2-40B4-BE49-F238E27FC236}">
                <a16:creationId xmlns:a16="http://schemas.microsoft.com/office/drawing/2014/main" id="{17AC0A0F-A820-449E-9C58-2A51BF7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287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59" name="SE-082-path-652">
            <a:extLst xmlns:a="http://schemas.openxmlformats.org/drawingml/2006/main">
              <a:ext uri="{FF2B5EF4-FFF2-40B4-BE49-F238E27FC236}">
                <a16:creationId xmlns:a16="http://schemas.microsoft.com/office/drawing/2014/main" id="{DD294A01-3863-4ECB-AE3A-4A221EC3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0" name="SE-082-path-653">
            <a:extLst xmlns:a="http://schemas.openxmlformats.org/drawingml/2006/main">
              <a:ext uri="{FF2B5EF4-FFF2-40B4-BE49-F238E27FC236}">
                <a16:creationId xmlns:a16="http://schemas.microsoft.com/office/drawing/2014/main" id="{52A6F877-4A95-4C67-9365-3BE62F5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525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1" name="SE-082-path-654">
            <a:extLst xmlns:a="http://schemas.openxmlformats.org/drawingml/2006/main">
              <a:ext uri="{FF2B5EF4-FFF2-40B4-BE49-F238E27FC236}">
                <a16:creationId xmlns:a16="http://schemas.microsoft.com/office/drawing/2014/main" id="{9B0B508E-6D66-415D-834B-8032B7BF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2" name="SE-082-path-655">
            <a:extLst xmlns:a="http://schemas.openxmlformats.org/drawingml/2006/main">
              <a:ext uri="{FF2B5EF4-FFF2-40B4-BE49-F238E27FC236}">
                <a16:creationId xmlns:a16="http://schemas.microsoft.com/office/drawing/2014/main" id="{555AF0A2-392C-4ACD-A623-23FB744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763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3" name="SE-082-path-656">
            <a:extLst xmlns:a="http://schemas.openxmlformats.org/drawingml/2006/main">
              <a:ext uri="{FF2B5EF4-FFF2-40B4-BE49-F238E27FC236}">
                <a16:creationId xmlns:a16="http://schemas.microsoft.com/office/drawing/2014/main" id="{4248C2A0-326B-425B-9BC0-8B88EE1E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382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4" name="SE-082-path-657">
            <a:extLst xmlns:a="http://schemas.openxmlformats.org/drawingml/2006/main">
              <a:ext uri="{FF2B5EF4-FFF2-40B4-BE49-F238E27FC236}">
                <a16:creationId xmlns:a16="http://schemas.microsoft.com/office/drawing/2014/main" id="{21FAF745-4F23-4D46-9468-CBFBDB17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001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5" name="SE-082-path-658">
            <a:extLst xmlns:a="http://schemas.openxmlformats.org/drawingml/2006/main">
              <a:ext uri="{FF2B5EF4-FFF2-40B4-BE49-F238E27FC236}">
                <a16:creationId xmlns:a16="http://schemas.microsoft.com/office/drawing/2014/main" id="{B3295DDC-E6F5-45CE-9A07-60F932B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620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6" name="SE-082-path-659">
            <a:extLst xmlns:a="http://schemas.openxmlformats.org/drawingml/2006/main">
              <a:ext uri="{FF2B5EF4-FFF2-40B4-BE49-F238E27FC236}">
                <a16:creationId xmlns:a16="http://schemas.microsoft.com/office/drawing/2014/main" id="{9DE09291-6AAF-4DF0-8250-38F5EC9C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23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7" name="SE-082-path-660">
            <a:extLst xmlns:a="http://schemas.openxmlformats.org/drawingml/2006/main">
              <a:ext uri="{FF2B5EF4-FFF2-40B4-BE49-F238E27FC236}">
                <a16:creationId xmlns:a16="http://schemas.microsoft.com/office/drawing/2014/main" id="{8A7E16CD-63B1-40C6-A216-4EBE8AC9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858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8" name="SE-082-path-661">
            <a:extLst xmlns:a="http://schemas.openxmlformats.org/drawingml/2006/main">
              <a:ext uri="{FF2B5EF4-FFF2-40B4-BE49-F238E27FC236}">
                <a16:creationId xmlns:a16="http://schemas.microsoft.com/office/drawing/2014/main" id="{1DB38453-8FDF-454B-8BD4-924051C3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477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69" name="SE-082-path-662">
            <a:extLst xmlns:a="http://schemas.openxmlformats.org/drawingml/2006/main">
              <a:ext uri="{FF2B5EF4-FFF2-40B4-BE49-F238E27FC236}">
                <a16:creationId xmlns:a16="http://schemas.microsoft.com/office/drawing/2014/main" id="{671D1E14-D681-4B53-95D6-59338794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096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0" name="SE-082-path-663">
            <a:extLst xmlns:a="http://schemas.openxmlformats.org/drawingml/2006/main">
              <a:ext uri="{FF2B5EF4-FFF2-40B4-BE49-F238E27FC236}">
                <a16:creationId xmlns:a16="http://schemas.microsoft.com/office/drawing/2014/main" id="{65B59EA5-1322-4185-8BD0-926882E8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715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1" name="SE-082-path-664">
            <a:extLst xmlns:a="http://schemas.openxmlformats.org/drawingml/2006/main">
              <a:ext uri="{FF2B5EF4-FFF2-40B4-BE49-F238E27FC236}">
                <a16:creationId xmlns:a16="http://schemas.microsoft.com/office/drawing/2014/main" id="{6904A846-FCB1-4E23-A8A9-878DB5E9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334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2" name="SE-082-path-665">
            <a:extLst xmlns:a="http://schemas.openxmlformats.org/drawingml/2006/main">
              <a:ext uri="{FF2B5EF4-FFF2-40B4-BE49-F238E27FC236}">
                <a16:creationId xmlns:a16="http://schemas.microsoft.com/office/drawing/2014/main" id="{D8EBEA07-F3B6-4833-B1F2-3F5A5198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953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3" name="SE-082-path-666">
            <a:extLst xmlns:a="http://schemas.openxmlformats.org/drawingml/2006/main">
              <a:ext uri="{FF2B5EF4-FFF2-40B4-BE49-F238E27FC236}">
                <a16:creationId xmlns:a16="http://schemas.microsoft.com/office/drawing/2014/main" id="{9590C055-469D-400E-856A-875A428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572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4" name="SE-082-path-667">
            <a:extLst xmlns:a="http://schemas.openxmlformats.org/drawingml/2006/main">
              <a:ext uri="{FF2B5EF4-FFF2-40B4-BE49-F238E27FC236}">
                <a16:creationId xmlns:a16="http://schemas.microsoft.com/office/drawing/2014/main" id="{41635962-7074-4C43-A9BB-39F9D5B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191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5" name="SE-082-path-668">
            <a:extLst xmlns:a="http://schemas.openxmlformats.org/drawingml/2006/main">
              <a:ext uri="{FF2B5EF4-FFF2-40B4-BE49-F238E27FC236}">
                <a16:creationId xmlns:a16="http://schemas.microsoft.com/office/drawing/2014/main" id="{FE43147C-697B-4770-B9BA-DD64E93E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810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6" name="SE-082-path-669">
            <a:extLst xmlns:a="http://schemas.openxmlformats.org/drawingml/2006/main">
              <a:ext uri="{FF2B5EF4-FFF2-40B4-BE49-F238E27FC236}">
                <a16:creationId xmlns:a16="http://schemas.microsoft.com/office/drawing/2014/main" id="{1DA35491-EEF4-4BDF-96A5-58DABFC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E3030"/>
            </a:solidFill>
          </a:ln>
        </p:spPr>
      </p:sp>
      <p:sp>
        <p:nvSpPr>
          <p:cNvPr id="677" name="SE-082-670">
            <a:extLst xmlns:a="http://schemas.openxmlformats.org/drawingml/2006/main">
              <a:ext uri="{FF2B5EF4-FFF2-40B4-BE49-F238E27FC236}">
                <a16:creationId xmlns:a16="http://schemas.microsoft.com/office/drawing/2014/main" id="{48CAD374-4A6A-4850-B3C5-21C8F4E6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F1515"/>
            </a:solidFill>
          </a:ln>
        </p:spPr>
      </p:sp>
      <p:sp>
        <p:nvSpPr>
          <p:cNvPr id="678" name="SE-082-671">
            <a:extLst xmlns:a="http://schemas.openxmlformats.org/drawingml/2006/main">
              <a:ext uri="{FF2B5EF4-FFF2-40B4-BE49-F238E27FC236}">
                <a16:creationId xmlns:a16="http://schemas.microsoft.com/office/drawing/2014/main" id="{83A25ED7-A3FA-4071-B915-1943825B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76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1515"/>
                </a:solidFill>
                <a:latin typeface="Times New Roman"/>
                <a:ea typeface="Times New Roman"/>
                <a:cs typeface="Times New Roman"/>
              </a:rPr>
              <a:t>Prune</a:t>
            </a:r>
          </a:p>
        </p:txBody>
      </p:sp>
      <p:sp>
        <p:nvSpPr>
          <p:cNvPr id="679" name="SE-082-path-672">
            <a:extLst xmlns:a="http://schemas.openxmlformats.org/drawingml/2006/main">
              <a:ext uri="{FF2B5EF4-FFF2-40B4-BE49-F238E27FC236}">
                <a16:creationId xmlns:a16="http://schemas.microsoft.com/office/drawing/2014/main" id="{C5491459-6962-4166-A165-82C1CF47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5300"/>
            <a:ext cx="428625" cy="247650"/>
          </a:xfrm>
          <a:custGeom xmlns:a="http://schemas.openxmlformats.org/drawingml/2006/main">
            <a:pathLst>
              <a:path w="428625" h="247650">
                <a:moveTo>
                  <a:pt x="0" y="247650"/>
                </a:moveTo>
                <a:lnTo>
                  <a:pt x="161925" y="247650"/>
                </a:lnTo>
                <a:lnTo>
                  <a:pt x="333375" y="0"/>
                </a:ln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FF1515"/>
            </a:solidFill>
          </a:ln>
        </p:spPr>
      </p:sp>
      <p:pic>
        <p:nvPicPr>
          <p:cNvPr id="16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654fb5c634a54"/>
          <a:stretch xmlns:a="http://schemas.openxmlformats.org/drawingml/2006/main"/>
        </p:blipFill>
        <p:spPr>
          <a:xfrm xmlns:a="http://schemas.openxmlformats.org/drawingml/2006/main">
            <a:off x="5876925" y="866775"/>
            <a:ext cx="333375" cy="381000"/>
          </a:xfrm>
          <a:prstGeom xmlns:a="http://schemas.openxmlformats.org/drawingml/2006/main" prst="rect">
            <a:avLst/>
          </a:prstGeom>
        </p:spPr>
      </p:pic>
      <p:sp>
        <p:nvSpPr>
          <p:cNvPr id="681" name="SE-082-673">
            <a:extLst xmlns:a="http://schemas.openxmlformats.org/drawingml/2006/main">
              <a:ext uri="{FF2B5EF4-FFF2-40B4-BE49-F238E27FC236}">
                <a16:creationId xmlns:a16="http://schemas.microsoft.com/office/drawing/2014/main" id="{F1C27563-0F74-4612-9984-7888DDA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2763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Match info</a:t>
            </a:r>
          </a:p>
        </p:txBody>
      </p:sp>
      <p:pic>
        <p:nvPicPr>
          <p:cNvPr id="16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95e14048a466a"/>
          <a:stretch xmlns:a="http://schemas.openxmlformats.org/drawingml/2006/main"/>
        </p:blipFill>
        <p:spPr>
          <a:xfrm xmlns:a="http://schemas.openxmlformats.org/drawingml/2006/main">
            <a:off x="5857875" y="1447800"/>
            <a:ext cx="381000" cy="400050"/>
          </a:xfrm>
          <a:prstGeom xmlns:a="http://schemas.openxmlformats.org/drawingml/2006/main" prst="rect">
            <a:avLst/>
          </a:prstGeom>
        </p:spPr>
      </p:pic>
      <p:sp>
        <p:nvSpPr>
          <p:cNvPr id="683" name="SE-082-674">
            <a:extLst xmlns:a="http://schemas.openxmlformats.org/drawingml/2006/main">
              <a:ext uri="{FF2B5EF4-FFF2-40B4-BE49-F238E27FC236}">
                <a16:creationId xmlns:a16="http://schemas.microsoft.com/office/drawing/2014/main" id="{B89300C9-6A1F-478B-A5C5-A2EFEBE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1362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Control Flow Graph</a:t>
            </a:r>
          </a:p>
        </p:txBody>
      </p:sp>
      <p:sp>
        <p:nvSpPr>
          <p:cNvPr id="684" name="SE-082-path-675">
            <a:extLst xmlns:a="http://schemas.openxmlformats.org/drawingml/2006/main">
              <a:ext uri="{FF2B5EF4-FFF2-40B4-BE49-F238E27FC236}">
                <a16:creationId xmlns:a16="http://schemas.microsoft.com/office/drawing/2014/main" id="{C38B8AC8-F0AE-4C85-9804-2DBFC3E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14550"/>
            <a:ext cx="238125" cy="1028700"/>
          </a:xfrm>
          <a:custGeom xmlns:a="http://schemas.openxmlformats.org/drawingml/2006/main">
            <a:pathLst>
              <a:path w="238125" h="1028700">
                <a:moveTo>
                  <a:pt x="66675" y="0"/>
                </a:moveTo>
                <a:lnTo>
                  <a:pt x="171450" y="0"/>
                </a:lnTo>
                <a:lnTo>
                  <a:pt x="171450" y="895350"/>
                </a:lnTo>
                <a:lnTo>
                  <a:pt x="238125" y="895350"/>
                </a:lnTo>
                <a:lnTo>
                  <a:pt x="119063" y="1028700"/>
                </a:lnTo>
                <a:lnTo>
                  <a:pt x="0" y="895350"/>
                </a:lnTo>
                <a:lnTo>
                  <a:pt x="66675" y="895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685" name="SE-082-676">
            <a:extLst xmlns:a="http://schemas.openxmlformats.org/drawingml/2006/main">
              <a:ext uri="{FF2B5EF4-FFF2-40B4-BE49-F238E27FC236}">
                <a16:creationId xmlns:a16="http://schemas.microsoft.com/office/drawing/2014/main" id="{8EC5DF46-ADA0-45BF-8E23-5E20E21E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15144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86" name="SE-082-677">
            <a:extLst xmlns:a="http://schemas.openxmlformats.org/drawingml/2006/main">
              <a:ext uri="{FF2B5EF4-FFF2-40B4-BE49-F238E27FC236}">
                <a16:creationId xmlns:a16="http://schemas.microsoft.com/office/drawing/2014/main" id="{68CC80E2-4485-448B-9742-56F052DA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718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0087D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0087DB"/>
                </a:solidFill>
                <a:latin typeface="Times New Roman"/>
                <a:ea typeface="Times New Roman"/>
                <a:cs typeface="Times New Roman"/>
              </a:rPr>
              <a:t>Symbolic Execution</a:t>
            </a:r>
          </a:p>
        </p:txBody>
      </p:sp>
      <p:sp>
        <p:nvSpPr>
          <p:cNvPr id="687" name="SE-082-path-678">
            <a:extLst xmlns:a="http://schemas.openxmlformats.org/drawingml/2006/main">
              <a:ext uri="{FF2B5EF4-FFF2-40B4-BE49-F238E27FC236}">
                <a16:creationId xmlns:a16="http://schemas.microsoft.com/office/drawing/2014/main" id="{6D1EE9F6-0EBB-4D36-A583-461D7171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384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88" name="SE-082-path-679">
            <a:extLst xmlns:a="http://schemas.openxmlformats.org/drawingml/2006/main">
              <a:ext uri="{FF2B5EF4-FFF2-40B4-BE49-F238E27FC236}">
                <a16:creationId xmlns:a16="http://schemas.microsoft.com/office/drawing/2014/main" id="{8ADA1B87-EB61-49F9-B33D-FF583B18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38475"/>
            <a:ext cx="228600" cy="123825"/>
          </a:xfrm>
          <a:custGeom xmlns:a="http://schemas.openxmlformats.org/drawingml/2006/main">
            <a:pathLst>
              <a:path w="228600" h="123825">
                <a:moveTo>
                  <a:pt x="0" y="0"/>
                </a:moveTo>
                <a:lnTo>
                  <a:pt x="22860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89" name="SE-082-path-680">
            <a:extLst xmlns:a="http://schemas.openxmlformats.org/drawingml/2006/main">
              <a:ext uri="{FF2B5EF4-FFF2-40B4-BE49-F238E27FC236}">
                <a16:creationId xmlns:a16="http://schemas.microsoft.com/office/drawing/2014/main" id="{83E532C5-9E3C-4414-A971-D478BD8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0" name="SE-082-path-681">
            <a:extLst xmlns:a="http://schemas.openxmlformats.org/drawingml/2006/main">
              <a:ext uri="{FF2B5EF4-FFF2-40B4-BE49-F238E27FC236}">
                <a16:creationId xmlns:a16="http://schemas.microsoft.com/office/drawing/2014/main" id="{03F745EB-B966-4CBB-A920-47F67D0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1" name="SE-082-path-682">
            <a:extLst xmlns:a="http://schemas.openxmlformats.org/drawingml/2006/main">
              <a:ext uri="{FF2B5EF4-FFF2-40B4-BE49-F238E27FC236}">
                <a16:creationId xmlns:a16="http://schemas.microsoft.com/office/drawing/2014/main" id="{CBB8D03B-64DF-40BA-A7F0-1DB7D37D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2" name="SE-082-path-683">
            <a:extLst xmlns:a="http://schemas.openxmlformats.org/drawingml/2006/main">
              <a:ext uri="{FF2B5EF4-FFF2-40B4-BE49-F238E27FC236}">
                <a16:creationId xmlns:a16="http://schemas.microsoft.com/office/drawing/2014/main" id="{A3D8538A-D52A-4283-9EEE-67D8E49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3" name="SE-082-path-684">
            <a:extLst xmlns:a="http://schemas.openxmlformats.org/drawingml/2006/main">
              <a:ext uri="{FF2B5EF4-FFF2-40B4-BE49-F238E27FC236}">
                <a16:creationId xmlns:a16="http://schemas.microsoft.com/office/drawing/2014/main" id="{A9440DA0-F5F9-4162-BF0F-4CC35EF6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4" name="SE-082-path-685">
            <a:extLst xmlns:a="http://schemas.openxmlformats.org/drawingml/2006/main">
              <a:ext uri="{FF2B5EF4-FFF2-40B4-BE49-F238E27FC236}">
                <a16:creationId xmlns:a16="http://schemas.microsoft.com/office/drawing/2014/main" id="{CEF79EF4-9846-42C8-97BF-A4E0EEAC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5" name="SE-082-path-686">
            <a:extLst xmlns:a="http://schemas.openxmlformats.org/drawingml/2006/main">
              <a:ext uri="{FF2B5EF4-FFF2-40B4-BE49-F238E27FC236}">
                <a16:creationId xmlns:a16="http://schemas.microsoft.com/office/drawing/2014/main" id="{D525C7B4-0792-488E-8E5E-B55D36E5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6" name="SE-082-path-687">
            <a:extLst xmlns:a="http://schemas.openxmlformats.org/drawingml/2006/main">
              <a:ext uri="{FF2B5EF4-FFF2-40B4-BE49-F238E27FC236}">
                <a16:creationId xmlns:a16="http://schemas.microsoft.com/office/drawing/2014/main" id="{0437B005-EE77-4D7A-A67D-2450E6AD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7" name="SE-082-path-688">
            <a:extLst xmlns:a="http://schemas.openxmlformats.org/drawingml/2006/main">
              <a:ext uri="{FF2B5EF4-FFF2-40B4-BE49-F238E27FC236}">
                <a16:creationId xmlns:a16="http://schemas.microsoft.com/office/drawing/2014/main" id="{E55FA97A-FDD6-4F28-8AD1-179194F3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8" name="SE-082-path-689">
            <a:extLst xmlns:a="http://schemas.openxmlformats.org/drawingml/2006/main">
              <a:ext uri="{FF2B5EF4-FFF2-40B4-BE49-F238E27FC236}">
                <a16:creationId xmlns:a16="http://schemas.microsoft.com/office/drawing/2014/main" id="{BCCD9741-1CE3-42DF-A2B6-9D51CC5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699" name="SE-082-path-690">
            <a:extLst xmlns:a="http://schemas.openxmlformats.org/drawingml/2006/main">
              <a:ext uri="{FF2B5EF4-FFF2-40B4-BE49-F238E27FC236}">
                <a16:creationId xmlns:a16="http://schemas.microsoft.com/office/drawing/2014/main" id="{C1790CD9-7318-40BE-9302-73D5123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0" name="SE-082-path-691">
            <a:extLst xmlns:a="http://schemas.openxmlformats.org/drawingml/2006/main">
              <a:ext uri="{FF2B5EF4-FFF2-40B4-BE49-F238E27FC236}">
                <a16:creationId xmlns:a16="http://schemas.microsoft.com/office/drawing/2014/main" id="{0EFBDB7A-E32E-4150-8B32-D4370F91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1" name="SE-082-path-692">
            <a:extLst xmlns:a="http://schemas.openxmlformats.org/drawingml/2006/main">
              <a:ext uri="{FF2B5EF4-FFF2-40B4-BE49-F238E27FC236}">
                <a16:creationId xmlns:a16="http://schemas.microsoft.com/office/drawing/2014/main" id="{A6002CA1-4944-469A-BFE1-78C90D6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2" name="SE-082-path-693">
            <a:extLst xmlns:a="http://schemas.openxmlformats.org/drawingml/2006/main">
              <a:ext uri="{FF2B5EF4-FFF2-40B4-BE49-F238E27FC236}">
                <a16:creationId xmlns:a16="http://schemas.microsoft.com/office/drawing/2014/main" id="{21E7A705-A9B8-4A07-B8C6-39CA14DF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3" name="SE-082-path-694">
            <a:extLst xmlns:a="http://schemas.openxmlformats.org/drawingml/2006/main">
              <a:ext uri="{FF2B5EF4-FFF2-40B4-BE49-F238E27FC236}">
                <a16:creationId xmlns:a16="http://schemas.microsoft.com/office/drawing/2014/main" id="{DF0671D4-C319-4B92-A680-B9993E6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4" name="SE-082-path-695">
            <a:extLst xmlns:a="http://schemas.openxmlformats.org/drawingml/2006/main">
              <a:ext uri="{FF2B5EF4-FFF2-40B4-BE49-F238E27FC236}">
                <a16:creationId xmlns:a16="http://schemas.microsoft.com/office/drawing/2014/main" id="{8D9D8CDF-5438-4949-8C84-B4F55DF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5" name="SE-082-path-696">
            <a:extLst xmlns:a="http://schemas.openxmlformats.org/drawingml/2006/main">
              <a:ext uri="{FF2B5EF4-FFF2-40B4-BE49-F238E27FC236}">
                <a16:creationId xmlns:a16="http://schemas.microsoft.com/office/drawing/2014/main" id="{E5F373BD-8F21-4D87-82BD-A11602F6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6" name="SE-082-path-697">
            <a:extLst xmlns:a="http://schemas.openxmlformats.org/drawingml/2006/main">
              <a:ext uri="{FF2B5EF4-FFF2-40B4-BE49-F238E27FC236}">
                <a16:creationId xmlns:a16="http://schemas.microsoft.com/office/drawing/2014/main" id="{7DE1ABCC-A94A-4528-A41A-4E1F82BF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7" name="SE-082-path-698">
            <a:extLst xmlns:a="http://schemas.openxmlformats.org/drawingml/2006/main">
              <a:ext uri="{FF2B5EF4-FFF2-40B4-BE49-F238E27FC236}">
                <a16:creationId xmlns:a16="http://schemas.microsoft.com/office/drawing/2014/main" id="{6259126E-8438-4292-AAB1-54EF53FE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8" name="SE-082-path-699">
            <a:extLst xmlns:a="http://schemas.openxmlformats.org/drawingml/2006/main">
              <a:ext uri="{FF2B5EF4-FFF2-40B4-BE49-F238E27FC236}">
                <a16:creationId xmlns:a16="http://schemas.microsoft.com/office/drawing/2014/main" id="{1616BDDA-1904-4815-A72D-C967929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09" name="SE-082-path-700">
            <a:extLst xmlns:a="http://schemas.openxmlformats.org/drawingml/2006/main">
              <a:ext uri="{FF2B5EF4-FFF2-40B4-BE49-F238E27FC236}">
                <a16:creationId xmlns:a16="http://schemas.microsoft.com/office/drawing/2014/main" id="{D5D143C9-9583-48EF-8325-C0BA03A9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0" name="SE-082-path-701">
            <a:extLst xmlns:a="http://schemas.openxmlformats.org/drawingml/2006/main">
              <a:ext uri="{FF2B5EF4-FFF2-40B4-BE49-F238E27FC236}">
                <a16:creationId xmlns:a16="http://schemas.microsoft.com/office/drawing/2014/main" id="{E1F101AC-596D-48C2-9258-2FBB7A3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1" name="SE-082-path-702">
            <a:extLst xmlns:a="http://schemas.openxmlformats.org/drawingml/2006/main">
              <a:ext uri="{FF2B5EF4-FFF2-40B4-BE49-F238E27FC236}">
                <a16:creationId xmlns:a16="http://schemas.microsoft.com/office/drawing/2014/main" id="{9E8744C1-047D-4B76-9868-650CD17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2" name="SE-082-path-703">
            <a:extLst xmlns:a="http://schemas.openxmlformats.org/drawingml/2006/main">
              <a:ext uri="{FF2B5EF4-FFF2-40B4-BE49-F238E27FC236}">
                <a16:creationId xmlns:a16="http://schemas.microsoft.com/office/drawing/2014/main" id="{DDCCFFB0-38A9-4C93-8C90-97F35B37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3" name="SE-082-path-704">
            <a:extLst xmlns:a="http://schemas.openxmlformats.org/drawingml/2006/main">
              <a:ext uri="{FF2B5EF4-FFF2-40B4-BE49-F238E27FC236}">
                <a16:creationId xmlns:a16="http://schemas.microsoft.com/office/drawing/2014/main" id="{31E1A19E-2496-46BD-BE4E-072D04D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4" name="SE-082-path-705">
            <a:extLst xmlns:a="http://schemas.openxmlformats.org/drawingml/2006/main">
              <a:ext uri="{FF2B5EF4-FFF2-40B4-BE49-F238E27FC236}">
                <a16:creationId xmlns:a16="http://schemas.microsoft.com/office/drawing/2014/main" id="{681A0E5B-C906-4FB1-8CDB-80F4686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5" name="SE-082-path-706">
            <a:extLst xmlns:a="http://schemas.openxmlformats.org/drawingml/2006/main">
              <a:ext uri="{FF2B5EF4-FFF2-40B4-BE49-F238E27FC236}">
                <a16:creationId xmlns:a16="http://schemas.microsoft.com/office/drawing/2014/main" id="{76C0F6FE-E9D8-4D18-9150-7B8B918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6" name="SE-082-path-707">
            <a:extLst xmlns:a="http://schemas.openxmlformats.org/drawingml/2006/main">
              <a:ext uri="{FF2B5EF4-FFF2-40B4-BE49-F238E27FC236}">
                <a16:creationId xmlns:a16="http://schemas.microsoft.com/office/drawing/2014/main" id="{DF889C8D-963A-49AA-9066-55BF4BD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7" name="SE-082-path-708">
            <a:extLst xmlns:a="http://schemas.openxmlformats.org/drawingml/2006/main">
              <a:ext uri="{FF2B5EF4-FFF2-40B4-BE49-F238E27FC236}">
                <a16:creationId xmlns:a16="http://schemas.microsoft.com/office/drawing/2014/main" id="{E5419C95-6E5A-4407-8243-AEC24843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8" name="SE-082-path-709">
            <a:extLst xmlns:a="http://schemas.openxmlformats.org/drawingml/2006/main">
              <a:ext uri="{FF2B5EF4-FFF2-40B4-BE49-F238E27FC236}">
                <a16:creationId xmlns:a16="http://schemas.microsoft.com/office/drawing/2014/main" id="{A872F350-8408-44C9-A9CF-78001B8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19" name="SE-082-path-710">
            <a:extLst xmlns:a="http://schemas.openxmlformats.org/drawingml/2006/main">
              <a:ext uri="{FF2B5EF4-FFF2-40B4-BE49-F238E27FC236}">
                <a16:creationId xmlns:a16="http://schemas.microsoft.com/office/drawing/2014/main" id="{43E33DE7-7D78-48FC-A37F-7B816A6C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0" name="SE-082-path-711">
            <a:extLst xmlns:a="http://schemas.openxmlformats.org/drawingml/2006/main">
              <a:ext uri="{FF2B5EF4-FFF2-40B4-BE49-F238E27FC236}">
                <a16:creationId xmlns:a16="http://schemas.microsoft.com/office/drawing/2014/main" id="{FACEAAA4-08A8-4FF6-96F1-CE540A63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1" name="SE-082-path-712">
            <a:extLst xmlns:a="http://schemas.openxmlformats.org/drawingml/2006/main">
              <a:ext uri="{FF2B5EF4-FFF2-40B4-BE49-F238E27FC236}">
                <a16:creationId xmlns:a16="http://schemas.microsoft.com/office/drawing/2014/main" id="{E047931D-2104-47BE-BCAD-86266E5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2" name="SE-082-path-713">
            <a:extLst xmlns:a="http://schemas.openxmlformats.org/drawingml/2006/main">
              <a:ext uri="{FF2B5EF4-FFF2-40B4-BE49-F238E27FC236}">
                <a16:creationId xmlns:a16="http://schemas.microsoft.com/office/drawing/2014/main" id="{D2580027-74A3-46D5-8360-1BF5C3E7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3" name="SE-082-path-714">
            <a:extLst xmlns:a="http://schemas.openxmlformats.org/drawingml/2006/main">
              <a:ext uri="{FF2B5EF4-FFF2-40B4-BE49-F238E27FC236}">
                <a16:creationId xmlns:a16="http://schemas.microsoft.com/office/drawing/2014/main" id="{93FD309A-3602-46D2-9F78-8F683443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4" name="SE-082-path-715">
            <a:extLst xmlns:a="http://schemas.openxmlformats.org/drawingml/2006/main">
              <a:ext uri="{FF2B5EF4-FFF2-40B4-BE49-F238E27FC236}">
                <a16:creationId xmlns:a16="http://schemas.microsoft.com/office/drawing/2014/main" id="{53E6EFE0-0D10-4307-9C7F-271760C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5" name="SE-082-path-716">
            <a:extLst xmlns:a="http://schemas.openxmlformats.org/drawingml/2006/main">
              <a:ext uri="{FF2B5EF4-FFF2-40B4-BE49-F238E27FC236}">
                <a16:creationId xmlns:a16="http://schemas.microsoft.com/office/drawing/2014/main" id="{1455526C-21AF-4E64-BFC4-26A6C55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6" name="SE-082-path-717">
            <a:extLst xmlns:a="http://schemas.openxmlformats.org/drawingml/2006/main">
              <a:ext uri="{FF2B5EF4-FFF2-40B4-BE49-F238E27FC236}">
                <a16:creationId xmlns:a16="http://schemas.microsoft.com/office/drawing/2014/main" id="{7F732C55-6D5B-4A18-B0E5-20E3D35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7" name="SE-082-path-718">
            <a:extLst xmlns:a="http://schemas.openxmlformats.org/drawingml/2006/main">
              <a:ext uri="{FF2B5EF4-FFF2-40B4-BE49-F238E27FC236}">
                <a16:creationId xmlns:a16="http://schemas.microsoft.com/office/drawing/2014/main" id="{82EB6EC2-091A-44F4-8D3E-4C27FE5F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8" name="SE-082-path-719">
            <a:extLst xmlns:a="http://schemas.openxmlformats.org/drawingml/2006/main">
              <a:ext uri="{FF2B5EF4-FFF2-40B4-BE49-F238E27FC236}">
                <a16:creationId xmlns:a16="http://schemas.microsoft.com/office/drawing/2014/main" id="{1BB6F42A-B542-4D98-AE8B-C6E5C66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29" name="SE-082-path-720">
            <a:extLst xmlns:a="http://schemas.openxmlformats.org/drawingml/2006/main">
              <a:ext uri="{FF2B5EF4-FFF2-40B4-BE49-F238E27FC236}">
                <a16:creationId xmlns:a16="http://schemas.microsoft.com/office/drawing/2014/main" id="{84A00DF9-00A2-408C-B2A2-58845EC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0" name="SE-082-path-721">
            <a:extLst xmlns:a="http://schemas.openxmlformats.org/drawingml/2006/main">
              <a:ext uri="{FF2B5EF4-FFF2-40B4-BE49-F238E27FC236}">
                <a16:creationId xmlns:a16="http://schemas.microsoft.com/office/drawing/2014/main" id="{E1636BEC-AC40-4E7F-9AFC-6CA729BC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1" name="SE-082-path-722">
            <a:extLst xmlns:a="http://schemas.openxmlformats.org/drawingml/2006/main">
              <a:ext uri="{FF2B5EF4-FFF2-40B4-BE49-F238E27FC236}">
                <a16:creationId xmlns:a16="http://schemas.microsoft.com/office/drawing/2014/main" id="{3F48D43B-4308-41C5-8CFC-38778ADE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2" name="SE-082-path-723">
            <a:extLst xmlns:a="http://schemas.openxmlformats.org/drawingml/2006/main">
              <a:ext uri="{FF2B5EF4-FFF2-40B4-BE49-F238E27FC236}">
                <a16:creationId xmlns:a16="http://schemas.microsoft.com/office/drawing/2014/main" id="{63CB5968-AFAB-4833-9701-C2E1B58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3" name="SE-082-path-724">
            <a:extLst xmlns:a="http://schemas.openxmlformats.org/drawingml/2006/main">
              <a:ext uri="{FF2B5EF4-FFF2-40B4-BE49-F238E27FC236}">
                <a16:creationId xmlns:a16="http://schemas.microsoft.com/office/drawing/2014/main" id="{10D973D5-F582-439C-B302-3B3541C0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4" name="SE-082-path-725">
            <a:extLst xmlns:a="http://schemas.openxmlformats.org/drawingml/2006/main">
              <a:ext uri="{FF2B5EF4-FFF2-40B4-BE49-F238E27FC236}">
                <a16:creationId xmlns:a16="http://schemas.microsoft.com/office/drawing/2014/main" id="{59C5FBE3-4206-4AA7-9850-4950A249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5" name="SE-082-path-726">
            <a:extLst xmlns:a="http://schemas.openxmlformats.org/drawingml/2006/main">
              <a:ext uri="{FF2B5EF4-FFF2-40B4-BE49-F238E27FC236}">
                <a16:creationId xmlns:a16="http://schemas.microsoft.com/office/drawing/2014/main" id="{766AB0E0-C62F-4DA3-B05C-AD9122A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6" name="SE-082-path-727">
            <a:extLst xmlns:a="http://schemas.openxmlformats.org/drawingml/2006/main">
              <a:ext uri="{FF2B5EF4-FFF2-40B4-BE49-F238E27FC236}">
                <a16:creationId xmlns:a16="http://schemas.microsoft.com/office/drawing/2014/main" id="{E0E302EA-A23F-4230-92CC-A1134A32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7" name="SE-082-path-728">
            <a:extLst xmlns:a="http://schemas.openxmlformats.org/drawingml/2006/main">
              <a:ext uri="{FF2B5EF4-FFF2-40B4-BE49-F238E27FC236}">
                <a16:creationId xmlns:a16="http://schemas.microsoft.com/office/drawing/2014/main" id="{A496401F-7C88-4FA6-8EBD-AF63374B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8" name="SE-082-path-729">
            <a:extLst xmlns:a="http://schemas.openxmlformats.org/drawingml/2006/main">
              <a:ext uri="{FF2B5EF4-FFF2-40B4-BE49-F238E27FC236}">
                <a16:creationId xmlns:a16="http://schemas.microsoft.com/office/drawing/2014/main" id="{F6604D5B-4A07-4257-AAFE-3319D8AC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39" name="SE-082-path-730">
            <a:extLst xmlns:a="http://schemas.openxmlformats.org/drawingml/2006/main">
              <a:ext uri="{FF2B5EF4-FFF2-40B4-BE49-F238E27FC236}">
                <a16:creationId xmlns:a16="http://schemas.microsoft.com/office/drawing/2014/main" id="{AF0D3CEF-BACB-40B4-B9A8-99CEA2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0" name="SE-082-path-731">
            <a:extLst xmlns:a="http://schemas.openxmlformats.org/drawingml/2006/main">
              <a:ext uri="{FF2B5EF4-FFF2-40B4-BE49-F238E27FC236}">
                <a16:creationId xmlns:a16="http://schemas.microsoft.com/office/drawing/2014/main" id="{DE8336F9-428D-49B6-B57A-D99D250D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1" name="SE-082-path-732">
            <a:extLst xmlns:a="http://schemas.openxmlformats.org/drawingml/2006/main">
              <a:ext uri="{FF2B5EF4-FFF2-40B4-BE49-F238E27FC236}">
                <a16:creationId xmlns:a16="http://schemas.microsoft.com/office/drawing/2014/main" id="{84229FB3-EEE2-47D5-B625-88D4FEC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2" name="SE-082-path-733">
            <a:extLst xmlns:a="http://schemas.openxmlformats.org/drawingml/2006/main">
              <a:ext uri="{FF2B5EF4-FFF2-40B4-BE49-F238E27FC236}">
                <a16:creationId xmlns:a16="http://schemas.microsoft.com/office/drawing/2014/main" id="{9D4153B3-7D2C-433D-9211-DAC76B9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3" name="SE-082-path-734">
            <a:extLst xmlns:a="http://schemas.openxmlformats.org/drawingml/2006/main">
              <a:ext uri="{FF2B5EF4-FFF2-40B4-BE49-F238E27FC236}">
                <a16:creationId xmlns:a16="http://schemas.microsoft.com/office/drawing/2014/main" id="{87621C1B-2F37-4329-8E30-F63C78D8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4" name="SE-082-path-735">
            <a:extLst xmlns:a="http://schemas.openxmlformats.org/drawingml/2006/main">
              <a:ext uri="{FF2B5EF4-FFF2-40B4-BE49-F238E27FC236}">
                <a16:creationId xmlns:a16="http://schemas.microsoft.com/office/drawing/2014/main" id="{72539210-6FD3-4F72-8DD3-018C0DF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5" name="SE-082-path-736">
            <a:extLst xmlns:a="http://schemas.openxmlformats.org/drawingml/2006/main">
              <a:ext uri="{FF2B5EF4-FFF2-40B4-BE49-F238E27FC236}">
                <a16:creationId xmlns:a16="http://schemas.microsoft.com/office/drawing/2014/main" id="{1ACC703B-C2B3-4574-A22E-D9A98E9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6" name="SE-082-path-737">
            <a:extLst xmlns:a="http://schemas.openxmlformats.org/drawingml/2006/main">
              <a:ext uri="{FF2B5EF4-FFF2-40B4-BE49-F238E27FC236}">
                <a16:creationId xmlns:a16="http://schemas.microsoft.com/office/drawing/2014/main" id="{DDD196EB-D184-464F-B2C2-D9575B27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7" name="SE-082-path-738">
            <a:extLst xmlns:a="http://schemas.openxmlformats.org/drawingml/2006/main">
              <a:ext uri="{FF2B5EF4-FFF2-40B4-BE49-F238E27FC236}">
                <a16:creationId xmlns:a16="http://schemas.microsoft.com/office/drawing/2014/main" id="{56186A43-8C57-4112-B5A6-BDFB4809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8" name="SE-082-path-739">
            <a:extLst xmlns:a="http://schemas.openxmlformats.org/drawingml/2006/main">
              <a:ext uri="{FF2B5EF4-FFF2-40B4-BE49-F238E27FC236}">
                <a16:creationId xmlns:a16="http://schemas.microsoft.com/office/drawing/2014/main" id="{873F2851-8B44-43A1-B471-81E6BF2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49" name="SE-082-path-740">
            <a:extLst xmlns:a="http://schemas.openxmlformats.org/drawingml/2006/main">
              <a:ext uri="{FF2B5EF4-FFF2-40B4-BE49-F238E27FC236}">
                <a16:creationId xmlns:a16="http://schemas.microsoft.com/office/drawing/2014/main" id="{8E190103-101C-418B-9F37-0A210A9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0" name="SE-082-path-741">
            <a:extLst xmlns:a="http://schemas.openxmlformats.org/drawingml/2006/main">
              <a:ext uri="{FF2B5EF4-FFF2-40B4-BE49-F238E27FC236}">
                <a16:creationId xmlns:a16="http://schemas.microsoft.com/office/drawing/2014/main" id="{DC403EDB-F0B4-451E-88FE-2EBD5796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1" name="SE-082-path-742">
            <a:extLst xmlns:a="http://schemas.openxmlformats.org/drawingml/2006/main">
              <a:ext uri="{FF2B5EF4-FFF2-40B4-BE49-F238E27FC236}">
                <a16:creationId xmlns:a16="http://schemas.microsoft.com/office/drawing/2014/main" id="{F8D51A24-4769-4A79-9C6E-BCB145B2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2" name="SE-082-path-743">
            <a:extLst xmlns:a="http://schemas.openxmlformats.org/drawingml/2006/main">
              <a:ext uri="{FF2B5EF4-FFF2-40B4-BE49-F238E27FC236}">
                <a16:creationId xmlns:a16="http://schemas.microsoft.com/office/drawing/2014/main" id="{98C47CF5-6F55-4C64-BD69-E1115E81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3" name="SE-082-path-744">
            <a:extLst xmlns:a="http://schemas.openxmlformats.org/drawingml/2006/main">
              <a:ext uri="{FF2B5EF4-FFF2-40B4-BE49-F238E27FC236}">
                <a16:creationId xmlns:a16="http://schemas.microsoft.com/office/drawing/2014/main" id="{B8C3BC1B-F42E-440C-A49B-7A031E6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4" name="SE-082-path-745">
            <a:extLst xmlns:a="http://schemas.openxmlformats.org/drawingml/2006/main">
              <a:ext uri="{FF2B5EF4-FFF2-40B4-BE49-F238E27FC236}">
                <a16:creationId xmlns:a16="http://schemas.microsoft.com/office/drawing/2014/main" id="{E7D0F580-9E6D-4904-B630-30E7BD05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5" name="SE-082-path-746">
            <a:extLst xmlns:a="http://schemas.openxmlformats.org/drawingml/2006/main">
              <a:ext uri="{FF2B5EF4-FFF2-40B4-BE49-F238E27FC236}">
                <a16:creationId xmlns:a16="http://schemas.microsoft.com/office/drawing/2014/main" id="{927C4729-C3DC-48EE-86FD-ECD5A94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6" name="SE-082-path-747">
            <a:extLst xmlns:a="http://schemas.openxmlformats.org/drawingml/2006/main">
              <a:ext uri="{FF2B5EF4-FFF2-40B4-BE49-F238E27FC236}">
                <a16:creationId xmlns:a16="http://schemas.microsoft.com/office/drawing/2014/main" id="{DE1B2E7E-2DCA-468A-A1FA-9FFCE243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7" name="SE-082-path-748">
            <a:extLst xmlns:a="http://schemas.openxmlformats.org/drawingml/2006/main">
              <a:ext uri="{FF2B5EF4-FFF2-40B4-BE49-F238E27FC236}">
                <a16:creationId xmlns:a16="http://schemas.microsoft.com/office/drawing/2014/main" id="{25BBAD49-D53F-47FB-8285-DFEDF96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8" name="SE-082-path-749">
            <a:extLst xmlns:a="http://schemas.openxmlformats.org/drawingml/2006/main">
              <a:ext uri="{FF2B5EF4-FFF2-40B4-BE49-F238E27FC236}">
                <a16:creationId xmlns:a16="http://schemas.microsoft.com/office/drawing/2014/main" id="{952A68A7-2F9D-44B7-9504-989BAF5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59" name="SE-082-path-750">
            <a:extLst xmlns:a="http://schemas.openxmlformats.org/drawingml/2006/main">
              <a:ext uri="{FF2B5EF4-FFF2-40B4-BE49-F238E27FC236}">
                <a16:creationId xmlns:a16="http://schemas.microsoft.com/office/drawing/2014/main" id="{ECC9FF72-8C8B-4B81-998E-69E5FAC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0" name="SE-082-path-751">
            <a:extLst xmlns:a="http://schemas.openxmlformats.org/drawingml/2006/main">
              <a:ext uri="{FF2B5EF4-FFF2-40B4-BE49-F238E27FC236}">
                <a16:creationId xmlns:a16="http://schemas.microsoft.com/office/drawing/2014/main" id="{C5B04238-A2AD-40E4-9B4C-08A0AD1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1" name="SE-082-path-752">
            <a:extLst xmlns:a="http://schemas.openxmlformats.org/drawingml/2006/main">
              <a:ext uri="{FF2B5EF4-FFF2-40B4-BE49-F238E27FC236}">
                <a16:creationId xmlns:a16="http://schemas.microsoft.com/office/drawing/2014/main" id="{F8E01104-F4A5-432D-B8B8-850E436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18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2" name="SE-082-path-753">
            <a:extLst xmlns:a="http://schemas.openxmlformats.org/drawingml/2006/main">
              <a:ext uri="{FF2B5EF4-FFF2-40B4-BE49-F238E27FC236}">
                <a16:creationId xmlns:a16="http://schemas.microsoft.com/office/drawing/2014/main" id="{7CDEBCDB-6885-4AFC-8DDE-13C457D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3" name="SE-082-path-754">
            <a:extLst xmlns:a="http://schemas.openxmlformats.org/drawingml/2006/main">
              <a:ext uri="{FF2B5EF4-FFF2-40B4-BE49-F238E27FC236}">
                <a16:creationId xmlns:a16="http://schemas.microsoft.com/office/drawing/2014/main" id="{B3FAC9D9-2AEA-4F12-A6D4-48F15F3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99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4" name="SE-082-path-755">
            <a:extLst xmlns:a="http://schemas.openxmlformats.org/drawingml/2006/main">
              <a:ext uri="{FF2B5EF4-FFF2-40B4-BE49-F238E27FC236}">
                <a16:creationId xmlns:a16="http://schemas.microsoft.com/office/drawing/2014/main" id="{B2B3A8EF-BDF9-4526-B1B0-4CD6132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5" name="SE-082-path-756">
            <a:extLst xmlns:a="http://schemas.openxmlformats.org/drawingml/2006/main">
              <a:ext uri="{FF2B5EF4-FFF2-40B4-BE49-F238E27FC236}">
                <a16:creationId xmlns:a16="http://schemas.microsoft.com/office/drawing/2014/main" id="{03FABBC7-5398-4A77-A65E-0CDE8FCB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6" name="SE-082-path-757">
            <a:extLst xmlns:a="http://schemas.openxmlformats.org/drawingml/2006/main">
              <a:ext uri="{FF2B5EF4-FFF2-40B4-BE49-F238E27FC236}">
                <a16:creationId xmlns:a16="http://schemas.microsoft.com/office/drawing/2014/main" id="{98DCBC1B-82AA-4712-BAE6-4ACABD62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7" name="SE-082-path-758">
            <a:extLst xmlns:a="http://schemas.openxmlformats.org/drawingml/2006/main">
              <a:ext uri="{FF2B5EF4-FFF2-40B4-BE49-F238E27FC236}">
                <a16:creationId xmlns:a16="http://schemas.microsoft.com/office/drawing/2014/main" id="{37662259-4987-4548-B9E2-E9F70B24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23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8" name="SE-082-path-759">
            <a:extLst xmlns:a="http://schemas.openxmlformats.org/drawingml/2006/main">
              <a:ext uri="{FF2B5EF4-FFF2-40B4-BE49-F238E27FC236}">
                <a16:creationId xmlns:a16="http://schemas.microsoft.com/office/drawing/2014/main" id="{0AD721B8-156E-4122-AAB7-7E741BC3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69" name="SE-082-path-760">
            <a:extLst xmlns:a="http://schemas.openxmlformats.org/drawingml/2006/main">
              <a:ext uri="{FF2B5EF4-FFF2-40B4-BE49-F238E27FC236}">
                <a16:creationId xmlns:a16="http://schemas.microsoft.com/office/drawing/2014/main" id="{9968906B-CA06-43FD-9D29-8F08F96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385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0" name="SE-082-path-761">
            <a:extLst xmlns:a="http://schemas.openxmlformats.org/drawingml/2006/main">
              <a:ext uri="{FF2B5EF4-FFF2-40B4-BE49-F238E27FC236}">
                <a16:creationId xmlns:a16="http://schemas.microsoft.com/office/drawing/2014/main" id="{4476BB7C-A170-4E19-9397-A95C032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1" name="SE-082-path-762">
            <a:extLst xmlns:a="http://schemas.openxmlformats.org/drawingml/2006/main">
              <a:ext uri="{FF2B5EF4-FFF2-40B4-BE49-F238E27FC236}">
                <a16:creationId xmlns:a16="http://schemas.microsoft.com/office/drawing/2014/main" id="{141B57C6-DC3D-451D-B4A8-61A558EB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147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2" name="SE-082-path-763">
            <a:extLst xmlns:a="http://schemas.openxmlformats.org/drawingml/2006/main">
              <a:ext uri="{FF2B5EF4-FFF2-40B4-BE49-F238E27FC236}">
                <a16:creationId xmlns:a16="http://schemas.microsoft.com/office/drawing/2014/main" id="{13ECD3BF-0827-437E-B653-C59BEC4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3" name="SE-082-path-764">
            <a:extLst xmlns:a="http://schemas.openxmlformats.org/drawingml/2006/main">
              <a:ext uri="{FF2B5EF4-FFF2-40B4-BE49-F238E27FC236}">
                <a16:creationId xmlns:a16="http://schemas.microsoft.com/office/drawing/2014/main" id="{4368E1B6-16D1-40A6-8AC7-5E67A58E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4" name="SE-082-path-765">
            <a:extLst xmlns:a="http://schemas.openxmlformats.org/drawingml/2006/main">
              <a:ext uri="{FF2B5EF4-FFF2-40B4-BE49-F238E27FC236}">
                <a16:creationId xmlns:a16="http://schemas.microsoft.com/office/drawing/2014/main" id="{EBD59E5C-293F-435C-A4B8-3D95A73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5" name="SE-082-path-766">
            <a:extLst xmlns:a="http://schemas.openxmlformats.org/drawingml/2006/main">
              <a:ext uri="{FF2B5EF4-FFF2-40B4-BE49-F238E27FC236}">
                <a16:creationId xmlns:a16="http://schemas.microsoft.com/office/drawing/2014/main" id="{E028F771-773A-47E7-B669-4F42639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6" name="SE-082-path-767">
            <a:extLst xmlns:a="http://schemas.openxmlformats.org/drawingml/2006/main">
              <a:ext uri="{FF2B5EF4-FFF2-40B4-BE49-F238E27FC236}">
                <a16:creationId xmlns:a16="http://schemas.microsoft.com/office/drawing/2014/main" id="{6270D188-9DDF-41C6-BFFB-6B2AAE30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7" name="SE-082-path-768">
            <a:extLst xmlns:a="http://schemas.openxmlformats.org/drawingml/2006/main">
              <a:ext uri="{FF2B5EF4-FFF2-40B4-BE49-F238E27FC236}">
                <a16:creationId xmlns:a16="http://schemas.microsoft.com/office/drawing/2014/main" id="{5BA8B420-C3A0-4CD2-B3A0-7ACCDF1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8" name="SE-082-path-769">
            <a:extLst xmlns:a="http://schemas.openxmlformats.org/drawingml/2006/main">
              <a:ext uri="{FF2B5EF4-FFF2-40B4-BE49-F238E27FC236}">
                <a16:creationId xmlns:a16="http://schemas.microsoft.com/office/drawing/2014/main" id="{F49B8EE2-A557-484D-A942-AAB084E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79" name="SE-082-path-770">
            <a:extLst xmlns:a="http://schemas.openxmlformats.org/drawingml/2006/main">
              <a:ext uri="{FF2B5EF4-FFF2-40B4-BE49-F238E27FC236}">
                <a16:creationId xmlns:a16="http://schemas.microsoft.com/office/drawing/2014/main" id="{49540EFF-36CE-479E-9802-261A26A1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0" name="SE-082-path-771">
            <a:extLst xmlns:a="http://schemas.openxmlformats.org/drawingml/2006/main">
              <a:ext uri="{FF2B5EF4-FFF2-40B4-BE49-F238E27FC236}">
                <a16:creationId xmlns:a16="http://schemas.microsoft.com/office/drawing/2014/main" id="{46BF80A6-9A4A-45A2-A54B-D1F0EF0A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1" name="SE-082-path-772">
            <a:extLst xmlns:a="http://schemas.openxmlformats.org/drawingml/2006/main">
              <a:ext uri="{FF2B5EF4-FFF2-40B4-BE49-F238E27FC236}">
                <a16:creationId xmlns:a16="http://schemas.microsoft.com/office/drawing/2014/main" id="{62548862-6BCE-4667-8629-38B9973C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2" name="SE-082-path-773">
            <a:extLst xmlns:a="http://schemas.openxmlformats.org/drawingml/2006/main">
              <a:ext uri="{FF2B5EF4-FFF2-40B4-BE49-F238E27FC236}">
                <a16:creationId xmlns:a16="http://schemas.microsoft.com/office/drawing/2014/main" id="{0F51795E-1155-4E15-B560-EC3706C6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338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3" name="SE-082-path-774">
            <a:extLst xmlns:a="http://schemas.openxmlformats.org/drawingml/2006/main">
              <a:ext uri="{FF2B5EF4-FFF2-40B4-BE49-F238E27FC236}">
                <a16:creationId xmlns:a16="http://schemas.microsoft.com/office/drawing/2014/main" id="{8BF1ED69-EE69-4EBC-B74C-EBDFBA7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719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4" name="SE-082-path-775">
            <a:extLst xmlns:a="http://schemas.openxmlformats.org/drawingml/2006/main">
              <a:ext uri="{FF2B5EF4-FFF2-40B4-BE49-F238E27FC236}">
                <a16:creationId xmlns:a16="http://schemas.microsoft.com/office/drawing/2014/main" id="{AAF69E41-A854-4493-8CF6-D170F95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5" name="SE-082-path-776">
            <a:extLst xmlns:a="http://schemas.openxmlformats.org/drawingml/2006/main">
              <a:ext uri="{FF2B5EF4-FFF2-40B4-BE49-F238E27FC236}">
                <a16:creationId xmlns:a16="http://schemas.microsoft.com/office/drawing/2014/main" id="{FE2CB6CA-1CA7-4E4C-9045-761F913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6" name="SE-082-path-777">
            <a:extLst xmlns:a="http://schemas.openxmlformats.org/drawingml/2006/main">
              <a:ext uri="{FF2B5EF4-FFF2-40B4-BE49-F238E27FC236}">
                <a16:creationId xmlns:a16="http://schemas.microsoft.com/office/drawing/2014/main" id="{B2ADCD8E-F398-4600-AE9F-C0B3659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862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7" name="SE-082-path-778">
            <a:extLst xmlns:a="http://schemas.openxmlformats.org/drawingml/2006/main">
              <a:ext uri="{FF2B5EF4-FFF2-40B4-BE49-F238E27FC236}">
                <a16:creationId xmlns:a16="http://schemas.microsoft.com/office/drawing/2014/main" id="{B1E73786-4914-4AB0-9FD5-1FFBCBAB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8" name="SE-082-path-779">
            <a:extLst xmlns:a="http://schemas.openxmlformats.org/drawingml/2006/main">
              <a:ext uri="{FF2B5EF4-FFF2-40B4-BE49-F238E27FC236}">
                <a16:creationId xmlns:a16="http://schemas.microsoft.com/office/drawing/2014/main" id="{E714083C-C3BE-41CE-A8D4-B8600728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624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89" name="SE-082-path-780">
            <a:extLst xmlns:a="http://schemas.openxmlformats.org/drawingml/2006/main">
              <a:ext uri="{FF2B5EF4-FFF2-40B4-BE49-F238E27FC236}">
                <a16:creationId xmlns:a16="http://schemas.microsoft.com/office/drawing/2014/main" id="{A32C351D-3738-4054-B611-726F8261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005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0" name="SE-082-path-781">
            <a:extLst xmlns:a="http://schemas.openxmlformats.org/drawingml/2006/main">
              <a:ext uri="{FF2B5EF4-FFF2-40B4-BE49-F238E27FC236}">
                <a16:creationId xmlns:a16="http://schemas.microsoft.com/office/drawing/2014/main" id="{76963DED-2A4C-4D47-8DCE-8DBD40F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1" name="SE-082-path-782">
            <a:extLst xmlns:a="http://schemas.openxmlformats.org/drawingml/2006/main">
              <a:ext uri="{FF2B5EF4-FFF2-40B4-BE49-F238E27FC236}">
                <a16:creationId xmlns:a16="http://schemas.microsoft.com/office/drawing/2014/main" id="{224E7216-CD5B-4F13-9238-2961FFA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2" name="SE-082-path-783">
            <a:extLst xmlns:a="http://schemas.openxmlformats.org/drawingml/2006/main">
              <a:ext uri="{FF2B5EF4-FFF2-40B4-BE49-F238E27FC236}">
                <a16:creationId xmlns:a16="http://schemas.microsoft.com/office/drawing/2014/main" id="{4FBBE72F-0A42-4307-988B-7240F691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3" name="SE-082-path-784">
            <a:extLst xmlns:a="http://schemas.openxmlformats.org/drawingml/2006/main">
              <a:ext uri="{FF2B5EF4-FFF2-40B4-BE49-F238E27FC236}">
                <a16:creationId xmlns:a16="http://schemas.microsoft.com/office/drawing/2014/main" id="{E8AD697F-7834-434E-BA5D-301894A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529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4" name="SE-082-path-785">
            <a:extLst xmlns:a="http://schemas.openxmlformats.org/drawingml/2006/main">
              <a:ext uri="{FF2B5EF4-FFF2-40B4-BE49-F238E27FC236}">
                <a16:creationId xmlns:a16="http://schemas.microsoft.com/office/drawing/2014/main" id="{C013A3C3-3A68-4B0A-9DEA-56521B45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910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5" name="SE-082-path-786">
            <a:extLst xmlns:a="http://schemas.openxmlformats.org/drawingml/2006/main">
              <a:ext uri="{FF2B5EF4-FFF2-40B4-BE49-F238E27FC236}">
                <a16:creationId xmlns:a16="http://schemas.microsoft.com/office/drawing/2014/main" id="{28E12AE0-9E80-44D6-8448-942E9D3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6" name="SE-082-path-787">
            <a:extLst xmlns:a="http://schemas.openxmlformats.org/drawingml/2006/main">
              <a:ext uri="{FF2B5EF4-FFF2-40B4-BE49-F238E27FC236}">
                <a16:creationId xmlns:a16="http://schemas.microsoft.com/office/drawing/2014/main" id="{016F54E1-F1F9-4B04-ABA8-B9542C85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672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7" name="SE-082-path-788">
            <a:extLst xmlns:a="http://schemas.openxmlformats.org/drawingml/2006/main">
              <a:ext uri="{FF2B5EF4-FFF2-40B4-BE49-F238E27FC236}">
                <a16:creationId xmlns:a16="http://schemas.microsoft.com/office/drawing/2014/main" id="{424E2D73-1DAA-493C-94D0-B01004A9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8" name="SE-082-path-789">
            <a:extLst xmlns:a="http://schemas.openxmlformats.org/drawingml/2006/main">
              <a:ext uri="{FF2B5EF4-FFF2-40B4-BE49-F238E27FC236}">
                <a16:creationId xmlns:a16="http://schemas.microsoft.com/office/drawing/2014/main" id="{008F91D6-2C53-4517-A716-4A7AC3EF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799" name="SE-082-path-790">
            <a:extLst xmlns:a="http://schemas.openxmlformats.org/drawingml/2006/main">
              <a:ext uri="{FF2B5EF4-FFF2-40B4-BE49-F238E27FC236}">
                <a16:creationId xmlns:a16="http://schemas.microsoft.com/office/drawing/2014/main" id="{4748D02E-4461-4973-84AF-00C05762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815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0" name="SE-082-path-791">
            <a:extLst xmlns:a="http://schemas.openxmlformats.org/drawingml/2006/main">
              <a:ext uri="{FF2B5EF4-FFF2-40B4-BE49-F238E27FC236}">
                <a16:creationId xmlns:a16="http://schemas.microsoft.com/office/drawing/2014/main" id="{BEE7629E-64E3-4B35-BD7F-ED127C4F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95" cy="9525"/>
          </a:xfrm>
          <a:custGeom xmlns:a="http://schemas.openxmlformats.org/drawingml/2006/main">
            <a:pathLst>
              <a:path w="95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1" name="SE-082-path-792">
            <a:extLst xmlns:a="http://schemas.openxmlformats.org/drawingml/2006/main">
              <a:ext uri="{FF2B5EF4-FFF2-40B4-BE49-F238E27FC236}">
                <a16:creationId xmlns:a16="http://schemas.microsoft.com/office/drawing/2014/main" id="{7E5D7EB7-CCFA-4FDE-BDAC-A0413F5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2" name="SE-082-path-793">
            <a:extLst xmlns:a="http://schemas.openxmlformats.org/drawingml/2006/main">
              <a:ext uri="{FF2B5EF4-FFF2-40B4-BE49-F238E27FC236}">
                <a16:creationId xmlns:a16="http://schemas.microsoft.com/office/drawing/2014/main" id="{77141797-DD89-4056-92FF-DEDB933C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3" name="SE-082-path-794">
            <a:extLst xmlns:a="http://schemas.openxmlformats.org/drawingml/2006/main">
              <a:ext uri="{FF2B5EF4-FFF2-40B4-BE49-F238E27FC236}">
                <a16:creationId xmlns:a16="http://schemas.microsoft.com/office/drawing/2014/main" id="{865AE366-850D-4196-A877-1B6B5059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4" name="SE-082-path-795">
            <a:extLst xmlns:a="http://schemas.openxmlformats.org/drawingml/2006/main">
              <a:ext uri="{FF2B5EF4-FFF2-40B4-BE49-F238E27FC236}">
                <a16:creationId xmlns:a16="http://schemas.microsoft.com/office/drawing/2014/main" id="{3E74D187-E290-48F8-BDD4-7D3CB1A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5" name="SE-082-path-796">
            <a:extLst xmlns:a="http://schemas.openxmlformats.org/drawingml/2006/main">
              <a:ext uri="{FF2B5EF4-FFF2-40B4-BE49-F238E27FC236}">
                <a16:creationId xmlns:a16="http://schemas.microsoft.com/office/drawing/2014/main" id="{CCC76B0D-8059-4794-AE89-B1F8E647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6" name="SE-082-path-797">
            <a:extLst xmlns:a="http://schemas.openxmlformats.org/drawingml/2006/main">
              <a:ext uri="{FF2B5EF4-FFF2-40B4-BE49-F238E27FC236}">
                <a16:creationId xmlns:a16="http://schemas.microsoft.com/office/drawing/2014/main" id="{FC63E348-01C9-418C-BFB4-DC1A8C7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7" name="SE-082-path-798">
            <a:extLst xmlns:a="http://schemas.openxmlformats.org/drawingml/2006/main">
              <a:ext uri="{FF2B5EF4-FFF2-40B4-BE49-F238E27FC236}">
                <a16:creationId xmlns:a16="http://schemas.microsoft.com/office/drawing/2014/main" id="{D671CDC0-F0AE-4B4A-A18C-54D2D4D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8" name="SE-082-path-799">
            <a:extLst xmlns:a="http://schemas.openxmlformats.org/drawingml/2006/main">
              <a:ext uri="{FF2B5EF4-FFF2-40B4-BE49-F238E27FC236}">
                <a16:creationId xmlns:a16="http://schemas.microsoft.com/office/drawing/2014/main" id="{390BE6BB-61D4-4E39-9A64-CFCBFA9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09" name="SE-082-path-800">
            <a:extLst xmlns:a="http://schemas.openxmlformats.org/drawingml/2006/main">
              <a:ext uri="{FF2B5EF4-FFF2-40B4-BE49-F238E27FC236}">
                <a16:creationId xmlns:a16="http://schemas.microsoft.com/office/drawing/2014/main" id="{EC4455AE-0E24-4F6B-A19E-2BB1477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0" name="SE-082-path-801">
            <a:extLst xmlns:a="http://schemas.openxmlformats.org/drawingml/2006/main">
              <a:ext uri="{FF2B5EF4-FFF2-40B4-BE49-F238E27FC236}">
                <a16:creationId xmlns:a16="http://schemas.microsoft.com/office/drawing/2014/main" id="{D4A1BB3B-E9A5-491B-B818-CE484562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1" name="SE-082-path-802">
            <a:extLst xmlns:a="http://schemas.openxmlformats.org/drawingml/2006/main">
              <a:ext uri="{FF2B5EF4-FFF2-40B4-BE49-F238E27FC236}">
                <a16:creationId xmlns:a16="http://schemas.microsoft.com/office/drawing/2014/main" id="{35DB76D7-427A-476F-919F-A3DA0223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2" name="SE-082-path-803">
            <a:extLst xmlns:a="http://schemas.openxmlformats.org/drawingml/2006/main">
              <a:ext uri="{FF2B5EF4-FFF2-40B4-BE49-F238E27FC236}">
                <a16:creationId xmlns:a16="http://schemas.microsoft.com/office/drawing/2014/main" id="{91296D16-1EC8-4FA0-B962-B8CDB50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3" name="SE-082-path-804">
            <a:extLst xmlns:a="http://schemas.openxmlformats.org/drawingml/2006/main">
              <a:ext uri="{FF2B5EF4-FFF2-40B4-BE49-F238E27FC236}">
                <a16:creationId xmlns:a16="http://schemas.microsoft.com/office/drawing/2014/main" id="{08FABEC9-6A7A-4489-9670-66EAE9D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4" name="SE-082-path-805">
            <a:extLst xmlns:a="http://schemas.openxmlformats.org/drawingml/2006/main">
              <a:ext uri="{FF2B5EF4-FFF2-40B4-BE49-F238E27FC236}">
                <a16:creationId xmlns:a16="http://schemas.microsoft.com/office/drawing/2014/main" id="{5BF3C36F-ECDC-4075-BE3D-46FA70B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5" name="SE-082-path-806">
            <a:extLst xmlns:a="http://schemas.openxmlformats.org/drawingml/2006/main">
              <a:ext uri="{FF2B5EF4-FFF2-40B4-BE49-F238E27FC236}">
                <a16:creationId xmlns:a16="http://schemas.microsoft.com/office/drawing/2014/main" id="{FE2BE09B-EE17-4879-B944-E71E9C5A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6" name="SE-082-path-807">
            <a:extLst xmlns:a="http://schemas.openxmlformats.org/drawingml/2006/main">
              <a:ext uri="{FF2B5EF4-FFF2-40B4-BE49-F238E27FC236}">
                <a16:creationId xmlns:a16="http://schemas.microsoft.com/office/drawing/2014/main" id="{F3769E04-B1BB-4917-8811-FCC28DC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7" name="SE-082-path-808">
            <a:extLst xmlns:a="http://schemas.openxmlformats.org/drawingml/2006/main">
              <a:ext uri="{FF2B5EF4-FFF2-40B4-BE49-F238E27FC236}">
                <a16:creationId xmlns:a16="http://schemas.microsoft.com/office/drawing/2014/main" id="{9C632893-F7C9-470D-AF15-89B8D306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8" name="SE-082-path-809">
            <a:extLst xmlns:a="http://schemas.openxmlformats.org/drawingml/2006/main">
              <a:ext uri="{FF2B5EF4-FFF2-40B4-BE49-F238E27FC236}">
                <a16:creationId xmlns:a16="http://schemas.microsoft.com/office/drawing/2014/main" id="{186B400C-B30A-4D1D-9842-DDE423AA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19" name="SE-082-path-810">
            <a:extLst xmlns:a="http://schemas.openxmlformats.org/drawingml/2006/main">
              <a:ext uri="{FF2B5EF4-FFF2-40B4-BE49-F238E27FC236}">
                <a16:creationId xmlns:a16="http://schemas.microsoft.com/office/drawing/2014/main" id="{3B50D1D4-286E-4B70-9396-FAF271FF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0" name="SE-082-path-811">
            <a:extLst xmlns:a="http://schemas.openxmlformats.org/drawingml/2006/main">
              <a:ext uri="{FF2B5EF4-FFF2-40B4-BE49-F238E27FC236}">
                <a16:creationId xmlns:a16="http://schemas.microsoft.com/office/drawing/2014/main" id="{CFEAB746-07EF-4979-8FBA-0028314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1" name="SE-082-path-812">
            <a:extLst xmlns:a="http://schemas.openxmlformats.org/drawingml/2006/main">
              <a:ext uri="{FF2B5EF4-FFF2-40B4-BE49-F238E27FC236}">
                <a16:creationId xmlns:a16="http://schemas.microsoft.com/office/drawing/2014/main" id="{75011043-0175-492C-8DD4-0011C02A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2" name="SE-082-path-813">
            <a:extLst xmlns:a="http://schemas.openxmlformats.org/drawingml/2006/main">
              <a:ext uri="{FF2B5EF4-FFF2-40B4-BE49-F238E27FC236}">
                <a16:creationId xmlns:a16="http://schemas.microsoft.com/office/drawing/2014/main" id="{36A6F454-FF65-4965-8F23-38F4F50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3" name="SE-082-path-814">
            <a:extLst xmlns:a="http://schemas.openxmlformats.org/drawingml/2006/main">
              <a:ext uri="{FF2B5EF4-FFF2-40B4-BE49-F238E27FC236}">
                <a16:creationId xmlns:a16="http://schemas.microsoft.com/office/drawing/2014/main" id="{F8EA3FBA-A8BF-4AD7-9D8F-598D5FD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4" name="SE-082-path-815">
            <a:extLst xmlns:a="http://schemas.openxmlformats.org/drawingml/2006/main">
              <a:ext uri="{FF2B5EF4-FFF2-40B4-BE49-F238E27FC236}">
                <a16:creationId xmlns:a16="http://schemas.microsoft.com/office/drawing/2014/main" id="{489B9E60-753F-43BD-B2E6-DB4DD6EE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5" name="SE-082-path-816">
            <a:extLst xmlns:a="http://schemas.openxmlformats.org/drawingml/2006/main">
              <a:ext uri="{FF2B5EF4-FFF2-40B4-BE49-F238E27FC236}">
                <a16:creationId xmlns:a16="http://schemas.microsoft.com/office/drawing/2014/main" id="{017497BF-282D-48DC-9098-8C0A49CD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6" name="SE-082-path-817">
            <a:extLst xmlns:a="http://schemas.openxmlformats.org/drawingml/2006/main">
              <a:ext uri="{FF2B5EF4-FFF2-40B4-BE49-F238E27FC236}">
                <a16:creationId xmlns:a16="http://schemas.microsoft.com/office/drawing/2014/main" id="{D64E7310-888F-4DCE-9C48-59355D77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7" name="SE-082-path-818">
            <a:extLst xmlns:a="http://schemas.openxmlformats.org/drawingml/2006/main">
              <a:ext uri="{FF2B5EF4-FFF2-40B4-BE49-F238E27FC236}">
                <a16:creationId xmlns:a16="http://schemas.microsoft.com/office/drawing/2014/main" id="{5FD98E86-AA83-4C7E-9C21-85704648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8" name="SE-082-path-819">
            <a:extLst xmlns:a="http://schemas.openxmlformats.org/drawingml/2006/main">
              <a:ext uri="{FF2B5EF4-FFF2-40B4-BE49-F238E27FC236}">
                <a16:creationId xmlns:a16="http://schemas.microsoft.com/office/drawing/2014/main" id="{ADE511FA-4767-4776-9715-8D184B99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29" name="SE-082-path-820">
            <a:extLst xmlns:a="http://schemas.openxmlformats.org/drawingml/2006/main">
              <a:ext uri="{FF2B5EF4-FFF2-40B4-BE49-F238E27FC236}">
                <a16:creationId xmlns:a16="http://schemas.microsoft.com/office/drawing/2014/main" id="{26C8B1A9-ECDD-4647-9595-0C7F55F4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0" name="SE-082-path-821">
            <a:extLst xmlns:a="http://schemas.openxmlformats.org/drawingml/2006/main">
              <a:ext uri="{FF2B5EF4-FFF2-40B4-BE49-F238E27FC236}">
                <a16:creationId xmlns:a16="http://schemas.microsoft.com/office/drawing/2014/main" id="{C42B3585-A266-454B-8AB9-0F35C7C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1" name="SE-082-path-822">
            <a:extLst xmlns:a="http://schemas.openxmlformats.org/drawingml/2006/main">
              <a:ext uri="{FF2B5EF4-FFF2-40B4-BE49-F238E27FC236}">
                <a16:creationId xmlns:a16="http://schemas.microsoft.com/office/drawing/2014/main" id="{196EEA61-4E12-4F7D-87C6-AF911FE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2" name="SE-082-path-823">
            <a:extLst xmlns:a="http://schemas.openxmlformats.org/drawingml/2006/main">
              <a:ext uri="{FF2B5EF4-FFF2-40B4-BE49-F238E27FC236}">
                <a16:creationId xmlns:a16="http://schemas.microsoft.com/office/drawing/2014/main" id="{3A4219C8-DF49-4193-A706-D989535D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3" name="SE-082-path-824">
            <a:extLst xmlns:a="http://schemas.openxmlformats.org/drawingml/2006/main">
              <a:ext uri="{FF2B5EF4-FFF2-40B4-BE49-F238E27FC236}">
                <a16:creationId xmlns:a16="http://schemas.microsoft.com/office/drawing/2014/main" id="{D7A46F2B-4535-493F-8D34-CA98A57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4" name="SE-082-path-825">
            <a:extLst xmlns:a="http://schemas.openxmlformats.org/drawingml/2006/main">
              <a:ext uri="{FF2B5EF4-FFF2-40B4-BE49-F238E27FC236}">
                <a16:creationId xmlns:a16="http://schemas.microsoft.com/office/drawing/2014/main" id="{2B53EDEE-C619-4B21-912D-4DDA7A3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5" name="SE-082-path-826">
            <a:extLst xmlns:a="http://schemas.openxmlformats.org/drawingml/2006/main">
              <a:ext uri="{FF2B5EF4-FFF2-40B4-BE49-F238E27FC236}">
                <a16:creationId xmlns:a16="http://schemas.microsoft.com/office/drawing/2014/main" id="{02BFC87A-1835-4EC8-A307-24A926F3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6" name="SE-082-path-827">
            <a:extLst xmlns:a="http://schemas.openxmlformats.org/drawingml/2006/main">
              <a:ext uri="{FF2B5EF4-FFF2-40B4-BE49-F238E27FC236}">
                <a16:creationId xmlns:a16="http://schemas.microsoft.com/office/drawing/2014/main" id="{25C91D06-8FFC-437D-B827-B8BAE011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7" name="SE-082-path-828">
            <a:extLst xmlns:a="http://schemas.openxmlformats.org/drawingml/2006/main">
              <a:ext uri="{FF2B5EF4-FFF2-40B4-BE49-F238E27FC236}">
                <a16:creationId xmlns:a16="http://schemas.microsoft.com/office/drawing/2014/main" id="{EFED09D8-4666-4BB0-8533-575BF3F5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8" name="SE-082-path-829">
            <a:extLst xmlns:a="http://schemas.openxmlformats.org/drawingml/2006/main">
              <a:ext uri="{FF2B5EF4-FFF2-40B4-BE49-F238E27FC236}">
                <a16:creationId xmlns:a16="http://schemas.microsoft.com/office/drawing/2014/main" id="{C57DDB30-20B6-4D8F-B9BF-83184DC2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39" name="SE-082-path-830">
            <a:extLst xmlns:a="http://schemas.openxmlformats.org/drawingml/2006/main">
              <a:ext uri="{FF2B5EF4-FFF2-40B4-BE49-F238E27FC236}">
                <a16:creationId xmlns:a16="http://schemas.microsoft.com/office/drawing/2014/main" id="{D7EC8BDB-1C07-459C-9B05-A1B8C91D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0" name="SE-082-path-831">
            <a:extLst xmlns:a="http://schemas.openxmlformats.org/drawingml/2006/main">
              <a:ext uri="{FF2B5EF4-FFF2-40B4-BE49-F238E27FC236}">
                <a16:creationId xmlns:a16="http://schemas.microsoft.com/office/drawing/2014/main" id="{56E155B6-7353-4F14-84DE-86C0BE94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1" name="SE-082-path-832">
            <a:extLst xmlns:a="http://schemas.openxmlformats.org/drawingml/2006/main">
              <a:ext uri="{FF2B5EF4-FFF2-40B4-BE49-F238E27FC236}">
                <a16:creationId xmlns:a16="http://schemas.microsoft.com/office/drawing/2014/main" id="{DDD2398A-E099-4A0F-95BA-3D56EA3C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2" name="SE-082-path-833">
            <a:extLst xmlns:a="http://schemas.openxmlformats.org/drawingml/2006/main">
              <a:ext uri="{FF2B5EF4-FFF2-40B4-BE49-F238E27FC236}">
                <a16:creationId xmlns:a16="http://schemas.microsoft.com/office/drawing/2014/main" id="{1AA84493-5512-4DA2-A5E0-7DBC6086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3" name="SE-082-path-834">
            <a:extLst xmlns:a="http://schemas.openxmlformats.org/drawingml/2006/main">
              <a:ext uri="{FF2B5EF4-FFF2-40B4-BE49-F238E27FC236}">
                <a16:creationId xmlns:a16="http://schemas.microsoft.com/office/drawing/2014/main" id="{1D061B63-AD38-4719-B8B7-8AF3E9F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4" name="SE-082-path-835">
            <a:extLst xmlns:a="http://schemas.openxmlformats.org/drawingml/2006/main">
              <a:ext uri="{FF2B5EF4-FFF2-40B4-BE49-F238E27FC236}">
                <a16:creationId xmlns:a16="http://schemas.microsoft.com/office/drawing/2014/main" id="{138103CF-57FB-4632-A316-5DD6977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5" name="SE-082-path-836">
            <a:extLst xmlns:a="http://schemas.openxmlformats.org/drawingml/2006/main">
              <a:ext uri="{FF2B5EF4-FFF2-40B4-BE49-F238E27FC236}">
                <a16:creationId xmlns:a16="http://schemas.microsoft.com/office/drawing/2014/main" id="{73CFBE75-197C-44D9-8F41-E2972E5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6" name="SE-082-path-837">
            <a:extLst xmlns:a="http://schemas.openxmlformats.org/drawingml/2006/main">
              <a:ext uri="{FF2B5EF4-FFF2-40B4-BE49-F238E27FC236}">
                <a16:creationId xmlns:a16="http://schemas.microsoft.com/office/drawing/2014/main" id="{B4FDF165-B41A-4D02-BE52-8575058B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7" name="SE-082-path-838">
            <a:extLst xmlns:a="http://schemas.openxmlformats.org/drawingml/2006/main">
              <a:ext uri="{FF2B5EF4-FFF2-40B4-BE49-F238E27FC236}">
                <a16:creationId xmlns:a16="http://schemas.microsoft.com/office/drawing/2014/main" id="{91691D01-0848-4CB1-9791-45649D9A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8" name="SE-082-path-839">
            <a:extLst xmlns:a="http://schemas.openxmlformats.org/drawingml/2006/main">
              <a:ext uri="{FF2B5EF4-FFF2-40B4-BE49-F238E27FC236}">
                <a16:creationId xmlns:a16="http://schemas.microsoft.com/office/drawing/2014/main" id="{227DDD91-F74E-4362-B631-5B7DB845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49" name="SE-082-path-840">
            <a:extLst xmlns:a="http://schemas.openxmlformats.org/drawingml/2006/main">
              <a:ext uri="{FF2B5EF4-FFF2-40B4-BE49-F238E27FC236}">
                <a16:creationId xmlns:a16="http://schemas.microsoft.com/office/drawing/2014/main" id="{6767CB16-1250-4107-B4AA-D3621F0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0" name="SE-082-path-841">
            <a:extLst xmlns:a="http://schemas.openxmlformats.org/drawingml/2006/main">
              <a:ext uri="{FF2B5EF4-FFF2-40B4-BE49-F238E27FC236}">
                <a16:creationId xmlns:a16="http://schemas.microsoft.com/office/drawing/2014/main" id="{72B2FDD1-A351-4B04-9296-8FDB6DE5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1" name="SE-082-path-842">
            <a:extLst xmlns:a="http://schemas.openxmlformats.org/drawingml/2006/main">
              <a:ext uri="{FF2B5EF4-FFF2-40B4-BE49-F238E27FC236}">
                <a16:creationId xmlns:a16="http://schemas.microsoft.com/office/drawing/2014/main" id="{CCAC904B-51C3-4580-916A-00C69BA6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2" name="SE-082-path-843">
            <a:extLst xmlns:a="http://schemas.openxmlformats.org/drawingml/2006/main">
              <a:ext uri="{FF2B5EF4-FFF2-40B4-BE49-F238E27FC236}">
                <a16:creationId xmlns:a16="http://schemas.microsoft.com/office/drawing/2014/main" id="{8C6A6752-CDF6-40A0-8B6C-D5C3821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3" name="SE-082-path-844">
            <a:extLst xmlns:a="http://schemas.openxmlformats.org/drawingml/2006/main">
              <a:ext uri="{FF2B5EF4-FFF2-40B4-BE49-F238E27FC236}">
                <a16:creationId xmlns:a16="http://schemas.microsoft.com/office/drawing/2014/main" id="{4A3C35B3-6CB6-49EB-B00D-5436FF4D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4" name="SE-082-path-845">
            <a:extLst xmlns:a="http://schemas.openxmlformats.org/drawingml/2006/main">
              <a:ext uri="{FF2B5EF4-FFF2-40B4-BE49-F238E27FC236}">
                <a16:creationId xmlns:a16="http://schemas.microsoft.com/office/drawing/2014/main" id="{8510F5DA-5BA3-4C79-9540-DE1B765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5" name="SE-082-path-846">
            <a:extLst xmlns:a="http://schemas.openxmlformats.org/drawingml/2006/main">
              <a:ext uri="{FF2B5EF4-FFF2-40B4-BE49-F238E27FC236}">
                <a16:creationId xmlns:a16="http://schemas.microsoft.com/office/drawing/2014/main" id="{E47CE4D0-2955-47E5-A8E8-4008B6F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6" name="SE-082-path-847">
            <a:extLst xmlns:a="http://schemas.openxmlformats.org/drawingml/2006/main">
              <a:ext uri="{FF2B5EF4-FFF2-40B4-BE49-F238E27FC236}">
                <a16:creationId xmlns:a16="http://schemas.microsoft.com/office/drawing/2014/main" id="{A24B9428-8F1D-4CC2-B0A2-6890EB4F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7" name="SE-082-path-848">
            <a:extLst xmlns:a="http://schemas.openxmlformats.org/drawingml/2006/main">
              <a:ext uri="{FF2B5EF4-FFF2-40B4-BE49-F238E27FC236}">
                <a16:creationId xmlns:a16="http://schemas.microsoft.com/office/drawing/2014/main" id="{EA43051B-70CA-49E9-9602-7DCEE05D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8" name="SE-082-path-849">
            <a:extLst xmlns:a="http://schemas.openxmlformats.org/drawingml/2006/main">
              <a:ext uri="{FF2B5EF4-FFF2-40B4-BE49-F238E27FC236}">
                <a16:creationId xmlns:a16="http://schemas.microsoft.com/office/drawing/2014/main" id="{1057FD46-4F5A-481C-93D2-C6AC266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59" name="SE-082-path-850">
            <a:extLst xmlns:a="http://schemas.openxmlformats.org/drawingml/2006/main">
              <a:ext uri="{FF2B5EF4-FFF2-40B4-BE49-F238E27FC236}">
                <a16:creationId xmlns:a16="http://schemas.microsoft.com/office/drawing/2014/main" id="{23CDCF73-A851-4E15-8A25-58719E26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0" name="SE-082-path-851">
            <a:extLst xmlns:a="http://schemas.openxmlformats.org/drawingml/2006/main">
              <a:ext uri="{FF2B5EF4-FFF2-40B4-BE49-F238E27FC236}">
                <a16:creationId xmlns:a16="http://schemas.microsoft.com/office/drawing/2014/main" id="{CDC48309-2C69-47E7-A6C1-A8BA3D1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1" name="SE-082-path-852">
            <a:extLst xmlns:a="http://schemas.openxmlformats.org/drawingml/2006/main">
              <a:ext uri="{FF2B5EF4-FFF2-40B4-BE49-F238E27FC236}">
                <a16:creationId xmlns:a16="http://schemas.microsoft.com/office/drawing/2014/main" id="{2949BD78-FAA9-45FE-8175-C9721D96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2" name="SE-082-path-853">
            <a:extLst xmlns:a="http://schemas.openxmlformats.org/drawingml/2006/main">
              <a:ext uri="{FF2B5EF4-FFF2-40B4-BE49-F238E27FC236}">
                <a16:creationId xmlns:a16="http://schemas.microsoft.com/office/drawing/2014/main" id="{D33FE653-B38C-431A-A470-9ADF302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3" name="SE-082-path-854">
            <a:extLst xmlns:a="http://schemas.openxmlformats.org/drawingml/2006/main">
              <a:ext uri="{FF2B5EF4-FFF2-40B4-BE49-F238E27FC236}">
                <a16:creationId xmlns:a16="http://schemas.microsoft.com/office/drawing/2014/main" id="{F25DC107-AADD-49F6-91C7-4F5F02B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4" name="SE-082-path-855">
            <a:extLst xmlns:a="http://schemas.openxmlformats.org/drawingml/2006/main">
              <a:ext uri="{FF2B5EF4-FFF2-40B4-BE49-F238E27FC236}">
                <a16:creationId xmlns:a16="http://schemas.microsoft.com/office/drawing/2014/main" id="{D052C748-CD19-43C2-AE84-7E65B989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5" name="SE-082-path-856">
            <a:extLst xmlns:a="http://schemas.openxmlformats.org/drawingml/2006/main">
              <a:ext uri="{FF2B5EF4-FFF2-40B4-BE49-F238E27FC236}">
                <a16:creationId xmlns:a16="http://schemas.microsoft.com/office/drawing/2014/main" id="{551C0057-50B9-4520-A1AD-A61DD4B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6" name="SE-082-path-857">
            <a:extLst xmlns:a="http://schemas.openxmlformats.org/drawingml/2006/main">
              <a:ext uri="{FF2B5EF4-FFF2-40B4-BE49-F238E27FC236}">
                <a16:creationId xmlns:a16="http://schemas.microsoft.com/office/drawing/2014/main" id="{E3E02078-CAE5-4056-95F8-5DC3FF1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7" name="SE-082-path-858">
            <a:extLst xmlns:a="http://schemas.openxmlformats.org/drawingml/2006/main">
              <a:ext uri="{FF2B5EF4-FFF2-40B4-BE49-F238E27FC236}">
                <a16:creationId xmlns:a16="http://schemas.microsoft.com/office/drawing/2014/main" id="{BD7F10EC-F2DB-4BF0-BE7F-68DC6623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8" name="SE-082-path-859">
            <a:extLst xmlns:a="http://schemas.openxmlformats.org/drawingml/2006/main">
              <a:ext uri="{FF2B5EF4-FFF2-40B4-BE49-F238E27FC236}">
                <a16:creationId xmlns:a16="http://schemas.microsoft.com/office/drawing/2014/main" id="{D65C376D-7675-46D2-88B6-80B180D4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69" name="SE-082-path-860">
            <a:extLst xmlns:a="http://schemas.openxmlformats.org/drawingml/2006/main">
              <a:ext uri="{FF2B5EF4-FFF2-40B4-BE49-F238E27FC236}">
                <a16:creationId xmlns:a16="http://schemas.microsoft.com/office/drawing/2014/main" id="{9B0621D8-FA53-4223-B031-73E658FD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0" name="SE-082-path-861">
            <a:extLst xmlns:a="http://schemas.openxmlformats.org/drawingml/2006/main">
              <a:ext uri="{FF2B5EF4-FFF2-40B4-BE49-F238E27FC236}">
                <a16:creationId xmlns:a16="http://schemas.microsoft.com/office/drawing/2014/main" id="{BB03F63E-2874-4A22-81D6-0FB2309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1" name="SE-082-path-862">
            <a:extLst xmlns:a="http://schemas.openxmlformats.org/drawingml/2006/main">
              <a:ext uri="{FF2B5EF4-FFF2-40B4-BE49-F238E27FC236}">
                <a16:creationId xmlns:a16="http://schemas.microsoft.com/office/drawing/2014/main" id="{8BBADF3F-3E02-4741-99CC-A54F1D2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2" name="SE-082-path-863">
            <a:extLst xmlns:a="http://schemas.openxmlformats.org/drawingml/2006/main">
              <a:ext uri="{FF2B5EF4-FFF2-40B4-BE49-F238E27FC236}">
                <a16:creationId xmlns:a16="http://schemas.microsoft.com/office/drawing/2014/main" id="{22E3B2E9-8E84-4FAD-873E-6C9BE83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3" name="SE-082-path-864">
            <a:extLst xmlns:a="http://schemas.openxmlformats.org/drawingml/2006/main">
              <a:ext uri="{FF2B5EF4-FFF2-40B4-BE49-F238E27FC236}">
                <a16:creationId xmlns:a16="http://schemas.microsoft.com/office/drawing/2014/main" id="{E2ECD92D-F3D4-4DD4-AAAF-EDDDF9D4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4" name="SE-082-path-865">
            <a:extLst xmlns:a="http://schemas.openxmlformats.org/drawingml/2006/main">
              <a:ext uri="{FF2B5EF4-FFF2-40B4-BE49-F238E27FC236}">
                <a16:creationId xmlns:a16="http://schemas.microsoft.com/office/drawing/2014/main" id="{E0864149-8AD6-4B88-B432-7192996F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5" name="SE-082-path-866">
            <a:extLst xmlns:a="http://schemas.openxmlformats.org/drawingml/2006/main">
              <a:ext uri="{FF2B5EF4-FFF2-40B4-BE49-F238E27FC236}">
                <a16:creationId xmlns:a16="http://schemas.microsoft.com/office/drawing/2014/main" id="{D587ACBE-6B9E-4AAB-B2E6-2965AB0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6" name="SE-082-path-867">
            <a:extLst xmlns:a="http://schemas.openxmlformats.org/drawingml/2006/main">
              <a:ext uri="{FF2B5EF4-FFF2-40B4-BE49-F238E27FC236}">
                <a16:creationId xmlns:a16="http://schemas.microsoft.com/office/drawing/2014/main" id="{583315C9-A019-4FFE-91BE-DBF96EAD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339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7" name="SE-082-path-868">
            <a:extLst xmlns:a="http://schemas.openxmlformats.org/drawingml/2006/main">
              <a:ext uri="{FF2B5EF4-FFF2-40B4-BE49-F238E27FC236}">
                <a16:creationId xmlns:a16="http://schemas.microsoft.com/office/drawing/2014/main" id="{678F17A2-941F-464A-9286-8FB4F3F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958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8" name="SE-082-path-869">
            <a:extLst xmlns:a="http://schemas.openxmlformats.org/drawingml/2006/main">
              <a:ext uri="{FF2B5EF4-FFF2-40B4-BE49-F238E27FC236}">
                <a16:creationId xmlns:a16="http://schemas.microsoft.com/office/drawing/2014/main" id="{28D2A945-6381-47CB-80FF-AAF50D80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79" name="SE-082-path-870">
            <a:extLst xmlns:a="http://schemas.openxmlformats.org/drawingml/2006/main">
              <a:ext uri="{FF2B5EF4-FFF2-40B4-BE49-F238E27FC236}">
                <a16:creationId xmlns:a16="http://schemas.microsoft.com/office/drawing/2014/main" id="{FC89648C-E093-430E-8104-E80E319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96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0" name="SE-082-path-871">
            <a:extLst xmlns:a="http://schemas.openxmlformats.org/drawingml/2006/main">
              <a:ext uri="{FF2B5EF4-FFF2-40B4-BE49-F238E27FC236}">
                <a16:creationId xmlns:a16="http://schemas.microsoft.com/office/drawing/2014/main" id="{8B0B1B49-449D-4248-858C-80A36F8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815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1" name="SE-082-path-872">
            <a:extLst xmlns:a="http://schemas.openxmlformats.org/drawingml/2006/main">
              <a:ext uri="{FF2B5EF4-FFF2-40B4-BE49-F238E27FC236}">
                <a16:creationId xmlns:a16="http://schemas.microsoft.com/office/drawing/2014/main" id="{607DA825-890D-41C6-90C0-4103171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434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2" name="SE-082-path-873">
            <a:extLst xmlns:a="http://schemas.openxmlformats.org/drawingml/2006/main">
              <a:ext uri="{FF2B5EF4-FFF2-40B4-BE49-F238E27FC236}">
                <a16:creationId xmlns:a16="http://schemas.microsoft.com/office/drawing/2014/main" id="{ED3F6FB4-C422-47FA-88A7-5071D0C4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053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3" name="SE-082-path-874">
            <a:extLst xmlns:a="http://schemas.openxmlformats.org/drawingml/2006/main">
              <a:ext uri="{FF2B5EF4-FFF2-40B4-BE49-F238E27FC236}">
                <a16:creationId xmlns:a16="http://schemas.microsoft.com/office/drawing/2014/main" id="{6CC00973-CA53-4DA0-9063-619E3E16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67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4" name="SE-082-path-875">
            <a:extLst xmlns:a="http://schemas.openxmlformats.org/drawingml/2006/main">
              <a:ext uri="{FF2B5EF4-FFF2-40B4-BE49-F238E27FC236}">
                <a16:creationId xmlns:a16="http://schemas.microsoft.com/office/drawing/2014/main" id="{9F604A43-6CF2-4CBF-91BD-F9A31217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91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5" name="SE-082-path-876">
            <a:extLst xmlns:a="http://schemas.openxmlformats.org/drawingml/2006/main">
              <a:ext uri="{FF2B5EF4-FFF2-40B4-BE49-F238E27FC236}">
                <a16:creationId xmlns:a16="http://schemas.microsoft.com/office/drawing/2014/main" id="{DFCDC7DF-A120-45DA-BCEE-1F86A38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6" name="SE-082-path-877">
            <a:extLst xmlns:a="http://schemas.openxmlformats.org/drawingml/2006/main">
              <a:ext uri="{FF2B5EF4-FFF2-40B4-BE49-F238E27FC236}">
                <a16:creationId xmlns:a16="http://schemas.microsoft.com/office/drawing/2014/main" id="{3C302041-8EEF-4057-916D-25F5BFD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7" name="SE-082-path-878">
            <a:extLst xmlns:a="http://schemas.openxmlformats.org/drawingml/2006/main">
              <a:ext uri="{FF2B5EF4-FFF2-40B4-BE49-F238E27FC236}">
                <a16:creationId xmlns:a16="http://schemas.microsoft.com/office/drawing/2014/main" id="{627AF5C2-BF11-4ED6-9B4E-4BB6BF8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148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8" name="SE-082-path-879">
            <a:extLst xmlns:a="http://schemas.openxmlformats.org/drawingml/2006/main">
              <a:ext uri="{FF2B5EF4-FFF2-40B4-BE49-F238E27FC236}">
                <a16:creationId xmlns:a16="http://schemas.microsoft.com/office/drawing/2014/main" id="{54677D52-0EB2-40F0-912C-D0C797A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76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89" name="SE-082-path-880">
            <a:extLst xmlns:a="http://schemas.openxmlformats.org/drawingml/2006/main">
              <a:ext uri="{FF2B5EF4-FFF2-40B4-BE49-F238E27FC236}">
                <a16:creationId xmlns:a16="http://schemas.microsoft.com/office/drawing/2014/main" id="{3BB13218-867A-4320-B977-76557BE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0" name="SE-082-path-881">
            <a:extLst xmlns:a="http://schemas.openxmlformats.org/drawingml/2006/main">
              <a:ext uri="{FF2B5EF4-FFF2-40B4-BE49-F238E27FC236}">
                <a16:creationId xmlns:a16="http://schemas.microsoft.com/office/drawing/2014/main" id="{7C1A5E13-C810-4FED-912C-F97BFA4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1" name="SE-082-path-882">
            <a:extLst xmlns:a="http://schemas.openxmlformats.org/drawingml/2006/main">
              <a:ext uri="{FF2B5EF4-FFF2-40B4-BE49-F238E27FC236}">
                <a16:creationId xmlns:a16="http://schemas.microsoft.com/office/drawing/2014/main" id="{D4150E77-C79B-441C-9BCF-67242CD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624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2" name="SE-082-path-883">
            <a:extLst xmlns:a="http://schemas.openxmlformats.org/drawingml/2006/main">
              <a:ext uri="{FF2B5EF4-FFF2-40B4-BE49-F238E27FC236}">
                <a16:creationId xmlns:a16="http://schemas.microsoft.com/office/drawing/2014/main" id="{26BFF57B-2912-4D59-80E8-30BF1CC9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243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3" name="SE-082-path-884">
            <a:extLst xmlns:a="http://schemas.openxmlformats.org/drawingml/2006/main">
              <a:ext uri="{FF2B5EF4-FFF2-40B4-BE49-F238E27FC236}">
                <a16:creationId xmlns:a16="http://schemas.microsoft.com/office/drawing/2014/main" id="{DD1B4D59-6755-4817-B061-DFA625E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4" name="SE-082-path-885">
            <a:extLst xmlns:a="http://schemas.openxmlformats.org/drawingml/2006/main">
              <a:ext uri="{FF2B5EF4-FFF2-40B4-BE49-F238E27FC236}">
                <a16:creationId xmlns:a16="http://schemas.microsoft.com/office/drawing/2014/main" id="{7ABD347F-8372-48B7-8D35-D491CF77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481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5" name="SE-082-path-886">
            <a:extLst xmlns:a="http://schemas.openxmlformats.org/drawingml/2006/main">
              <a:ext uri="{FF2B5EF4-FFF2-40B4-BE49-F238E27FC236}">
                <a16:creationId xmlns:a16="http://schemas.microsoft.com/office/drawing/2014/main" id="{FC8732A9-C889-48DA-83EB-F0FA8A8E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100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6" name="SE-082-path-887">
            <a:extLst xmlns:a="http://schemas.openxmlformats.org/drawingml/2006/main">
              <a:ext uri="{FF2B5EF4-FFF2-40B4-BE49-F238E27FC236}">
                <a16:creationId xmlns:a16="http://schemas.microsoft.com/office/drawing/2014/main" id="{ADEC78D7-0EAD-47C1-9AD0-75759661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7" name="SE-082-path-888">
            <a:extLst xmlns:a="http://schemas.openxmlformats.org/drawingml/2006/main">
              <a:ext uri="{FF2B5EF4-FFF2-40B4-BE49-F238E27FC236}">
                <a16:creationId xmlns:a16="http://schemas.microsoft.com/office/drawing/2014/main" id="{BF1E7E61-BDE4-44A6-9D82-B3B350AA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338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8" name="SE-082-path-889">
            <a:extLst xmlns:a="http://schemas.openxmlformats.org/drawingml/2006/main">
              <a:ext uri="{FF2B5EF4-FFF2-40B4-BE49-F238E27FC236}">
                <a16:creationId xmlns:a16="http://schemas.microsoft.com/office/drawing/2014/main" id="{93C8F554-F779-4F18-9C36-571809A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95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899" name="SE-082-path-890">
            <a:extLst xmlns:a="http://schemas.openxmlformats.org/drawingml/2006/main">
              <a:ext uri="{FF2B5EF4-FFF2-40B4-BE49-F238E27FC236}">
                <a16:creationId xmlns:a16="http://schemas.microsoft.com/office/drawing/2014/main" id="{754DA91D-EF47-4CBA-A3B5-96858A3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576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0" name="SE-082-path-891">
            <a:extLst xmlns:a="http://schemas.openxmlformats.org/drawingml/2006/main">
              <a:ext uri="{FF2B5EF4-FFF2-40B4-BE49-F238E27FC236}">
                <a16:creationId xmlns:a16="http://schemas.microsoft.com/office/drawing/2014/main" id="{DFB31248-6566-4356-A9A7-B8B41029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195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1" name="SE-082-path-892">
            <a:extLst xmlns:a="http://schemas.openxmlformats.org/drawingml/2006/main">
              <a:ext uri="{FF2B5EF4-FFF2-40B4-BE49-F238E27FC236}">
                <a16:creationId xmlns:a16="http://schemas.microsoft.com/office/drawing/2014/main" id="{6EE106DB-4DE2-42C7-99C0-A52647E3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2" name="SE-082-path-893">
            <a:extLst xmlns:a="http://schemas.openxmlformats.org/drawingml/2006/main">
              <a:ext uri="{FF2B5EF4-FFF2-40B4-BE49-F238E27FC236}">
                <a16:creationId xmlns:a16="http://schemas.microsoft.com/office/drawing/2014/main" id="{515DD1E9-69AE-4887-AD04-9655E339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3" name="SE-082-path-894">
            <a:extLst xmlns:a="http://schemas.openxmlformats.org/drawingml/2006/main">
              <a:ext uri="{FF2B5EF4-FFF2-40B4-BE49-F238E27FC236}">
                <a16:creationId xmlns:a16="http://schemas.microsoft.com/office/drawing/2014/main" id="{4C9EC157-1712-4ADF-9010-8262227E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05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4" name="SE-082-path-895">
            <a:extLst xmlns:a="http://schemas.openxmlformats.org/drawingml/2006/main">
              <a:ext uri="{FF2B5EF4-FFF2-40B4-BE49-F238E27FC236}">
                <a16:creationId xmlns:a16="http://schemas.microsoft.com/office/drawing/2014/main" id="{739C5D4B-0BF7-4F44-BCB6-5D613C8B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671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5" name="SE-082-path-896">
            <a:extLst xmlns:a="http://schemas.openxmlformats.org/drawingml/2006/main">
              <a:ext uri="{FF2B5EF4-FFF2-40B4-BE49-F238E27FC236}">
                <a16:creationId xmlns:a16="http://schemas.microsoft.com/office/drawing/2014/main" id="{752246C7-6F14-43AE-9944-132C67AB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6" name="SE-082-path-897">
            <a:extLst xmlns:a="http://schemas.openxmlformats.org/drawingml/2006/main">
              <a:ext uri="{FF2B5EF4-FFF2-40B4-BE49-F238E27FC236}">
                <a16:creationId xmlns:a16="http://schemas.microsoft.com/office/drawing/2014/main" id="{FA090BBE-97F6-461C-8409-B5E104E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7" name="SE-082-path-898">
            <a:extLst xmlns:a="http://schemas.openxmlformats.org/drawingml/2006/main">
              <a:ext uri="{FF2B5EF4-FFF2-40B4-BE49-F238E27FC236}">
                <a16:creationId xmlns:a16="http://schemas.microsoft.com/office/drawing/2014/main" id="{8EE478EB-FF3D-46B2-B665-4271F1DA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528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8" name="SE-082-path-899">
            <a:extLst xmlns:a="http://schemas.openxmlformats.org/drawingml/2006/main">
              <a:ext uri="{FF2B5EF4-FFF2-40B4-BE49-F238E27FC236}">
                <a16:creationId xmlns:a16="http://schemas.microsoft.com/office/drawing/2014/main" id="{2C37A5EF-C6E7-4C25-87A4-A487213A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09" name="SE-082-path-900">
            <a:extLst xmlns:a="http://schemas.openxmlformats.org/drawingml/2006/main">
              <a:ext uri="{FF2B5EF4-FFF2-40B4-BE49-F238E27FC236}">
                <a16:creationId xmlns:a16="http://schemas.microsoft.com/office/drawing/2014/main" id="{F0052048-DDD3-4574-ABF5-F600118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10" name="SE-082-path-901">
            <a:extLst xmlns:a="http://schemas.openxmlformats.org/drawingml/2006/main">
              <a:ext uri="{FF2B5EF4-FFF2-40B4-BE49-F238E27FC236}">
                <a16:creationId xmlns:a16="http://schemas.microsoft.com/office/drawing/2014/main" id="{34C26143-502C-4CC4-93D9-48B16C0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11" name="SE-082-path-902">
            <a:extLst xmlns:a="http://schemas.openxmlformats.org/drawingml/2006/main">
              <a:ext uri="{FF2B5EF4-FFF2-40B4-BE49-F238E27FC236}">
                <a16:creationId xmlns:a16="http://schemas.microsoft.com/office/drawing/2014/main" id="{E0DDA3E2-C75E-462B-A3B7-85B9C049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sp>
        <p:nvSpPr>
          <p:cNvPr id="912" name="SE-082-path-903">
            <a:extLst xmlns:a="http://schemas.openxmlformats.org/drawingml/2006/main">
              <a:ext uri="{FF2B5EF4-FFF2-40B4-BE49-F238E27FC236}">
                <a16:creationId xmlns:a16="http://schemas.microsoft.com/office/drawing/2014/main" id="{5B1390A1-E1D8-48DE-BC67-F4DF74D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71825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008BEA"/>
            </a:solidFill>
          </a:ln>
        </p:spPr>
      </p:sp>
      <p:pic>
        <p:nvPicPr>
          <p:cNvPr id="19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827708ac24ab7"/>
          <a:stretch xmlns:a="http://schemas.openxmlformats.org/drawingml/2006/main"/>
        </p:blipFill>
        <p:spPr>
          <a:xfrm xmlns:a="http://schemas.openxmlformats.org/drawingml/2006/main">
            <a:off x="5886450" y="3238500"/>
            <a:ext cx="361950" cy="390525"/>
          </a:xfrm>
          <a:prstGeom xmlns:a="http://schemas.openxmlformats.org/drawingml/2006/main" prst="rect">
            <a:avLst/>
          </a:prstGeom>
        </p:spPr>
      </p:pic>
      <p:sp>
        <p:nvSpPr>
          <p:cNvPr id="914" name="SE-082-904">
            <a:extLst xmlns:a="http://schemas.openxmlformats.org/drawingml/2006/main">
              <a:ext uri="{FF2B5EF4-FFF2-40B4-BE49-F238E27FC236}">
                <a16:creationId xmlns:a16="http://schemas.microsoft.com/office/drawing/2014/main" id="{64EEBCB7-3E7B-4021-9B2A-E279751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81400"/>
            <a:ext cx="1076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Pruned CFG</a:t>
            </a:r>
          </a:p>
        </p:txBody>
      </p:sp>
      <p:sp>
        <p:nvSpPr>
          <p:cNvPr id="915" name="SE-082-path-905">
            <a:extLst xmlns:a="http://schemas.openxmlformats.org/drawingml/2006/main">
              <a:ext uri="{FF2B5EF4-FFF2-40B4-BE49-F238E27FC236}">
                <a16:creationId xmlns:a16="http://schemas.microsoft.com/office/drawing/2014/main" id="{C712B6B8-A136-400B-891F-0A88ADB1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16" name="SE-082-path-906">
            <a:extLst xmlns:a="http://schemas.openxmlformats.org/drawingml/2006/main">
              <a:ext uri="{FF2B5EF4-FFF2-40B4-BE49-F238E27FC236}">
                <a16:creationId xmlns:a16="http://schemas.microsoft.com/office/drawing/2014/main" id="{824BFF9F-3ED8-491F-A04C-1BBBF27A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17" name="SE-082-path-907">
            <a:extLst xmlns:a="http://schemas.openxmlformats.org/drawingml/2006/main">
              <a:ext uri="{FF2B5EF4-FFF2-40B4-BE49-F238E27FC236}">
                <a16:creationId xmlns:a16="http://schemas.microsoft.com/office/drawing/2014/main" id="{42D8BED6-7127-4DE7-A17A-8F439C1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18" name="SE-082-path-908">
            <a:extLst xmlns:a="http://schemas.openxmlformats.org/drawingml/2006/main">
              <a:ext uri="{FF2B5EF4-FFF2-40B4-BE49-F238E27FC236}">
                <a16:creationId xmlns:a16="http://schemas.microsoft.com/office/drawing/2014/main" id="{BF102CA3-9317-48DC-93FC-F3610D8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19" name="SE-082-path-909">
            <a:extLst xmlns:a="http://schemas.openxmlformats.org/drawingml/2006/main">
              <a:ext uri="{FF2B5EF4-FFF2-40B4-BE49-F238E27FC236}">
                <a16:creationId xmlns:a16="http://schemas.microsoft.com/office/drawing/2014/main" id="{360CB403-C82C-4AD5-BF65-5476F2AA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0" name="SE-082-path-910">
            <a:extLst xmlns:a="http://schemas.openxmlformats.org/drawingml/2006/main">
              <a:ext uri="{FF2B5EF4-FFF2-40B4-BE49-F238E27FC236}">
                <a16:creationId xmlns:a16="http://schemas.microsoft.com/office/drawing/2014/main" id="{825EE232-39FB-486D-B15B-F0C2DC1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1" name="SE-082-path-911">
            <a:extLst xmlns:a="http://schemas.openxmlformats.org/drawingml/2006/main">
              <a:ext uri="{FF2B5EF4-FFF2-40B4-BE49-F238E27FC236}">
                <a16:creationId xmlns:a16="http://schemas.microsoft.com/office/drawing/2014/main" id="{AAEB3647-4E71-4A6D-9562-4408CB96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2" name="SE-082-path-912">
            <a:extLst xmlns:a="http://schemas.openxmlformats.org/drawingml/2006/main">
              <a:ext uri="{FF2B5EF4-FFF2-40B4-BE49-F238E27FC236}">
                <a16:creationId xmlns:a16="http://schemas.microsoft.com/office/drawing/2014/main" id="{CDC76863-0EA6-4888-A33C-F7BB47E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3" name="SE-082-path-913">
            <a:extLst xmlns:a="http://schemas.openxmlformats.org/drawingml/2006/main">
              <a:ext uri="{FF2B5EF4-FFF2-40B4-BE49-F238E27FC236}">
                <a16:creationId xmlns:a16="http://schemas.microsoft.com/office/drawing/2014/main" id="{12064409-90D7-445C-BF44-99A3946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4" name="SE-082-path-914">
            <a:extLst xmlns:a="http://schemas.openxmlformats.org/drawingml/2006/main">
              <a:ext uri="{FF2B5EF4-FFF2-40B4-BE49-F238E27FC236}">
                <a16:creationId xmlns:a16="http://schemas.microsoft.com/office/drawing/2014/main" id="{6D78A64F-3F61-46E0-98D3-AF22BCB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5" name="SE-082-path-915">
            <a:extLst xmlns:a="http://schemas.openxmlformats.org/drawingml/2006/main">
              <a:ext uri="{FF2B5EF4-FFF2-40B4-BE49-F238E27FC236}">
                <a16:creationId xmlns:a16="http://schemas.microsoft.com/office/drawing/2014/main" id="{930E0F77-B81A-4E02-8E5A-5BC54EF9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6" name="SE-082-path-916">
            <a:extLst xmlns:a="http://schemas.openxmlformats.org/drawingml/2006/main">
              <a:ext uri="{FF2B5EF4-FFF2-40B4-BE49-F238E27FC236}">
                <a16:creationId xmlns:a16="http://schemas.microsoft.com/office/drawing/2014/main" id="{D0C49D44-D892-4354-BAA4-DE9421BC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7" name="SE-082-path-917">
            <a:extLst xmlns:a="http://schemas.openxmlformats.org/drawingml/2006/main">
              <a:ext uri="{FF2B5EF4-FFF2-40B4-BE49-F238E27FC236}">
                <a16:creationId xmlns:a16="http://schemas.microsoft.com/office/drawing/2014/main" id="{A50AA761-AB59-4537-BD3F-4D3AD3DA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099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8" name="SE-082-path-918">
            <a:extLst xmlns:a="http://schemas.openxmlformats.org/drawingml/2006/main">
              <a:ext uri="{FF2B5EF4-FFF2-40B4-BE49-F238E27FC236}">
                <a16:creationId xmlns:a16="http://schemas.microsoft.com/office/drawing/2014/main" id="{2B7549D7-A457-44F5-9459-7C2C0809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9925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29" name="SE-082-path-919">
            <a:extLst xmlns:a="http://schemas.openxmlformats.org/drawingml/2006/main">
              <a:ext uri="{FF2B5EF4-FFF2-40B4-BE49-F238E27FC236}">
                <a16:creationId xmlns:a16="http://schemas.microsoft.com/office/drawing/2014/main" id="{AE9112B1-649F-4B5A-84D6-66536D5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09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0" name="SE-082-path-920">
            <a:extLst xmlns:a="http://schemas.openxmlformats.org/drawingml/2006/main">
              <a:ext uri="{FF2B5EF4-FFF2-40B4-BE49-F238E27FC236}">
                <a16:creationId xmlns:a16="http://schemas.microsoft.com/office/drawing/2014/main" id="{265C3276-E670-43D9-AF76-1B41AD3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1" name="SE-082-path-921">
            <a:extLst xmlns:a="http://schemas.openxmlformats.org/drawingml/2006/main">
              <a:ext uri="{FF2B5EF4-FFF2-40B4-BE49-F238E27FC236}">
                <a16:creationId xmlns:a16="http://schemas.microsoft.com/office/drawing/2014/main" id="{4988E727-276D-48C7-A04F-3409C02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05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2" name="SE-082-path-922">
            <a:extLst xmlns:a="http://schemas.openxmlformats.org/drawingml/2006/main">
              <a:ext uri="{FF2B5EF4-FFF2-40B4-BE49-F238E27FC236}">
                <a16:creationId xmlns:a16="http://schemas.microsoft.com/office/drawing/2014/main" id="{CFCE196F-90F7-4887-AB7F-787895EE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52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3" name="SE-082-path-923">
            <a:extLst xmlns:a="http://schemas.openxmlformats.org/drawingml/2006/main">
              <a:ext uri="{FF2B5EF4-FFF2-40B4-BE49-F238E27FC236}">
                <a16:creationId xmlns:a16="http://schemas.microsoft.com/office/drawing/2014/main" id="{B6354559-A782-418D-A118-AB5F7392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0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4" name="SE-082-path-924">
            <a:extLst xmlns:a="http://schemas.openxmlformats.org/drawingml/2006/main">
              <a:ext uri="{FF2B5EF4-FFF2-40B4-BE49-F238E27FC236}">
                <a16:creationId xmlns:a16="http://schemas.microsoft.com/office/drawing/2014/main" id="{ADD70BBC-8FAD-40A9-B3D2-FCD98CE1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48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5" name="SE-082-path-925">
            <a:extLst xmlns:a="http://schemas.openxmlformats.org/drawingml/2006/main">
              <a:ext uri="{FF2B5EF4-FFF2-40B4-BE49-F238E27FC236}">
                <a16:creationId xmlns:a16="http://schemas.microsoft.com/office/drawing/2014/main" id="{EBC8E217-35DA-42AE-B4E8-2F3048A4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95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6" name="SE-082-path-926">
            <a:extLst xmlns:a="http://schemas.openxmlformats.org/drawingml/2006/main">
              <a:ext uri="{FF2B5EF4-FFF2-40B4-BE49-F238E27FC236}">
                <a16:creationId xmlns:a16="http://schemas.microsoft.com/office/drawing/2014/main" id="{62DA17B7-549C-4BB8-B59E-B4382395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433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7" name="SE-082-path-927">
            <a:extLst xmlns:a="http://schemas.openxmlformats.org/drawingml/2006/main">
              <a:ext uri="{FF2B5EF4-FFF2-40B4-BE49-F238E27FC236}">
                <a16:creationId xmlns:a16="http://schemas.microsoft.com/office/drawing/2014/main" id="{F6102FDD-00D1-4AEA-A154-155B08E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90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8" name="SE-082-path-928">
            <a:extLst xmlns:a="http://schemas.openxmlformats.org/drawingml/2006/main">
              <a:ext uri="{FF2B5EF4-FFF2-40B4-BE49-F238E27FC236}">
                <a16:creationId xmlns:a16="http://schemas.microsoft.com/office/drawing/2014/main" id="{035A2789-63C1-49C0-9434-7EEB8A9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39" name="SE-082-path-929">
            <a:extLst xmlns:a="http://schemas.openxmlformats.org/drawingml/2006/main">
              <a:ext uri="{FF2B5EF4-FFF2-40B4-BE49-F238E27FC236}">
                <a16:creationId xmlns:a16="http://schemas.microsoft.com/office/drawing/2014/main" id="{D29AABAA-9079-4F96-9568-F0BF2CE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0" name="SE-082-path-930">
            <a:extLst xmlns:a="http://schemas.openxmlformats.org/drawingml/2006/main">
              <a:ext uri="{FF2B5EF4-FFF2-40B4-BE49-F238E27FC236}">
                <a16:creationId xmlns:a16="http://schemas.microsoft.com/office/drawing/2014/main" id="{F63039D0-9C8A-445C-B9F4-D6E89758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1" name="SE-082-path-931">
            <a:extLst xmlns:a="http://schemas.openxmlformats.org/drawingml/2006/main">
              <a:ext uri="{FF2B5EF4-FFF2-40B4-BE49-F238E27FC236}">
                <a16:creationId xmlns:a16="http://schemas.microsoft.com/office/drawing/2014/main" id="{2E6BAC5F-3FC2-4E2A-9820-EDAAA888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2" name="SE-082-path-932">
            <a:extLst xmlns:a="http://schemas.openxmlformats.org/drawingml/2006/main">
              <a:ext uri="{FF2B5EF4-FFF2-40B4-BE49-F238E27FC236}">
                <a16:creationId xmlns:a16="http://schemas.microsoft.com/office/drawing/2014/main" id="{5FD73CB9-3130-4D3B-BD70-5A0EAEFF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3" name="SE-082-path-933">
            <a:extLst xmlns:a="http://schemas.openxmlformats.org/drawingml/2006/main">
              <a:ext uri="{FF2B5EF4-FFF2-40B4-BE49-F238E27FC236}">
                <a16:creationId xmlns:a16="http://schemas.microsoft.com/office/drawing/2014/main" id="{F7FF6B27-6C49-4B27-9369-AC0D21B9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4" name="SE-082-path-934">
            <a:extLst xmlns:a="http://schemas.openxmlformats.org/drawingml/2006/main">
              <a:ext uri="{FF2B5EF4-FFF2-40B4-BE49-F238E27FC236}">
                <a16:creationId xmlns:a16="http://schemas.microsoft.com/office/drawing/2014/main" id="{3EB08C65-EEEE-475F-8947-FA8CF29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5" name="SE-082-path-935">
            <a:extLst xmlns:a="http://schemas.openxmlformats.org/drawingml/2006/main">
              <a:ext uri="{FF2B5EF4-FFF2-40B4-BE49-F238E27FC236}">
                <a16:creationId xmlns:a16="http://schemas.microsoft.com/office/drawing/2014/main" id="{63E343CA-506C-46E1-A817-E4FC223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6" name="SE-082-path-936">
            <a:extLst xmlns:a="http://schemas.openxmlformats.org/drawingml/2006/main">
              <a:ext uri="{FF2B5EF4-FFF2-40B4-BE49-F238E27FC236}">
                <a16:creationId xmlns:a16="http://schemas.microsoft.com/office/drawing/2014/main" id="{1F5EC948-B5D7-4481-A6F1-80E17C4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7" name="SE-082-path-937">
            <a:extLst xmlns:a="http://schemas.openxmlformats.org/drawingml/2006/main">
              <a:ext uri="{FF2B5EF4-FFF2-40B4-BE49-F238E27FC236}">
                <a16:creationId xmlns:a16="http://schemas.microsoft.com/office/drawing/2014/main" id="{1F4BFE3B-AFB7-4885-AFA3-7467125B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8" name="SE-082-path-938">
            <a:extLst xmlns:a="http://schemas.openxmlformats.org/drawingml/2006/main">
              <a:ext uri="{FF2B5EF4-FFF2-40B4-BE49-F238E27FC236}">
                <a16:creationId xmlns:a16="http://schemas.microsoft.com/office/drawing/2014/main" id="{EF1AFB74-EDB5-41F6-AF87-88E1CB7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49" name="SE-082-path-939">
            <a:extLst xmlns:a="http://schemas.openxmlformats.org/drawingml/2006/main">
              <a:ext uri="{FF2B5EF4-FFF2-40B4-BE49-F238E27FC236}">
                <a16:creationId xmlns:a16="http://schemas.microsoft.com/office/drawing/2014/main" id="{BFE96C0A-CCA1-4F4D-95C4-5C3CBC7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0" name="SE-082-path-940">
            <a:extLst xmlns:a="http://schemas.openxmlformats.org/drawingml/2006/main">
              <a:ext uri="{FF2B5EF4-FFF2-40B4-BE49-F238E27FC236}">
                <a16:creationId xmlns:a16="http://schemas.microsoft.com/office/drawing/2014/main" id="{A1CB077D-4D80-466F-BC8D-0C0AAA5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1" name="SE-082-path-941">
            <a:extLst xmlns:a="http://schemas.openxmlformats.org/drawingml/2006/main">
              <a:ext uri="{FF2B5EF4-FFF2-40B4-BE49-F238E27FC236}">
                <a16:creationId xmlns:a16="http://schemas.microsoft.com/office/drawing/2014/main" id="{0027758B-ED7F-4C20-8319-B69D3191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19500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2" name="SE-082-path-942">
            <a:extLst xmlns:a="http://schemas.openxmlformats.org/drawingml/2006/main">
              <a:ext uri="{FF2B5EF4-FFF2-40B4-BE49-F238E27FC236}">
                <a16:creationId xmlns:a16="http://schemas.microsoft.com/office/drawing/2014/main" id="{9BE08DE6-6C74-4CDB-91D4-E72426BC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90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3" name="SE-082-path-943">
            <a:extLst xmlns:a="http://schemas.openxmlformats.org/drawingml/2006/main">
              <a:ext uri="{FF2B5EF4-FFF2-40B4-BE49-F238E27FC236}">
                <a16:creationId xmlns:a16="http://schemas.microsoft.com/office/drawing/2014/main" id="{00E59C95-1181-4249-9F27-ABF98D9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433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4" name="SE-082-path-944">
            <a:extLst xmlns:a="http://schemas.openxmlformats.org/drawingml/2006/main">
              <a:ext uri="{FF2B5EF4-FFF2-40B4-BE49-F238E27FC236}">
                <a16:creationId xmlns:a16="http://schemas.microsoft.com/office/drawing/2014/main" id="{BF0A6472-E241-4D2D-9408-D126F4A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95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5" name="SE-082-path-945">
            <a:extLst xmlns:a="http://schemas.openxmlformats.org/drawingml/2006/main">
              <a:ext uri="{FF2B5EF4-FFF2-40B4-BE49-F238E27FC236}">
                <a16:creationId xmlns:a16="http://schemas.microsoft.com/office/drawing/2014/main" id="{1495B4E4-BD1F-4C8C-8D5A-E442AA31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480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6" name="SE-082-path-946">
            <a:extLst xmlns:a="http://schemas.openxmlformats.org/drawingml/2006/main">
              <a:ext uri="{FF2B5EF4-FFF2-40B4-BE49-F238E27FC236}">
                <a16:creationId xmlns:a16="http://schemas.microsoft.com/office/drawing/2014/main" id="{391EAA6D-E6A9-4FA5-B54E-2CD477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00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7" name="SE-082-path-947">
            <a:extLst xmlns:a="http://schemas.openxmlformats.org/drawingml/2006/main">
              <a:ext uri="{FF2B5EF4-FFF2-40B4-BE49-F238E27FC236}">
                <a16:creationId xmlns:a16="http://schemas.microsoft.com/office/drawing/2014/main" id="{DF6CFDAF-CFDB-4484-8A35-4651AFF1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528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8" name="SE-082-path-948">
            <a:extLst xmlns:a="http://schemas.openxmlformats.org/drawingml/2006/main">
              <a:ext uri="{FF2B5EF4-FFF2-40B4-BE49-F238E27FC236}">
                <a16:creationId xmlns:a16="http://schemas.microsoft.com/office/drawing/2014/main" id="{9837A85D-50BD-422D-ACF8-E411B01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051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59" name="SE-082-path-949">
            <a:extLst xmlns:a="http://schemas.openxmlformats.org/drawingml/2006/main">
              <a:ext uri="{FF2B5EF4-FFF2-40B4-BE49-F238E27FC236}">
                <a16:creationId xmlns:a16="http://schemas.microsoft.com/office/drawing/2014/main" id="{447F6BCC-74D9-46FD-9C81-44B752D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575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60" name="SE-082-path-950">
            <a:extLst xmlns:a="http://schemas.openxmlformats.org/drawingml/2006/main">
              <a:ext uri="{FF2B5EF4-FFF2-40B4-BE49-F238E27FC236}">
                <a16:creationId xmlns:a16="http://schemas.microsoft.com/office/drawing/2014/main" id="{004E4E3A-FE97-4F45-BDF5-FBFC31B6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33333"/>
            </a:solidFill>
          </a:ln>
        </p:spPr>
      </p:sp>
      <p:sp>
        <p:nvSpPr>
          <p:cNvPr id="961" name="SE-082-951">
            <a:extLst xmlns:a="http://schemas.openxmlformats.org/drawingml/2006/main">
              <a:ext uri="{FF2B5EF4-FFF2-40B4-BE49-F238E27FC236}">
                <a16:creationId xmlns:a16="http://schemas.microsoft.com/office/drawing/2014/main" id="{E1C65AB4-1D3D-437E-B6CD-9439EE4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60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Storage</a:t>
            </a:r>
          </a:p>
        </p:txBody>
      </p:sp>
      <p:sp>
        <p:nvSpPr>
          <p:cNvPr id="962" name="SE-082-952">
            <a:extLst xmlns:a="http://schemas.openxmlformats.org/drawingml/2006/main">
              <a:ext uri="{FF2B5EF4-FFF2-40B4-BE49-F238E27FC236}">
                <a16:creationId xmlns:a16="http://schemas.microsoft.com/office/drawing/2014/main" id="{19A7B935-5106-4015-818C-383DF1E7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09950"/>
            <a:ext cx="60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963" name="SE-082-path-953">
            <a:extLst xmlns:a="http://schemas.openxmlformats.org/drawingml/2006/main">
              <a:ext uri="{FF2B5EF4-FFF2-40B4-BE49-F238E27FC236}">
                <a16:creationId xmlns:a16="http://schemas.microsoft.com/office/drawing/2014/main" id="{957EE124-FB43-4E18-8432-63C5F2B2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29000"/>
            <a:ext cx="923925" cy="95"/>
          </a:xfrm>
          <a:custGeom xmlns:a="http://schemas.openxmlformats.org/drawingml/2006/main">
            <a:pathLst>
              <a:path w="923925" h="95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64" name="SE-082-path-954">
            <a:extLst xmlns:a="http://schemas.openxmlformats.org/drawingml/2006/main">
              <a:ext uri="{FF2B5EF4-FFF2-40B4-BE49-F238E27FC236}">
                <a16:creationId xmlns:a16="http://schemas.microsoft.com/office/drawing/2014/main" id="{63D8C691-641F-445D-A53A-3A2D5FE9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8211"/>
            <a:ext cx="59140" cy="61578"/>
          </a:xfrm>
          <a:custGeom xmlns:a="http://schemas.openxmlformats.org/drawingml/2006/main">
            <a:pathLst>
              <a:path w="59140" h="61578">
                <a:moveTo>
                  <a:pt x="59140" y="0"/>
                </a:moveTo>
                <a:lnTo>
                  <a:pt x="0" y="30789"/>
                </a:lnTo>
                <a:lnTo>
                  <a:pt x="59140" y="615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65" name="SE-082-955">
            <a:extLst xmlns:a="http://schemas.openxmlformats.org/drawingml/2006/main">
              <a:ext uri="{FF2B5EF4-FFF2-40B4-BE49-F238E27FC236}">
                <a16:creationId xmlns:a16="http://schemas.microsoft.com/office/drawing/2014/main" id="{D84C1AE3-9B9C-4103-958C-26CCF503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Analyze</a:t>
            </a:r>
          </a:p>
        </p:txBody>
      </p:sp>
      <p:sp>
        <p:nvSpPr>
          <p:cNvPr id="966" name="SE-082-path-956">
            <a:extLst xmlns:a="http://schemas.openxmlformats.org/drawingml/2006/main">
              <a:ext uri="{FF2B5EF4-FFF2-40B4-BE49-F238E27FC236}">
                <a16:creationId xmlns:a16="http://schemas.microsoft.com/office/drawing/2014/main" id="{1B124F6C-60E6-47AF-8F05-9021230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581025" cy="95"/>
          </a:xfrm>
          <a:custGeom xmlns:a="http://schemas.openxmlformats.org/drawingml/2006/main">
            <a:pathLst>
              <a:path w="581025" h="95">
                <a:moveTo>
                  <a:pt x="5810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67" name="SE-082-path-957">
            <a:extLst xmlns:a="http://schemas.openxmlformats.org/drawingml/2006/main">
              <a:ext uri="{FF2B5EF4-FFF2-40B4-BE49-F238E27FC236}">
                <a16:creationId xmlns:a16="http://schemas.microsoft.com/office/drawing/2014/main" id="{B5033B2D-E6AF-41AB-8DDD-2364C8F3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7736"/>
            <a:ext cx="59140" cy="61578"/>
          </a:xfrm>
          <a:custGeom xmlns:a="http://schemas.openxmlformats.org/drawingml/2006/main">
            <a:pathLst>
              <a:path w="59140" h="61578">
                <a:moveTo>
                  <a:pt x="59140" y="0"/>
                </a:moveTo>
                <a:lnTo>
                  <a:pt x="0" y="30789"/>
                </a:lnTo>
                <a:lnTo>
                  <a:pt x="59140" y="615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68" name="SE-082-958">
            <a:extLst xmlns:a="http://schemas.openxmlformats.org/drawingml/2006/main">
              <a:ext uri="{FF2B5EF4-FFF2-40B4-BE49-F238E27FC236}">
                <a16:creationId xmlns:a16="http://schemas.microsoft.com/office/drawing/2014/main" id="{F845E2F1-D273-44CB-8C87-97B0C72B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15240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3A60"/>
            </a:solidFill>
          </a:ln>
        </p:spPr>
      </p:sp>
      <p:pic>
        <p:nvPicPr>
          <p:cNvPr id="19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56aa7d9c34a67"/>
          <a:stretch xmlns:a="http://schemas.openxmlformats.org/drawingml/2006/main"/>
        </p:blipFill>
        <p:spPr>
          <a:xfrm xmlns:a="http://schemas.openxmlformats.org/drawingml/2006/main">
            <a:off x="1981200" y="3309938"/>
            <a:ext cx="352425" cy="285750"/>
          </a:xfrm>
          <a:prstGeom xmlns:a="http://schemas.openxmlformats.org/drawingml/2006/main" prst="rect">
            <a:avLst/>
          </a:prstGeom>
        </p:spPr>
      </p:pic>
      <p:sp>
        <p:nvSpPr>
          <p:cNvPr id="970" name="SE-082-959">
            <a:extLst xmlns:a="http://schemas.openxmlformats.org/drawingml/2006/main">
              <a:ext uri="{FF2B5EF4-FFF2-40B4-BE49-F238E27FC236}">
                <a16:creationId xmlns:a16="http://schemas.microsoft.com/office/drawing/2014/main" id="{81FC8971-D51F-4EEE-BE51-ED132F4A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337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Execution logic</a:t>
            </a:r>
          </a:p>
        </p:txBody>
      </p:sp>
      <p:pic>
        <p:nvPicPr>
          <p:cNvPr id="19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bc59e43d640d5"/>
          <a:stretch xmlns:a="http://schemas.openxmlformats.org/drawingml/2006/main"/>
        </p:blipFill>
        <p:spPr>
          <a:xfrm xmlns:a="http://schemas.openxmlformats.org/drawingml/2006/main">
            <a:off x="447675" y="3409950"/>
            <a:ext cx="457200" cy="514350"/>
          </a:xfrm>
          <a:prstGeom xmlns:a="http://schemas.openxmlformats.org/drawingml/2006/main" prst="rect">
            <a:avLst/>
          </a:prstGeom>
        </p:spPr>
      </p:pic>
      <p:sp>
        <p:nvSpPr>
          <p:cNvPr id="972" name="SE-082-960">
            <a:extLst xmlns:a="http://schemas.openxmlformats.org/drawingml/2006/main">
              <a:ext uri="{FF2B5EF4-FFF2-40B4-BE49-F238E27FC236}">
                <a16:creationId xmlns:a16="http://schemas.microsoft.com/office/drawing/2014/main" id="{6205FAB8-EBEB-4A98-8139-E2277A3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719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Potential</a:t>
            </a:r>
          </a:p>
        </p:txBody>
      </p:sp>
      <p:sp>
        <p:nvSpPr>
          <p:cNvPr id="973" name="SE-082-961">
            <a:extLst xmlns:a="http://schemas.openxmlformats.org/drawingml/2006/main">
              <a:ext uri="{FF2B5EF4-FFF2-40B4-BE49-F238E27FC236}">
                <a16:creationId xmlns:a16="http://schemas.microsoft.com/office/drawing/2014/main" id="{63595F43-1409-4F6F-892A-5A58B2C4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Vulnerabilities</a:t>
            </a:r>
          </a:p>
        </p:txBody>
      </p:sp>
      <p:sp>
        <p:nvSpPr>
          <p:cNvPr id="974" name="SE-082-path-962">
            <a:extLst xmlns:a="http://schemas.openxmlformats.org/drawingml/2006/main">
              <a:ext uri="{FF2B5EF4-FFF2-40B4-BE49-F238E27FC236}">
                <a16:creationId xmlns:a16="http://schemas.microsoft.com/office/drawing/2014/main" id="{7FA0BF72-E95E-4805-B870-D2911FC6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38525"/>
            <a:ext cx="142875" cy="1019175"/>
          </a:xfrm>
          <a:custGeom xmlns:a="http://schemas.openxmlformats.org/drawingml/2006/main">
            <a:pathLst>
              <a:path w="142875" h="1019175">
                <a:moveTo>
                  <a:pt x="142875" y="0"/>
                </a:moveTo>
                <a:lnTo>
                  <a:pt x="0" y="0"/>
                </a:lnTo>
                <a:lnTo>
                  <a:pt x="0" y="1019175"/>
                </a:lnTo>
                <a:lnTo>
                  <a:pt x="142875" y="10191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975" name="SE-082-path-963">
            <a:extLst xmlns:a="http://schemas.openxmlformats.org/drawingml/2006/main">
              <a:ext uri="{FF2B5EF4-FFF2-40B4-BE49-F238E27FC236}">
                <a16:creationId xmlns:a16="http://schemas.microsoft.com/office/drawing/2014/main" id="{0DEDACFF-40D3-4E50-9DB5-33BFCE19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05250"/>
            <a:ext cx="533400" cy="95"/>
          </a:xfrm>
          <a:custGeom xmlns:a="http://schemas.openxmlformats.org/drawingml/2006/main">
            <a:pathLst>
              <a:path w="533400" h="95">
                <a:moveTo>
                  <a:pt x="5334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76" name="SE-082-path-964">
            <a:extLst xmlns:a="http://schemas.openxmlformats.org/drawingml/2006/main">
              <a:ext uri="{FF2B5EF4-FFF2-40B4-BE49-F238E27FC236}">
                <a16:creationId xmlns:a16="http://schemas.microsoft.com/office/drawing/2014/main" id="{993B9690-40CD-4CB6-A449-DF6B18A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74461"/>
            <a:ext cx="59140" cy="61578"/>
          </a:xfrm>
          <a:custGeom xmlns:a="http://schemas.openxmlformats.org/drawingml/2006/main">
            <a:pathLst>
              <a:path w="59140" h="61578">
                <a:moveTo>
                  <a:pt x="59140" y="0"/>
                </a:moveTo>
                <a:lnTo>
                  <a:pt x="0" y="30789"/>
                </a:lnTo>
                <a:lnTo>
                  <a:pt x="59140" y="615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77" name="SE-082-965">
            <a:extLst xmlns:a="http://schemas.openxmlformats.org/drawingml/2006/main">
              <a:ext uri="{FF2B5EF4-FFF2-40B4-BE49-F238E27FC236}">
                <a16:creationId xmlns:a16="http://schemas.microsoft.com/office/drawing/2014/main" id="{49B57F18-99C4-45A8-A342-A396ECB8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Check</a:t>
            </a:r>
          </a:p>
        </p:txBody>
      </p:sp>
      <p:pic>
        <p:nvPicPr>
          <p:cNvPr id="19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b2f81b3944c0e"/>
          <a:stretch xmlns:a="http://schemas.openxmlformats.org/drawingml/2006/main"/>
        </p:blipFill>
        <p:spPr>
          <a:xfrm xmlns:a="http://schemas.openxmlformats.org/drawingml/2006/main">
            <a:off x="1933575" y="3886200"/>
            <a:ext cx="438150" cy="428625"/>
          </a:xfrm>
          <a:prstGeom xmlns:a="http://schemas.openxmlformats.org/drawingml/2006/main" prst="rect">
            <a:avLst/>
          </a:prstGeom>
        </p:spPr>
      </p:pic>
      <p:sp>
        <p:nvSpPr>
          <p:cNvPr id="979" name="SE-082-966">
            <a:extLst xmlns:a="http://schemas.openxmlformats.org/drawingml/2006/main">
              <a:ext uri="{FF2B5EF4-FFF2-40B4-BE49-F238E27FC236}">
                <a16:creationId xmlns:a16="http://schemas.microsoft.com/office/drawing/2014/main" id="{FCD9CB5C-FB15-4A6A-9561-88518935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19525"/>
            <a:ext cx="209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{</a:t>
            </a:r>
          </a:p>
        </p:txBody>
      </p:sp>
      <p:sp>
        <p:nvSpPr>
          <p:cNvPr id="980" name="SE-082-967">
            <a:extLst xmlns:a="http://schemas.openxmlformats.org/drawingml/2006/main">
              <a:ext uri="{FF2B5EF4-FFF2-40B4-BE49-F238E27FC236}">
                <a16:creationId xmlns:a16="http://schemas.microsoft.com/office/drawing/2014/main" id="{18B23C40-8B6F-4405-940C-8DB2B59B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Reentrancy</a:t>
            </a:r>
          </a:p>
        </p:txBody>
      </p:sp>
      <p:sp>
        <p:nvSpPr>
          <p:cNvPr id="981" name="SE-082-968">
            <a:extLst xmlns:a="http://schemas.openxmlformats.org/drawingml/2006/main">
              <a:ext uri="{FF2B5EF4-FFF2-40B4-BE49-F238E27FC236}">
                <a16:creationId xmlns:a16="http://schemas.microsoft.com/office/drawing/2014/main" id="{F50A0996-1AF5-4731-8C2B-E97649D5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0050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82" name="SE-082-969">
            <a:extLst xmlns:a="http://schemas.openxmlformats.org/drawingml/2006/main">
              <a:ext uri="{FF2B5EF4-FFF2-40B4-BE49-F238E27FC236}">
                <a16:creationId xmlns:a16="http://schemas.microsoft.com/office/drawing/2014/main" id="{3327B280-FBF6-497A-BEBB-2CAEFD9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43375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Access Control</a:t>
            </a:r>
          </a:p>
        </p:txBody>
      </p:sp>
      <p:sp>
        <p:nvSpPr>
          <p:cNvPr id="983" name="SE-082-970">
            <a:extLst xmlns:a="http://schemas.openxmlformats.org/drawingml/2006/main">
              <a:ext uri="{FF2B5EF4-FFF2-40B4-BE49-F238E27FC236}">
                <a16:creationId xmlns:a16="http://schemas.microsoft.com/office/drawing/2014/main" id="{9DC1239E-8A43-4877-BFB3-E357F72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62450"/>
            <a:ext cx="1933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Vulnerability Patterns</a:t>
            </a:r>
          </a:p>
        </p:txBody>
      </p:sp>
      <p:pic>
        <p:nvPicPr>
          <p:cNvPr id="19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78dbc9e3d43f1"/>
          <a:stretch xmlns:a="http://schemas.openxmlformats.org/drawingml/2006/main"/>
        </p:blipFill>
        <p:spPr>
          <a:xfrm xmlns:a="http://schemas.openxmlformats.org/drawingml/2006/main">
            <a:off x="4191000" y="3952875"/>
            <a:ext cx="552450" cy="447675"/>
          </a:xfrm>
          <a:prstGeom xmlns:a="http://schemas.openxmlformats.org/drawingml/2006/main" prst="rect">
            <a:avLst/>
          </a:prstGeom>
        </p:spPr>
      </p:pic>
      <p:sp>
        <p:nvSpPr>
          <p:cNvPr id="985" name="SE-082-971">
            <a:extLst xmlns:a="http://schemas.openxmlformats.org/drawingml/2006/main">
              <a:ext uri="{FF2B5EF4-FFF2-40B4-BE49-F238E27FC236}">
                <a16:creationId xmlns:a16="http://schemas.microsoft.com/office/drawing/2014/main" id="{FAF293F2-5B23-498B-8B10-CE8FE124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910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Path Condition</a:t>
            </a:r>
          </a:p>
        </p:txBody>
      </p:sp>
      <p:pic>
        <p:nvPicPr>
          <p:cNvPr id="19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1b9344a584638"/>
          <a:stretch xmlns:a="http://schemas.openxmlformats.org/drawingml/2006/main"/>
        </p:blipFill>
        <p:spPr>
          <a:xfrm xmlns:a="http://schemas.openxmlformats.org/drawingml/2006/main">
            <a:off x="5924550" y="3933825"/>
            <a:ext cx="381000" cy="476250"/>
          </a:xfrm>
          <a:prstGeom xmlns:a="http://schemas.openxmlformats.org/drawingml/2006/main" prst="rect">
            <a:avLst/>
          </a:prstGeom>
        </p:spPr>
      </p:pic>
      <p:sp>
        <p:nvSpPr>
          <p:cNvPr id="987" name="SE-082-972">
            <a:extLst xmlns:a="http://schemas.openxmlformats.org/drawingml/2006/main">
              <a:ext uri="{FF2B5EF4-FFF2-40B4-BE49-F238E27FC236}">
                <a16:creationId xmlns:a16="http://schemas.microsoft.com/office/drawing/2014/main" id="{AA6C2FEE-6ABC-430A-A881-DB1636C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419600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Z3 solver</a:t>
            </a:r>
          </a:p>
        </p:txBody>
      </p:sp>
      <p:sp>
        <p:nvSpPr>
          <p:cNvPr id="988" name="SE-082-path-973">
            <a:extLst xmlns:a="http://schemas.openxmlformats.org/drawingml/2006/main">
              <a:ext uri="{FF2B5EF4-FFF2-40B4-BE49-F238E27FC236}">
                <a16:creationId xmlns:a16="http://schemas.microsoft.com/office/drawing/2014/main" id="{38AFC91B-9B61-4754-A8F8-84F0EC61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10050"/>
            <a:ext cx="800100" cy="95"/>
          </a:xfrm>
          <a:custGeom xmlns:a="http://schemas.openxmlformats.org/drawingml/2006/main">
            <a:pathLst>
              <a:path w="800100" h="95">
                <a:moveTo>
                  <a:pt x="800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89" name="SE-082-path-974">
            <a:extLst xmlns:a="http://schemas.openxmlformats.org/drawingml/2006/main">
              <a:ext uri="{FF2B5EF4-FFF2-40B4-BE49-F238E27FC236}">
                <a16:creationId xmlns:a16="http://schemas.microsoft.com/office/drawing/2014/main" id="{ED7E7856-260D-42D3-9898-21D2139C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9261"/>
            <a:ext cx="59140" cy="61578"/>
          </a:xfrm>
          <a:custGeom xmlns:a="http://schemas.openxmlformats.org/drawingml/2006/main">
            <a:pathLst>
              <a:path w="59140" h="61578">
                <a:moveTo>
                  <a:pt x="59140" y="0"/>
                </a:moveTo>
                <a:lnTo>
                  <a:pt x="0" y="30789"/>
                </a:lnTo>
                <a:lnTo>
                  <a:pt x="59140" y="615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90" name="SE-082-975">
            <a:extLst xmlns:a="http://schemas.openxmlformats.org/drawingml/2006/main">
              <a:ext uri="{FF2B5EF4-FFF2-40B4-BE49-F238E27FC236}">
                <a16:creationId xmlns:a16="http://schemas.microsoft.com/office/drawing/2014/main" id="{BA56FF5F-ECC4-4959-9A25-46ECFAC4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71925"/>
            <a:ext cx="600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Solve</a:t>
            </a:r>
          </a:p>
        </p:txBody>
      </p:sp>
    </p:spTree>
    <p:extLst>
      <p:ext uri="{BB962C8B-B14F-4D97-AF65-F5344CB8AC3E}">
        <p14:creationId xmlns:p14="http://schemas.microsoft.com/office/powerpoint/2010/main" val="1543251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2026-09-08T02:02:13.0750000Z</dcterms:created>
  <dcterms:modified xsi:type="dcterms:W3CDTF">2026-09-08T02:02:13.0750000Z</dcterms:modified>
</coreProperties>
</file>